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4" r:id="rId3"/>
    <p:sldId id="296" r:id="rId4"/>
    <p:sldId id="299" r:id="rId5"/>
    <p:sldId id="300" r:id="rId6"/>
    <p:sldId id="298" r:id="rId7"/>
    <p:sldId id="301" r:id="rId8"/>
    <p:sldId id="282" r:id="rId9"/>
    <p:sldId id="281" r:id="rId10"/>
    <p:sldId id="279" r:id="rId11"/>
    <p:sldId id="303" r:id="rId12"/>
    <p:sldId id="304" r:id="rId13"/>
    <p:sldId id="308" r:id="rId14"/>
    <p:sldId id="291" r:id="rId15"/>
    <p:sldId id="305" r:id="rId16"/>
    <p:sldId id="306" r:id="rId17"/>
    <p:sldId id="307" r:id="rId18"/>
    <p:sldId id="302" r:id="rId19"/>
    <p:sldId id="30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09T09:36:44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20241 6733 12 0,'0'0'0'0,"0"0"0"0,0 0 0 16,0 0 0-16,0 0 0 0,0 0 0 0</inkml:trace>
  <inkml:trace contextRef="#ctx0" brushRef="#br0" timeOffset="235.09">20241 6805 12 0,'0'0'0'0,"0"0"0"0,0 0 0 0,0 0 0 15,0 0 0-15,0 0 0 0,0 0 0 0,0 0 0 16,0 0 0-16,0 0 0 0,0 0 0 0,0 0 0 15,0 0 0-15,0 0 0 0,0 0 0 0,0 0 0 16,0 0 0-16,0 0 0 0,0 0 0 0,0 0 0 0,0 0 0 16,0 0 0-16,0 0 0 0,0 0 0 0,0 0 0 15,0 0 0-15,0 0 0 0,0 0 0 0,0 0 0 16,0 0 0-16,20 0 0 0,-14 0 0 0,1 0 0 16,-1-2 0-16,-3 2 0 0,-1 0 0 0,0 0 0 15,-2 0 0-15,0 0 0 0,0 0 0 0,0 0 0 0,0 0 0 16,-2 0 0-16,0 0 0 0,1 0 0 0,-1 0 0 15,-4 0 0-15,1 0 0 0,-1 0 0 0,0 6 0 16</inkml:trace>
  <inkml:trace contextRef="#ctx0" brushRef="#br0" timeOffset="703.65">20438 6809 12 0,'0'0'0'15,"0"0"0"-15,0 0 0 0,0 0 0 0,0 0 0 16,0 0 0-16,0 0 0 0,0 0 0 0,0 0 0 16,0 0 0-16,0 0 0 0,0 0 0 0,0 0 0 15,0 0 0-15,0 0 0 0,0 0 0 0,0 0 0 16,0 0 0-16,0 0 0 0,0 0 0 0,0 0 0 0,0 0 0 15,0 0 0-15,0 0 0 0,0 0 0 0,0 0 0 16,0 0 0-16,0 0 0 0,-4 18 0 0,4-18 0 16,0 2 0-16,-1 0 0 0,-1 2 0 0,0-4 0 15,0 2 0-15,2 2 0 0,0-4 0 0,0 0 0 16,0 0 0-16,0 0 0 0,0 0 0 0,0 0 0 16,-4 0 0-16,1 0 0 0,-1 0 0 0,0 0 0 15,-2 0 0-15,-1 7 0 0,0-1 0 0,1-6 0 16</inkml:trace>
  <inkml:trace contextRef="#ctx0" brushRef="#br0" timeOffset="3252.41">13574 8286 12 0,'0'0'0'0,"0"0"0"0,0 0 0 15,0 0 0-15,0 0 0 0,0 0 0 0,0 0 0 16,0 0 0-16,0 0 0 0,0 0 0 0,0 0 0 16,0 0 0-16,0 0 0 0,0 0 0 0,0 0 0 0,0 0 0 15,0 0 0-15,0 0 0 0,0 0 0 0,0 0 0 16,0 0 0-16,0 0 0 0,0 0 0 15,0 0 0-15,0 0 0 0,0 0 0 0,0 0 0 0,0 0 0 16,0 0 0-16,0 0 0 0,17-20 0 0,-17 18 0 16,3 0 0-16,-1 0 0 0,4-2 0 0,1 1 0 15,1-1 0-15,-5 2 0 0,3-4 0 0,1 4 0 16,-1 1 0-16,-2-1 0 0,0 2 0 0,1 0 0 0,-5 0 0 16,2 0 0-16,2 0 0 0,-4 0 0 0,0 0 0 15,0 0 0-15,0 0 0 0,0 0 0 0,0 0 0 16,0 0 0-16,0 0 0 0,0 0 0 0,0 0 0 15,0 0 0-15,0 0 0 0,0 0 0 0,0 0 0 16,0 0 0-16,0 0 0 0,0 0 0 0,0 0 0 16,0 2 0-16,2-1 0 0,3-1 0 0,-3-1 0 0,2 1 0 15,-4 0 0-15,2 0 0 0,-1 0 0 0,3 0 0 16,2 0 0-16,-6 0 0 0,2 0 0 0,0 0 0 16,-1 0 0-16,1 0 0 0,0 0 0 0,2 0 0 15,-4 0 0-15,2 0 0 0,0 0 0 0,-2 0 0 16,0-2 0-16,0 0 0 0,0 2 0 0,0-4 0 15,0 4 0-15,0 0 0 0,0 0 0 0,0 0 0 16,0 0 0-16,0 0 0 0,0 0 0 0,0 0 0 16,0 0 0-16,0 0 0 0,0 0 0 0,0 0 0 15,0 0 0-15,0 0 0 0,0 0 0 0,0 0 0 0,0 0 0 16,0 0 0-16,0 0 0 0,0 0 0 0,0 0 0 16,0 0 0-16,0 0 0 0,0 0 0 0,0-2 0 15,0 2 0-15,-2-3 0 0,0 1 0 0,2 2 0 0,-4 0 0 16,4 0 0-16,0 0 0 0,0 0 0 0,0 0 0 15,0 0 0-15,0 0 0 0,0 0 0 0,0 0 0 16,0 0 0-16,0 0 0 0,0 0 0 0,0 0 0 16,0 0 0-16,0 0 0 0,0 0 0 0,0 0 0 15,0 0 0-15,0 0 0 0,0 0 0 0,0 0 0 0,0 0 0 16,0 0 0-16,0 0 0 0,0 0 0 16,0 0 0-16,0 0 0 0,0 0 0 0,0 0 0 0,0 0 0 15,0 0 0-15,0 0 0 0,0 0 0 0,0 0 0 16,0 0 0-16,0 0 0 0,0 0 0 0,0 0 0 15,0 0 0-15,0 0 0 0,0-2 0 0,0 0 0 16,0 0 0-16,4 0 0 0,-2 2 0 0,1 0 0 16,-1 0 0-16,0 0 0 0,2 0 0 0,-4 0 0 15,0 0 0-15,0 0 0 0,0 0 0 0,0 0 0 0,0 0 0 16,0 0 0-16,0 0 0 0,0 0 0 0,0 0 0 16,0 0 0-16,0 0 0 0,0 0 0 0,0 0 0 15,0 0 0-15,0 0 0 0,0 0 0 0,0 0 0 16,0 0 0-16,0 0 0 0,0 0 0 0,0 0 0 15,0 0 0-15,0 0 0 0,0 0 0 0,0 0 0 16,0 0 0-16,0 0 0 0,0 0 0 0,0 0 0 0,0 0 0 16,0 0 0-16,0 0 0 0,0 0 0 15,0 0 0-15,0 0 0 0,0 0 0 0,0 0 0 0,0 0 0 16,0 0 0-16,0 0 0 0,0 0 0 0,0 0 0 16,0 0 0-16,0 0 0 0,0 0 0 0,0 0 0 15,0 0 0-15,0 0 0 0,0 0 0 0,0 0 0 16,0 0 0-16,0 0 0 0,0 0 0 0,-4 0 0 15,2 0 0-15,0 0 0 0,2 0 0 0,0 0 0 0,0 0 0 16,0 0 0-16,0 0 0 0,0 0 0 0,0 0 0 16,0 0 0-16,0 0 0 0,0 0 0 0,0 0 0 15,0 0 0-15,0 0 0 0,0 2 0 0,0 2 0 16,0 0 0-16,0-1 0 0,0-3 0 0,0 2 0 16,0-2 0-16,0 0 0 0,0 0 0 0,0 0 0 0,0 0 0 15,0 0 0-15,0 0 0 0,0 0 0 0,0 0 0 16,0 0 0-16,0 0 0 0,0 0 0 0,0 0 0 15,0 0 0-15,0 0 0 0,0 0 0 0,0 0 0 16,0 0 0-16,-1 0 0 0,-1 0 0 0,0 0 0 0,2 0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09T09:39:00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12519 6521 12 0,'0'0'0'0,"0"0"0"16,0 0 0-16,0 0 0 0,0 0 0 0,0 0 0 16,0 0 0-16,0 0 0 0,0 0 0 0,0 0 0 0,0 0 0 15,0 0 0-15,0 0 0 0,0 0 0 0,0 0 0 16,0 0 0-16,0 0 0 0,0 0 0 0,0 0 0 16,0 0 0-16,0 0 0 0,0 0 0 0,0 0 0 15,0 0 0-15,0 0 0 0,0 0 0 0,0 0 0 0,0 0 0 16,0 0 0-16,-9-19 0 0,9 15 0 15,0 2 0-15,0 2 0 0,0-3 0 0,0 1 0 0,0 2 0 16,0 0 0-16,0 0 0 0,0 0 0 0,0 0 0 16,0 0 0-16,0 0 0 0,0 0 0 0,0 0 0 15,0 0 0-15,0 0 0 0,0 0 0 0,0 0 0 16,0 0 0-16,0 0 0 0,0 0 0 0,0 0 0 0,0 0 0 16,0 0 0-16,0 0 0 0,0 0 0 0,0 0 0 15,0 0 0-15,2 0 0 0,0 0 1 0,1 0 0 16,-3 0 0-16</inkml:trace>
  <inkml:trace contextRef="#ctx0" brushRef="#br0" timeOffset="1424.55">22737 6403 12 0,'0'0'0'15,"0"0"0"-15,0 0 0 0,0 0 0 0,0 0 0 16,0 0 0-16,0 0 0 0,0 0 0 0,0 0 0 16,0 0 0-16,0 0 0 0,0 0 0 0,0 0 0 15,0 0 0-15,0 0 0 0,0 0 0 0,0 0 0 16,0 0 0-16,0 0 0 0,0 0 0 0,0 0 0 0,0 0 0 16,0 0 0-16,0 0 0 0,0 0 0 0,0 0 0 15,0 0 0-15,0 0 0 0,0 0 0 0,0 0 0 16,0 0 0-16,0 0 0 0,0 0 0 0,0 0 0 15,0 0 0-15,0 0 0 0,0 0 0 0,0 0 0 16,0 0 0-16,0 0 0 0,0 0 0 0,0 0 0 16,0 0 0-16,8-16 0 0,-12 16 0 0,0-4 0 15,3 2 0-15,-1 2 0 0,0 0 0 0,0 0 0 16,0 0 0-16,0 0 0 0,0 0 0 0,2 0 0 0,0 0 0 16,0-7 0-16,0-3 0 0,0 5 0 0,0 1 0 15,0-2 3-15,0 6 1 0,-2-3-1 0,-1-1 1 16,-1 0-1-16,4 2 0 0,0 2-1 0,0 0 2 15,0 0 8-15,0 0 1 0,0 0 0 0,0 0 0 0,0 0-5 16,0 0 0-16,0 0 0 0,0 0 1 0,0 0 16 16,0 0 0-16,0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4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 0 0,'0'0'2056'0'0,"0"5"-2039"0"0,0 27 109 0 0,2 1 0 0 0,1-1 0 0 0,14 61 0 0 0,-4-25 84 0 0,-4-31 255 0 0,-6-24-236 0 0,0-1-1 0 0,2 24 0 0 0,-4-24-145 0 0,1 0-1 0 0,0-1 1 0 0,1 1 0 0 0,0-1-1 0 0,9 20 1 0 0,4 16 261 0 0,1 52 192 0 0,-14-79 134 0 0,0 1 0 0 0,-1 39 2632 0 0,-2-70-3113 0 0,0 7-61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32 96 0 0,'0'0'185'0'0,"1"7"-83"0"0,19 104 379 0 0,-18-99-438 0 0,-1-1-1 0 0,0 0 1 0 0,-1 21-1 0 0,0-9-20 0 0,-1-21-8 0 0,0 1 0 0 0,0-1-1 0 0,1 1 1 0 0,-2-1 0 0 0,1 1 0 0 0,0-1 0 0 0,0 0-1 0 0,-1 0 1 0 0,1 0 0 0 0,-1 0 0 0 0,0 0 0 0 0,1 0-1 0 0,-1 0 1 0 0,0 0 0 0 0,-4 2 0 0 0,-10 13 158 0 0,15-16-153 0 0,0-1 0 0 0,0 1-1 0 0,0 0 1 0 0,0 0-1 0 0,1-1 1 0 0,-1 1 0 0 0,0 0-1 0 0,0-1 1 0 0,0 1 0 0 0,0-1-1 0 0,-1 1 1 0 0,1-1 0 0 0,0 0-1 0 0,0 1 1 0 0,0-1-1 0 0,0 0 1 0 0,0 0 0 0 0,0 0-1 0 0,-1 0 1 0 0,1 0 0 0 0,0 0-1 0 0,0 0 1 0 0,0 0 0 0 0,-2-1-1 0 0,1 1 12 0 0,1 0 1 0 0,-1-1-1 0 0,0 0 0 0 0,0 1 0 0 0,0-1 0 0 0,1 0 0 0 0,-1 0 1 0 0,0 0-1 0 0,1 0 0 0 0,-1 0 0 0 0,1 0 0 0 0,-1 0 1 0 0,1-1-1 0 0,-3-1 0 0 0,3 1-23 0 0,-2-2 25 0 0,-1-1 0 0 0,1 1 1 0 0,0-1-1 0 0,0 0 0 0 0,0 0 0 0 0,1 0 0 0 0,-1 0 0 0 0,1 0 0 0 0,0 0 0 0 0,1-1 0 0 0,0 1 0 0 0,-2-10 0 0 0,3 3-16 0 0,0 4 27 0 0,-1 1 0 0 0,1-1 0 0 0,1 1-1 0 0,-1-1 1 0 0,1 0 0 0 0,1 1 0 0 0,-1 0-1 0 0,1-1 1 0 0,0 1 0 0 0,1 0-1 0 0,4-9 1 0 0,5-5 13 0 0,-5 10 19 0 0,-1 0 0 0 0,1 1 1 0 0,9-10-1 0 0,-14 17-58 0 0,0 1 1 0 0,0 0-1 0 0,1 0 1 0 0,-1 0-1 0 0,0 0 1 0 0,1 0-1 0 0,0 0 0 0 0,-1 1 1 0 0,1-1-1 0 0,0 1 1 0 0,0 0-1 0 0,0 0 1 0 0,0 0-1 0 0,0 0 1 0 0,0 1-1 0 0,0-1 0 0 0,5 0 1 0 0,-1 2 27 0 0,0 1 0 0 0,0-1 0 0 0,0 1 1 0 0,-1 1-1 0 0,1-1 0 0 0,0 1 0 0 0,9 6 0 0 0,-13-8-40 0 0,6 4 22 0 0,-1 0-1 0 0,1 0 1 0 0,-1 1-1 0 0,0 0 1 0 0,0 0-1 0 0,-1 1 1 0 0,11 11 0 0 0,-9-6 16 0 0,-1 0 1 0 0,0 1 0 0 0,-1 0-1 0 0,0 0 1 0 0,-1 1 0 0 0,-1-1 0 0 0,0 1-1 0 0,0 0 1 0 0,3 25 0 0 0,-4-16-1 0 0,0 0 0 0 0,-2 1 1 0 0,-1-1-1 0 0,0 1 0 0 0,-2-1 0 0 0,-5 32 1 0 0,1-22-3 0 0,3-20-9 0 0,0 0 0 0 0,-1 0 1 0 0,0 0-1 0 0,-1-1 0 0 0,-8 19 0 0 0,-11 22 229 0 0,18-41-215 0 0,1 0-1 0 0,-1 0 0 0 0,-1-1 1 0 0,0 1-1 0 0,-1-2 0 0 0,0 1 1 0 0,0-1-1 0 0,-11 11 0 0 0,5-8 31 0 0,11-10-51 0 0,-1-1 0 0 0,1 1 0 0 0,-1-1 0 0 0,1 1-1 0 0,-1-1 1 0 0,0 0 0 0 0,0 0 0 0 0,0 0 0 0 0,0 0 0 0 0,0 0-1 0 0,0-1 1 0 0,-1 0 0 0 0,1 1 0 0 0,-1-1 0 0 0,1-1-1 0 0,0 1 1 0 0,-7 0 0 0 0,8 0-13 0 0,1-1 0 0 0,-1 0 1 0 0,1 0-1 0 0,-1 0 0 0 0,1 0 0 0 0,-1 0 0 0 0,1 0 0 0 0,-1-1 0 0 0,1 1 1 0 0,-1 0-1 0 0,1-1 0 0 0,0 1 0 0 0,-1-1 0 0 0,1 0 0 0 0,0 1 1 0 0,-1-1-1 0 0,1 0 0 0 0,0 0 0 0 0,0 0 0 0 0,-2-1 0 0 0,2 0 0 0 0,0-1 0 0 0,0 0 0 0 0,1 0 1 0 0,-1 1-1 0 0,0-1 0 0 0,1 0 0 0 0,0 0 0 0 0,-1 0 0 0 0,1 1 0 0 0,1-6 0 0 0,-1-6 13 0 0,0 0 0 0 0,1 0 0 0 0,1 0 0 0 0,6-25 0 0 0,-6 32-16 0 0,1 0 0 0 0,0 0 0 0 0,0 1 0 0 0,0 0 0 0 0,1-1 0 0 0,0 1 0 0 0,0 1-1 0 0,0-1 1 0 0,1 1 0 0 0,0-1 0 0 0,8-5 0 0 0,5-7 20 0 0,-16 15-19 0 0,1 0 0 0 0,-1 0 0 0 0,1 1 0 0 0,-1 0 1 0 0,1-1-1 0 0,0 1 0 0 0,0 0 0 0 0,0 0 0 0 0,0 0 0 0 0,0 1 0 0 0,0-1 0 0 0,1 1 1 0 0,5-2-1 0 0,24-5 113 0 0,-27 6-106 0 0,0 0 0 0 0,0 1 1 0 0,1-1-1 0 0,-1 1 0 0 0,0 1 1 0 0,0-1-1 0 0,7 1 0 0 0,178 11 238 0 0,-175-9-207 0 0,-12-1-33 0 0,0-1 0 0 0,0 1 1 0 0,0-1-1 0 0,0 0 0 0 0,0 0 0 0 0,0 0 0 0 0,0 0 1 0 0,0-1-1 0 0,0 1 0 0 0,0-1 0 0 0,0 0 0 0 0,0-1 1 0 0,0 1-1 0 0,0-1 0 0 0,-1 1 0 0 0,5-4 0 0 0,4-1 22 0 0,0-2-1 0 0,0 0 0 0 0,0 0 1 0 0,-1-1-1 0 0,-1-1 0 0 0,1 0 1 0 0,-2 0-1 0 0,1-1 0 0 0,-1 0 1 0 0,-1 0-1 0 0,10-19 0 0 0,30-48 144 0 0,-34 53-122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5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69 110 96 0 0,'0'-7'0'0'0,"0"1"0"0"0,0 0 0 0 0,1-1 0 0 0,0 1 0 0 0,1 0 0 0 0,-1-1 0 0 0,4-8 0 0 0,-3 12 0 0 0,0 0 0 0 0,-1 0 0 0 0,1-1 0 0 0,0 1 0 0 0,1 0 0 0 0,-1 1 0 0 0,0-1 0 0 0,1 0 0 0 0,0 1 0 0 0,-1-1 0 0 0,1 1 0 0 0,0 0 0 0 0,0 0 0 0 0,5-2 0 0 0,-5 2 0 0 0,0 1 0 0 0,1 0 0 0 0,-1 0 0 0 0,0 0 0 0 0,1 1 0 0 0,-1-1 0 0 0,1 1 0 0 0,-1 0 0 0 0,1-1 0 0 0,-1 2 0 0 0,1-1 0 0 0,-1 0 0 0 0,0 1 0 0 0,1-1 0 0 0,-1 1 0 0 0,1 0 0 0 0,-1 0 0 0 0,0 1 0 0 0,0-1 0 0 0,0 1 0 0 0,6 2 0 0 0,-7 0 0 0 0,1-1 0 0 0,-1 1 0 0 0,0 0 0 0 0,0 0 0 0 0,0 0 0 0 0,-1 0 0 0 0,1 0 0 0 0,-1 0 0 0 0,1 5 0 0 0,0 16 0 0 0,-2 0 0 0 0,0 1 0 0 0,-7 37 0 0 0,-14 69 0 0 0,19-125 0 0 0,0 1 0 0 0,0-1 0 0 0,-1 0 0 0 0,-7 14 0 0 0,1-4 0 0 0,2-9 0 0 0,6-7 0 0 0,0-1 0 0 0,0 1 0 0 0,0 0 0 0 0,0-1 0 0 0,0 1 0 0 0,0 0 0 0 0,0 0 0 0 0,1 0 0 0 0,-1 0 0 0 0,0 0 0 0 0,1 0 0 0 0,-2 2 0 0 0,4-9 0 0 0,6-13 0 0 0,62-74 124 0 0,-67 90-117 0 0,0 0-1 0 0,0 0 1 0 0,1 0-1 0 0,0 1 1 0 0,-1-1-1 0 0,1 1 1 0 0,0 0-1 0 0,0 0 1 0 0,0 0 0 0 0,5-1-1 0 0,13-6 102 0 0,-18 8-83 0 0,-1 0 1 0 0,1 0-1 0 0,0 0 0 0 0,-1 1 1 0 0,1-1-1 0 0,0 1 0 0 0,0 0 1 0 0,0 0-1 0 0,-1 0 0 0 0,1 1 1 0 0,0-1-1 0 0,0 1 0 0 0,-1 0 1 0 0,5 1-1 0 0,9 2 75 0 0,-16-4-76 0 0,0 0 1 0 0,1 1-1 0 0,-1 0 0 0 0,1-1 0 0 0,-1 1 1 0 0,0 0-1 0 0,1 0 0 0 0,-1 0 1 0 0,0 0-1 0 0,0 0 0 0 0,0 0 0 0 0,0 0 1 0 0,0 0-1 0 0,0 0 0 0 0,0 0 1 0 0,0 1-1 0 0,0-1 0 0 0,0 0 0 0 0,-1 1 1 0 0,1-1-1 0 0,0 1 0 0 0,-1-1 1 0 0,1 1-1 0 0,-1 2 0 0 0,2 3 89 0 0,-1-1-1 0 0,0 1 1 0 0,0 13-1 0 0,-1-7 73 0 0,0 0-50 0 0,0 0 1 0 0,-3 17-1 0 0,2-26-118 0 0,0 0 1 0 0,0 0-1 0 0,0 0 1 0 0,0 0-1 0 0,-1-1 1 0 0,0 1-1 0 0,1 0 0 0 0,-1-1 1 0 0,-1 1-1 0 0,1-1 1 0 0,-5 6-1 0 0,-48 52 389 0 0,49-54-332 0 0,-2 0 1 0 0,1 0 0 0 0,-1-1 0 0 0,-14 9 0 0 0,-2 3 40 0 0,12-10-27 0 0,0-1 0 0 0,0 0 0 0 0,-1-1 0 0 0,0 0 0 0 0,0-1 1 0 0,-1 0-1 0 0,1-1 0 0 0,-1 0 0 0 0,0-1 0 0 0,0-1 0 0 0,-15 1 0 0 0,-22-3 527 0 0,37 1-311 0 0,11-1-224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96 0 0,'0'0'8'0'0,"-3"5"-1"0"0,1 3 35 0 0,-1 0 0 0 0,1 0 0 0 0,1 1 0 0 0,0-1 0 0 0,0 1 0 0 0,0-1 0 0 0,1 1 0 0 0,2 16 0 0 0,5 38 596 0 0,2 0 0 0 0,4-1-1 0 0,23 71 1 0 0,-36-131-596 0 0,0-2-28 0 0,0 1 0 0 0,0 0 0 0 0,1-1 0 0 0,-1 1 0 0 0,0 0 0 0 0,0-1 0 0 0,1 1 0 0 0,-1 0 1 0 0,0-1-1 0 0,1 1 0 0 0,-1-1 0 0 0,0 1 0 0 0,1 0 0 0 0,-1-1 0 0 0,1 1 0 0 0,-1-1 0 0 0,1 1 0 0 0,-1-1 0 0 0,1 0 0 0 0,-1 1 0 0 0,1-1 0 0 0,0 1 0 0 0,-1-1 0 0 0,2 1 0 0 0,-2-1 17 0 0,1 0-30 0 0,-1 0 0 0 0,0 0-1 0 0,0 0 1 0 0,1 0 0 0 0,-1 0 0 0 0,0 0 0 0 0,0 1 0 0 0,1-1 0 0 0,-1 0-1 0 0,0 0 1 0 0,1 0 0 0 0,-1 0 0 0 0,0 0 0 0 0,1 0 0 0 0,-1 0 0 0 0,0 0-1 0 0,0 0 1 0 0,1 0 0 0 0,-1 0 0 0 0,0-1 0 0 0,1 1 0 0 0,-1 0-1 0 0,0 0 1 0 0,0 0 0 0 0,1 0 0 0 0,-1 0 0 0 0,0 0 0 0 0,1-1 0 0 0,-1 1-1 0 0,0 0 1 0 0,0 0 0 0 0,0 0 0 0 0,1-1 0 0 0,-1 1 0 0 0,11-8 33 0 0,61-74 630 0 0,32-33 641 0 0,-102 113-1254 0 0,0 0 0 0 0,0-1 0 0 0,-1 1 0 0 0,1-1 0 0 0,-1 0 1 0 0,0 1-1 0 0,0-1 0 0 0,1-3 0 0 0,-1 4 3 0 0,-1 0 1 0 0,1 0-1 0 0,0 0 1 0 0,0 0-1 0 0,0 0 1 0 0,0 0-1 0 0,0 0 1 0 0,0 1-1 0 0,0-1 1 0 0,1 0-1 0 0,-1 1 1 0 0,1-1-1 0 0,2-2 1 0 0,10-12 474 0 0,-9 14-354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27 4816 0 0,'0'-1'4'0'0,"0"1"0"0"0,0-1 0 0 0,0 0 0 0 0,-1 0 0 0 0,1 0 0 0 0,0 0 0 0 0,0 0 0 0 0,-1 1-1 0 0,1-1 1 0 0,0 0 0 0 0,-1 0 0 0 0,1 0 0 0 0,-1 1 0 0 0,1-1 0 0 0,-1 0 0 0 0,1 1 0 0 0,-1-1 0 0 0,0 0 0 0 0,1 1 0 0 0,-2-1 0 0 0,-4-8 76 0 0,6 8 619 0 0,1 9-583 0 0,7 28-50 0 0,2-1-1 0 0,2 1 0 0 0,1-2 0 0 0,2 0 1 0 0,22 38-1 0 0,-2-2 26 0 0,-28-55-66 0 0,1-1 1 0 0,13 19-1 0 0,2-3 14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0 488 0 0,'0'0'137'0'0,"0"6"-87"0"0,0-2-51 0 0,0 35 312 0 0,6 43 0 0 0,-5-78-255 0 0,0 0-1 0 0,1-1 1 0 0,-1 1 0 0 0,1-1 0 0 0,-1 1-1 0 0,4 3 1 0 0,2 5 514 0 0,-7-12-556 0 0,0 0 1 0 0,0 1-1 0 0,1-1 1 0 0,-1 0-1 0 0,0 1 1 0 0,0-1-1 0 0,1 0 1 0 0,-1 0-1 0 0,0 0 1 0 0,1 1 0 0 0,-1-1-1 0 0,0 0 1 0 0,1 0-1 0 0,-1 0 1 0 0,0 0-1 0 0,1 0 1 0 0,-1 0-1 0 0,0 1 1 0 0,1-1-1 0 0,-1 0 1 0 0,1 0-1 0 0,-1 0 1 0 0,0 0-1 0 0,1 0 1 0 0,-1 0-1 0 0,0 0 1 0 0,1-1-1 0 0,-1 1 1 0 0,0 0-1 0 0,1 0 1 0 0,0 0-1 0 0,15-7 158 0 0,-6 2-33 0 0,24-5-6 0 0,-23 8-113 0 0,0-1 0 0 0,0-1 1 0 0,16-7-1 0 0,-23 10-14 0 0,0-1 0 0 0,-1 1 0 0 0,1 0 0 0 0,0 0-1 0 0,0 1 1 0 0,7-1 0 0 0,-7 1 11 0 0,0-1 1 0 0,-1 1-1 0 0,1-1 0 0 0,-1 0 0 0 0,1 1 0 0 0,-1-2 1 0 0,6-1-1 0 0,-8 3-2 0 0,0-1 0 0 0,0 1 1 0 0,0 0-1 0 0,0 0 0 0 0,0 0 1 0 0,0-1-1 0 0,0 1 0 0 0,0 0 0 0 0,0 0 1 0 0,0 0-1 0 0,0 1 0 0 0,0-1 1 0 0,0 0-1 0 0,0 0 0 0 0,0 1 1 0 0,0-1-1 0 0,0 0 0 0 0,0 1 0 0 0,0-1 1 0 0,0 1-1 0 0,0-1 0 0 0,0 1 1 0 0,0-1-1 0 0,0 1 0 0 0,0 0 0 0 0,1 1 1 0 0,18 22 290 0 0,-17-20-278 0 0,-1 1 0 0 0,0-1 1 0 0,0 1-1 0 0,-1 0 0 0 0,1 0 1 0 0,-1-1-1 0 0,0 1 1 0 0,0 0-1 0 0,0 0 0 0 0,-1 0 1 0 0,0 0-1 0 0,0 1 1 0 0,0-1-1 0 0,0 0 0 0 0,-1 0 1 0 0,0 0-1 0 0,-2 5 1 0 0,1-2-3 0 0,0 0 1 0 0,-1 0-1 0 0,0 0 1 0 0,-1 0 0 0 0,0-1-1 0 0,0 1 1 0 0,0-1 0 0 0,-1 0-1 0 0,-7 8 1 0 0,-22 23 101 0 0,25-26-59 0 0,0-1-1 0 0,-1 0 1 0 0,-1-1 0 0 0,-21 16 0 0 0,20-17-15 0 0,-36 21 90 0 0,30-24-94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2:5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0 276 6128 0 0,'0'0'240'0'0,"5"-6"-119"0"0,5-8-73 0 0,1 1 0 0 0,1 0 0 0 0,0 1 0 0 0,1 0 0 0 0,0 1 0 0 0,18-12 0 0 0,-10 9-12 0 0,7-6 227 0 0,1 2 0 0 0,1 1 0 0 0,47-20 0 0 0,-70 34-219 0 0,0 0 0 0 0,1 0 0 0 0,-1-1 1 0 0,0 0-1 0 0,-1 0 0 0 0,1-1 0 0 0,-1 0 0 0 0,0 0 0 0 0,6-6 0 0 0,0 1 80 0 0,4 2-2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0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2704 0 0,'0'0'791'0'0,"-5"4"-709"0"0,5-3-82 0 0,-3 1 27 0 0,1 0-1 0 0,-1 0 1 0 0,1 1 0 0 0,-1-1-1 0 0,1 1 1 0 0,0 0 0 0 0,0-1-1 0 0,0 1 1 0 0,1 0 0 0 0,-1 0 0 0 0,1 0-1 0 0,-1 1 1 0 0,1-1 0 0 0,0 0-1 0 0,0 0 1 0 0,1 1 0 0 0,-1-1-1 0 0,1 1 1 0 0,-1-1 0 0 0,1 7-1 0 0,13 212 426 0 0,-7-178-294 0 0,2-1-1 0 0,1 0 1 0 0,19 50 0 0 0,-24-83-126 0 0,0 0 0 0 0,0 0 0 0 0,1 0 0 0 0,1 0 1 0 0,-1-1-1 0 0,2 0 0 0 0,11 14 0 0 0,-14-20-21 0 0,-1 1-1 0 0,1-1 1 0 0,0 0-1 0 0,0-1 1 0 0,0 1-1 0 0,0-1 1 0 0,0 1-1 0 0,1-1 1 0 0,-1 0-1 0 0,1-1 1 0 0,-1 1-1 0 0,1-1 1 0 0,0 0 0 0 0,-1 0-1 0 0,1 0 1 0 0,0-1-1 0 0,0 0 1 0 0,0 0-1 0 0,6-1 1 0 0,11 0 29 0 0,-17 1-32 0 0,-1 0 0 0 0,0 0 0 0 0,0 0 1 0 0,1-1-1 0 0,-1 1 0 0 0,0-1 0 0 0,0 0 0 0 0,0 0 0 0 0,0-1 1 0 0,0 1-1 0 0,0-1 0 0 0,0 0 0 0 0,0 0 0 0 0,-1 0 0 0 0,5-4 0 0 0,-6 5-4 0 0,9-10 43 0 0,0 0 1 0 0,-1 0-1 0 0,12-17 1 0 0,-21 26-47 0 0,8-10 20 0 0,-1 0 0 0 0,0-1 0 0 0,-1-1-1 0 0,-1 1 1 0 0,0-1 0 0 0,4-16-1 0 0,2-12 34 0 0,-8 33-37 0 0,-1-1-1 0 0,-1 1 1 0 0,1 0-1 0 0,-2-1 0 0 0,1 0 1 0 0,-1 1-1 0 0,-1-1 0 0 0,0-11 1 0 0,0 16 1 0 0,-1 1-1 0 0,0 0 1 0 0,0 0 0 0 0,0 0-1 0 0,0 0 1 0 0,0 0 0 0 0,-1 0 0 0 0,-4-7-1 0 0,5 9 6 0 0,-1 0 0 0 0,0 1-1 0 0,1-1 1 0 0,-1 1 0 0 0,0-1-1 0 0,0 1 1 0 0,1 0 0 0 0,-1 0 0 0 0,0-1-1 0 0,-1 1 1 0 0,1 1 0 0 0,0-1-1 0 0,0 0 1 0 0,0 0 0 0 0,0 1-1 0 0,-1-1 1 0 0,1 1 0 0 0,-3 0-1 0 0,-3-1 8 0 0,0 1-1 0 0,-1 0 1 0 0,1 0-1 0 0,0 1 1 0 0,-1 0-1 0 0,1 0 1 0 0,0 1-1 0 0,0 0 1 0 0,0 0-1 0 0,-12 7 1 0 0,0 1 94 0 0,1 1 0 0 0,-29 23 0 0 0,22-16 6 0 0,14-9-72 0 0,0 1-1 0 0,0 1 1 0 0,1 0-1 0 0,1 0 1 0 0,0 1 0 0 0,0 1-1 0 0,-13 21 1 0 0,18-25 9 0 0,0 0 0 0 0,1 0 0 0 0,0 1 1 0 0,0 0-1 0 0,1-1 0 0 0,0 1 0 0 0,1 1 1 0 0,0-1-1 0 0,0 0 0 0 0,1 0 0 0 0,1 1 1 0 0,0 14-1 0 0,0-24-48 0 0,0 0 1 0 0,0 1 0 0 0,0-1-1 0 0,1 1 1 0 0,-1-1 0 0 0,0 0-1 0 0,0 1 1 0 0,1-1 0 0 0,-1 0-1 0 0,1 1 1 0 0,0-1 0 0 0,-1 0-1 0 0,1 0 1 0 0,0 1 0 0 0,-1-1-1 0 0,1 0 1 0 0,0 0 0 0 0,0 0-1 0 0,0 0 1 0 0,0 0 0 0 0,0 0-1 0 0,0 0 1 0 0,1-1 0 0 0,-1 1-1 0 0,0 0 1 0 0,0-1 0 0 0,0 1-1 0 0,1 0 1 0 0,-1-1 0 0 0,0 0-1 0 0,3 1 1 0 0,3-1 151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0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44 319 96 0 0,'0'0'64'0'0,"-5"-1"-1"0"0,2 1-52 0 0,1 0 0 0 0,0 0-1 0 0,0 0 1 0 0,1 0-1 0 0,-1-1 0 0 0,0 1 1 0 0,0-1-1 0 0,0 1 1 0 0,1-1-1 0 0,-1 0 1 0 0,0 1-1 0 0,1-1 0 0 0,-1 0 1 0 0,1 0-1 0 0,-3-2 1 0 0,-4-2 4231 0 0,13 6-1509 0 0,4-1-3845 0 0,-2 0 1128 0 0,0-1 0 0 0,-1 0 0 0 0,1 0 0 0 0,-1 0 0 0 0,1-1 0 0 0,-1 0-1 0 0,1 0 1 0 0,8-5 0 0 0,3-3 8 0 0,25-17-1 0 0,1-2 19 0 0,-12 9 66 0 0,40-34-1 0 0,14-8 372 0 0,-4 6-93 0 0,-67 46-95 0 0,-13 8-195 0 0,1 0-1 0 0,-1 0 0 0 0,1 0 1 0 0,0 1-1 0 0,-1-1 0 0 0,1 1 1 0 0,0 0-1 0 0,0-1 0 0 0,0 1 1 0 0,0 1-1 0 0,0-1 0 0 0,0 0 0 0 0,6 0 1 0 0,3 25 782 0 0,-11-21-854 0 0,-1-1 0 0 0,1 1 0 0 0,-1 0 0 0 0,1 0-1 0 0,-1 0 1 0 0,0 0 0 0 0,0 0 0 0 0,0 0 0 0 0,-1-1-1 0 0,1 1 1 0 0,-1 0 0 0 0,1 0 0 0 0,-1 0 0 0 0,0-1-1 0 0,-2 5 1 0 0,-2 17 70 0 0,3 25 133 0 0,7 86 0 0 0,17 49 200 0 0,-18-156-303 0 0,2 0-11 0 0,-5-22-69 0 0,1 0-1 0 0,-1 0 1 0 0,0 0-1 0 0,-1 0 1 0 0,1 1 0 0 0,-1-1-1 0 0,0 0 1 0 0,-2 7 0 0 0,8-7 836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0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258 166 96 0 0,'0'0'664'0'0,"-2"-5"0"0"0,1 1-601 0 0,0 1 72 0 0,0 0-1 0 0,0 0 0 0 0,0 0 1 0 0,-1 0-1 0 0,1 1 0 0 0,-1-1 1 0 0,0 0-1 0 0,0 1 0 0 0,0-1 1 0 0,0 1-1 0 0,0 0 0 0 0,0-1 1 0 0,-5-2-1 0 0,-2 1 584 0 0,2 1 227 0 0,-6 11-511 0 0,9-5-368 0 0,-9 6 90 0 0,1 0 0 0 0,0 0 0 0 0,1 2 1 0 0,-13 13-1 0 0,-18 34 21 0 0,-10 12 119 0 0,49-66-265 0 0,0-1 1 0 0,0 1-1 0 0,0 0 0 0 0,1 1 0 0 0,0-1 0 0 0,0 0 1 0 0,0 1-1 0 0,0-1 0 0 0,1 1 0 0 0,-1-1 1 0 0,0 8-1 0 0,2-11-19 0 0,1 0 1 0 0,0 0-1 0 0,-1 0 0 0 0,1-1 1 0 0,-1 1-1 0 0,1 0 1 0 0,0-1-1 0 0,0 1 1 0 0,-1 0-1 0 0,1-1 0 0 0,0 1 1 0 0,0-1-1 0 0,0 1 1 0 0,-1-1-1 0 0,1 0 1 0 0,0 1-1 0 0,0-1 0 0 0,0 0 1 0 0,0 0-1 0 0,0 1 1 0 0,1-1-1 0 0,23 4 64 0 0,146-2 76 0 0,-135-6-112 0 0,-28 2-32 0 0,-1 1 1 0 0,0 0 0 0 0,15 0 0 0 0,20-4-1 0 0,-25 16-10 0 0,-18-9-2 0 0,0 1-1 0 0,1-2 0 0 0,-1 1 0 0 0,0 0 0 0 0,0 0 0 0 0,-1 0 0 0 0,1 0 1 0 0,0-1-1 0 0,-1 1 0 0 0,1 0 0 0 0,-1-1 0 0 0,1 1 0 0 0,-3 0 0 0 0,-2 5 1 0 0,-32 42-23 0 0,-57 63-79 0 0,94-111 102 0 0,0 0 0 0 0,0 0 1 0 0,-1 0-1 0 0,1 0 0 0 0,-1 0 0 0 0,1 0 0 0 0,-1-1 0 0 0,1 1 0 0 0,-1 0 1 0 0,1-1-1 0 0,-1 0 0 0 0,1 1 0 0 0,-1-1 0 0 0,0 0 0 0 0,1 0 0 0 0,-1 1 1 0 0,1-1-1 0 0,-1-1 0 0 0,-2 1 0 0 0,-2 0-32 0 0,6 0 21 0 0,1-39 12 0 0,2 0-1 0 0,10-47 1 0 0,25-77-4 0 0,-28 122 7 0 0,30-85 13 0 0,-24 82-10 0 0,-15 41 0 0 0,0 0 0 0 0,0 0 0 0 0,1 0 0 0 0,-1 0 0 0 0,1 0 0 0 0,0 0 0 0 0,0 1 0 0 0,0-1 0 0 0,0 0 0 0 0,0 1 0 0 0,0 0 0 0 0,1 0 0 0 0,-1 0 0 0 0,1 0 0 0 0,3-2 0 0 0,2-2 13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1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52 2104 0 0,'0'0'809'0'0,"-6"-6"-402"0"0,-30-36 273 0 0,33 41-620 0 0,-1 0 0 0 0,1 0 0 0 0,0 1 0 0 0,-1-1 0 0 0,1 1 0 0 0,0 0 1 0 0,-1 0-1 0 0,1 1 0 0 0,-1-1 0 0 0,1 1 0 0 0,0-1 0 0 0,-1 1 0 0 0,-3 1 0 0 0,2 2-35 0 0,0-1 1 0 0,0 0-1 0 0,0 1 0 0 0,1 0 1 0 0,-1 0-1 0 0,1 1 0 0 0,0-1 1 0 0,0 1-1 0 0,0 0 0 0 0,1 0 1 0 0,-1 0-1 0 0,1 0 0 0 0,1 1 0 0 0,-1-1 1 0 0,1 1-1 0 0,0 0 0 0 0,-2 6 1 0 0,-1 7 24 0 0,0 0 0 0 0,2 1 0 0 0,-3 37 0 0 0,11 47 310 0 0,-5-103-348 0 0,0 0 0 0 0,1 0-1 0 0,-1 0 1 0 0,1 0 0 0 0,-1 0 0 0 0,1 0 0 0 0,-1 0-1 0 0,1 0 1 0 0,-1 0 0 0 0,1-1 0 0 0,0 1-1 0 0,0 0 1 0 0,-1 0 0 0 0,1-1 0 0 0,0 1-1 0 0,1 0 1 0 0,13-27 105 0 0,-3-1-76 0 0,18-30-1 0 0,4-10 42 0 0,-34 66-78 0 0,0 0 1 0 0,1 0-1 0 0,-1 0 1 0 0,1 0-1 0 0,-1 0 0 0 0,1 0 1 0 0,0 0-1 0 0,-1 0 0 0 0,1 0 1 0 0,0 0-1 0 0,0 0 0 0 0,-1 1 1 0 0,1-1-1 0 0,0 0 0 0 0,0 0 1 0 0,0 1-1 0 0,0-1 1 0 0,0 1-1 0 0,0-1 0 0 0,0 1 1 0 0,0-1-1 0 0,0 1 0 0 0,0 0 1 0 0,0-1-1 0 0,1 1 0 0 0,0 0 1 0 0,0 0 4 0 0,1 1 1 0 0,-1-1-1 0 0,0 1 1 0 0,1-1-1 0 0,-1 1 1 0 0,0 0-1 0 0,0 0 1 0 0,0 0 0 0 0,0 0-1 0 0,0 0 1 0 0,0 1-1 0 0,2 1 1 0 0,5 4 25 0 0,0 2 0 0 0,-1-1 1 0 0,14 18-1 0 0,-13-11-12 0 0,-1-1 1 0 0,0 1 0 0 0,0 0-1 0 0,-2 1 1 0 0,0 0 0 0 0,-1 0-1 0 0,4 20 1 0 0,15 42 59 0 0,14 38 172 0 0,10 24 44 0 0,-21-56-81 0 0,-21-59-94 0 0,2-1 0 0 0,19 44 0 0 0,-15-47-60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1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30 96 0 0,'0'0'2668'0'0,"-4"-5"-2439"0"0,-13-15-86 0 0,13 15 2738 0 0,5 26-2564 0 0,3 14-121 0 0,2-2 0 0 0,2 1 0 0 0,1-1-1 0 0,1 0 1 0 0,2-1 0 0 0,1 0-1 0 0,1-1 1 0 0,28 44 0 0 0,17 1 156 0 0,-57-74-340 0 0,0 1 1 0 0,-1-1-1 0 0,1 0 1 0 0,0 0-1 0 0,0 0 0 0 0,1 0 1 0 0,-1 0-1 0 0,4 2 1 0 0,5 1 43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1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102 143 4720 0 0,'0'0'63'0'0,"0"7"-5"0"0,1-1-23 0 0,1 1 0 0 0,-1 0 0 0 0,1 0 0 0 0,1 0 0 0 0,-1-1 0 0 0,1 1 0 0 0,0-1 0 0 0,0 0 0 0 0,1 0 0 0 0,0 0 0 0 0,0 0 0 0 0,6 6 0 0 0,38 35 587 0 0,-46-47-605 0 0,-1 0-1 0 0,1 0 0 0 0,0 0 1 0 0,-1 0-1 0 0,1 0 0 0 0,-1 0 0 0 0,1-1 1 0 0,-1 1-1 0 0,1-1 0 0 0,-1 1 1 0 0,1-1-1 0 0,-1 0 0 0 0,0 1 0 0 0,1-1 1 0 0,-1 0-1 0 0,0 0 0 0 0,2-1 1 0 0,24-19 96 0 0,-23 13-93 0 0,-1 1-1 0 0,1-1 0 0 0,-1 1 1 0 0,-1-1-1 0 0,1 0 1 0 0,-1 0-1 0 0,1-12 1 0 0,-2 19-15 0 0,1-12 18 0 0,7-37 15 0 0,-8 47-33 0 0,-1 0 1 0 0,0 0-1 0 0,0 0 1 0 0,0 0 0 0 0,0 0-1 0 0,-1-1 1 0 0,1 1-1 0 0,-1 0 1 0 0,0 0 0 0 0,0 0-1 0 0,0 0 1 0 0,0 1 0 0 0,-2-4-1 0 0,-5-14 117 0 0,8 18-111 0 0,-1 0-1 0 0,1 0 1 0 0,-1 0 0 0 0,0 0 0 0 0,1 0-1 0 0,-1 1 1 0 0,0-1 0 0 0,0 0 0 0 0,-3-3-1 0 0,2 2 6 0 0,-1 1 0 0 0,1-1-1 0 0,-1 1 1 0 0,0 0-1 0 0,1-1 1 0 0,-1 1-1 0 0,-1 0 1 0 0,1 1-1 0 0,0-1 1 0 0,0 0-1 0 0,-1 1 1 0 0,1 0-1 0 0,0 0 1 0 0,-1 0 0 0 0,1 0-1 0 0,-1 1 1 0 0,-5-1-1 0 0,3 1-2 0 0,1 1 0 0 0,-1 0-1 0 0,1 0 1 0 0,0 0 0 0 0,-1 1-1 0 0,1-1 1 0 0,0 1 0 0 0,0 1-1 0 0,0-1 1 0 0,0 1 0 0 0,-5 4-1 0 0,-2 0 33 0 0,-6 5 67 0 0,-25 20 0 0 0,39-28-96 0 0,0 0 1 0 0,0-1-1 0 0,0 1 1 0 0,1 1-1 0 0,-1-1 0 0 0,1 1 1 0 0,0-1-1 0 0,0 1 1 0 0,1 0-1 0 0,-1 0 0 0 0,-1 6 1 0 0,-2 3 64 0 0,5-13-52 0 0,0 0 0 0 0,0 0 0 0 0,1 0 0 0 0,-1 0 0 0 0,0 0 0 0 0,1 0 0 0 0,-1 0-1 0 0,1 0 1 0 0,0 0 0 0 0,-1 0 0 0 0,1 0 0 0 0,0 0 0 0 0,-1 0 0 0 0,1 0 0 0 0,0 0 0 0 0,0 1 0 0 0,0-1 0 0 0,0 0 0 0 0,0 0-1 0 0,0 0 1 0 0,0 0 0 0 0,1 0 0 0 0,-1 0 0 0 0,0 1 0 0 0,1-1 0 0 0,-1 0 0 0 0,0 0 0 0 0,2 1 0 0 0,-2-2-28 0 0,1 1 23 0 0,-1-1-1 0 0,1 1 1 0 0,0 0 0 0 0,0-1 0 0 0,0 1 0 0 0,0-1 0 0 0,0 1 0 0 0,0-1 0 0 0,0 1 0 0 0,0-1 0 0 0,0 0 0 0 0,0 0 0 0 0,0 1 0 0 0,0-1 0 0 0,2 0 0 0 0,5 0 128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1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6424 0 0,'0'0'169'0'0,"0"4"-126"0"0,0 2-27 0 0,1-1 1 0 0,1 0-1 0 0,-1-1 1 0 0,0 1-1 0 0,1 0 0 0 0,0 0 1 0 0,1-1-1 0 0,-1 1 1 0 0,1-1-1 0 0,-1 1 1 0 0,1-1-1 0 0,1 0 1 0 0,-1 0-1 0 0,5 4 0 0 0,39 37 259 0 0,-3 2 0 0 0,59 78-1 0 0,-78-86-132 0 0,-22-36-102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31T16:43:13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4816 0 0,'0'0'1785'0'0,"3"6"-1692"0"0,9 15 92 0 0,1 0 0 0 0,1-1-1 0 0,0 0 1 0 0,20 19-1 0 0,-22-25-77 0 0,0-1 0 0 0,-1 2 0 0 0,9 14 0 0 0,-12-16-58 0 0,-4-6-15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09T10:03:50.0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408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109.58199" units="1/cm"/>
          <inkml:channelProperty channel="Y" name="resolution" value="109.71429" units="1/cm"/>
          <inkml:channelProperty channel="T" name="resolution" value="1" units="1/dev"/>
        </inkml:channelProperties>
      </inkml:inkSource>
      <inkml:timestamp xml:id="ts1" timeString="2021-08-09T10:06:21.226"/>
    </inkml:context>
  </inkml:definitions>
  <inkml:trace contextRef="#ctx0" brushRef="#br0">12978 8113 12 0,'0'0'0'0,"0"0"0"0,0 0 0 16,0 0 0-16,0 0 0 0,0 0 0 0</inkml:trace>
  <inkml:trace contextRef="#ctx0" brushRef="#br0" timeOffset="2881.4">17662 7946 12 0,'0'0'0'0,"0"0"0"0,0 0 0 0,-19-6 0 16,16 6 0-16,1-6 0 0,0 1 0 0,-2-1 0 16,2 4 0-16,-2-1 0 0,1-1 0 0,-3-2 0 0,1 1 0 15,1 1 0-15</inkml:trace>
  <inkml:trace contextRef="#ctx1" brushRef="#br0">3647 11569 0,'0'0'0,"0"0"31,0 0-31,0 0 16,0 0-1,0 0 1,0 0 0,0 0 15,0 0-31,0 0 31,0 0-15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09T10:08:21.1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10019 5743 12 0,'0'0'0'0,"0"0"0"0,0 0 0 0,0 0 0 0,0 0 0 15,0 0 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79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36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0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78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47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25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74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2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38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9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4497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447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1643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398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8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0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D1D96-4A5A-4FB2-9A51-061A65DC6222}" type="datetimeFigureOut">
              <a:rPr lang="en-IN" smtClean="0"/>
              <a:t>30/01/24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C062E2-8370-482B-AD1D-03272FEE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3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3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2" Type="http://schemas.openxmlformats.org/officeDocument/2006/relationships/image" Target="../media/image2.gif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5.xml"/><Relationship Id="rId10" Type="http://schemas.openxmlformats.org/officeDocument/2006/relationships/customXml" Target="../ink/ink6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3.xml"/><Relationship Id="rId9" Type="http://schemas.openxmlformats.org/officeDocument/2006/relationships/image" Target="../media/image7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6.png"/><Relationship Id="rId30" Type="http://schemas.openxmlformats.org/officeDocument/2006/relationships/customXml" Target="../ink/ink16.xml"/><Relationship Id="rId8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4DFD7-E78E-42DA-A1FE-100828AD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517" y="1566334"/>
            <a:ext cx="7766936" cy="1646302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r>
              <a:rPr lang="en-US" sz="3100" dirty="0"/>
              <a:t>Module -1 (Algorithm development)</a:t>
            </a:r>
            <a:br>
              <a:rPr lang="en-US" sz="31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18CEE2-5954-4609-826A-7625020AF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Prepared by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Dr.S.Jenicka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Associate Professor Grade 1</a:t>
            </a:r>
          </a:p>
          <a:p>
            <a:r>
              <a:rPr lang="en-US" sz="2400" dirty="0">
                <a:solidFill>
                  <a:schemeClr val="tx1"/>
                </a:solidFill>
              </a:rPr>
              <a:t>SCOPE-Analytics</a:t>
            </a:r>
          </a:p>
          <a:p>
            <a:r>
              <a:rPr lang="en-US" sz="2400" dirty="0">
                <a:solidFill>
                  <a:schemeClr val="tx1"/>
                </a:solidFill>
              </a:rPr>
              <a:t>VIT Vellore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9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E538-0626-47C3-BA61-C7E8CF51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 –   Substitution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2D72-C109-4E4A-AE44-ED4868CA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en-US" sz="1800" b="1" i="0" u="none" strike="noStrike" baseline="0" dirty="0">
                <a:latin typeface="TimesTen-Bold"/>
              </a:rPr>
              <a:t> </a:t>
            </a:r>
            <a:r>
              <a:rPr lang="en-US" sz="2400" b="0" i="0" u="none" strike="noStrike" baseline="0" dirty="0">
                <a:latin typeface="TimesTen-Roman"/>
              </a:rPr>
              <a:t>Decide on a parameter (or parameters) indicating an input’s size.</a:t>
            </a:r>
          </a:p>
          <a:p>
            <a:pPr algn="l">
              <a:buFont typeface="+mj-lt"/>
              <a:buAutoNum type="arabicPeriod"/>
            </a:pPr>
            <a:r>
              <a:rPr lang="en-US" sz="2400" b="0" i="0" u="none" strike="noStrike" baseline="0" dirty="0">
                <a:latin typeface="TimesTen-Roman"/>
              </a:rPr>
              <a:t>Identify the algorithm’s basic operation.</a:t>
            </a:r>
          </a:p>
          <a:p>
            <a:pPr algn="l">
              <a:buFont typeface="+mj-lt"/>
              <a:buAutoNum type="arabicPeriod"/>
            </a:pPr>
            <a:r>
              <a:rPr lang="en-US" sz="2400" b="0" i="0" u="none" strike="noStrike" baseline="0" dirty="0">
                <a:latin typeface="TimesTen-Roman"/>
              </a:rPr>
              <a:t>Check whether the number of times the basic operation is executed can vary on different inputs of the same size</a:t>
            </a:r>
            <a:r>
              <a:rPr lang="en-US" sz="2400" dirty="0">
                <a:latin typeface="TimesTen-Roman"/>
              </a:rPr>
              <a:t>. I</a:t>
            </a:r>
            <a:r>
              <a:rPr lang="en-US" sz="2400" b="0" i="0" u="none" strike="noStrike" baseline="0" dirty="0">
                <a:latin typeface="TimesTen-Roman"/>
              </a:rPr>
              <a:t>f it can, the worst-case, average-case, and best-case efficiencies must be investigated separately. </a:t>
            </a:r>
          </a:p>
          <a:p>
            <a:pPr algn="l">
              <a:buFont typeface="+mj-lt"/>
              <a:buAutoNum type="arabicPeriod"/>
            </a:pPr>
            <a:r>
              <a:rPr lang="en-US" sz="2400" b="0" i="0" u="none" strike="noStrike" baseline="0" dirty="0">
                <a:latin typeface="TimesTen-Roman"/>
              </a:rPr>
              <a:t>Set up a recurrence relation, with an appropriate initial condition, for the number of times the basic operation is executed.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Ten-Roman"/>
              </a:rPr>
              <a:t>Solve the recurrence or, at least, ascertain the order of growth of its solution.</a:t>
            </a:r>
            <a:endParaRPr lang="en-IN" sz="2400" dirty="0">
              <a:latin typeface="TimesTen-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508105-0476-49AD-852B-B3B8B4792A59}"/>
                  </a:ext>
                </a:extLst>
              </p14:cNvPr>
              <p14:cNvContentPartPr/>
              <p14:nvPr/>
            </p14:nvContentPartPr>
            <p14:xfrm>
              <a:off x="4886640" y="2423880"/>
              <a:ext cx="2471400" cy="55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508105-0476-49AD-852B-B3B8B4792A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7280" y="2414520"/>
                <a:ext cx="2490120" cy="57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498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ED20-BB92-4558-AD85-035BDE11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" y="196132"/>
            <a:ext cx="9652884" cy="1320800"/>
          </a:xfrm>
        </p:spPr>
        <p:txBody>
          <a:bodyPr/>
          <a:lstStyle/>
          <a:p>
            <a:r>
              <a:rPr lang="en-US" dirty="0"/>
              <a:t>Tower of  Hanoi problem- recursive algorithm</a:t>
            </a:r>
            <a:endParaRPr lang="en-IN" dirty="0"/>
          </a:p>
        </p:txBody>
      </p:sp>
      <p:pic>
        <p:nvPicPr>
          <p:cNvPr id="1026" name="Picture 2" descr="Towers Of Hanoi | TutorialHorizon">
            <a:extLst>
              <a:ext uri="{FF2B5EF4-FFF2-40B4-BE49-F238E27FC236}">
                <a16:creationId xmlns:a16="http://schemas.microsoft.com/office/drawing/2014/main" id="{634067F8-B8A8-4637-B1CC-1AA888E01C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973" y="1055357"/>
            <a:ext cx="4266105" cy="595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wers Of Hanoi | TutorialHorizon">
            <a:extLst>
              <a:ext uri="{FF2B5EF4-FFF2-40B4-BE49-F238E27FC236}">
                <a16:creationId xmlns:a16="http://schemas.microsoft.com/office/drawing/2014/main" id="{FE863929-B40A-4B18-B68A-78B7EAABD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725" y="811032"/>
            <a:ext cx="4908550" cy="604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57DD6-8F94-45B7-843F-DD6F06DFC73F}"/>
              </a:ext>
            </a:extLst>
          </p:cNvPr>
          <p:cNvSpPr txBox="1"/>
          <p:nvPr/>
        </p:nvSpPr>
        <p:spPr>
          <a:xfrm>
            <a:off x="55659" y="1685677"/>
            <a:ext cx="32165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goal is to move all disks from source to destination. The rules are: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42C"/>
                </a:solidFill>
                <a:effectLst/>
                <a:latin typeface="Lato"/>
              </a:rPr>
              <a:t>You may move only one disk at a time.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1242C"/>
                </a:solidFill>
                <a:effectLst/>
                <a:latin typeface="Lato"/>
              </a:rPr>
              <a:t>No disk may ever rest atop a smaller disk. </a:t>
            </a:r>
          </a:p>
          <a:p>
            <a:pPr algn="l" fontAlgn="base"/>
            <a:r>
              <a:rPr lang="en-US" b="1" dirty="0">
                <a:solidFill>
                  <a:srgbClr val="21242C"/>
                </a:solidFill>
                <a:latin typeface="Lato"/>
              </a:rPr>
              <a:t>Steps:</a:t>
            </a:r>
          </a:p>
          <a:p>
            <a:pPr marL="342900" indent="-342900" algn="l" fontAlgn="base">
              <a:buAutoNum type="arabicPeriod"/>
            </a:pPr>
            <a:r>
              <a:rPr lang="en-US" dirty="0">
                <a:solidFill>
                  <a:srgbClr val="21242C"/>
                </a:solidFill>
                <a:latin typeface="Lato"/>
              </a:rPr>
              <a:t>Transform (n-1) disks from Source to auxiliary pole.</a:t>
            </a:r>
          </a:p>
          <a:p>
            <a:pPr marL="342900" indent="-342900" algn="l" fontAlgn="base">
              <a:buAutoNum type="arabicPeriod"/>
            </a:pPr>
            <a:r>
              <a:rPr lang="en-US" b="0" i="0" dirty="0">
                <a:solidFill>
                  <a:srgbClr val="21242C"/>
                </a:solidFill>
                <a:effectLst/>
                <a:latin typeface="Lato"/>
              </a:rPr>
              <a:t>Move the </a:t>
            </a:r>
            <a:r>
              <a:rPr lang="en-US" dirty="0">
                <a:solidFill>
                  <a:srgbClr val="21242C"/>
                </a:solidFill>
                <a:latin typeface="Lato"/>
              </a:rPr>
              <a:t>nth disk from source to destination pole</a:t>
            </a:r>
          </a:p>
          <a:p>
            <a:pPr marL="342900" indent="-342900" algn="l" fontAlgn="base">
              <a:buAutoNum type="arabicPeriod"/>
            </a:pPr>
            <a:r>
              <a:rPr lang="en-US" b="0" i="0" dirty="0">
                <a:solidFill>
                  <a:srgbClr val="21242C"/>
                </a:solidFill>
                <a:effectLst/>
                <a:latin typeface="Lato"/>
              </a:rPr>
              <a:t>Move (n-</a:t>
            </a:r>
            <a:r>
              <a:rPr lang="en-US" dirty="0">
                <a:solidFill>
                  <a:srgbClr val="21242C"/>
                </a:solidFill>
                <a:latin typeface="Lato"/>
              </a:rPr>
              <a:t>1) disks from auxiliary to destination pole</a:t>
            </a:r>
            <a:endParaRPr lang="en-US" b="0" i="0" dirty="0">
              <a:solidFill>
                <a:srgbClr val="21242C"/>
              </a:solidFill>
              <a:effectLst/>
              <a:latin typeface="Lato"/>
            </a:endParaRP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00B342-4931-4865-8F0C-BB4ACCBCF13A}"/>
                  </a:ext>
                </a:extLst>
              </p14:cNvPr>
              <p14:cNvContentPartPr/>
              <p14:nvPr/>
            </p14:nvContentPartPr>
            <p14:xfrm>
              <a:off x="4503600" y="2280960"/>
              <a:ext cx="3684960" cy="66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00B342-4931-4865-8F0C-BB4ACCBCF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240" y="2271600"/>
                <a:ext cx="3703680" cy="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97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8D9A-C421-4D01-B9E1-5EB33230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Contd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B5F3A-6A4A-41F7-916C-2FA4B23F0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Moving three disks:</a:t>
            </a:r>
          </a:p>
          <a:p>
            <a:pPr marL="0" indent="0">
              <a:buNone/>
            </a:pPr>
            <a:r>
              <a:rPr lang="en-US" dirty="0"/>
              <a:t>1. Move 2 disks from Source to</a:t>
            </a:r>
          </a:p>
          <a:p>
            <a:pPr marL="0" indent="0">
              <a:buNone/>
            </a:pPr>
            <a:r>
              <a:rPr lang="en-US" dirty="0"/>
              <a:t>auxiliary</a:t>
            </a:r>
          </a:p>
          <a:p>
            <a:pPr marL="0" indent="0">
              <a:buNone/>
            </a:pPr>
            <a:r>
              <a:rPr lang="en-US" dirty="0"/>
              <a:t>2. Move 1 disk from Source to </a:t>
            </a:r>
          </a:p>
          <a:p>
            <a:pPr marL="0" indent="0">
              <a:buNone/>
            </a:pPr>
            <a:r>
              <a:rPr lang="en-US" dirty="0"/>
              <a:t>destination</a:t>
            </a:r>
          </a:p>
          <a:p>
            <a:pPr marL="0" indent="0">
              <a:buNone/>
            </a:pPr>
            <a:r>
              <a:rPr lang="en-US" dirty="0"/>
              <a:t>3. Move 2 disks from auxiliary to</a:t>
            </a:r>
          </a:p>
          <a:p>
            <a:pPr marL="0" indent="0">
              <a:buNone/>
            </a:pPr>
            <a:r>
              <a:rPr lang="en-US" dirty="0"/>
              <a:t>destination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2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581A5-FC79-4EC0-8C00-8780F5F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the algorithm with recursion tree for moving three disks</a:t>
            </a:r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685CF6E-9961-482A-8817-FD1AB9797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04" y="2480807"/>
            <a:ext cx="6668794" cy="267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ower of Hanoi in Java Using Recursion">
            <a:extLst>
              <a:ext uri="{FF2B5EF4-FFF2-40B4-BE49-F238E27FC236}">
                <a16:creationId xmlns:a16="http://schemas.microsoft.com/office/drawing/2014/main" id="{E0881C82-F552-4E4D-BF1E-7F68AD0084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93" y="2232149"/>
            <a:ext cx="5179311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8D959-F15A-499B-8B21-1DF2D0143843}"/>
              </a:ext>
            </a:extLst>
          </p:cNvPr>
          <p:cNvSpPr txBox="1"/>
          <p:nvPr/>
        </p:nvSpPr>
        <p:spPr>
          <a:xfrm>
            <a:off x="556731" y="1896609"/>
            <a:ext cx="708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Pole 1-Source(a), Pole 2-auxiliary(b), Pole 3-Destination(c)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F7E92A-79D5-B1BE-57CE-4D661628BD00}"/>
                  </a:ext>
                </a:extLst>
              </p14:cNvPr>
              <p14:cNvContentPartPr/>
              <p14:nvPr/>
            </p14:nvContentPartPr>
            <p14:xfrm>
              <a:off x="8531981" y="2264002"/>
              <a:ext cx="43200" cy="25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F7E92A-79D5-B1BE-57CE-4D661628B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2981" y="2255002"/>
                <a:ext cx="608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C90DD8-A7AC-0F67-F1E2-79BCD2379038}"/>
                  </a:ext>
                </a:extLst>
              </p14:cNvPr>
              <p14:cNvContentPartPr/>
              <p14:nvPr/>
            </p14:nvContentPartPr>
            <p14:xfrm>
              <a:off x="6797141" y="2901202"/>
              <a:ext cx="287640" cy="27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C90DD8-A7AC-0F67-F1E2-79BCD23790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8141" y="2892202"/>
                <a:ext cx="3052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531787-B206-D972-4E62-D836CEC867FD}"/>
                  </a:ext>
                </a:extLst>
              </p14:cNvPr>
              <p14:cNvContentPartPr/>
              <p14:nvPr/>
            </p14:nvContentPartPr>
            <p14:xfrm>
              <a:off x="6030701" y="4709842"/>
              <a:ext cx="143640" cy="22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531787-B206-D972-4E62-D836CEC867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22061" y="4700842"/>
                <a:ext cx="16128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E50DFCC-5A34-0C26-A2D5-C6D347DD8EC7}"/>
              </a:ext>
            </a:extLst>
          </p:cNvPr>
          <p:cNvGrpSpPr/>
          <p:nvPr/>
        </p:nvGrpSpPr>
        <p:grpSpPr>
          <a:xfrm>
            <a:off x="7136621" y="3965722"/>
            <a:ext cx="151560" cy="175320"/>
            <a:chOff x="7136621" y="3965722"/>
            <a:chExt cx="15156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ADE936-86EC-E4D5-7157-96F1B56BC436}"/>
                    </a:ext>
                  </a:extLst>
                </p14:cNvPr>
                <p14:cNvContentPartPr/>
                <p14:nvPr/>
              </p14:nvContentPartPr>
              <p14:xfrm>
                <a:off x="7136621" y="3965722"/>
                <a:ext cx="117720" cy="156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ADE936-86EC-E4D5-7157-96F1B56BC4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27621" y="3957082"/>
                  <a:ext cx="135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2B25F8-53C9-1DE5-F112-969010C8C7D8}"/>
                    </a:ext>
                  </a:extLst>
                </p14:cNvPr>
                <p14:cNvContentPartPr/>
                <p14:nvPr/>
              </p14:nvContentPartPr>
              <p14:xfrm>
                <a:off x="7219421" y="3990562"/>
                <a:ext cx="68760" cy="15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2B25F8-53C9-1DE5-F112-969010C8C7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0421" y="3981922"/>
                  <a:ext cx="8640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855B41-91BC-D22E-4E0C-9AA5440720CA}"/>
              </a:ext>
            </a:extLst>
          </p:cNvPr>
          <p:cNvGrpSpPr/>
          <p:nvPr/>
        </p:nvGrpSpPr>
        <p:grpSpPr>
          <a:xfrm>
            <a:off x="8133821" y="3859882"/>
            <a:ext cx="145440" cy="302760"/>
            <a:chOff x="8133821" y="3859882"/>
            <a:chExt cx="14544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00A6F0-EA4E-CA4D-FACF-8D09A447CE8A}"/>
                    </a:ext>
                  </a:extLst>
                </p14:cNvPr>
                <p14:cNvContentPartPr/>
                <p14:nvPr/>
              </p14:nvContentPartPr>
              <p14:xfrm>
                <a:off x="8133821" y="3990202"/>
                <a:ext cx="104400" cy="172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00A6F0-EA4E-CA4D-FACF-8D09A447CE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24821" y="3981202"/>
                  <a:ext cx="122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0C6399B-BE64-73BE-4BAF-1071F17EB189}"/>
                    </a:ext>
                  </a:extLst>
                </p14:cNvPr>
                <p14:cNvContentPartPr/>
                <p14:nvPr/>
              </p14:nvContentPartPr>
              <p14:xfrm>
                <a:off x="8137421" y="3859882"/>
                <a:ext cx="141840" cy="9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0C6399B-BE64-73BE-4BAF-1071F17EB1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28421" y="3851242"/>
                  <a:ext cx="15948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C51013-2EB5-7F3A-2E22-DCFF96C35C58}"/>
                  </a:ext>
                </a:extLst>
              </p14:cNvPr>
              <p14:cNvContentPartPr/>
              <p14:nvPr/>
            </p14:nvContentPartPr>
            <p14:xfrm>
              <a:off x="8873621" y="3111082"/>
              <a:ext cx="159120" cy="231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C51013-2EB5-7F3A-2E22-DCFF96C35C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64621" y="3102082"/>
                <a:ext cx="1767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B773F9D-0004-0EFB-9911-2455AC25A398}"/>
                  </a:ext>
                </a:extLst>
              </p14:cNvPr>
              <p14:cNvContentPartPr/>
              <p14:nvPr/>
            </p14:nvContentPartPr>
            <p14:xfrm>
              <a:off x="10419461" y="2893642"/>
              <a:ext cx="204480" cy="212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B773F9D-0004-0EFB-9911-2455AC25A39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410461" y="2884642"/>
                <a:ext cx="2221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EB2630E-399A-C947-C166-137DACAD8A64}"/>
                  </a:ext>
                </a:extLst>
              </p14:cNvPr>
              <p14:cNvContentPartPr/>
              <p14:nvPr/>
            </p14:nvContentPartPr>
            <p14:xfrm>
              <a:off x="9491381" y="3979402"/>
              <a:ext cx="127440" cy="212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EB2630E-399A-C947-C166-137DACAD8A6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82741" y="3970762"/>
                <a:ext cx="145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42DE672-DE34-F12E-A60A-C03E66888464}"/>
                  </a:ext>
                </a:extLst>
              </p14:cNvPr>
              <p14:cNvContentPartPr/>
              <p14:nvPr/>
            </p14:nvContentPartPr>
            <p14:xfrm>
              <a:off x="9476621" y="4892362"/>
              <a:ext cx="164880" cy="322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42DE672-DE34-F12E-A60A-C03E668884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67981" y="4883362"/>
                <a:ext cx="182520" cy="34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732A8C5-4700-B8DC-7CA1-4DCCD5523460}"/>
              </a:ext>
            </a:extLst>
          </p:cNvPr>
          <p:cNvGrpSpPr/>
          <p:nvPr/>
        </p:nvGrpSpPr>
        <p:grpSpPr>
          <a:xfrm>
            <a:off x="10450781" y="3979042"/>
            <a:ext cx="183600" cy="190800"/>
            <a:chOff x="10450781" y="3979042"/>
            <a:chExt cx="18360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C7B5AC-5760-6DFF-30AE-F46610FAD0E3}"/>
                    </a:ext>
                  </a:extLst>
                </p14:cNvPr>
                <p14:cNvContentPartPr/>
                <p14:nvPr/>
              </p14:nvContentPartPr>
              <p14:xfrm>
                <a:off x="10450781" y="4003882"/>
                <a:ext cx="76320" cy="165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C7B5AC-5760-6DFF-30AE-F46610FAD0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41781" y="3994882"/>
                  <a:ext cx="93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4092D76-F1B7-8320-13DE-E39620BD8781}"/>
                    </a:ext>
                  </a:extLst>
                </p14:cNvPr>
                <p14:cNvContentPartPr/>
                <p14:nvPr/>
              </p14:nvContentPartPr>
              <p14:xfrm>
                <a:off x="10531781" y="3979042"/>
                <a:ext cx="102600" cy="10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4092D76-F1B7-8320-13DE-E39620BD87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22781" y="3970402"/>
                  <a:ext cx="12024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CA724D-10D3-2A49-08C7-6B4173E5AA30}"/>
              </a:ext>
            </a:extLst>
          </p:cNvPr>
          <p:cNvGrpSpPr/>
          <p:nvPr/>
        </p:nvGrpSpPr>
        <p:grpSpPr>
          <a:xfrm>
            <a:off x="11498741" y="4823962"/>
            <a:ext cx="160200" cy="166320"/>
            <a:chOff x="11498741" y="4823962"/>
            <a:chExt cx="1602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4601D6-5554-E117-A5B6-FB47AFBE949A}"/>
                    </a:ext>
                  </a:extLst>
                </p14:cNvPr>
                <p14:cNvContentPartPr/>
                <p14:nvPr/>
              </p14:nvContentPartPr>
              <p14:xfrm>
                <a:off x="11498741" y="4868602"/>
                <a:ext cx="93600" cy="12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4601D6-5554-E117-A5B6-FB47AFBE94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490101" y="4859962"/>
                  <a:ext cx="111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C0140C-312F-1F9A-FF94-B4ED8C74EF11}"/>
                    </a:ext>
                  </a:extLst>
                </p14:cNvPr>
                <p14:cNvContentPartPr/>
                <p14:nvPr/>
              </p14:nvContentPartPr>
              <p14:xfrm>
                <a:off x="11602061" y="4823962"/>
                <a:ext cx="56880" cy="78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C0140C-312F-1F9A-FF94-B4ED8C74EF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93421" y="4815322"/>
                  <a:ext cx="74520" cy="9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387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46C2-F174-41F8-8843-F75F983B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5206-A121-4C6D-8E7D-50C20241C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10463"/>
            <a:ext cx="4976043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Algorithm Tower(</a:t>
            </a:r>
            <a:r>
              <a:rPr lang="en-US" dirty="0" err="1"/>
              <a:t>numdisks</a:t>
            </a:r>
            <a:r>
              <a:rPr lang="en-US" dirty="0"/>
              <a:t>, A,C,B)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numdisks</a:t>
            </a:r>
            <a:r>
              <a:rPr lang="en-US" dirty="0"/>
              <a:t>=1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print ‘Move disk from A to C’</a:t>
            </a:r>
          </a:p>
          <a:p>
            <a:pPr marL="0" indent="0">
              <a:buNone/>
            </a:pPr>
            <a:r>
              <a:rPr lang="en-IN" dirty="0"/>
              <a:t>	else</a:t>
            </a:r>
          </a:p>
          <a:p>
            <a:pPr marL="0" indent="0">
              <a:buNone/>
            </a:pPr>
            <a:r>
              <a:rPr lang="en-IN" dirty="0"/>
              <a:t>		Tower(numdisks-1, A,B,C)</a:t>
            </a:r>
          </a:p>
          <a:p>
            <a:pPr marL="0" indent="0">
              <a:buNone/>
            </a:pPr>
            <a:r>
              <a:rPr lang="en-IN" dirty="0"/>
              <a:t>		Print ‘ Move disk from A to C’</a:t>
            </a:r>
          </a:p>
          <a:p>
            <a:pPr marL="0" indent="0">
              <a:buNone/>
            </a:pPr>
            <a:r>
              <a:rPr lang="en-IN" dirty="0"/>
              <a:t>		Tower(numdisks-1, B,C,A)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Where A-Source, B-Auxiliary and C- destination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B3487A-6F2F-4954-8D52-8CC183CD51EE}"/>
              </a:ext>
            </a:extLst>
          </p:cNvPr>
          <p:cNvCxnSpPr/>
          <p:nvPr/>
        </p:nvCxnSpPr>
        <p:spPr>
          <a:xfrm flipV="1">
            <a:off x="3673503" y="1836751"/>
            <a:ext cx="397565" cy="37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E7B43E-FF64-477D-A05B-55C8EBFBB6A5}"/>
              </a:ext>
            </a:extLst>
          </p:cNvPr>
          <p:cNvSpPr txBox="1"/>
          <p:nvPr/>
        </p:nvSpPr>
        <p:spPr>
          <a:xfrm rot="10800000" flipV="1">
            <a:off x="3745065" y="1463039"/>
            <a:ext cx="930303" cy="37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49E01-4D53-4B44-AAE4-6B31343931BA}"/>
              </a:ext>
            </a:extLst>
          </p:cNvPr>
          <p:cNvCxnSpPr>
            <a:cxnSpLocks/>
          </p:cNvCxnSpPr>
          <p:nvPr/>
        </p:nvCxnSpPr>
        <p:spPr>
          <a:xfrm>
            <a:off x="3967701" y="2584175"/>
            <a:ext cx="731520" cy="389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50994D-74F9-4AF4-A9F2-AD678239BDD5}"/>
              </a:ext>
            </a:extLst>
          </p:cNvPr>
          <p:cNvSpPr txBox="1"/>
          <p:nvPr/>
        </p:nvSpPr>
        <p:spPr>
          <a:xfrm rot="10800000" flipV="1">
            <a:off x="4675367" y="2789122"/>
            <a:ext cx="142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Destination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B7964E-8B61-4F8A-8A9E-27C06DBB0F35}"/>
              </a:ext>
            </a:extLst>
          </p:cNvPr>
          <p:cNvCxnSpPr>
            <a:cxnSpLocks/>
          </p:cNvCxnSpPr>
          <p:nvPr/>
        </p:nvCxnSpPr>
        <p:spPr>
          <a:xfrm flipV="1">
            <a:off x="4166483" y="2035534"/>
            <a:ext cx="628154" cy="238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5EBDD3-9965-4371-87E5-B40C63FFD974}"/>
              </a:ext>
            </a:extLst>
          </p:cNvPr>
          <p:cNvSpPr txBox="1"/>
          <p:nvPr/>
        </p:nvSpPr>
        <p:spPr>
          <a:xfrm rot="10800000" flipV="1">
            <a:off x="4890051" y="1753696"/>
            <a:ext cx="108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Auxiliary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4F4809-5681-4CD7-96E8-675176CA31E6}"/>
              </a:ext>
            </a:extLst>
          </p:cNvPr>
          <p:cNvCxnSpPr>
            <a:cxnSpLocks/>
          </p:cNvCxnSpPr>
          <p:nvPr/>
        </p:nvCxnSpPr>
        <p:spPr>
          <a:xfrm>
            <a:off x="4215517" y="4039263"/>
            <a:ext cx="1158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7182E2-99C4-43AD-8A54-96D7268C09D6}"/>
              </a:ext>
            </a:extLst>
          </p:cNvPr>
          <p:cNvSpPr txBox="1"/>
          <p:nvPr/>
        </p:nvSpPr>
        <p:spPr>
          <a:xfrm rot="10800000" flipV="1">
            <a:off x="5430734" y="3854597"/>
            <a:ext cx="542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‘numdisks-1’ from Source to Auxiliary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1CAF02-E2FC-403D-A36F-2C65D4B3FEEC}"/>
              </a:ext>
            </a:extLst>
          </p:cNvPr>
          <p:cNvCxnSpPr>
            <a:cxnSpLocks/>
          </p:cNvCxnSpPr>
          <p:nvPr/>
        </p:nvCxnSpPr>
        <p:spPr>
          <a:xfrm>
            <a:off x="4851616" y="4406348"/>
            <a:ext cx="759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F2DC41-8100-4521-A0CB-CFD75CD9C73D}"/>
              </a:ext>
            </a:extLst>
          </p:cNvPr>
          <p:cNvCxnSpPr>
            <a:cxnSpLocks/>
          </p:cNvCxnSpPr>
          <p:nvPr/>
        </p:nvCxnSpPr>
        <p:spPr>
          <a:xfrm>
            <a:off x="4272497" y="4876801"/>
            <a:ext cx="1158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BB6DF39-F03B-4D58-A6FF-952B739219C4}"/>
              </a:ext>
            </a:extLst>
          </p:cNvPr>
          <p:cNvSpPr txBox="1"/>
          <p:nvPr/>
        </p:nvSpPr>
        <p:spPr>
          <a:xfrm rot="10800000" flipV="1">
            <a:off x="5653376" y="4214192"/>
            <a:ext cx="434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1 disk from Source to Destination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2D21D-208D-48AC-A0BB-990F3803D405}"/>
              </a:ext>
            </a:extLst>
          </p:cNvPr>
          <p:cNvSpPr txBox="1"/>
          <p:nvPr/>
        </p:nvSpPr>
        <p:spPr>
          <a:xfrm rot="10800000" flipV="1">
            <a:off x="5385682" y="4682022"/>
            <a:ext cx="519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‘numdisks-1’ from Auxiliary to Destination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63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F7AF-78C3-4FDE-8AA7-B2C17B60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iteration and recursion</a:t>
            </a:r>
            <a:endParaRPr lang="en-IN" dirty="0"/>
          </a:p>
        </p:txBody>
      </p:sp>
      <p:pic>
        <p:nvPicPr>
          <p:cNvPr id="4100" name="Picture 4" descr="What is the difference between iteration and recursion?">
            <a:extLst>
              <a:ext uri="{FF2B5EF4-FFF2-40B4-BE49-F238E27FC236}">
                <a16:creationId xmlns:a16="http://schemas.microsoft.com/office/drawing/2014/main" id="{9C347E46-C402-43D7-8218-2289F44D8A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801167"/>
            <a:ext cx="6972300" cy="490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2CC913-76AE-49FD-804A-A0F828E03341}"/>
                  </a:ext>
                </a:extLst>
              </p14:cNvPr>
              <p14:cNvContentPartPr/>
              <p14:nvPr/>
            </p14:nvContentPartPr>
            <p14:xfrm>
              <a:off x="1312920" y="2843640"/>
              <a:ext cx="5045760" cy="132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2CC913-76AE-49FD-804A-A0F828E033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560" y="2834280"/>
                <a:ext cx="5064480" cy="13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1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E8F25F-2253-4A6E-A443-91AFAF16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44E37-222E-4891-B62C-CF69A6866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Space complexity indicates how much storage space an algorithm needs.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7947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3AA8-7B65-4A34-BCC1-823A71D4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Examples- Space complexity (S(P))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5D2C-E371-4BDE-9C30-79B0ACA24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707247"/>
            <a:ext cx="4184035" cy="43341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Sum(int a, int b, int c)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return(</a:t>
            </a:r>
            <a:r>
              <a:rPr lang="en-US" sz="2800" dirty="0" err="1"/>
              <a:t>a+b+c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Integer requires 2 bytes (1 word). Hence for a, b and c</a:t>
            </a:r>
          </a:p>
          <a:p>
            <a:pPr marL="0" indent="0">
              <a:buNone/>
            </a:pPr>
            <a:r>
              <a:rPr lang="en-US" sz="2800" b="1" dirty="0"/>
              <a:t>S(P)=3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FCEBE-DAA5-4B95-99F0-097EF064F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8" y="1707247"/>
            <a:ext cx="4184034" cy="45411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findSum</a:t>
            </a:r>
            <a:r>
              <a:rPr lang="en-US" sz="2800" dirty="0"/>
              <a:t>(int a[],int n)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sum=0;</a:t>
            </a:r>
          </a:p>
          <a:p>
            <a:pPr marL="0" indent="0">
              <a:buNone/>
            </a:pPr>
            <a:r>
              <a:rPr lang="en-US" sz="2800" dirty="0"/>
              <a:t>for(</a:t>
            </a:r>
            <a:r>
              <a:rPr lang="en-US" sz="2800" dirty="0" err="1"/>
              <a:t>i</a:t>
            </a:r>
            <a:r>
              <a:rPr lang="en-US" sz="2800" dirty="0"/>
              <a:t>=1;i&lt;</a:t>
            </a:r>
            <a:r>
              <a:rPr lang="en-US" sz="2800" dirty="0" err="1"/>
              <a:t>n;i</a:t>
            </a:r>
            <a:r>
              <a:rPr lang="en-US" sz="2800" dirty="0"/>
              <a:t>++)</a:t>
            </a:r>
          </a:p>
          <a:p>
            <a:pPr marL="0" indent="0">
              <a:buNone/>
            </a:pPr>
            <a:r>
              <a:rPr lang="en-US" sz="2800" dirty="0"/>
              <a:t>	sum=</a:t>
            </a:r>
            <a:r>
              <a:rPr lang="en-US" sz="2800" dirty="0" err="1"/>
              <a:t>sum+a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];</a:t>
            </a:r>
          </a:p>
          <a:p>
            <a:pPr marL="0" indent="0">
              <a:buNone/>
            </a:pPr>
            <a:r>
              <a:rPr lang="en-US" sz="2800" dirty="0"/>
              <a:t>return sum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r>
              <a:rPr lang="en-US" sz="2800" dirty="0" err="1"/>
              <a:t>i</a:t>
            </a:r>
            <a:r>
              <a:rPr lang="en-US" sz="2800" dirty="0"/>
              <a:t>, sum, n  require 1 word each</a:t>
            </a:r>
          </a:p>
          <a:p>
            <a:pPr marL="0" indent="0">
              <a:buNone/>
            </a:pPr>
            <a:r>
              <a:rPr lang="en-US" sz="2800" dirty="0"/>
              <a:t>a[] requires n words</a:t>
            </a:r>
          </a:p>
          <a:p>
            <a:pPr marL="0" indent="0">
              <a:buNone/>
            </a:pPr>
            <a:r>
              <a:rPr lang="en-US" sz="2800" b="1" dirty="0"/>
              <a:t>S(P)=n+3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C106F0-B503-4E68-8533-314870E52515}"/>
                  </a:ext>
                </a:extLst>
              </p14:cNvPr>
              <p14:cNvContentPartPr/>
              <p14:nvPr/>
            </p14:nvContentPartPr>
            <p14:xfrm>
              <a:off x="3606840" y="206748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C106F0-B503-4E68-8533-314870E525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7480" y="2058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091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59AF-BB8F-414D-95EB-15FC9C42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time efficiency or time complexity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E3B22-5229-4A6D-9401-908454FEB52A}"/>
              </a:ext>
            </a:extLst>
          </p:cNvPr>
          <p:cNvSpPr txBox="1"/>
          <p:nvPr/>
        </p:nvSpPr>
        <p:spPr>
          <a:xfrm>
            <a:off x="299001" y="1762952"/>
            <a:ext cx="105155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Running time of an algorithm on a particular input is the number of primitive operations or steps executed. It is done in two steps.</a:t>
            </a:r>
          </a:p>
          <a:p>
            <a:pPr marL="514350" indent="-514350">
              <a:buAutoNum type="arabicPeriod"/>
            </a:pPr>
            <a:r>
              <a:rPr lang="en-US" sz="2800" dirty="0"/>
              <a:t>Identify the basic operation</a:t>
            </a:r>
          </a:p>
          <a:p>
            <a:pPr marL="514350" indent="-514350">
              <a:buAutoNum type="arabicPeriod"/>
            </a:pPr>
            <a:r>
              <a:rPr lang="en-US" sz="2800" dirty="0"/>
              <a:t>Find how many times it is executed</a:t>
            </a:r>
          </a:p>
          <a:p>
            <a:r>
              <a:rPr lang="en-US" sz="2800" b="1" dirty="0"/>
              <a:t>T(n)=C</a:t>
            </a:r>
            <a:r>
              <a:rPr lang="en-US" sz="2800" b="1" baseline="-25000" dirty="0"/>
              <a:t>op </a:t>
            </a:r>
            <a:r>
              <a:rPr lang="en-US" sz="2800" b="1" dirty="0"/>
              <a:t>C(n) </a:t>
            </a:r>
            <a:r>
              <a:rPr lang="en-US" sz="2800" dirty="0"/>
              <a:t>where ‘n’ is the input size</a:t>
            </a:r>
          </a:p>
          <a:p>
            <a:r>
              <a:rPr lang="en-US" sz="2800" b="1" dirty="0"/>
              <a:t>C</a:t>
            </a:r>
            <a:r>
              <a:rPr lang="en-US" sz="2800" b="1" baseline="-25000" dirty="0"/>
              <a:t>op</a:t>
            </a:r>
            <a:r>
              <a:rPr lang="en-US" sz="2800" baseline="-25000" dirty="0"/>
              <a:t> </a:t>
            </a:r>
            <a:r>
              <a:rPr lang="en-US" sz="2800" dirty="0"/>
              <a:t>is the execution time taken by basic operation</a:t>
            </a:r>
          </a:p>
          <a:p>
            <a:r>
              <a:rPr lang="en-US" sz="2800" b="1" dirty="0"/>
              <a:t>C(n)</a:t>
            </a:r>
            <a:r>
              <a:rPr lang="en-US" sz="2800" dirty="0"/>
              <a:t> is the number of times it is executed.</a:t>
            </a:r>
          </a:p>
        </p:txBody>
      </p:sp>
    </p:spTree>
    <p:extLst>
      <p:ext uri="{BB962C8B-B14F-4D97-AF65-F5344CB8AC3E}">
        <p14:creationId xmlns:p14="http://schemas.microsoft.com/office/powerpoint/2010/main" val="6062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041E-F570-4777-8A53-5FFB357F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Order of growth?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2421-B690-4252-AA51-D5087779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36278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We want the algorithms to work faster for all values of n as real time algorithms work with large values of n. It is desirable to find the growth of T(n) with increasing values of n called as order of growth.</a:t>
            </a:r>
            <a:r>
              <a:rPr lang="en-US" dirty="0"/>
              <a:t> The efficiency analysis framework </a:t>
            </a:r>
            <a:r>
              <a:rPr lang="en-US" b="1" dirty="0"/>
              <a:t>ignores multiplicative constants </a:t>
            </a:r>
            <a:r>
              <a:rPr lang="en-US" dirty="0"/>
              <a:t>and concentrates on the </a:t>
            </a:r>
            <a:r>
              <a:rPr lang="en-US" b="1" dirty="0"/>
              <a:t>count’s (C(n)) order of growth </a:t>
            </a:r>
            <a:r>
              <a:rPr lang="en-US" dirty="0"/>
              <a:t>to within a constant multiple for large-size inputs.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B4F13-A4A9-4C51-B2CB-663E0CEB0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653" y="3575493"/>
            <a:ext cx="6032810" cy="210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A9EA-B757-6C2E-6062-5E1AFF86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best, worst and average case time complexities?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F4C2-C2FC-5A27-7F69-C13FFC6CC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03672"/>
            <a:ext cx="8899803" cy="4957009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3800" b="0" i="0" u="none" strike="noStrike" baseline="0" dirty="0">
                <a:latin typeface="TimesTen-Roman"/>
              </a:rPr>
              <a:t>In an algorithm, check whether </a:t>
            </a:r>
            <a:r>
              <a:rPr lang="en-US" sz="3800" b="0" i="0" u="none" strike="noStrike" baseline="0" dirty="0">
                <a:solidFill>
                  <a:srgbClr val="FF0000"/>
                </a:solidFill>
                <a:latin typeface="TimesTen-Roman"/>
              </a:rPr>
              <a:t>the number of times the basic operation is executed can vary on different inputs of the same size</a:t>
            </a:r>
            <a:r>
              <a:rPr lang="en-US" sz="3800" dirty="0">
                <a:latin typeface="TimesTen-Roman"/>
              </a:rPr>
              <a:t>. I</a:t>
            </a:r>
            <a:r>
              <a:rPr lang="en-US" sz="3800" b="0" i="0" u="none" strike="noStrike" baseline="0" dirty="0">
                <a:latin typeface="TimesTen-Roman"/>
              </a:rPr>
              <a:t>f it can, the worst-case, average-case, and best-case efficiencies must be investigated separately. </a:t>
            </a:r>
          </a:p>
          <a:p>
            <a:pPr marL="0" indent="0" algn="just">
              <a:buNone/>
            </a:pPr>
            <a:r>
              <a:rPr lang="en-US" sz="3800" dirty="0">
                <a:latin typeface="TimesTen-Roman"/>
              </a:rPr>
              <a:t>For example in </a:t>
            </a:r>
            <a:r>
              <a:rPr lang="en-US" sz="3800" dirty="0">
                <a:solidFill>
                  <a:srgbClr val="FF0000"/>
                </a:solidFill>
                <a:latin typeface="TimesTen-Roman"/>
              </a:rPr>
              <a:t>linear search problem</a:t>
            </a:r>
            <a:r>
              <a:rPr lang="en-US" sz="3800" dirty="0">
                <a:latin typeface="TimesTen-Roman"/>
              </a:rPr>
              <a:t>, the number of comparisons made is the basic operation. If the key is found in the first place itself, then </a:t>
            </a:r>
          </a:p>
          <a:p>
            <a:pPr marL="0" indent="0" algn="just">
              <a:buNone/>
            </a:pPr>
            <a:r>
              <a:rPr lang="en-US" sz="3800" dirty="0">
                <a:solidFill>
                  <a:srgbClr val="FF0000"/>
                </a:solidFill>
                <a:latin typeface="TimesTen-Roman"/>
              </a:rPr>
              <a:t>best case T(n)=1 </a:t>
            </a:r>
          </a:p>
          <a:p>
            <a:pPr marL="0" indent="0" algn="just">
              <a:buNone/>
            </a:pPr>
            <a:r>
              <a:rPr lang="en-US" sz="3800" dirty="0">
                <a:latin typeface="TimesTen-Roman"/>
              </a:rPr>
              <a:t>or else if it found in the last position, then </a:t>
            </a:r>
          </a:p>
          <a:p>
            <a:pPr marL="0" indent="0" algn="just">
              <a:buNone/>
            </a:pPr>
            <a:r>
              <a:rPr lang="en-US" sz="3800" dirty="0">
                <a:solidFill>
                  <a:srgbClr val="FF0000"/>
                </a:solidFill>
                <a:latin typeface="TimesTen-Roman"/>
              </a:rPr>
              <a:t>worst case T(n)=n </a:t>
            </a:r>
          </a:p>
          <a:p>
            <a:pPr marL="0" indent="0" algn="just">
              <a:buNone/>
            </a:pPr>
            <a:r>
              <a:rPr lang="en-US" sz="3800" dirty="0">
                <a:latin typeface="TimesTen-Roman"/>
              </a:rPr>
              <a:t>where n is the number of elements in the list. Average number of comparisons made is n/2, so </a:t>
            </a:r>
          </a:p>
          <a:p>
            <a:pPr marL="0" indent="0" algn="just">
              <a:buNone/>
            </a:pPr>
            <a:r>
              <a:rPr lang="en-US" sz="3800" dirty="0">
                <a:solidFill>
                  <a:srgbClr val="FF0000"/>
                </a:solidFill>
                <a:latin typeface="TimesTen-Roman"/>
              </a:rPr>
              <a:t>average case T(n)=n/2</a:t>
            </a:r>
            <a:endParaRPr lang="en-US" sz="3800" b="0" i="0" u="none" strike="noStrike" baseline="0" dirty="0">
              <a:solidFill>
                <a:srgbClr val="FF0000"/>
              </a:solidFill>
              <a:latin typeface="TimesTen-Roman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06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A3FC-B5E1-97A9-7F0F-C5646C7A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Definitions of best case, worst case and average case 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64F2-F469-4A95-4C93-6F67B899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949551" cy="391143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Worst case </a:t>
            </a:r>
            <a:r>
              <a:rPr lang="en-IN" sz="2400" dirty="0"/>
              <a:t>: The efficiency of an algorithm </a:t>
            </a:r>
            <a:r>
              <a:rPr lang="en-IN" sz="2400" b="1" dirty="0"/>
              <a:t>for input size ‘n’ </a:t>
            </a:r>
            <a:r>
              <a:rPr lang="en-IN" sz="2400" dirty="0"/>
              <a:t>which takes </a:t>
            </a:r>
            <a:r>
              <a:rPr lang="en-IN" sz="2400" b="1" dirty="0"/>
              <a:t>longest time to execute among all possible inputs </a:t>
            </a:r>
            <a:r>
              <a:rPr lang="en-IN" sz="2400" dirty="0"/>
              <a:t>is called worst case time efficiency.</a:t>
            </a:r>
          </a:p>
          <a:p>
            <a:pPr marL="0" indent="0">
              <a:buNone/>
            </a:pPr>
            <a:r>
              <a:rPr lang="en-IN" sz="2400" b="1" dirty="0"/>
              <a:t>Best case</a:t>
            </a:r>
            <a:r>
              <a:rPr lang="en-IN" sz="2400" dirty="0"/>
              <a:t>: The efficiency of an algorithm </a:t>
            </a:r>
            <a:r>
              <a:rPr lang="en-IN" sz="2400" b="1" dirty="0"/>
              <a:t>for input size ‘n’ </a:t>
            </a:r>
            <a:r>
              <a:rPr lang="en-IN" sz="2400" dirty="0"/>
              <a:t>which takes </a:t>
            </a:r>
            <a:r>
              <a:rPr lang="en-IN" sz="2400" b="1" dirty="0"/>
              <a:t>least time to execute among all possible inputs </a:t>
            </a:r>
            <a:r>
              <a:rPr lang="en-IN" sz="2400" dirty="0"/>
              <a:t>is called best case time efficiency.</a:t>
            </a:r>
          </a:p>
          <a:p>
            <a:pPr marL="0" indent="0">
              <a:buNone/>
            </a:pPr>
            <a:r>
              <a:rPr lang="en-IN" sz="2400" b="1" dirty="0"/>
              <a:t>Average case</a:t>
            </a:r>
            <a:r>
              <a:rPr lang="en-IN" sz="2400" dirty="0"/>
              <a:t>: The average case efficiency of an algorithm </a:t>
            </a:r>
            <a:r>
              <a:rPr lang="en-IN" sz="2400" b="1" dirty="0"/>
              <a:t>for input size ‘n’</a:t>
            </a:r>
            <a:r>
              <a:rPr lang="en-IN" sz="2400" dirty="0"/>
              <a:t> is equal to the </a:t>
            </a:r>
            <a:r>
              <a:rPr lang="en-IN" sz="2400" b="1" dirty="0"/>
              <a:t>average number of times the basic operation is executed among all possible inputs</a:t>
            </a:r>
            <a:r>
              <a:rPr lang="en-IN" sz="2400" dirty="0"/>
              <a:t>.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642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4CE4-27FD-49A9-B869-6D8C7999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10FA-84C4-4DF7-A3F2-64ED549C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>
                <a:latin typeface="TimesTen-Roman"/>
              </a:rPr>
              <a:t>T</a:t>
            </a:r>
            <a:r>
              <a:rPr lang="en-US" sz="1800" b="0" i="0" u="none" strike="noStrike" baseline="0" dirty="0">
                <a:latin typeface="TimesTen-Roman"/>
              </a:rPr>
              <a:t>he efficiency analysis framework concentrates on the order of growth of an algorithm’s basic operation count as the principal indicator of the algorithm’s efficiency. </a:t>
            </a:r>
            <a:r>
              <a:rPr lang="en-US" sz="1800" b="1" i="0" u="none" strike="noStrike" baseline="0" dirty="0">
                <a:latin typeface="TimesTen-Roman"/>
              </a:rPr>
              <a:t>To compare and rank such orders of growth</a:t>
            </a:r>
            <a:r>
              <a:rPr lang="en-US" sz="1800" b="0" i="0" u="none" strike="noStrike" baseline="0" dirty="0">
                <a:latin typeface="TimesTen-Roman"/>
              </a:rPr>
              <a:t>, computer scientists use </a:t>
            </a:r>
            <a:r>
              <a:rPr lang="en-US" sz="1800" b="1" i="0" u="none" strike="noStrike" baseline="0" dirty="0">
                <a:latin typeface="TimesTen-Roman"/>
              </a:rPr>
              <a:t>three notations</a:t>
            </a:r>
            <a:r>
              <a:rPr lang="en-US" sz="1800" b="0" i="0" u="none" strike="noStrike" baseline="0" dirty="0">
                <a:latin typeface="TimesTen-Roman"/>
              </a:rPr>
              <a:t>: </a:t>
            </a:r>
            <a:r>
              <a:rPr lang="en-US" sz="1800" b="0" i="1" u="none" strike="noStrike" baseline="0" dirty="0">
                <a:latin typeface="MTMI"/>
              </a:rPr>
              <a:t>O </a:t>
            </a:r>
            <a:r>
              <a:rPr lang="en-US" sz="1800" b="0" i="0" u="none" strike="noStrike" baseline="0" dirty="0">
                <a:latin typeface="TimesTen-Roman"/>
              </a:rPr>
              <a:t>(big oh), (big omega), and </a:t>
            </a:r>
            <a:r>
              <a:rPr lang="en-IN" sz="1800" b="0" i="1" u="none" strike="noStrike" baseline="0" dirty="0">
                <a:latin typeface="MTMI"/>
              </a:rPr>
              <a:t> </a:t>
            </a:r>
            <a:r>
              <a:rPr lang="en-IN" sz="1800" b="0" i="0" u="none" strike="noStrike" baseline="0" dirty="0">
                <a:latin typeface="TimesTen-Roman"/>
              </a:rPr>
              <a:t>(big theta)</a:t>
            </a:r>
            <a:endParaRPr lang="en-US" dirty="0"/>
          </a:p>
          <a:p>
            <a:r>
              <a:rPr lang="en-US" dirty="0"/>
              <a:t>O- Big Oh - worst case</a:t>
            </a:r>
          </a:p>
          <a:p>
            <a:r>
              <a:rPr lang="en-US" dirty="0"/>
              <a:t>Ω -Big Omega- best case</a:t>
            </a:r>
          </a:p>
          <a:p>
            <a:r>
              <a:rPr lang="el-GR" dirty="0"/>
              <a:t>Θ</a:t>
            </a:r>
            <a:r>
              <a:rPr lang="en-US" dirty="0"/>
              <a:t> – Big Theta –average 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73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A6FE75-4AD0-9296-7082-99C228B2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8" y="147263"/>
            <a:ext cx="8596668" cy="746589"/>
          </a:xfrm>
        </p:spPr>
        <p:txBody>
          <a:bodyPr/>
          <a:lstStyle/>
          <a:p>
            <a:pPr algn="ctr"/>
            <a:r>
              <a:rPr lang="en-IN" dirty="0"/>
              <a:t>Big Oh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68A91-F6A8-F36D-1F49-A6912AF3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495" y="3179545"/>
            <a:ext cx="4688440" cy="3697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425B9-BFF9-C408-0B73-5D0639A8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43" y="924674"/>
            <a:ext cx="9051533" cy="2331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5BAC18-833C-1181-6703-43CB822D75D0}"/>
              </a:ext>
            </a:extLst>
          </p:cNvPr>
          <p:cNvSpPr txBox="1"/>
          <p:nvPr/>
        </p:nvSpPr>
        <p:spPr>
          <a:xfrm>
            <a:off x="6394383" y="3625002"/>
            <a:ext cx="366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T(n)=C</a:t>
            </a:r>
            <a:r>
              <a:rPr lang="en-US" sz="2400" b="1" baseline="-25000" dirty="0"/>
              <a:t>op </a:t>
            </a:r>
            <a:r>
              <a:rPr lang="en-US" sz="2400" b="1" dirty="0"/>
              <a:t>C(n)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g(n) in t(n)&lt;=g(n), is the number of times the basic operation is executed (same as C(n)), it is a positive constant.</a:t>
            </a:r>
          </a:p>
        </p:txBody>
      </p:sp>
    </p:spTree>
    <p:extLst>
      <p:ext uri="{BB962C8B-B14F-4D97-AF65-F5344CB8AC3E}">
        <p14:creationId xmlns:p14="http://schemas.microsoft.com/office/powerpoint/2010/main" val="343001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75D1-3B5B-75E5-4638-87BED688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14" y="1"/>
            <a:ext cx="9535179" cy="903872"/>
          </a:xfrm>
        </p:spPr>
        <p:txBody>
          <a:bodyPr/>
          <a:lstStyle/>
          <a:p>
            <a:pPr algn="ctr"/>
            <a:r>
              <a:rPr lang="en-IN" dirty="0"/>
              <a:t>Big Omega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3928A-7CDA-E932-6507-58259FEA5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44" y="3353441"/>
            <a:ext cx="4387065" cy="3268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D75D93-0AA6-42EC-C7C2-979BE71A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9" y="773911"/>
            <a:ext cx="9535180" cy="24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82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0936-BD4F-37DD-9EAD-2469A01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88369"/>
          </a:xfrm>
        </p:spPr>
        <p:txBody>
          <a:bodyPr/>
          <a:lstStyle/>
          <a:p>
            <a:pPr algn="ctr"/>
            <a:r>
              <a:rPr lang="en-IN" dirty="0"/>
              <a:t>Big Theta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93B15-D4F3-B646-B634-374C07EFF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84" y="3134255"/>
            <a:ext cx="4380216" cy="3548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C122D5-1525-FC88-144B-04FAEB177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66" y="628682"/>
            <a:ext cx="8691937" cy="22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86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74A431-35FF-47F4-9260-999F7D0F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3584"/>
            <a:ext cx="3419061" cy="1137064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Asymptotic efficiency classes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E2A996-650F-44F5-BC32-584CFC3CF98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184" y="63584"/>
            <a:ext cx="6137275" cy="6842125"/>
          </a:xfrm>
        </p:spPr>
      </p:pic>
    </p:spTree>
    <p:extLst>
      <p:ext uri="{BB962C8B-B14F-4D97-AF65-F5344CB8AC3E}">
        <p14:creationId xmlns:p14="http://schemas.microsoft.com/office/powerpoint/2010/main" val="2050348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223B-8790-9A4D-6E7F-0F5E34DA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B10A2-EC9A-8FFF-3C9D-5E0F6E67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97" y="1889046"/>
            <a:ext cx="8871406" cy="30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335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934</TotalTime>
  <Words>1026</Words>
  <Application>Microsoft Macintosh PowerPoint</Application>
  <PresentationFormat>Widescreen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Lato</vt:lpstr>
      <vt:lpstr>MTMI</vt:lpstr>
      <vt:lpstr>Times New Roman</vt:lpstr>
      <vt:lpstr>TimesTen-Bold</vt:lpstr>
      <vt:lpstr>TimesTen-Roman</vt:lpstr>
      <vt:lpstr>Trebuchet MS</vt:lpstr>
      <vt:lpstr>Wingdings 3</vt:lpstr>
      <vt:lpstr>Facet</vt:lpstr>
      <vt:lpstr> Module -1 (Algorithm development)  </vt:lpstr>
      <vt:lpstr>Analysis of recursive algorithms –   Substitution method</vt:lpstr>
      <vt:lpstr>Tower of  Hanoi problem- recursive algorithm</vt:lpstr>
      <vt:lpstr>-Contd</vt:lpstr>
      <vt:lpstr>Tracing the algorithm with recursion tree for moving three disks</vt:lpstr>
      <vt:lpstr>Algorithm</vt:lpstr>
      <vt:lpstr>Difference between iteration and recursion</vt:lpstr>
      <vt:lpstr>Space complexity</vt:lpstr>
      <vt:lpstr>Examples- Space complexity (S(P))</vt:lpstr>
      <vt:lpstr>Algorithm time efficiency or time complexity</vt:lpstr>
      <vt:lpstr>Why Order of growth?</vt:lpstr>
      <vt:lpstr>Why best, worst and average case time complexities?</vt:lpstr>
      <vt:lpstr>Definitions of best case, worst case and average case time complexity</vt:lpstr>
      <vt:lpstr>Asymptotic notations</vt:lpstr>
      <vt:lpstr>Big Oh</vt:lpstr>
      <vt:lpstr>Big Omega</vt:lpstr>
      <vt:lpstr>Big Theta</vt:lpstr>
      <vt:lpstr>Basic Asymptotic efficiency classes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 (CSE 2012)</dc:title>
  <dc:creator>S Jenicka</dc:creator>
  <cp:lastModifiedBy>Apoorva Karnwal</cp:lastModifiedBy>
  <cp:revision>51</cp:revision>
  <dcterms:created xsi:type="dcterms:W3CDTF">2021-07-26T04:11:56Z</dcterms:created>
  <dcterms:modified xsi:type="dcterms:W3CDTF">2024-01-30T09:05:17Z</dcterms:modified>
</cp:coreProperties>
</file>