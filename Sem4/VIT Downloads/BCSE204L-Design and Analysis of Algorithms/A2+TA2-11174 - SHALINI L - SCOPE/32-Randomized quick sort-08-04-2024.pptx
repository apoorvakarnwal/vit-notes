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3" r:id="rId6"/>
    <p:sldId id="264" r:id="rId7"/>
    <p:sldId id="268" r:id="rId8"/>
    <p:sldId id="269" r:id="rId9"/>
    <p:sldId id="271" r:id="rId10"/>
    <p:sldId id="270" r:id="rId11"/>
    <p:sldId id="272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8B6367-9691-451E-BF57-36E0BE856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A142F54-F10E-4B6D-8A66-713AC2C9A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BEB697-8F2F-491B-95AC-411544B70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C7842C-825A-465B-AA91-BDD14E41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8AC11F-8C6B-46E2-AD7B-931FB0C4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97BA0A-FE3A-42A6-89B1-E38F8667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2EC9C2-75EC-4D70-A2F7-70748F691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EB916F-5326-42EC-A932-1CA8EF87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A2C8F6-AC50-441A-AF0D-BD511FC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7B5D8E-2B5D-412A-8734-6CA4240E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02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AE20C7-FE07-4296-A35A-FAE4FE14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E90664-E7DC-4234-B090-A828B5A28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78ED7B-85DE-4A60-91B4-78927595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EFEE45-B6A9-4056-AB0C-D9917F8E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88CEA2-641D-4A51-BB07-E7D5595B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40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0F09CD-50AF-41E4-B303-F36AE921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07091A-2C55-410F-8227-AEFA5DA4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43E3231-54E9-4083-867E-A83D5A2F4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07E4C2-40D9-4273-8BE1-13BD287A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E98CD7-05B5-4E5E-B2C8-3E7B8EBB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EFF634-6114-4314-9973-804424EA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01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DF92F-26D9-40D1-97B1-BFEA244B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2365E3-2353-4730-9022-E6F03EF8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63F72-7E55-430B-B398-2B75DF521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FBFEDA3-F4A0-4C35-A5D5-244AA684C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2893493-BFBD-4ADF-950F-DA9F97EF0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3F86FCE-9AEB-4B1E-AB27-0EB7F992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F04DD06-85E3-49A5-B5FF-A8BD596F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9CD9FE1-9DDF-450C-A6E1-B5A3F12F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6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FED2F9-4749-4972-8362-92307746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163E47E-885E-4810-9C19-B8A0A752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8C76813-6B9A-47E2-8640-C52314FC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48B16E-EA9A-471A-90AA-1764E7DC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17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E64DA94-168E-4353-8BDB-0E5005C3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7B92A65-EE79-4B96-81F4-E46956D6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DD88EB-558A-4581-A46F-4C5AEFAC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3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90DC29-195D-4034-973F-F8C026FA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0AF23E-FB24-44BD-A77E-1644BAE75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533E85-453E-4723-8948-F1C590C30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92811F0-8662-491C-91AA-FD7603EF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B377A0-9A3F-46E0-BD63-2DC2FD5E9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F93084-7B81-4631-BBA4-8384DB2B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12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45B69-5478-4A84-944F-BF695F34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DA4CF52-7E95-48ED-BA33-9AD88273E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5A7C76-CBF7-4D38-B5BA-212B0D4D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56EAF8-E7BA-458C-8381-D3A85C99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B47E01-72B0-42C7-9F34-82DFB8BF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E3B40BD-1912-4A8C-A565-DE1A8AD2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8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3AC492-0CB7-44BB-9ED4-0FAA946F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856979C-0F8A-48B3-BFD0-63A39D585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B9B809-D4A1-4431-859E-DA4FCA13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75C09D-0254-40A6-9087-5C660BF4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95F677-F568-43C0-847E-77FE3F10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1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EBE3D8F-1CDF-435B-8F3A-EDDFD0D93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1A84E97-ADAB-4446-9F9B-D683D5F7D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6E4273-F0A5-4240-9FE7-09C28C6A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A2AE9E-A06E-442E-8685-C26A5713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261080-D7EB-4002-A808-58EAF2E8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0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060338-52F4-4C53-87E4-79039E10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C118695-05BF-4750-B820-37969535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8B6016-4AB4-4581-9353-AA641B077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E4531-2EAD-47CB-A4BE-8A49A09611E6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9E977D-9AFB-4581-A836-CB71C36C2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8F9C0F-4363-4F25-BEB1-B83F6C297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B8CB5-B381-4DCF-A162-6FA98ADE6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70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33983A-463B-479C-9925-0F44BB8B3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sofia-pro"/>
              </a:rPr>
              <a:t>Randomized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631A94-F736-4971-BC30-D520AEB2E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sofia-pro"/>
              </a:rPr>
              <a:t>Randomized Quick sort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85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F545E0-C026-4D9F-8ACE-AF773ECB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208818" cy="67396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What is a Randomized Algorithm?</a:t>
            </a:r>
            <a:br>
              <a:rPr lang="en-US" b="1" i="0" dirty="0">
                <a:solidFill>
                  <a:srgbClr val="273239"/>
                </a:solidFill>
                <a:effectLst/>
                <a:latin typeface="urw-di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FBE414-DCD9-4AFA-ABF4-9724FFDB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36" y="900545"/>
            <a:ext cx="10785764" cy="5276418"/>
          </a:xfrm>
        </p:spPr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 algorithm that uses random numbers to decide what to do next anywhere in its logic is called </a:t>
            </a:r>
            <a:r>
              <a:rPr lang="en-US" b="0" i="0" dirty="0">
                <a:solidFill>
                  <a:srgbClr val="FF0000"/>
                </a:solidFill>
                <a:effectLst/>
                <a:latin typeface="urw-din"/>
              </a:rPr>
              <a:t>a Randomized Algorithm.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For example, in Randomized Quick Sort, we use a random number to pick the next pivot (or we randomly shuffle the array)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45963D-D2AF-4271-B847-6356AC79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7915"/>
            <a:ext cx="10009909" cy="24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3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906" y="0"/>
            <a:ext cx="11425383" cy="64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4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B0647A-05C6-4D1D-A1CD-98969A1B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A838EDF-D3B6-41A0-BACB-283C9E8DC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74629"/>
            <a:ext cx="10712277" cy="5147844"/>
          </a:xfrm>
        </p:spPr>
      </p:pic>
    </p:spTree>
    <p:extLst>
      <p:ext uri="{BB962C8B-B14F-4D97-AF65-F5344CB8AC3E}">
        <p14:creationId xmlns:p14="http://schemas.microsoft.com/office/powerpoint/2010/main" val="167643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B01173D-4E83-49DE-BB26-CCC4BD861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891"/>
            <a:ext cx="8728364" cy="32281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56AE59-546E-4969-BA04-84C7E09A4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19" y="3380509"/>
            <a:ext cx="848374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2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55312C-AC57-4F05-BCBB-79551565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01C9CF3-F483-4B56-BF66-E5F2EFC6A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756" y="185737"/>
            <a:ext cx="11380643" cy="4220007"/>
          </a:xfrm>
        </p:spPr>
      </p:pic>
    </p:spTree>
    <p:extLst>
      <p:ext uri="{BB962C8B-B14F-4D97-AF65-F5344CB8AC3E}">
        <p14:creationId xmlns:p14="http://schemas.microsoft.com/office/powerpoint/2010/main" val="241270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68" y="226968"/>
            <a:ext cx="10710338" cy="70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28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789"/>
            <a:ext cx="11353800" cy="604817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370"/>
            <a:ext cx="10032642" cy="59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71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724" y="306477"/>
            <a:ext cx="11825276" cy="618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3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371" y="95764"/>
            <a:ext cx="11852375" cy="615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8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25" y="110309"/>
            <a:ext cx="11732653" cy="600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89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7BA857-AE84-4854-956E-B4278537B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93964"/>
            <a:ext cx="11104418" cy="5982999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For example consider below a 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randomized version of 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urw-din"/>
              </a:rPr>
              <a:t>QuickSort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. 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 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Central Pivot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is a pivot that divides the array in such a way that one side has at-least 1/4 elements. 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832B059-6EE5-4936-8C2D-4A21639E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2" y="1553008"/>
            <a:ext cx="5411066" cy="54158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ABCCB2B-43FA-4932-A600-08C2E448C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83" y="1322242"/>
            <a:ext cx="4940009" cy="564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2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59D63B-7E9C-4015-A4A1-8F31C4E9F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09" y="124691"/>
            <a:ext cx="11679382" cy="6052272"/>
          </a:xfrm>
        </p:spPr>
        <p:txBody>
          <a:bodyPr>
            <a:normAutofit/>
          </a:bodyPr>
          <a:lstStyle/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important thing in our analysis is, time taken by step 2 is O(n). </a:t>
            </a:r>
          </a:p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How many times while loop runs before finding a central pivot?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probability that the randomly chosen element is central pivot is 1/n. 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Therefore, expected number of times the while loop runs is n 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Thus, the expected time complexity of step 2 is O(n). </a:t>
            </a:r>
          </a:p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What is overall Time Complexity in Worst Case?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 worst case, each partition divides array such that one side has n/4 elements and other side has 3n/4 elements. The worst case height of recursion tree is Log </a:t>
            </a:r>
            <a:r>
              <a:rPr lang="en-US" b="0" i="0" baseline="-25000" dirty="0">
                <a:solidFill>
                  <a:srgbClr val="273239"/>
                </a:solidFill>
                <a:effectLst/>
                <a:latin typeface="urw-din"/>
              </a:rPr>
              <a:t>3/4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n which is O(Log n). </a:t>
            </a:r>
          </a:p>
          <a:p>
            <a:pPr algn="l" fontAlgn="base"/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F743CE2-A346-41B5-927C-0BD0374F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6" y="4144242"/>
            <a:ext cx="3990111" cy="22789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0D5F4EC-18A2-4B3B-AD3A-D9ED4D099D71}"/>
              </a:ext>
            </a:extLst>
          </p:cNvPr>
          <p:cNvSpPr txBox="1"/>
          <p:nvPr/>
        </p:nvSpPr>
        <p:spPr>
          <a:xfrm>
            <a:off x="4558144" y="4391891"/>
            <a:ext cx="7065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Note that the above randomized algorithm is not the best way to implement randomized Quick Sort. The idea here is to simplify the analysis as it is simple to analyze. 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Typically, randomized Quick Sort is implemented by randomly picking a pivot (no loop). Or by shuffling array elements. Expected worst case time complexity of this algorithm is also O(n Log n), but analysis is complex,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28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117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sofia-pro</vt:lpstr>
      <vt:lpstr>urw-din</vt:lpstr>
      <vt:lpstr>Office Theme</vt:lpstr>
      <vt:lpstr>Randomized Algorithms</vt:lpstr>
      <vt:lpstr>What is a Randomized Algorithm?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Algorithms</dc:title>
  <dc:creator>Shalini</dc:creator>
  <cp:lastModifiedBy>lenovo</cp:lastModifiedBy>
  <cp:revision>3</cp:revision>
  <dcterms:created xsi:type="dcterms:W3CDTF">2021-12-08T04:25:34Z</dcterms:created>
  <dcterms:modified xsi:type="dcterms:W3CDTF">2022-09-25T23:49:03Z</dcterms:modified>
</cp:coreProperties>
</file>