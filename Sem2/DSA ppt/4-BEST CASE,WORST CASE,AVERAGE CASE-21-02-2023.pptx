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6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5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53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316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803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5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1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45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95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62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28B3E-2D8D-4AD1-BAC0-91CDAD7E070F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A3507-1523-4A1F-A9D3-1082ADBF7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79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13955"/>
            <a:ext cx="10724605" cy="574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2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5029" y="587829"/>
            <a:ext cx="9980022" cy="465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3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1" y="666206"/>
            <a:ext cx="10280468" cy="510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0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034" y="313509"/>
            <a:ext cx="996696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81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851" y="480150"/>
            <a:ext cx="8621486" cy="607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72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7726" y="509451"/>
            <a:ext cx="9117874" cy="566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23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7" y="1201783"/>
            <a:ext cx="8856617" cy="453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21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320"/>
          <a:stretch/>
        </p:blipFill>
        <p:spPr>
          <a:xfrm>
            <a:off x="1058092" y="1136469"/>
            <a:ext cx="10071462" cy="374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12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2023-02-21T00:32:07Z</dcterms:created>
  <dcterms:modified xsi:type="dcterms:W3CDTF">2023-02-21T00:33:29Z</dcterms:modified>
</cp:coreProperties>
</file>