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38E00-5ADB-4766-A87B-DD96A3E3B0C3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98BC-163C-46BD-892F-0C996A382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710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38E00-5ADB-4766-A87B-DD96A3E3B0C3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98BC-163C-46BD-892F-0C996A382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725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38E00-5ADB-4766-A87B-DD96A3E3B0C3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98BC-163C-46BD-892F-0C996A382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096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38E00-5ADB-4766-A87B-DD96A3E3B0C3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98BC-163C-46BD-892F-0C996A382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05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38E00-5ADB-4766-A87B-DD96A3E3B0C3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98BC-163C-46BD-892F-0C996A382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742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38E00-5ADB-4766-A87B-DD96A3E3B0C3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98BC-163C-46BD-892F-0C996A382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447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38E00-5ADB-4766-A87B-DD96A3E3B0C3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98BC-163C-46BD-892F-0C996A382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093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38E00-5ADB-4766-A87B-DD96A3E3B0C3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98BC-163C-46BD-892F-0C996A382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549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38E00-5ADB-4766-A87B-DD96A3E3B0C3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98BC-163C-46BD-892F-0C996A382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950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38E00-5ADB-4766-A87B-DD96A3E3B0C3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98BC-163C-46BD-892F-0C996A382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956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38E00-5ADB-4766-A87B-DD96A3E3B0C3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98BC-163C-46BD-892F-0C996A382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95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38E00-5ADB-4766-A87B-DD96A3E3B0C3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098BC-163C-46BD-892F-0C996A382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78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Recursion Algorithm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910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000" dirty="0"/>
              <a:t>The process in which a function calls itself directly or indirectly is called recursion and the corresponding function is called a recursive function.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555903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Properties of Recursion: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en-US" sz="3200" dirty="0"/>
              <a:t>Performing the same operations multiple times with different inputs.</a:t>
            </a:r>
          </a:p>
          <a:p>
            <a:pPr algn="just" fontAlgn="base"/>
            <a:r>
              <a:rPr lang="en-US" sz="3200" dirty="0"/>
              <a:t>In every step, we try smaller inputs to make the problem smaller.</a:t>
            </a:r>
          </a:p>
          <a:p>
            <a:pPr algn="just" fontAlgn="base"/>
            <a:r>
              <a:rPr lang="en-US" sz="3200" dirty="0"/>
              <a:t>Base condition is needed to stop the recursion otherwise infinite loop will occur.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2211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8738"/>
          </a:xfrm>
        </p:spPr>
        <p:txBody>
          <a:bodyPr>
            <a:normAutofit/>
          </a:bodyPr>
          <a:lstStyle/>
          <a:p>
            <a:pPr algn="just"/>
            <a:r>
              <a:rPr lang="en-IN" b="1" dirty="0" err="1" smtClean="0"/>
              <a:t>Algorithm:Steps</a:t>
            </a:r>
            <a:r>
              <a:rPr lang="en-IN" b="1" dirty="0"/>
              <a:t/>
            </a:r>
            <a:br>
              <a:rPr lang="en-IN" b="1" dirty="0"/>
            </a:br>
            <a:r>
              <a:rPr lang="en-IN" b="1" dirty="0" smtClean="0"/>
              <a:t/>
            </a:r>
            <a:br>
              <a:rPr lang="en-IN" b="1" dirty="0" smtClean="0"/>
            </a:br>
            <a:r>
              <a:rPr lang="en-US" b="1" dirty="0" smtClean="0"/>
              <a:t>Step1</a:t>
            </a:r>
            <a:br>
              <a:rPr lang="en-US" b="1" dirty="0" smtClean="0"/>
            </a:br>
            <a:r>
              <a:rPr lang="en-IN" b="1" dirty="0"/>
              <a:t/>
            </a:r>
            <a:br>
              <a:rPr lang="en-IN" b="1" dirty="0"/>
            </a:br>
            <a:r>
              <a:rPr lang="en-IN" b="1" dirty="0" smtClean="0"/>
              <a:t>Define a base case:</a:t>
            </a:r>
            <a:r>
              <a:rPr lang="en-US" b="1" dirty="0" smtClean="0"/>
              <a:t>Identify the simplest case for which the solution is known or trivial. This is the stopping condition for the recursion, as it prevents the function from infinitely calling itself.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2334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Step2 - Define a recursive case: Define the problem in terms of smaller sub problems. Break the problem down into smaller versions of itself, and call the function recursively to solve each sub problem.</a:t>
            </a:r>
          </a:p>
          <a:p>
            <a:pPr algn="just"/>
            <a:r>
              <a:rPr lang="en-US" dirty="0" smtClean="0"/>
              <a:t>Step3 - Ensure the recursion terminates: Make sure that the recursive function eventually reaches the base case, and does not enter an infinite loop.</a:t>
            </a:r>
          </a:p>
          <a:p>
            <a:pPr algn="just"/>
            <a:r>
              <a:rPr lang="en-US" dirty="0"/>
              <a:t>S</a:t>
            </a:r>
            <a:r>
              <a:rPr lang="en-US" dirty="0" smtClean="0"/>
              <a:t>tep4 - Combine the solutions: Combine the solutions of the sub problems to solve the original problem.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7778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 Mathematical Interpretation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Determine </a:t>
            </a:r>
            <a:r>
              <a:rPr lang="en-US" dirty="0"/>
              <a:t>the sum of first n natural </a:t>
            </a:r>
            <a:r>
              <a:rPr lang="en-US" dirty="0" smtClean="0"/>
              <a:t>numbers</a:t>
            </a:r>
          </a:p>
          <a:p>
            <a:pPr marL="0" indent="0">
              <a:buNone/>
            </a:pPr>
            <a:r>
              <a:rPr lang="en-US" b="1" i="1" dirty="0"/>
              <a:t>approach(1) – Simply adding one by </a:t>
            </a:r>
            <a:r>
              <a:rPr lang="en-US" b="1" i="1" dirty="0" smtClean="0"/>
              <a:t>one</a:t>
            </a:r>
          </a:p>
          <a:p>
            <a:pPr marL="0" indent="0" algn="ctr">
              <a:buNone/>
            </a:pPr>
            <a:r>
              <a:rPr lang="pt-BR" b="1" i="1" dirty="0"/>
              <a:t>f(n) = 1 + 2 + 3 +……..+ </a:t>
            </a:r>
            <a:r>
              <a:rPr lang="pt-BR" b="1" i="1" dirty="0" smtClean="0"/>
              <a:t>n</a:t>
            </a:r>
            <a:endParaRPr lang="pt-BR" b="1" i="1" dirty="0"/>
          </a:p>
          <a:p>
            <a:pPr marL="0" indent="0" algn="ctr">
              <a:buNone/>
            </a:pPr>
            <a:endParaRPr lang="pt-BR" b="1" i="1" dirty="0" smtClean="0"/>
          </a:p>
          <a:p>
            <a:pPr marL="0" indent="0" fontAlgn="base">
              <a:buNone/>
            </a:pPr>
            <a:r>
              <a:rPr lang="pt-BR" b="1" i="1" dirty="0"/>
              <a:t>approach(2) – Recursive adding </a:t>
            </a:r>
            <a:endParaRPr lang="pt-BR" i="1" dirty="0"/>
          </a:p>
          <a:p>
            <a:pPr fontAlgn="base"/>
            <a:r>
              <a:rPr lang="pt-BR" b="1" i="1" dirty="0"/>
              <a:t>f(n) = 1                  n=1</a:t>
            </a:r>
            <a:endParaRPr lang="pt-BR" i="1" dirty="0"/>
          </a:p>
          <a:p>
            <a:pPr fontAlgn="base"/>
            <a:r>
              <a:rPr lang="pt-BR" b="1" i="1" dirty="0"/>
              <a:t>f(n) = n + f(n-1)    n&gt;1</a:t>
            </a:r>
            <a:endParaRPr lang="pt-BR" i="1" dirty="0"/>
          </a:p>
          <a:p>
            <a:pPr marL="0" indent="0">
              <a:buNone/>
            </a:pP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1551919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are recursive functions stored in memory?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/>
              <a:t>Recursion uses more memory, because the recursive function adds to the stack with each recursive call, and keeps the values there until the call is finished. </a:t>
            </a:r>
            <a:endParaRPr lang="en-US" sz="3600" dirty="0" smtClean="0"/>
          </a:p>
          <a:p>
            <a:pPr algn="just"/>
            <a:r>
              <a:rPr lang="en-US" sz="3600" dirty="0" smtClean="0"/>
              <a:t>The </a:t>
            </a:r>
            <a:r>
              <a:rPr lang="en-US" sz="3600" dirty="0"/>
              <a:t>recursive function uses LIFO (LAST IN FIRST OUT)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727888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the base condition in recursion?</a:t>
            </a:r>
            <a:r>
              <a:rPr lang="en-US" dirty="0"/>
              <a:t> 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fact(</a:t>
            </a:r>
            <a:r>
              <a:rPr lang="en-US" dirty="0" err="1" smtClean="0"/>
              <a:t>int</a:t>
            </a:r>
            <a:r>
              <a:rPr lang="en-US" dirty="0" smtClean="0"/>
              <a:t> n)</a:t>
            </a:r>
          </a:p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smtClean="0"/>
              <a:t>    if (n &lt; = 1) // base case</a:t>
            </a:r>
          </a:p>
          <a:p>
            <a:pPr marL="0" indent="0">
              <a:buNone/>
            </a:pPr>
            <a:r>
              <a:rPr lang="en-US" dirty="0" smtClean="0"/>
              <a:t>        return 1;</a:t>
            </a:r>
          </a:p>
          <a:p>
            <a:pPr marL="0" indent="0">
              <a:buNone/>
            </a:pPr>
            <a:r>
              <a:rPr lang="en-US" dirty="0" smtClean="0"/>
              <a:t>    else    </a:t>
            </a:r>
          </a:p>
          <a:p>
            <a:pPr marL="0" indent="0">
              <a:buNone/>
            </a:pPr>
            <a:r>
              <a:rPr lang="en-US" dirty="0" smtClean="0"/>
              <a:t>        return n*fact(n-1);    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9728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the difference between direct and indirect recursion?</a:t>
            </a:r>
            <a:r>
              <a:rPr lang="en-US" dirty="0"/>
              <a:t> 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000" dirty="0" smtClean="0"/>
              <a:t>A function fun is called direct recursive if it calls the same function fun. </a:t>
            </a:r>
          </a:p>
          <a:p>
            <a:pPr algn="just"/>
            <a:r>
              <a:rPr lang="en-US" sz="4000" dirty="0" smtClean="0"/>
              <a:t>A function fun is called indirect recursive if it calls another function say </a:t>
            </a:r>
            <a:r>
              <a:rPr lang="en-US" sz="4000" dirty="0" err="1" smtClean="0"/>
              <a:t>fun_new</a:t>
            </a:r>
            <a:r>
              <a:rPr lang="en-US" sz="4000" dirty="0" smtClean="0"/>
              <a:t> and </a:t>
            </a:r>
            <a:r>
              <a:rPr lang="en-US" sz="4000" dirty="0" err="1" smtClean="0"/>
              <a:t>fun_new</a:t>
            </a:r>
            <a:r>
              <a:rPr lang="en-US" sz="4000" dirty="0" smtClean="0"/>
              <a:t> calls fun directly or indirectly.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611721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// An example of direct recursion</a:t>
            </a:r>
          </a:p>
          <a:p>
            <a:pPr marL="0" indent="0">
              <a:buNone/>
            </a:pPr>
            <a:r>
              <a:rPr lang="en-US" dirty="0" smtClean="0"/>
              <a:t>void </a:t>
            </a:r>
            <a:r>
              <a:rPr lang="en-US" dirty="0" err="1" smtClean="0"/>
              <a:t>directRecFun</a:t>
            </a:r>
            <a:r>
              <a:rPr lang="en-US" dirty="0" smtClean="0"/>
              <a:t>()</a:t>
            </a:r>
          </a:p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smtClean="0"/>
              <a:t>    // Some code....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directRecFun</a:t>
            </a:r>
            <a:r>
              <a:rPr lang="en-US" dirty="0" smtClean="0"/>
              <a:t>();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// Some code...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2031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6183" y="715283"/>
            <a:ext cx="6152606" cy="579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597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9349" y="705394"/>
            <a:ext cx="8686800" cy="544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515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9166" y="1841863"/>
            <a:ext cx="8582297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41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6913" y="640080"/>
            <a:ext cx="8425543" cy="504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687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Non Recursion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1891" y="1159419"/>
            <a:ext cx="10515600" cy="51499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500" dirty="0" smtClean="0"/>
              <a:t>1.Find largest element in the array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maximum(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arr</a:t>
            </a:r>
            <a:r>
              <a:rPr lang="en-US" dirty="0" smtClean="0"/>
              <a:t>[],</a:t>
            </a:r>
            <a:r>
              <a:rPr lang="en-US" dirty="0" err="1" smtClean="0"/>
              <a:t>int</a:t>
            </a:r>
            <a:r>
              <a:rPr lang="en-US" dirty="0" smtClean="0"/>
              <a:t> n)</a:t>
            </a:r>
          </a:p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i,max</a:t>
            </a:r>
            <a:r>
              <a:rPr lang="en-US" dirty="0" smtClean="0"/>
              <a:t>=0;</a:t>
            </a:r>
          </a:p>
          <a:p>
            <a:pPr marL="0" indent="0">
              <a:buNone/>
            </a:pPr>
            <a:r>
              <a:rPr lang="en-US" dirty="0" smtClean="0"/>
              <a:t>for(</a:t>
            </a:r>
            <a:r>
              <a:rPr lang="en-US" dirty="0" err="1" smtClean="0"/>
              <a:t>i</a:t>
            </a:r>
            <a:r>
              <a:rPr lang="en-US" dirty="0" smtClean="0"/>
              <a:t>=0;i&lt;</a:t>
            </a:r>
            <a:r>
              <a:rPr lang="en-US" dirty="0" err="1" smtClean="0"/>
              <a:t>n;i</a:t>
            </a:r>
            <a:r>
              <a:rPr lang="en-US" dirty="0" smtClean="0"/>
              <a:t>++)</a:t>
            </a:r>
          </a:p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smtClean="0"/>
              <a:t>	if(</a:t>
            </a:r>
            <a:r>
              <a:rPr lang="en-US" dirty="0" err="1" smtClean="0"/>
              <a:t>arr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]&gt;max)</a:t>
            </a:r>
          </a:p>
          <a:p>
            <a:pPr marL="0" indent="0">
              <a:buNone/>
            </a:pPr>
            <a:r>
              <a:rPr lang="en-US" dirty="0" smtClean="0"/>
              <a:t>		max=</a:t>
            </a:r>
            <a:r>
              <a:rPr lang="en-US" dirty="0" err="1" smtClean="0"/>
              <a:t>arr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return max;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6595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Element Uniqueness 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Unique Elements(A[0….n-1])</a:t>
            </a:r>
          </a:p>
          <a:p>
            <a:pPr marL="0" indent="0">
              <a:buNone/>
            </a:pPr>
            <a:r>
              <a:rPr lang="en-US" dirty="0" smtClean="0"/>
              <a:t>for </a:t>
            </a:r>
            <a:r>
              <a:rPr lang="en-US" dirty="0" err="1" smtClean="0"/>
              <a:t>i</a:t>
            </a:r>
            <a:r>
              <a:rPr lang="en-US" dirty="0" smtClean="0"/>
              <a:t>       0 to n-2 do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for j        i+1 to n-1 do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if A[</a:t>
            </a:r>
            <a:r>
              <a:rPr lang="en-US" dirty="0" err="1" smtClean="0"/>
              <a:t>i</a:t>
            </a:r>
            <a:r>
              <a:rPr lang="en-US" dirty="0" smtClean="0"/>
              <a:t>]=A[j] return false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return true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endParaRPr lang="en-IN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1554481" y="2547257"/>
            <a:ext cx="431073" cy="13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2495007" y="3069771"/>
            <a:ext cx="50945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845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Matrix multiplication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for </a:t>
            </a:r>
            <a:r>
              <a:rPr lang="en-US" dirty="0" err="1" smtClean="0"/>
              <a:t>i</a:t>
            </a:r>
            <a:r>
              <a:rPr lang="en-US" dirty="0" smtClean="0"/>
              <a:t>=0 to n-1 do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for j=0 to n-1 do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c[</a:t>
            </a:r>
            <a:r>
              <a:rPr lang="en-US" dirty="0" err="1" smtClean="0"/>
              <a:t>i</a:t>
            </a:r>
            <a:r>
              <a:rPr lang="en-US" dirty="0" smtClean="0"/>
              <a:t>][j]        0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for k=0 to n-1 do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c[</a:t>
            </a:r>
            <a:r>
              <a:rPr lang="en-US" dirty="0" err="1" smtClean="0"/>
              <a:t>i</a:t>
            </a:r>
            <a:r>
              <a:rPr lang="en-US" dirty="0" smtClean="0"/>
              <a:t>][j]=c[</a:t>
            </a:r>
            <a:r>
              <a:rPr lang="en-US" dirty="0" err="1" smtClean="0"/>
              <a:t>i</a:t>
            </a:r>
            <a:r>
              <a:rPr lang="en-US" dirty="0" smtClean="0"/>
              <a:t>][j]+a[</a:t>
            </a:r>
            <a:r>
              <a:rPr lang="en-US" dirty="0" err="1" smtClean="0"/>
              <a:t>i</a:t>
            </a:r>
            <a:r>
              <a:rPr lang="en-US" dirty="0" smtClean="0"/>
              <a:t>][k]*b[k][j];</a:t>
            </a:r>
            <a:endParaRPr lang="en-IN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3670663" y="3082834"/>
            <a:ext cx="418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055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538</Words>
  <Application>Microsoft Office PowerPoint</Application>
  <PresentationFormat>Widescreen</PresentationFormat>
  <Paragraphs>68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Recursion Algorithm</vt:lpstr>
      <vt:lpstr>Definition</vt:lpstr>
      <vt:lpstr>Properties of Recursion:</vt:lpstr>
      <vt:lpstr>Algorithm:Steps  Step1  Define a base case:Identify the simplest case for which the solution is known or trivial. This is the stopping condition for the recursion, as it prevents the function from infinitely calling itself.</vt:lpstr>
      <vt:lpstr>PowerPoint Presentation</vt:lpstr>
      <vt:lpstr>A Mathematical Interpretation</vt:lpstr>
      <vt:lpstr>How are recursive functions stored in memory?</vt:lpstr>
      <vt:lpstr>What is the base condition in recursion? </vt:lpstr>
      <vt:lpstr>What is the difference between direct and indirect recursion?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Non Recursion Algorithm</vt:lpstr>
      <vt:lpstr>2. Element Uniqueness Problem</vt:lpstr>
      <vt:lpstr>Matrix multiplication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Recursion Algorithm</dc:title>
  <dc:creator>ADMIN</dc:creator>
  <cp:lastModifiedBy>ADMIN</cp:lastModifiedBy>
  <cp:revision>5</cp:revision>
  <dcterms:created xsi:type="dcterms:W3CDTF">2023-02-27T23:14:34Z</dcterms:created>
  <dcterms:modified xsi:type="dcterms:W3CDTF">2023-02-27T23:44:32Z</dcterms:modified>
</cp:coreProperties>
</file>