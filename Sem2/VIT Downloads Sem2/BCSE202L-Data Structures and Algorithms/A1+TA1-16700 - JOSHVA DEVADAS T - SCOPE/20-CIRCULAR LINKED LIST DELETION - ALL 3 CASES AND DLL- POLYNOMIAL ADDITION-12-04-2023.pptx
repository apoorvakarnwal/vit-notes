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257" r:id="rId14"/>
    <p:sldId id="258" r:id="rId15"/>
    <p:sldId id="259" r:id="rId16"/>
    <p:sldId id="260" r:id="rId17"/>
    <p:sldId id="261" r:id="rId18"/>
    <p:sldId id="273" r:id="rId19"/>
    <p:sldId id="274" r:id="rId20"/>
    <p:sldId id="276" r:id="rId21"/>
    <p:sldId id="277" r:id="rId22"/>
    <p:sldId id="278" r:id="rId23"/>
    <p:sldId id="269" r:id="rId24"/>
    <p:sldId id="265" r:id="rId25"/>
    <p:sldId id="266" r:id="rId26"/>
    <p:sldId id="279" r:id="rId27"/>
    <p:sldId id="280" r:id="rId28"/>
    <p:sldId id="281" r:id="rId29"/>
    <p:sldId id="283" r:id="rId30"/>
    <p:sldId id="282" r:id="rId31"/>
    <p:sldId id="284" r:id="rId32"/>
    <p:sldId id="286" r:id="rId33"/>
    <p:sldId id="285" r:id="rId34"/>
    <p:sldId id="299" r:id="rId35"/>
    <p:sldId id="302" r:id="rId36"/>
    <p:sldId id="287" r:id="rId37"/>
    <p:sldId id="300" r:id="rId38"/>
    <p:sldId id="288" r:id="rId39"/>
    <p:sldId id="268" r:id="rId40"/>
    <p:sldId id="270" r:id="rId41"/>
    <p:sldId id="271" r:id="rId42"/>
    <p:sldId id="272" r:id="rId43"/>
    <p:sldId id="303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56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1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88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200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90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94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50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75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7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0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55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65935-F913-439E-B96F-DC409BCE6FA9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D9E57-71DC-42E8-9033-101E726E5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48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b="1" dirty="0">
                <a:solidFill>
                  <a:srgbClr val="FF00FF"/>
                </a:solidFill>
              </a:rPr>
              <a:t>Double Linked </a:t>
            </a:r>
            <a:r>
              <a:rPr lang="en-US" sz="5400" b="1" dirty="0" smtClean="0">
                <a:solidFill>
                  <a:srgbClr val="FF00FF"/>
                </a:solidFill>
              </a:rPr>
              <a:t>List and Circular </a:t>
            </a:r>
            <a:r>
              <a:rPr lang="en-US" sz="5400" b="1" dirty="0" smtClean="0">
                <a:solidFill>
                  <a:srgbClr val="FF00FF"/>
                </a:solidFill>
              </a:rPr>
              <a:t>Linked </a:t>
            </a:r>
            <a:r>
              <a:rPr lang="en-US" sz="5400" b="1" dirty="0" smtClean="0">
                <a:solidFill>
                  <a:srgbClr val="FF00FF"/>
                </a:solidFill>
              </a:rPr>
              <a:t>List</a:t>
            </a:r>
            <a:endParaRPr lang="en-IN" sz="5400" b="1" dirty="0">
              <a:solidFill>
                <a:srgbClr val="FF00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5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1720" y="2492896"/>
            <a:ext cx="551644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</a:rPr>
              <a:t>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179969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88640"/>
            <a:ext cx="871296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Doubly linked list is a complex type of linked list in which a node contains a pointer to the previous as well as the next node in the sequence. </a:t>
            </a:r>
            <a:endParaRPr lang="en-US" sz="28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Therefore</a:t>
            </a:r>
            <a:r>
              <a:rPr lang="en-US" sz="2800" dirty="0"/>
              <a:t>, in a doubly linked list, a node consists of three parts: node data, pointer to the next node in sequence (next pointer) , pointer to the previous node (previous pointer).</a:t>
            </a:r>
            <a:endParaRPr lang="en-IN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852936"/>
            <a:ext cx="32670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771" y="4625697"/>
            <a:ext cx="6696075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857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1640" y="260648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struct</a:t>
            </a:r>
            <a:r>
              <a:rPr lang="en-US" dirty="0"/>
              <a:t> node   </a:t>
            </a:r>
          </a:p>
          <a:p>
            <a:r>
              <a:rPr lang="en-US" dirty="0"/>
              <a:t>{  </a:t>
            </a:r>
          </a:p>
          <a:p>
            <a:r>
              <a:rPr lang="en-US" dirty="0"/>
              <a:t>    </a:t>
            </a:r>
            <a:r>
              <a:rPr lang="en-US" dirty="0" err="1"/>
              <a:t>struct</a:t>
            </a:r>
            <a:r>
              <a:rPr lang="en-US" dirty="0"/>
              <a:t> node *</a:t>
            </a:r>
            <a:r>
              <a:rPr lang="en-US" dirty="0" err="1"/>
              <a:t>prev</a:t>
            </a:r>
            <a:r>
              <a:rPr lang="en-US" dirty="0"/>
              <a:t>;   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data;  </a:t>
            </a:r>
          </a:p>
          <a:p>
            <a:r>
              <a:rPr lang="en-US" dirty="0"/>
              <a:t>    </a:t>
            </a:r>
            <a:r>
              <a:rPr lang="en-US" dirty="0" err="1"/>
              <a:t>struct</a:t>
            </a:r>
            <a:r>
              <a:rPr lang="en-US" dirty="0"/>
              <a:t> node *next;   </a:t>
            </a:r>
          </a:p>
          <a:p>
            <a:r>
              <a:rPr lang="en-US" dirty="0"/>
              <a:t>}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95536" y="1962636"/>
            <a:ext cx="4517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Memory Representation of a doubly linked list</a:t>
            </a: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346816"/>
            <a:ext cx="4531854" cy="387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660232" y="2420888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-1 indicates NULL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54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057113" cy="478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850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292924"/>
            <a:ext cx="4103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Insertion </a:t>
            </a:r>
            <a:r>
              <a:rPr lang="en-US" dirty="0"/>
              <a:t>in doubly linked list at beginning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51" y="754485"/>
            <a:ext cx="6067425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6358" y="414908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Algorithm </a:t>
            </a:r>
            <a:r>
              <a:rPr lang="en-IN" dirty="0" smtClean="0"/>
              <a:t>:</a:t>
            </a:r>
            <a:endParaRPr lang="en-IN" dirty="0"/>
          </a:p>
          <a:p>
            <a:r>
              <a:rPr lang="en-IN" dirty="0"/>
              <a:t>Step </a:t>
            </a:r>
            <a:r>
              <a:rPr lang="en-IN" dirty="0" smtClean="0"/>
              <a:t>1: </a:t>
            </a:r>
            <a:r>
              <a:rPr lang="en-IN" dirty="0"/>
              <a:t>SET NEW_NODE = </a:t>
            </a:r>
            <a:r>
              <a:rPr lang="en-IN" dirty="0" smtClean="0"/>
              <a:t>PTR</a:t>
            </a:r>
            <a:endParaRPr lang="en-IN" dirty="0"/>
          </a:p>
          <a:p>
            <a:r>
              <a:rPr lang="en-IN" dirty="0" smtClean="0"/>
              <a:t>Step </a:t>
            </a:r>
            <a:r>
              <a:rPr lang="en-IN" dirty="0"/>
              <a:t>2</a:t>
            </a:r>
            <a:r>
              <a:rPr lang="en-IN" dirty="0" smtClean="0"/>
              <a:t>: </a:t>
            </a:r>
            <a:r>
              <a:rPr lang="en-IN" dirty="0"/>
              <a:t>SET NEW_NODE -&gt; PREV = NULL</a:t>
            </a:r>
          </a:p>
          <a:p>
            <a:r>
              <a:rPr lang="en-IN" dirty="0"/>
              <a:t>Step </a:t>
            </a:r>
            <a:r>
              <a:rPr lang="en-IN" dirty="0" smtClean="0"/>
              <a:t>3: </a:t>
            </a:r>
            <a:r>
              <a:rPr lang="en-IN" dirty="0"/>
              <a:t>SET NEW_NODE -&gt; NEXT = START</a:t>
            </a:r>
          </a:p>
          <a:p>
            <a:r>
              <a:rPr lang="en-IN" dirty="0"/>
              <a:t>Step </a:t>
            </a:r>
            <a:r>
              <a:rPr lang="en-IN" dirty="0" smtClean="0"/>
              <a:t>4: </a:t>
            </a:r>
            <a:r>
              <a:rPr lang="en-IN" dirty="0"/>
              <a:t>SET head -&gt; PREV = NEW_NODE</a:t>
            </a:r>
          </a:p>
          <a:p>
            <a:r>
              <a:rPr lang="en-IN" dirty="0"/>
              <a:t>Step </a:t>
            </a:r>
            <a:r>
              <a:rPr lang="en-IN" dirty="0" smtClean="0"/>
              <a:t>5: </a:t>
            </a:r>
            <a:r>
              <a:rPr lang="en-IN" dirty="0"/>
              <a:t>SET head = NEW_NODE</a:t>
            </a:r>
          </a:p>
          <a:p>
            <a:r>
              <a:rPr lang="en-IN" dirty="0"/>
              <a:t>Step </a:t>
            </a:r>
            <a:r>
              <a:rPr lang="en-IN" dirty="0" smtClean="0"/>
              <a:t>6: </a:t>
            </a:r>
            <a:r>
              <a:rPr lang="en-IN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62892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Insertion </a:t>
            </a:r>
            <a:r>
              <a:rPr lang="en-US" dirty="0"/>
              <a:t>in doubly linked list at the end</a:t>
            </a: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71053"/>
            <a:ext cx="7665864" cy="293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79512" y="2636912"/>
            <a:ext cx="87129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Algorithm</a:t>
            </a:r>
          </a:p>
          <a:p>
            <a:endParaRPr lang="en-IN" dirty="0"/>
          </a:p>
          <a:p>
            <a:r>
              <a:rPr lang="en-IN" dirty="0"/>
              <a:t>Step </a:t>
            </a:r>
            <a:r>
              <a:rPr lang="en-IN" dirty="0" smtClean="0"/>
              <a:t>1: </a:t>
            </a:r>
            <a:r>
              <a:rPr lang="en-IN" dirty="0"/>
              <a:t>SET NEW_NODE = PTR</a:t>
            </a:r>
          </a:p>
          <a:p>
            <a:r>
              <a:rPr lang="en-IN" dirty="0" smtClean="0"/>
              <a:t>Step 2: </a:t>
            </a:r>
            <a:r>
              <a:rPr lang="en-IN" dirty="0"/>
              <a:t>SET NEW_NODE -&gt; DATA = VAL</a:t>
            </a:r>
          </a:p>
          <a:p>
            <a:r>
              <a:rPr lang="en-IN" dirty="0"/>
              <a:t>Step 3</a:t>
            </a:r>
            <a:r>
              <a:rPr lang="en-IN" dirty="0" smtClean="0"/>
              <a:t>: </a:t>
            </a:r>
            <a:r>
              <a:rPr lang="en-IN" dirty="0"/>
              <a:t>SET NEW_NODE -&gt; NEXT = NULL</a:t>
            </a:r>
          </a:p>
          <a:p>
            <a:r>
              <a:rPr lang="en-IN" dirty="0"/>
              <a:t>Step 4</a:t>
            </a:r>
            <a:r>
              <a:rPr lang="en-IN" dirty="0" smtClean="0"/>
              <a:t>: </a:t>
            </a:r>
            <a:r>
              <a:rPr lang="en-IN" dirty="0"/>
              <a:t>SET TEMP = START</a:t>
            </a:r>
          </a:p>
          <a:p>
            <a:r>
              <a:rPr lang="en-IN" dirty="0"/>
              <a:t>Step 5</a:t>
            </a:r>
            <a:r>
              <a:rPr lang="en-IN" dirty="0" smtClean="0"/>
              <a:t>: </a:t>
            </a:r>
            <a:r>
              <a:rPr lang="en-IN" dirty="0"/>
              <a:t>Repeat Step 6</a:t>
            </a:r>
            <a:r>
              <a:rPr lang="en-IN" dirty="0" smtClean="0"/>
              <a:t> </a:t>
            </a:r>
            <a:r>
              <a:rPr lang="en-IN" dirty="0"/>
              <a:t>while TEMP -&gt; NEXT != NULL</a:t>
            </a:r>
          </a:p>
          <a:p>
            <a:r>
              <a:rPr lang="en-IN" dirty="0"/>
              <a:t>Step 6</a:t>
            </a:r>
            <a:r>
              <a:rPr lang="en-IN" dirty="0" smtClean="0"/>
              <a:t>: </a:t>
            </a:r>
            <a:r>
              <a:rPr lang="en-IN" dirty="0"/>
              <a:t>SET TEMP = TEMP -&gt; NEXT</a:t>
            </a:r>
          </a:p>
          <a:p>
            <a:r>
              <a:rPr lang="en-IN" dirty="0"/>
              <a:t>[END OF LOOP]</a:t>
            </a:r>
          </a:p>
          <a:p>
            <a:r>
              <a:rPr lang="en-IN" dirty="0" smtClean="0"/>
              <a:t>Step </a:t>
            </a:r>
            <a:r>
              <a:rPr lang="en-IN" dirty="0"/>
              <a:t>7</a:t>
            </a:r>
            <a:r>
              <a:rPr lang="en-IN" dirty="0" smtClean="0"/>
              <a:t>: </a:t>
            </a:r>
            <a:r>
              <a:rPr lang="en-IN" dirty="0"/>
              <a:t>SET TEMP -&gt; NEXT = NEW_NODE</a:t>
            </a:r>
          </a:p>
          <a:p>
            <a:r>
              <a:rPr lang="en-IN" dirty="0"/>
              <a:t>Step 8</a:t>
            </a:r>
            <a:r>
              <a:rPr lang="en-IN" dirty="0" smtClean="0"/>
              <a:t>: </a:t>
            </a:r>
            <a:r>
              <a:rPr lang="en-IN" dirty="0"/>
              <a:t>SET NEW_NODE -&gt; PREV = TEMP</a:t>
            </a:r>
          </a:p>
          <a:p>
            <a:r>
              <a:rPr lang="en-IN" dirty="0"/>
              <a:t>Step </a:t>
            </a:r>
            <a:r>
              <a:rPr lang="en-IN" dirty="0" smtClean="0"/>
              <a:t>9: </a:t>
            </a:r>
            <a:r>
              <a:rPr lang="en-IN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329564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0"/>
            <a:ext cx="5598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Insertion </a:t>
            </a:r>
            <a:r>
              <a:rPr lang="en-US" dirty="0"/>
              <a:t>in doubly linked list after Specified node</a:t>
            </a: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947" y="369332"/>
            <a:ext cx="7410053" cy="2450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1520" y="2420888"/>
            <a:ext cx="56886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Algorithm</a:t>
            </a:r>
          </a:p>
          <a:p>
            <a:endParaRPr lang="en-US" dirty="0"/>
          </a:p>
          <a:p>
            <a:r>
              <a:rPr lang="en-US" dirty="0"/>
              <a:t>Step </a:t>
            </a:r>
            <a:r>
              <a:rPr lang="en-US" dirty="0" smtClean="0"/>
              <a:t>1: </a:t>
            </a:r>
            <a:r>
              <a:rPr lang="en-US" dirty="0"/>
              <a:t>SET NEW_NODE = PTR</a:t>
            </a:r>
          </a:p>
          <a:p>
            <a:r>
              <a:rPr lang="en-US" dirty="0"/>
              <a:t>Step </a:t>
            </a:r>
            <a:r>
              <a:rPr lang="en-US" dirty="0" smtClean="0"/>
              <a:t>2: </a:t>
            </a:r>
            <a:r>
              <a:rPr lang="en-US" dirty="0"/>
              <a:t>SET PTR = PTR -&gt; NEXT</a:t>
            </a:r>
          </a:p>
          <a:p>
            <a:r>
              <a:rPr lang="en-US" dirty="0"/>
              <a:t>Step </a:t>
            </a:r>
            <a:r>
              <a:rPr lang="en-US" dirty="0" smtClean="0"/>
              <a:t>3: </a:t>
            </a:r>
            <a:r>
              <a:rPr lang="en-US" dirty="0"/>
              <a:t>SET NEW_NODE -&gt; DATA = VAL</a:t>
            </a:r>
          </a:p>
          <a:p>
            <a:r>
              <a:rPr lang="en-US" dirty="0"/>
              <a:t>Step </a:t>
            </a:r>
            <a:r>
              <a:rPr lang="en-US" dirty="0" smtClean="0"/>
              <a:t>4: </a:t>
            </a:r>
            <a:r>
              <a:rPr lang="en-US" dirty="0"/>
              <a:t>SET TEMP = START</a:t>
            </a:r>
          </a:p>
          <a:p>
            <a:r>
              <a:rPr lang="en-US" dirty="0"/>
              <a:t>Step </a:t>
            </a:r>
            <a:r>
              <a:rPr lang="en-US" dirty="0" smtClean="0"/>
              <a:t>5: </a:t>
            </a:r>
            <a:r>
              <a:rPr lang="en-US" dirty="0"/>
              <a:t>SET I = 0</a:t>
            </a:r>
          </a:p>
          <a:p>
            <a:r>
              <a:rPr lang="en-US" dirty="0"/>
              <a:t>Step </a:t>
            </a:r>
            <a:r>
              <a:rPr lang="en-US" dirty="0" smtClean="0"/>
              <a:t>6: </a:t>
            </a:r>
            <a:r>
              <a:rPr lang="en-US" dirty="0"/>
              <a:t>REPEAT </a:t>
            </a:r>
            <a:r>
              <a:rPr lang="en-US" dirty="0" smtClean="0"/>
              <a:t>7 </a:t>
            </a:r>
            <a:r>
              <a:rPr lang="en-US" dirty="0"/>
              <a:t>to </a:t>
            </a:r>
            <a:r>
              <a:rPr lang="en-US" dirty="0" smtClean="0"/>
              <a:t>9</a:t>
            </a:r>
            <a:endParaRPr lang="en-US" dirty="0"/>
          </a:p>
          <a:p>
            <a:r>
              <a:rPr lang="en-US" dirty="0"/>
              <a:t>Step </a:t>
            </a:r>
            <a:r>
              <a:rPr lang="en-US" dirty="0" smtClean="0"/>
              <a:t>7: </a:t>
            </a:r>
            <a:r>
              <a:rPr lang="en-US" dirty="0"/>
              <a:t>SET TEMP = TEMP -&gt; NEXT</a:t>
            </a:r>
          </a:p>
          <a:p>
            <a:r>
              <a:rPr lang="en-US" dirty="0"/>
              <a:t>STEP </a:t>
            </a:r>
            <a:r>
              <a:rPr lang="en-US" dirty="0" smtClean="0"/>
              <a:t>8: </a:t>
            </a:r>
            <a:r>
              <a:rPr lang="en-US" dirty="0"/>
              <a:t>IF TEMP = </a:t>
            </a:r>
            <a:r>
              <a:rPr lang="en-US" dirty="0" smtClean="0"/>
              <a:t>NULL // no further node</a:t>
            </a:r>
            <a:endParaRPr lang="en-US" dirty="0"/>
          </a:p>
          <a:p>
            <a:r>
              <a:rPr lang="en-US" dirty="0"/>
              <a:t>STEP </a:t>
            </a:r>
            <a:r>
              <a:rPr lang="en-US" dirty="0" smtClean="0"/>
              <a:t>9: </a:t>
            </a:r>
            <a:r>
              <a:rPr lang="en-US" dirty="0"/>
              <a:t>WRITE "LESS THAN DESIRED NO. OF ELEMENTS"</a:t>
            </a:r>
          </a:p>
          <a:p>
            <a:r>
              <a:rPr lang="en-US" dirty="0"/>
              <a:t>   GOTO STEP </a:t>
            </a:r>
            <a:r>
              <a:rPr lang="en-US" dirty="0" smtClean="0"/>
              <a:t>14</a:t>
            </a:r>
            <a:endParaRPr lang="en-US" dirty="0"/>
          </a:p>
          <a:p>
            <a:r>
              <a:rPr lang="en-US" dirty="0"/>
              <a:t>   [END OF IF]</a:t>
            </a:r>
          </a:p>
          <a:p>
            <a:r>
              <a:rPr lang="en-US" dirty="0"/>
              <a:t> [END OF LOOP]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91915" y="3240792"/>
            <a:ext cx="50520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Step </a:t>
            </a:r>
            <a:r>
              <a:rPr lang="en-US" dirty="0" smtClean="0"/>
              <a:t>10: </a:t>
            </a:r>
            <a:r>
              <a:rPr lang="en-US" dirty="0"/>
              <a:t>SET NEW_NODE -&gt; NEXT = TEMP -&gt; NEXT</a:t>
            </a:r>
          </a:p>
          <a:p>
            <a:r>
              <a:rPr lang="en-US" dirty="0"/>
              <a:t>Step </a:t>
            </a:r>
            <a:r>
              <a:rPr lang="en-US" dirty="0" smtClean="0"/>
              <a:t>11: </a:t>
            </a:r>
            <a:r>
              <a:rPr lang="en-US" dirty="0"/>
              <a:t>SET NEW_NODE -&gt; PREV = TEMP</a:t>
            </a:r>
          </a:p>
          <a:p>
            <a:r>
              <a:rPr lang="en-US" dirty="0"/>
              <a:t>Step </a:t>
            </a:r>
            <a:r>
              <a:rPr lang="en-US" dirty="0" smtClean="0"/>
              <a:t>12 </a:t>
            </a:r>
            <a:r>
              <a:rPr lang="en-US" dirty="0" smtClean="0"/>
              <a:t>:</a:t>
            </a:r>
            <a:r>
              <a:rPr lang="en-US" dirty="0">
                <a:solidFill>
                  <a:srgbClr val="FF0000"/>
                </a:solidFill>
              </a:rPr>
              <a:t> SET TEMP -&gt; NEXT -&gt; PREV = NEW_NODE</a:t>
            </a:r>
            <a:endParaRPr lang="en-US" dirty="0"/>
          </a:p>
          <a:p>
            <a:r>
              <a:rPr lang="en-US" dirty="0"/>
              <a:t>Step </a:t>
            </a:r>
            <a:r>
              <a:rPr lang="en-US" dirty="0" smtClean="0"/>
              <a:t>13 </a:t>
            </a:r>
            <a:r>
              <a:rPr lang="en-US" dirty="0" smtClean="0"/>
              <a:t>: </a:t>
            </a:r>
            <a:r>
              <a:rPr lang="en-US" dirty="0"/>
              <a:t>SET TEMP -&gt; NEXT = NEW_NODE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Step </a:t>
            </a:r>
            <a:r>
              <a:rPr lang="en-US" dirty="0" smtClean="0"/>
              <a:t>14: </a:t>
            </a:r>
            <a:r>
              <a:rPr lang="en-US" dirty="0" smtClean="0"/>
              <a:t>EXIT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71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872" y="28694"/>
            <a:ext cx="22011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Deletion at beginning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57456"/>
            <a:ext cx="7566794" cy="291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611560" y="3789040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Algorithm</a:t>
            </a:r>
          </a:p>
          <a:p>
            <a:r>
              <a:rPr lang="en-US" dirty="0"/>
              <a:t>STEP 1: IF HEAD = NULL</a:t>
            </a:r>
          </a:p>
          <a:p>
            <a:r>
              <a:rPr lang="en-US" dirty="0" smtClean="0"/>
              <a:t>       WRITE </a:t>
            </a:r>
            <a:r>
              <a:rPr lang="en-US" dirty="0"/>
              <a:t>UNDERFLOW</a:t>
            </a:r>
          </a:p>
          <a:p>
            <a:r>
              <a:rPr lang="en-US" dirty="0"/>
              <a:t>GOTO STEP 6</a:t>
            </a:r>
          </a:p>
          <a:p>
            <a:r>
              <a:rPr lang="en-US" dirty="0"/>
              <a:t>STEP 2: SET PTR = HEAD</a:t>
            </a:r>
          </a:p>
          <a:p>
            <a:r>
              <a:rPr lang="en-US" dirty="0"/>
              <a:t>STEP 3: SET HEAD = HEAD → NEXT</a:t>
            </a:r>
          </a:p>
          <a:p>
            <a:r>
              <a:rPr lang="en-US" dirty="0"/>
              <a:t>STEP 4: SET HEAD → PREV = NULL</a:t>
            </a:r>
          </a:p>
          <a:p>
            <a:r>
              <a:rPr lang="en-US" dirty="0"/>
              <a:t>STEP 5: FREE PTR</a:t>
            </a:r>
          </a:p>
          <a:p>
            <a:r>
              <a:rPr lang="en-US" dirty="0"/>
              <a:t>STEP 6: EXIT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64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Deletion </a:t>
            </a:r>
            <a:r>
              <a:rPr lang="en-US" dirty="0"/>
              <a:t>in doubly linked list at the end</a:t>
            </a:r>
            <a:endParaRPr lang="en-IN" dirty="0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48680"/>
            <a:ext cx="6924675" cy="3246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5536" y="2060848"/>
            <a:ext cx="640871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ALGORITHM</a:t>
            </a:r>
          </a:p>
          <a:p>
            <a:r>
              <a:rPr lang="en-US" dirty="0" smtClean="0"/>
              <a:t>Step </a:t>
            </a:r>
            <a:r>
              <a:rPr lang="en-US" dirty="0"/>
              <a:t>1: IF HEAD = NULL</a:t>
            </a:r>
          </a:p>
          <a:p>
            <a:r>
              <a:rPr lang="en-US" dirty="0" smtClean="0"/>
              <a:t>      Write </a:t>
            </a:r>
            <a:r>
              <a:rPr lang="en-US" dirty="0"/>
              <a:t>UNDERFLOW</a:t>
            </a:r>
          </a:p>
          <a:p>
            <a:r>
              <a:rPr lang="en-US" dirty="0"/>
              <a:t>Go to Step 7</a:t>
            </a:r>
          </a:p>
          <a:p>
            <a:r>
              <a:rPr lang="en-US" dirty="0"/>
              <a:t>[END OF IF]</a:t>
            </a:r>
          </a:p>
          <a:p>
            <a:endParaRPr lang="en-US" dirty="0"/>
          </a:p>
          <a:p>
            <a:r>
              <a:rPr lang="en-US" dirty="0"/>
              <a:t>Step 2: SET TEMP = HEAD</a:t>
            </a:r>
          </a:p>
          <a:p>
            <a:r>
              <a:rPr lang="en-US" dirty="0"/>
              <a:t>Step 3: REPEAT STEP 4 WHILE TEMP-&gt;NEXT != NULL</a:t>
            </a:r>
          </a:p>
          <a:p>
            <a:r>
              <a:rPr lang="en-US" dirty="0"/>
              <a:t>Step 4: SET TEMP = TEMP-&gt;NEXT</a:t>
            </a:r>
          </a:p>
          <a:p>
            <a:r>
              <a:rPr lang="en-US" dirty="0"/>
              <a:t>[END OF LOOP]</a:t>
            </a:r>
          </a:p>
          <a:p>
            <a:endParaRPr lang="en-US" dirty="0"/>
          </a:p>
          <a:p>
            <a:r>
              <a:rPr lang="en-US" dirty="0"/>
              <a:t>Step 5: </a:t>
            </a:r>
            <a:r>
              <a:rPr lang="en-US" dirty="0">
                <a:solidFill>
                  <a:srgbClr val="FF0000"/>
                </a:solidFill>
              </a:rPr>
              <a:t>SET TEMP -&gt;PREV-&gt; NEXT = NULL</a:t>
            </a:r>
          </a:p>
          <a:p>
            <a:r>
              <a:rPr lang="en-US" dirty="0"/>
              <a:t>Step 6: FREE TEMP</a:t>
            </a:r>
          </a:p>
          <a:p>
            <a:r>
              <a:rPr lang="en-US" dirty="0"/>
              <a:t>Step 7: EXIT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73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39916"/>
            <a:ext cx="52383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Deletion </a:t>
            </a:r>
            <a:r>
              <a:rPr lang="en-US" dirty="0"/>
              <a:t>in doubly linked list after the specified node</a:t>
            </a:r>
            <a:endParaRPr lang="en-IN" dirty="0"/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64" y="618416"/>
            <a:ext cx="8765904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9512" y="1916832"/>
            <a:ext cx="77048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Algorithm</a:t>
            </a:r>
          </a:p>
          <a:p>
            <a:r>
              <a:rPr lang="en-US" dirty="0"/>
              <a:t>Step 1: IF HEAD = NULL</a:t>
            </a:r>
          </a:p>
          <a:p>
            <a:r>
              <a:rPr lang="en-US" dirty="0"/>
              <a:t>    Write UNDERFLOW</a:t>
            </a:r>
          </a:p>
          <a:p>
            <a:r>
              <a:rPr lang="en-US" dirty="0"/>
              <a:t>   Go to Step 9</a:t>
            </a:r>
          </a:p>
          <a:p>
            <a:r>
              <a:rPr lang="en-US" dirty="0"/>
              <a:t>  [END OF IF]</a:t>
            </a:r>
          </a:p>
          <a:p>
            <a:endParaRPr lang="en-US" dirty="0"/>
          </a:p>
          <a:p>
            <a:r>
              <a:rPr lang="en-US" dirty="0"/>
              <a:t>Step 2: SET TEMP = HEAD</a:t>
            </a:r>
          </a:p>
          <a:p>
            <a:r>
              <a:rPr lang="en-US" dirty="0"/>
              <a:t>Step 3: Repeat Step 4 while TEMP -&gt; DATA != ITEM</a:t>
            </a:r>
          </a:p>
          <a:p>
            <a:r>
              <a:rPr lang="en-US" dirty="0"/>
              <a:t>Step 4: SET TEMP = TEMP -&gt; NEXT</a:t>
            </a:r>
          </a:p>
          <a:p>
            <a:r>
              <a:rPr lang="en-US" dirty="0"/>
              <a:t>   [END OF LOOP]</a:t>
            </a:r>
          </a:p>
          <a:p>
            <a:endParaRPr lang="en-US" dirty="0"/>
          </a:p>
          <a:p>
            <a:r>
              <a:rPr lang="en-US" dirty="0"/>
              <a:t>Step 5: SET PTR = TEMP -&gt; NEXT</a:t>
            </a:r>
          </a:p>
          <a:p>
            <a:r>
              <a:rPr lang="en-US" dirty="0"/>
              <a:t>Step 6: </a:t>
            </a:r>
            <a:r>
              <a:rPr lang="en-US" dirty="0">
                <a:solidFill>
                  <a:srgbClr val="FF0000"/>
                </a:solidFill>
              </a:rPr>
              <a:t>SET TEMP -&gt; NEXT = PTR -&gt; NEXT</a:t>
            </a:r>
          </a:p>
          <a:p>
            <a:r>
              <a:rPr lang="en-US" dirty="0"/>
              <a:t>Step 7: </a:t>
            </a:r>
            <a:r>
              <a:rPr lang="en-US" dirty="0">
                <a:solidFill>
                  <a:srgbClr val="FF0000"/>
                </a:solidFill>
              </a:rPr>
              <a:t>SET PTR -&gt; NEXT -&gt; PREV = TEMP</a:t>
            </a:r>
          </a:p>
          <a:p>
            <a:r>
              <a:rPr lang="en-US" dirty="0"/>
              <a:t>Step 8: FREE PTR</a:t>
            </a:r>
          </a:p>
          <a:p>
            <a:r>
              <a:rPr lang="en-US" dirty="0"/>
              <a:t>Step 9: EXIT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97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91680" y="2996952"/>
            <a:ext cx="6480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solidFill>
                  <a:srgbClr val="FF0000"/>
                </a:solidFill>
              </a:rPr>
              <a:t>CIRCULAR LINKED LIST</a:t>
            </a:r>
            <a:endParaRPr lang="en-IN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73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Circular?</a:t>
            </a:r>
            <a:r>
              <a:rPr lang="en-IN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 In a singly linked list, for accessing any node of linked list, we start traversing from the first node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If we are at any node in the middle of the list, then it is not possible to access nodes that precede the given node.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problem can be solved by slightly altering the structure of singly linked list.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a singly linked list, next part (pointer to next node) is NULL, if we utilize this link to point to the first node then we can reach preceding nodes.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1686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137" y="0"/>
            <a:ext cx="8229600" cy="572149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624" y="476672"/>
            <a:ext cx="6772275" cy="2177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466" y="3212976"/>
            <a:ext cx="6829425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29371" y="5536366"/>
            <a:ext cx="684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pointer last points to node Z and last -&gt; next points to node 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94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Why have we taken a pointer that points to the last node instead of first node ? 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For insertion of node in the beginning we need traverse the whole list. </a:t>
            </a:r>
          </a:p>
          <a:p>
            <a:r>
              <a:rPr lang="en-US" dirty="0" smtClean="0"/>
              <a:t>Also, for insertion at the end, the whole list has to be traversed. </a:t>
            </a:r>
          </a:p>
          <a:p>
            <a:r>
              <a:rPr lang="en-US" dirty="0" smtClean="0"/>
              <a:t>If instead of start pointer we take a pointer to the last node then in both the cases there won’t be any need to traverse the whole list. </a:t>
            </a:r>
          </a:p>
          <a:p>
            <a:r>
              <a:rPr lang="en-US" dirty="0" smtClean="0"/>
              <a:t>So insertion in the beginning or at the end takes constant time irrespective of the length of the list.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13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Insertion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node can be added in three ways: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Insertion in an empty list</a:t>
            </a:r>
          </a:p>
          <a:p>
            <a:pPr marL="0" indent="0">
              <a:buNone/>
            </a:pPr>
            <a:r>
              <a:rPr lang="en-US" dirty="0" smtClean="0"/>
              <a:t>Insertion at the beginning of the list</a:t>
            </a:r>
          </a:p>
          <a:p>
            <a:pPr marL="0" indent="0">
              <a:buNone/>
            </a:pPr>
            <a:r>
              <a:rPr lang="en-US" dirty="0" smtClean="0"/>
              <a:t>Insertion at the end of the list</a:t>
            </a:r>
          </a:p>
          <a:p>
            <a:pPr marL="0" indent="0">
              <a:buNone/>
            </a:pPr>
            <a:r>
              <a:rPr lang="en-US" dirty="0" smtClean="0"/>
              <a:t>Insertion in between the nodes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92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60848"/>
            <a:ext cx="154305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146" y="299130"/>
            <a:ext cx="260032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04" y="3573016"/>
            <a:ext cx="757237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868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 smtClean="0"/>
              <a:t>Memory Representation of CLL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840" y="1281024"/>
            <a:ext cx="6150248" cy="524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920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Insertion into circular singly linked list at beginning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8136904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383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363272" cy="626469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FF0000"/>
                </a:solidFill>
              </a:rPr>
              <a:t>Algorithm</a:t>
            </a:r>
          </a:p>
          <a:p>
            <a:pPr marL="0" indent="0">
              <a:buNone/>
            </a:pPr>
            <a:r>
              <a:rPr lang="en-US" dirty="0"/>
              <a:t>Step 1: IF PTR = NULL</a:t>
            </a:r>
          </a:p>
          <a:p>
            <a:pPr marL="0" indent="0">
              <a:buNone/>
            </a:pPr>
            <a:r>
              <a:rPr lang="en-US" dirty="0"/>
              <a:t>  Write OVERFLOW</a:t>
            </a:r>
          </a:p>
          <a:p>
            <a:pPr marL="0" indent="0">
              <a:buNone/>
            </a:pPr>
            <a:r>
              <a:rPr lang="en-US" dirty="0"/>
              <a:t> Go to Step 11</a:t>
            </a:r>
          </a:p>
          <a:p>
            <a:pPr marL="0" indent="0">
              <a:buNone/>
            </a:pPr>
            <a:r>
              <a:rPr lang="en-US" dirty="0"/>
              <a:t> [END OF IF]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2: SET NEW_NODE = PTR</a:t>
            </a:r>
          </a:p>
          <a:p>
            <a:pPr marL="0" indent="0">
              <a:buNone/>
            </a:pPr>
            <a:r>
              <a:rPr lang="en-US" dirty="0"/>
              <a:t>Step 3: SET PTR = PTR -&gt; NEXT</a:t>
            </a:r>
          </a:p>
          <a:p>
            <a:pPr marL="0" indent="0">
              <a:buNone/>
            </a:pPr>
            <a:r>
              <a:rPr lang="en-US" dirty="0"/>
              <a:t>Step 4: SET NEW_NODE -&gt; DATA = VAL</a:t>
            </a:r>
          </a:p>
          <a:p>
            <a:pPr marL="0" indent="0">
              <a:buNone/>
            </a:pPr>
            <a:r>
              <a:rPr lang="en-US" dirty="0"/>
              <a:t>Step 5: SET TEMP = HEAD</a:t>
            </a:r>
          </a:p>
          <a:p>
            <a:pPr marL="0" indent="0">
              <a:buNone/>
            </a:pPr>
            <a:r>
              <a:rPr lang="en-US" dirty="0"/>
              <a:t>Step 6: Repeat Step </a:t>
            </a:r>
            <a:r>
              <a:rPr lang="en-US" dirty="0" smtClean="0"/>
              <a:t>7 </a:t>
            </a:r>
            <a:r>
              <a:rPr lang="en-US" dirty="0"/>
              <a:t>while TEMP -&gt; NEXT != HEAD</a:t>
            </a:r>
          </a:p>
          <a:p>
            <a:pPr marL="0" indent="0">
              <a:buNone/>
            </a:pPr>
            <a:r>
              <a:rPr lang="en-US" dirty="0"/>
              <a:t>Step 7: SET TEMP = TEMP -&gt; NEXT</a:t>
            </a:r>
          </a:p>
          <a:p>
            <a:pPr marL="0" indent="0">
              <a:buNone/>
            </a:pPr>
            <a:r>
              <a:rPr lang="en-US" dirty="0"/>
              <a:t>[END OF LOOP]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8: SET NEW_NODE -&gt; NEXT = HEAD</a:t>
            </a:r>
          </a:p>
          <a:p>
            <a:pPr marL="0" indent="0">
              <a:buNone/>
            </a:pPr>
            <a:r>
              <a:rPr lang="en-US" dirty="0"/>
              <a:t>Step 9: SET TEMP → NEXT = NEW_NODE</a:t>
            </a:r>
          </a:p>
          <a:p>
            <a:pPr marL="0" indent="0">
              <a:buNone/>
            </a:pPr>
            <a:r>
              <a:rPr lang="en-US" dirty="0"/>
              <a:t>Step 10: SET HEAD = NEW_NODE</a:t>
            </a:r>
          </a:p>
          <a:p>
            <a:pPr marL="0" indent="0">
              <a:buNone/>
            </a:pPr>
            <a:r>
              <a:rPr lang="en-US" dirty="0"/>
              <a:t>Step 11: EXIT</a:t>
            </a:r>
          </a:p>
        </p:txBody>
      </p:sp>
    </p:spTree>
    <p:extLst>
      <p:ext uri="{BB962C8B-B14F-4D97-AF65-F5344CB8AC3E}">
        <p14:creationId xmlns:p14="http://schemas.microsoft.com/office/powerpoint/2010/main" val="256884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Insertion into circular singly linked list at the end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1447800"/>
            <a:ext cx="8082284" cy="4933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2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188640"/>
            <a:ext cx="799288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Algorithm</a:t>
            </a:r>
          </a:p>
          <a:p>
            <a:r>
              <a:rPr lang="en-US" sz="2400" dirty="0"/>
              <a:t>Step 1: IF PTR = NULL</a:t>
            </a:r>
          </a:p>
          <a:p>
            <a:r>
              <a:rPr lang="en-US" sz="2400" dirty="0"/>
              <a:t>  Write OVERFLOW</a:t>
            </a:r>
          </a:p>
          <a:p>
            <a:r>
              <a:rPr lang="en-US" sz="2400" dirty="0"/>
              <a:t>   Go to Step 1</a:t>
            </a:r>
          </a:p>
          <a:p>
            <a:r>
              <a:rPr lang="en-US" sz="2400" dirty="0"/>
              <a:t>  [END OF IF]</a:t>
            </a:r>
          </a:p>
          <a:p>
            <a:endParaRPr lang="en-US" sz="2400" dirty="0"/>
          </a:p>
          <a:p>
            <a:r>
              <a:rPr lang="en-US" sz="2400" dirty="0"/>
              <a:t>Step 2: SET NEW_NODE = PTR</a:t>
            </a:r>
          </a:p>
          <a:p>
            <a:r>
              <a:rPr lang="en-US" sz="2400" dirty="0"/>
              <a:t>Step 3: SET PTR = PTR -&gt; NEXT</a:t>
            </a:r>
          </a:p>
          <a:p>
            <a:r>
              <a:rPr lang="en-US" sz="2400" dirty="0"/>
              <a:t>Step 4: SET NEW_NODE -&gt; DATA = VAL</a:t>
            </a:r>
          </a:p>
          <a:p>
            <a:r>
              <a:rPr lang="en-US" sz="2400" dirty="0"/>
              <a:t>Step 5: SET NEW_NODE -&gt; NEXT = HEAD</a:t>
            </a:r>
          </a:p>
          <a:p>
            <a:r>
              <a:rPr lang="en-US" sz="2400" dirty="0"/>
              <a:t>Step 6: SET TEMP = HEAD</a:t>
            </a:r>
          </a:p>
          <a:p>
            <a:r>
              <a:rPr lang="en-US" sz="2400" dirty="0"/>
              <a:t>Step 7: Repeat Step 8 while TEMP -&gt; NEXT != HEAD</a:t>
            </a:r>
          </a:p>
          <a:p>
            <a:r>
              <a:rPr lang="en-US" sz="2400" dirty="0"/>
              <a:t>Step 8: SET TEMP = TEMP -&gt; NEXT</a:t>
            </a:r>
          </a:p>
          <a:p>
            <a:r>
              <a:rPr lang="en-US" sz="2400" dirty="0"/>
              <a:t>[END OF LOOP]</a:t>
            </a:r>
          </a:p>
          <a:p>
            <a:endParaRPr lang="en-US" sz="2400" dirty="0"/>
          </a:p>
          <a:p>
            <a:r>
              <a:rPr lang="en-US" sz="2400" dirty="0"/>
              <a:t>Step 9: SET TEMP -&gt; NEXT = NEW_NODE</a:t>
            </a:r>
          </a:p>
          <a:p>
            <a:r>
              <a:rPr lang="en-US" sz="2400" dirty="0"/>
              <a:t>Step 10: EXIT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7551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52"/>
            <a:ext cx="5266928" cy="269289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Insertion in between the nodes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To Insert a node in between the two nodes, follow these step: 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1. Create a node, say T. 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2. Search the node after which T need to be insert, say that node be P. 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3. Make T -&gt; next = P -&gt; next; 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4. P -&gt; next = T.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Suppose 12 need to be insert </a:t>
            </a:r>
            <a:r>
              <a:rPr lang="en-US" dirty="0" smtClean="0"/>
              <a:t>before </a:t>
            </a:r>
            <a:r>
              <a:rPr lang="en-US" dirty="0"/>
              <a:t>node having value 10, 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53" y="2564904"/>
            <a:ext cx="5958600" cy="1835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543241"/>
            <a:ext cx="6924675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086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Deletion in CLL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given </a:t>
            </a:r>
            <a:r>
              <a:rPr lang="en-US" dirty="0"/>
              <a:t>a node and our task is to delete that node from the circular linked list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556792"/>
            <a:ext cx="5291683" cy="2535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2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 </a:t>
            </a:r>
            <a:endParaRPr lang="en-IN" dirty="0"/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60648"/>
            <a:ext cx="5084018" cy="2911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3568" y="3752166"/>
            <a:ext cx="64807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Algorithm</a:t>
            </a:r>
          </a:p>
          <a:p>
            <a:r>
              <a:rPr lang="en-US" dirty="0"/>
              <a:t>Case 1: List is empty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            </a:t>
            </a:r>
            <a:r>
              <a:rPr lang="en-US" dirty="0"/>
              <a:t>If the list is empty we will simply return.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1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Deletion in circular singly linked list at </a:t>
            </a:r>
            <a:r>
              <a:rPr lang="en-US" dirty="0" smtClean="0"/>
              <a:t>beginning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list is </a:t>
            </a:r>
            <a:r>
              <a:rPr lang="en-US" dirty="0" smtClean="0">
                <a:solidFill>
                  <a:srgbClr val="FF0000"/>
                </a:solidFill>
              </a:rPr>
              <a:t>Empty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If the list is empty then the condition </a:t>
            </a:r>
            <a:r>
              <a:rPr lang="en-US" b="1" dirty="0"/>
              <a:t>head == NULL</a:t>
            </a:r>
            <a:r>
              <a:rPr lang="en-US" dirty="0"/>
              <a:t> will become true, in this case, we just need to print </a:t>
            </a:r>
            <a:r>
              <a:rPr lang="en-US" b="1" dirty="0"/>
              <a:t>underflow</a:t>
            </a:r>
            <a:r>
              <a:rPr lang="en-US" dirty="0"/>
              <a:t> on the screen and make exit.</a:t>
            </a:r>
          </a:p>
          <a:p>
            <a:pPr marL="1257300" lvl="3" indent="0">
              <a:buNone/>
            </a:pPr>
            <a:r>
              <a:rPr lang="en-US" dirty="0"/>
              <a:t>if(head == NULL)  </a:t>
            </a:r>
          </a:p>
          <a:p>
            <a:pPr marL="1257300" lvl="3" indent="0">
              <a:buNone/>
            </a:pPr>
            <a:r>
              <a:rPr lang="en-US" dirty="0"/>
              <a:t>    {  </a:t>
            </a:r>
          </a:p>
          <a:p>
            <a:pPr marL="1257300" lvl="3" indent="0">
              <a:buNone/>
            </a:pPr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nUNDERFLOW</a:t>
            </a:r>
            <a:r>
              <a:rPr lang="en-US" dirty="0"/>
              <a:t>");    </a:t>
            </a:r>
          </a:p>
          <a:p>
            <a:pPr marL="1257300" lvl="3" indent="0">
              <a:buNone/>
            </a:pPr>
            <a:r>
              <a:rPr lang="en-US" dirty="0"/>
              <a:t>        return;   </a:t>
            </a:r>
          </a:p>
          <a:p>
            <a:pPr marL="1257300" lvl="3" indent="0">
              <a:buNone/>
            </a:pPr>
            <a:r>
              <a:rPr lang="en-US" dirty="0"/>
              <a:t>    }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8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The list contains single node</a:t>
            </a:r>
          </a:p>
          <a:p>
            <a:pPr marL="0" indent="0">
              <a:buNone/>
            </a:pPr>
            <a:r>
              <a:rPr lang="en-US" dirty="0"/>
              <a:t>If the list contains single node then, the condition </a:t>
            </a:r>
            <a:r>
              <a:rPr lang="en-US" b="1" dirty="0"/>
              <a:t>head → next == head</a:t>
            </a:r>
            <a:r>
              <a:rPr lang="en-US" dirty="0"/>
              <a:t> will become true. In this case, we need to delete the entire list and make the head pointer free. </a:t>
            </a:r>
            <a:endParaRPr lang="en-US" dirty="0" smtClean="0"/>
          </a:p>
          <a:p>
            <a:pPr marL="800100" lvl="2" indent="0">
              <a:buNone/>
            </a:pPr>
            <a:r>
              <a:rPr lang="en-US" dirty="0"/>
              <a:t>if(head-&gt;next == head)  </a:t>
            </a:r>
          </a:p>
          <a:p>
            <a:pPr marL="800100" lvl="2" indent="0">
              <a:buNone/>
            </a:pPr>
            <a:r>
              <a:rPr lang="en-US" dirty="0"/>
              <a:t>{  </a:t>
            </a:r>
          </a:p>
          <a:p>
            <a:pPr marL="800100" lvl="2" indent="0">
              <a:buNone/>
            </a:pPr>
            <a:r>
              <a:rPr lang="en-US" dirty="0"/>
              <a:t>    head = NULL;  </a:t>
            </a:r>
          </a:p>
          <a:p>
            <a:pPr marL="800100" lvl="2" indent="0">
              <a:buNone/>
            </a:pPr>
            <a:r>
              <a:rPr lang="en-US" dirty="0"/>
              <a:t>    free(head);  </a:t>
            </a:r>
          </a:p>
          <a:p>
            <a:pPr marL="800100" lvl="2" indent="0">
              <a:buNone/>
            </a:pPr>
            <a:r>
              <a:rPr lang="en-US" dirty="0"/>
              <a:t>}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78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r>
              <a:rPr lang="en-US" dirty="0"/>
              <a:t>The list contains more than one node</a:t>
            </a:r>
          </a:p>
          <a:p>
            <a:r>
              <a:rPr lang="en-US" dirty="0"/>
              <a:t>we need to traverse the list by using the pointer </a:t>
            </a:r>
            <a:r>
              <a:rPr lang="en-US" b="1" dirty="0" err="1"/>
              <a:t>ptr</a:t>
            </a:r>
            <a:r>
              <a:rPr lang="en-US" dirty="0"/>
              <a:t> to reach the last node of the list. This will be done by using the following statements.</a:t>
            </a:r>
          </a:p>
          <a:p>
            <a:pPr marL="800100" lvl="2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ptr</a:t>
            </a:r>
            <a:r>
              <a:rPr lang="en-US" dirty="0"/>
              <a:t> = head;   </a:t>
            </a:r>
          </a:p>
          <a:p>
            <a:pPr marL="800100" lvl="2" indent="0">
              <a:buNone/>
            </a:pPr>
            <a:r>
              <a:rPr lang="en-US" dirty="0"/>
              <a:t>            </a:t>
            </a:r>
            <a:r>
              <a:rPr lang="en-US" dirty="0" smtClean="0"/>
              <a:t>	</a:t>
            </a:r>
            <a:r>
              <a:rPr lang="en-US" b="1" dirty="0" smtClean="0"/>
              <a:t>while</a:t>
            </a:r>
            <a:r>
              <a:rPr lang="en-US" dirty="0" smtClean="0"/>
              <a:t>(</a:t>
            </a:r>
            <a:r>
              <a:rPr lang="en-US" dirty="0" err="1" smtClean="0"/>
              <a:t>ptr</a:t>
            </a:r>
            <a:r>
              <a:rPr lang="en-US" dirty="0"/>
              <a:t> -&gt; next != head)  </a:t>
            </a:r>
          </a:p>
          <a:p>
            <a:pPr marL="800100" lvl="2" indent="0">
              <a:buNone/>
            </a:pPr>
            <a:r>
              <a:rPr lang="en-US" dirty="0"/>
              <a:t>           </a:t>
            </a:r>
            <a:r>
              <a:rPr lang="en-US" dirty="0" smtClean="0"/>
              <a:t>	</a:t>
            </a:r>
            <a:r>
              <a:rPr lang="en-US" dirty="0"/>
              <a:t>     </a:t>
            </a:r>
            <a:r>
              <a:rPr lang="en-US" dirty="0" err="1"/>
              <a:t>ptr</a:t>
            </a:r>
            <a:r>
              <a:rPr lang="en-US" dirty="0"/>
              <a:t> = </a:t>
            </a:r>
            <a:r>
              <a:rPr lang="en-US" dirty="0" err="1"/>
              <a:t>ptr</a:t>
            </a:r>
            <a:r>
              <a:rPr lang="en-US" dirty="0"/>
              <a:t> -&gt; next;   </a:t>
            </a:r>
          </a:p>
          <a:p>
            <a:pPr marL="0" indent="0">
              <a:buNone/>
            </a:pPr>
            <a:r>
              <a:rPr lang="en-US" dirty="0"/>
              <a:t>At the end of the loop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		 </a:t>
            </a:r>
            <a:r>
              <a:rPr lang="en-IN" dirty="0" err="1"/>
              <a:t>ptr</a:t>
            </a:r>
            <a:r>
              <a:rPr lang="en-IN" dirty="0"/>
              <a:t>-&gt;next = head-&gt;next; 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		free(head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2717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764704"/>
            <a:ext cx="7626994" cy="56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035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260649"/>
            <a:ext cx="7416824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Algorithm</a:t>
            </a:r>
          </a:p>
          <a:p>
            <a:r>
              <a:rPr lang="en-US" sz="2800" dirty="0"/>
              <a:t>Step 1: IF HEAD = NULL</a:t>
            </a:r>
          </a:p>
          <a:p>
            <a:r>
              <a:rPr lang="en-US" sz="2800" dirty="0"/>
              <a:t>Write UNDERFLOW</a:t>
            </a:r>
          </a:p>
          <a:p>
            <a:r>
              <a:rPr lang="en-US" sz="2800" dirty="0"/>
              <a:t>  Go to Step 8</a:t>
            </a:r>
          </a:p>
          <a:p>
            <a:r>
              <a:rPr lang="en-US" sz="2800" dirty="0"/>
              <a:t> [END OF IF]</a:t>
            </a:r>
          </a:p>
          <a:p>
            <a:endParaRPr lang="en-US" sz="2800" dirty="0"/>
          </a:p>
          <a:p>
            <a:r>
              <a:rPr lang="en-US" sz="2800" dirty="0"/>
              <a:t>Step 2: SET PTR = HEAD</a:t>
            </a:r>
          </a:p>
          <a:p>
            <a:r>
              <a:rPr lang="en-US" sz="2800" dirty="0"/>
              <a:t>Step 3: Repeat Step 4 while PTR → NEXT != HEAD</a:t>
            </a:r>
          </a:p>
          <a:p>
            <a:r>
              <a:rPr lang="en-US" sz="2800" dirty="0"/>
              <a:t>Step 4: SET PTR = PTR → next</a:t>
            </a:r>
          </a:p>
          <a:p>
            <a:r>
              <a:rPr lang="en-US" sz="2800" dirty="0"/>
              <a:t>[END OF LOOP]</a:t>
            </a:r>
          </a:p>
          <a:p>
            <a:endParaRPr lang="en-US" sz="2800" dirty="0"/>
          </a:p>
          <a:p>
            <a:r>
              <a:rPr lang="en-US" sz="2800" dirty="0"/>
              <a:t>Step 5: SET PTR → NEXT = HEAD → NEXT</a:t>
            </a:r>
          </a:p>
          <a:p>
            <a:r>
              <a:rPr lang="en-US" sz="2800" dirty="0"/>
              <a:t>Step 6: FREE HEAD</a:t>
            </a:r>
          </a:p>
          <a:p>
            <a:r>
              <a:rPr lang="en-US" sz="2800" dirty="0"/>
              <a:t>Step 7: </a:t>
            </a:r>
            <a:r>
              <a:rPr lang="en-US" sz="2800" dirty="0">
                <a:solidFill>
                  <a:srgbClr val="FF0000"/>
                </a:solidFill>
              </a:rPr>
              <a:t>SET HEAD = PTR → NEXT</a:t>
            </a:r>
          </a:p>
          <a:p>
            <a:r>
              <a:rPr lang="en-US" sz="2800" dirty="0"/>
              <a:t>Step 8: EXIT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2933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Deletion in Circular singly linked list at the </a:t>
            </a:r>
            <a:r>
              <a:rPr lang="en-US" dirty="0" smtClean="0"/>
              <a:t>end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34103"/>
            <a:ext cx="8280920" cy="4333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644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0816" y="116632"/>
            <a:ext cx="3088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list contains single element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173803" y="43672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if</a:t>
            </a:r>
            <a:r>
              <a:rPr lang="en-US" dirty="0"/>
              <a:t>(head-&gt;next == head)  </a:t>
            </a:r>
          </a:p>
          <a:p>
            <a:r>
              <a:rPr lang="en-US" dirty="0"/>
              <a:t>{  </a:t>
            </a:r>
          </a:p>
          <a:p>
            <a:r>
              <a:rPr lang="en-US" dirty="0"/>
              <a:t>    head = NULL;  </a:t>
            </a:r>
          </a:p>
          <a:p>
            <a:r>
              <a:rPr lang="en-US" dirty="0"/>
              <a:t>    free(head);  </a:t>
            </a:r>
          </a:p>
          <a:p>
            <a:r>
              <a:rPr lang="en-US" dirty="0"/>
              <a:t>}  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816" y="2060848"/>
            <a:ext cx="3941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list contains more than one element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3803" y="2441848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ptr</a:t>
            </a:r>
            <a:r>
              <a:rPr lang="en-US" dirty="0"/>
              <a:t> = head;  </a:t>
            </a:r>
          </a:p>
          <a:p>
            <a:r>
              <a:rPr lang="en-US" dirty="0"/>
              <a:t>        </a:t>
            </a:r>
            <a:r>
              <a:rPr lang="en-US" b="1" dirty="0"/>
              <a:t>while</a:t>
            </a:r>
            <a:r>
              <a:rPr lang="en-US" dirty="0"/>
              <a:t>(</a:t>
            </a:r>
            <a:r>
              <a:rPr lang="en-US" dirty="0" err="1"/>
              <a:t>ptr</a:t>
            </a:r>
            <a:r>
              <a:rPr lang="en-US" dirty="0"/>
              <a:t> -&gt;next != head)  </a:t>
            </a:r>
          </a:p>
          <a:p>
            <a:r>
              <a:rPr lang="en-US" dirty="0"/>
              <a:t>        {  </a:t>
            </a:r>
          </a:p>
          <a:p>
            <a:r>
              <a:rPr lang="en-US" dirty="0"/>
              <a:t>            </a:t>
            </a:r>
            <a:r>
              <a:rPr lang="en-US" dirty="0" err="1"/>
              <a:t>preptr</a:t>
            </a:r>
            <a:r>
              <a:rPr lang="en-US" dirty="0"/>
              <a:t>=</a:t>
            </a:r>
            <a:r>
              <a:rPr lang="en-US" dirty="0" err="1"/>
              <a:t>ptr</a:t>
            </a:r>
            <a:r>
              <a:rPr lang="en-US" dirty="0"/>
              <a:t>;  </a:t>
            </a:r>
          </a:p>
          <a:p>
            <a:r>
              <a:rPr lang="en-US" dirty="0"/>
              <a:t>            </a:t>
            </a:r>
            <a:r>
              <a:rPr lang="en-US" dirty="0" err="1"/>
              <a:t>ptr</a:t>
            </a:r>
            <a:r>
              <a:rPr lang="en-US" dirty="0"/>
              <a:t> = </a:t>
            </a:r>
            <a:r>
              <a:rPr lang="en-US" dirty="0" err="1"/>
              <a:t>ptr</a:t>
            </a:r>
            <a:r>
              <a:rPr lang="en-US" dirty="0"/>
              <a:t>-&gt;next;  </a:t>
            </a:r>
          </a:p>
          <a:p>
            <a:r>
              <a:rPr lang="en-US" dirty="0"/>
              <a:t>        }  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816" y="4241110"/>
            <a:ext cx="8449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need to make just one more pointer adjustment. We need to make the next pointer of </a:t>
            </a:r>
            <a:r>
              <a:rPr lang="en-US" dirty="0" err="1"/>
              <a:t>preptr</a:t>
            </a:r>
            <a:r>
              <a:rPr lang="en-US" dirty="0"/>
              <a:t> point to the next of </a:t>
            </a:r>
            <a:r>
              <a:rPr lang="en-US" dirty="0" err="1"/>
              <a:t>ptr</a:t>
            </a:r>
            <a:r>
              <a:rPr lang="en-US" dirty="0"/>
              <a:t> (i.e. head) and then make pointer </a:t>
            </a:r>
            <a:r>
              <a:rPr lang="en-US" dirty="0" err="1"/>
              <a:t>ptr</a:t>
            </a:r>
            <a:r>
              <a:rPr lang="en-US" dirty="0"/>
              <a:t> free.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331640" y="515719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preptr</a:t>
            </a:r>
            <a:r>
              <a:rPr lang="en-US" dirty="0"/>
              <a:t>-&gt;next = </a:t>
            </a:r>
            <a:r>
              <a:rPr lang="en-US" dirty="0" err="1"/>
              <a:t>ptr</a:t>
            </a:r>
            <a:r>
              <a:rPr lang="en-US" dirty="0"/>
              <a:t> -&gt; next;  </a:t>
            </a:r>
          </a:p>
          <a:p>
            <a:r>
              <a:rPr lang="en-US" dirty="0"/>
              <a:t>        free(</a:t>
            </a:r>
            <a:r>
              <a:rPr lang="en-US" dirty="0" err="1"/>
              <a:t>ptr</a:t>
            </a:r>
            <a:r>
              <a:rPr lang="en-US" dirty="0"/>
              <a:t>);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70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3568" y="188640"/>
            <a:ext cx="835292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Algorithm</a:t>
            </a:r>
          </a:p>
          <a:p>
            <a:r>
              <a:rPr lang="en-US" sz="2800" dirty="0"/>
              <a:t>Step 1: IF HEAD = NULL</a:t>
            </a:r>
          </a:p>
          <a:p>
            <a:r>
              <a:rPr lang="en-US" sz="2800" dirty="0"/>
              <a:t>  Write UNDERFLOW</a:t>
            </a:r>
          </a:p>
          <a:p>
            <a:r>
              <a:rPr lang="en-US" sz="2800" dirty="0"/>
              <a:t>   Go to Step 8</a:t>
            </a:r>
          </a:p>
          <a:p>
            <a:r>
              <a:rPr lang="en-US" sz="2800" dirty="0"/>
              <a:t>  [END OF IF]</a:t>
            </a:r>
          </a:p>
          <a:p>
            <a:endParaRPr lang="en-US" sz="2800" dirty="0"/>
          </a:p>
          <a:p>
            <a:r>
              <a:rPr lang="en-US" sz="2800" dirty="0"/>
              <a:t>Step 2: SET PTR = HEAD</a:t>
            </a:r>
          </a:p>
          <a:p>
            <a:r>
              <a:rPr lang="en-US" sz="2800" dirty="0"/>
              <a:t>Step 3: Repeat Steps 4 and 5 while PTR -&gt; NEXT != HEAD</a:t>
            </a:r>
          </a:p>
          <a:p>
            <a:r>
              <a:rPr lang="en-US" sz="2800" dirty="0"/>
              <a:t>Step 4: </a:t>
            </a:r>
            <a:r>
              <a:rPr lang="en-US" sz="2800" dirty="0">
                <a:solidFill>
                  <a:srgbClr val="FF0000"/>
                </a:solidFill>
              </a:rPr>
              <a:t>SET PREPTR = PTR</a:t>
            </a:r>
          </a:p>
          <a:p>
            <a:r>
              <a:rPr lang="en-US" sz="2800" dirty="0"/>
              <a:t>Step 5: </a:t>
            </a:r>
            <a:r>
              <a:rPr lang="en-US" sz="2800" dirty="0">
                <a:solidFill>
                  <a:srgbClr val="FF0000"/>
                </a:solidFill>
              </a:rPr>
              <a:t>SET PTR = PTR -&gt; NEXT</a:t>
            </a:r>
          </a:p>
          <a:p>
            <a:r>
              <a:rPr lang="en-US" sz="2800" dirty="0"/>
              <a:t>[END OF LOOP]</a:t>
            </a:r>
          </a:p>
          <a:p>
            <a:endParaRPr lang="en-US" sz="2800" dirty="0"/>
          </a:p>
          <a:p>
            <a:r>
              <a:rPr lang="en-US" sz="2800" dirty="0"/>
              <a:t>Step 6: SET PREPTR -&gt; NEXT = HEAD</a:t>
            </a:r>
          </a:p>
          <a:p>
            <a:r>
              <a:rPr lang="en-US" sz="2800" dirty="0"/>
              <a:t>Step 7: FREE PTR</a:t>
            </a:r>
          </a:p>
          <a:p>
            <a:r>
              <a:rPr lang="en-US" sz="2800" dirty="0"/>
              <a:t>Step 8: EXIT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3472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93626"/>
            <a:ext cx="8766994" cy="4507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660232" y="332656"/>
            <a:ext cx="2214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Inset at given position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39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764704"/>
            <a:ext cx="8856984" cy="506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256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48"/>
            <a:ext cx="8229600" cy="804664"/>
          </a:xfrm>
        </p:spPr>
        <p:txBody>
          <a:bodyPr>
            <a:normAutofit fontScale="90000"/>
          </a:bodyPr>
          <a:lstStyle/>
          <a:p>
            <a:r>
              <a:rPr lang="en-US" dirty="0"/>
              <a:t>Searching in circular singly linked </a:t>
            </a:r>
            <a:r>
              <a:rPr lang="en-US" dirty="0" smtClean="0"/>
              <a:t>list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95536" y="692696"/>
            <a:ext cx="8424936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Algorithm</a:t>
            </a:r>
          </a:p>
          <a:p>
            <a:r>
              <a:rPr lang="en-US" sz="2200" dirty="0"/>
              <a:t>Step 1: SET PTR = HEAD</a:t>
            </a:r>
          </a:p>
          <a:p>
            <a:r>
              <a:rPr lang="en-US" sz="2200" dirty="0"/>
              <a:t>Step 2: Set I = 0</a:t>
            </a:r>
          </a:p>
          <a:p>
            <a:r>
              <a:rPr lang="en-US" sz="2200" dirty="0"/>
              <a:t>STEP 3: IF PTR = NULL</a:t>
            </a:r>
          </a:p>
          <a:p>
            <a:r>
              <a:rPr lang="en-US" sz="2200" dirty="0" smtClean="0"/>
              <a:t>                WRITE </a:t>
            </a:r>
            <a:r>
              <a:rPr lang="en-US" sz="2200" dirty="0"/>
              <a:t>"EMPTY LIST"</a:t>
            </a:r>
          </a:p>
          <a:p>
            <a:r>
              <a:rPr lang="en-US" sz="2200" dirty="0" smtClean="0"/>
              <a:t>                GOTO </a:t>
            </a:r>
            <a:r>
              <a:rPr lang="en-US" sz="2200" dirty="0"/>
              <a:t>STEP 8</a:t>
            </a:r>
          </a:p>
          <a:p>
            <a:r>
              <a:rPr lang="en-US" sz="2200" dirty="0" smtClean="0"/>
              <a:t>            END </a:t>
            </a:r>
            <a:r>
              <a:rPr lang="en-US" sz="2200" dirty="0"/>
              <a:t>OF IF</a:t>
            </a:r>
          </a:p>
          <a:p>
            <a:r>
              <a:rPr lang="en-US" sz="2200" dirty="0" smtClean="0"/>
              <a:t>STEP </a:t>
            </a:r>
            <a:r>
              <a:rPr lang="en-US" sz="2200" dirty="0"/>
              <a:t>4: IF HEAD → DATA = ITEM</a:t>
            </a:r>
          </a:p>
          <a:p>
            <a:r>
              <a:rPr lang="en-US" sz="2200" dirty="0" smtClean="0"/>
              <a:t>                   WRITE </a:t>
            </a:r>
            <a:r>
              <a:rPr lang="en-US" sz="2200" dirty="0"/>
              <a:t>i+1 RETURN [END OF IF]</a:t>
            </a:r>
          </a:p>
          <a:p>
            <a:r>
              <a:rPr lang="en-US" sz="2200" dirty="0"/>
              <a:t>STEP 5: REPEAT STEP 5 TO 7 UNTIL PTR-&gt;next != head</a:t>
            </a:r>
          </a:p>
          <a:p>
            <a:r>
              <a:rPr lang="en-US" sz="2200" dirty="0"/>
              <a:t>STEP 6: </a:t>
            </a:r>
            <a:r>
              <a:rPr lang="en-US" sz="2200" dirty="0" smtClean="0"/>
              <a:t>IF </a:t>
            </a:r>
            <a:r>
              <a:rPr lang="en-US" sz="2200" dirty="0" err="1"/>
              <a:t>ptr</a:t>
            </a:r>
            <a:r>
              <a:rPr lang="en-US" sz="2200" dirty="0"/>
              <a:t> → data = item</a:t>
            </a:r>
          </a:p>
          <a:p>
            <a:r>
              <a:rPr lang="en-US" sz="2200" dirty="0" smtClean="0"/>
              <a:t>                  write </a:t>
            </a:r>
            <a:r>
              <a:rPr lang="en-US" sz="2200" dirty="0"/>
              <a:t>i+1</a:t>
            </a:r>
          </a:p>
          <a:p>
            <a:r>
              <a:rPr lang="en-US" sz="2200" dirty="0" smtClean="0"/>
              <a:t>                  RETURN</a:t>
            </a:r>
            <a:endParaRPr lang="en-US" sz="2200" dirty="0"/>
          </a:p>
          <a:p>
            <a:r>
              <a:rPr lang="en-US" sz="2200" dirty="0" smtClean="0"/>
              <a:t>             End </a:t>
            </a:r>
            <a:r>
              <a:rPr lang="en-US" sz="2200" dirty="0"/>
              <a:t>of IF</a:t>
            </a:r>
          </a:p>
          <a:p>
            <a:r>
              <a:rPr lang="en-US" sz="2200" dirty="0"/>
              <a:t>STEP 7: I = I + 1</a:t>
            </a:r>
          </a:p>
          <a:p>
            <a:r>
              <a:rPr lang="en-US" sz="2200" dirty="0"/>
              <a:t>STEP 8: PTR = PTR → NEXT</a:t>
            </a:r>
          </a:p>
          <a:p>
            <a:r>
              <a:rPr lang="en-US" sz="2200" dirty="0"/>
              <a:t>[END OF LOOP]</a:t>
            </a:r>
          </a:p>
          <a:p>
            <a:r>
              <a:rPr lang="en-US" sz="2200" dirty="0" smtClean="0"/>
              <a:t>STEP </a:t>
            </a:r>
            <a:r>
              <a:rPr lang="en-US" sz="2200" dirty="0"/>
              <a:t>9: EXIT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10982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Searching algorithm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72" y="1340768"/>
            <a:ext cx="5026987" cy="522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856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/>
              <a:t>Traversing in Circular Singly linked </a:t>
            </a:r>
            <a:r>
              <a:rPr lang="en-US" dirty="0" smtClean="0"/>
              <a:t>list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2008" y="908720"/>
            <a:ext cx="8964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Traversing </a:t>
            </a:r>
            <a:r>
              <a:rPr lang="en-US" dirty="0"/>
              <a:t>in circular singly linked list can be done through a loop. Initialize the temporary pointer variable </a:t>
            </a:r>
            <a:r>
              <a:rPr lang="en-US" b="1" dirty="0"/>
              <a:t>temp</a:t>
            </a:r>
            <a:r>
              <a:rPr lang="en-US" dirty="0"/>
              <a:t> to head pointer and run the while loop until the next pointer of temp becomes </a:t>
            </a:r>
            <a:r>
              <a:rPr lang="en-US" b="1" dirty="0"/>
              <a:t>head</a:t>
            </a:r>
            <a:r>
              <a:rPr lang="en-US" dirty="0"/>
              <a:t>. 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83568" y="1755696"/>
            <a:ext cx="79208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Algorithm</a:t>
            </a:r>
          </a:p>
          <a:p>
            <a:r>
              <a:rPr lang="en-IN" sz="2400" dirty="0"/>
              <a:t>STEP 1: SET PTR = HEAD</a:t>
            </a:r>
          </a:p>
          <a:p>
            <a:r>
              <a:rPr lang="en-IN" sz="2400" dirty="0"/>
              <a:t>STEP 2: IF PTR = NULL</a:t>
            </a:r>
          </a:p>
          <a:p>
            <a:r>
              <a:rPr lang="en-IN" sz="2400" dirty="0"/>
              <a:t>WRITE "EMPTY LIST"</a:t>
            </a:r>
          </a:p>
          <a:p>
            <a:r>
              <a:rPr lang="en-IN" sz="2400" dirty="0"/>
              <a:t>GOTO STEP 8</a:t>
            </a:r>
          </a:p>
          <a:p>
            <a:r>
              <a:rPr lang="en-IN" sz="2400" dirty="0"/>
              <a:t>END OF IF</a:t>
            </a:r>
          </a:p>
          <a:p>
            <a:r>
              <a:rPr lang="en-IN" sz="2400" dirty="0" smtClean="0"/>
              <a:t>STEP </a:t>
            </a:r>
            <a:r>
              <a:rPr lang="en-IN" sz="2400" dirty="0"/>
              <a:t>4: REPEAT STEP 5 AND 6 </a:t>
            </a:r>
            <a:endParaRPr lang="en-IN" sz="2400" dirty="0" smtClean="0"/>
          </a:p>
          <a:p>
            <a:r>
              <a:rPr lang="en-IN" sz="2400" dirty="0"/>
              <a:t> </a:t>
            </a:r>
            <a:r>
              <a:rPr lang="en-IN" sz="2400" dirty="0" smtClean="0"/>
              <a:t>    UNTIL </a:t>
            </a:r>
            <a:r>
              <a:rPr lang="en-IN" sz="2400" dirty="0"/>
              <a:t>PTR → NEXT != HEAD</a:t>
            </a:r>
          </a:p>
          <a:p>
            <a:r>
              <a:rPr lang="en-IN" sz="2400" dirty="0"/>
              <a:t>STEP 5: PRINT PTR → DATA</a:t>
            </a:r>
          </a:p>
          <a:p>
            <a:r>
              <a:rPr lang="en-IN" sz="2400" dirty="0"/>
              <a:t>STEP 6: PTR = PTR → NEXT</a:t>
            </a:r>
          </a:p>
          <a:p>
            <a:r>
              <a:rPr lang="en-IN" sz="2400" dirty="0"/>
              <a:t>[END OF LOOP]</a:t>
            </a:r>
          </a:p>
          <a:p>
            <a:endParaRPr lang="en-IN" sz="2400" dirty="0"/>
          </a:p>
          <a:p>
            <a:r>
              <a:rPr lang="en-IN" sz="2400" dirty="0"/>
              <a:t>STEP 7: PRINT PTR→ DATA</a:t>
            </a:r>
          </a:p>
          <a:p>
            <a:r>
              <a:rPr lang="en-IN" sz="2400" dirty="0"/>
              <a:t>STEP 8: EXIT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059" y="1834714"/>
            <a:ext cx="3119437" cy="328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172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2216"/>
            <a:ext cx="486003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// C program to delete a given key from linked list.</a:t>
            </a:r>
          </a:p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stdlib.h</a:t>
            </a:r>
            <a:r>
              <a:rPr lang="en-IN" dirty="0"/>
              <a:t>&gt;</a:t>
            </a:r>
          </a:p>
          <a:p>
            <a:r>
              <a:rPr lang="en-IN" dirty="0" err="1"/>
              <a:t>struct</a:t>
            </a:r>
            <a:r>
              <a:rPr lang="en-IN" dirty="0"/>
              <a:t> Node 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data;</a:t>
            </a:r>
          </a:p>
          <a:p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Node* next;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// Function to insert a node at the beginning of a Circular linked list </a:t>
            </a:r>
          </a:p>
          <a:p>
            <a:r>
              <a:rPr lang="en-IN" dirty="0"/>
              <a:t>void push(</a:t>
            </a:r>
            <a:r>
              <a:rPr lang="en-IN" dirty="0" err="1"/>
              <a:t>struct</a:t>
            </a:r>
            <a:r>
              <a:rPr lang="en-IN" dirty="0"/>
              <a:t> Node** </a:t>
            </a:r>
            <a:r>
              <a:rPr lang="en-IN" dirty="0" err="1"/>
              <a:t>head_ref</a:t>
            </a:r>
            <a:r>
              <a:rPr lang="en-IN" dirty="0"/>
              <a:t>, </a:t>
            </a:r>
            <a:r>
              <a:rPr lang="en-IN" dirty="0" err="1"/>
              <a:t>int</a:t>
            </a:r>
            <a:r>
              <a:rPr lang="en-IN" dirty="0"/>
              <a:t> data)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// Create a new node and make head as next of it.</a:t>
            </a:r>
          </a:p>
          <a:p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Node* ptr1 = (</a:t>
            </a:r>
            <a:r>
              <a:rPr lang="en-IN" dirty="0" err="1"/>
              <a:t>struct</a:t>
            </a:r>
            <a:r>
              <a:rPr lang="en-IN" dirty="0"/>
              <a:t> Node*)</a:t>
            </a:r>
            <a:r>
              <a:rPr lang="en-IN" dirty="0" err="1"/>
              <a:t>malloc</a:t>
            </a:r>
            <a:r>
              <a:rPr lang="en-IN" dirty="0"/>
              <a:t>(</a:t>
            </a:r>
            <a:r>
              <a:rPr lang="en-IN" dirty="0" err="1"/>
              <a:t>sizeof</a:t>
            </a:r>
            <a:r>
              <a:rPr lang="en-IN" dirty="0"/>
              <a:t>(</a:t>
            </a:r>
            <a:r>
              <a:rPr lang="en-IN" dirty="0" err="1"/>
              <a:t>struct</a:t>
            </a:r>
            <a:r>
              <a:rPr lang="en-IN" dirty="0"/>
              <a:t> Node));</a:t>
            </a:r>
          </a:p>
          <a:p>
            <a:r>
              <a:rPr lang="en-IN" dirty="0"/>
              <a:t>    ptr1-&gt;data = data;</a:t>
            </a:r>
          </a:p>
          <a:p>
            <a:r>
              <a:rPr lang="en-IN" dirty="0"/>
              <a:t>    ptr1-&gt;next = *</a:t>
            </a:r>
            <a:r>
              <a:rPr lang="en-IN" dirty="0" err="1"/>
              <a:t>head_ref</a:t>
            </a:r>
            <a:r>
              <a:rPr lang="en-IN" dirty="0"/>
              <a:t>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/* If linked list is not NULL then set the next of last node </a:t>
            </a:r>
            <a:r>
              <a:rPr lang="en-IN" dirty="0" smtClean="0"/>
              <a:t>*/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076056" y="262216"/>
            <a:ext cx="396044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if (*</a:t>
            </a:r>
            <a:r>
              <a:rPr lang="en-US" dirty="0" err="1"/>
              <a:t>head_ref</a:t>
            </a:r>
            <a:r>
              <a:rPr lang="en-US" dirty="0"/>
              <a:t> != NULL) {</a:t>
            </a:r>
          </a:p>
          <a:p>
            <a:r>
              <a:rPr lang="en-US" dirty="0"/>
              <a:t>        // Find the node before head and update</a:t>
            </a:r>
          </a:p>
          <a:p>
            <a:r>
              <a:rPr lang="en-US" dirty="0"/>
              <a:t>        // next of it.</a:t>
            </a:r>
          </a:p>
          <a:p>
            <a:r>
              <a:rPr lang="en-US" dirty="0"/>
              <a:t>        </a:t>
            </a:r>
            <a:r>
              <a:rPr lang="en-US" dirty="0" err="1"/>
              <a:t>struct</a:t>
            </a:r>
            <a:r>
              <a:rPr lang="en-US" dirty="0"/>
              <a:t> Node* temp = *</a:t>
            </a:r>
            <a:r>
              <a:rPr lang="en-US" dirty="0" err="1"/>
              <a:t>head_ref</a:t>
            </a:r>
            <a:r>
              <a:rPr lang="en-US" dirty="0"/>
              <a:t>;</a:t>
            </a:r>
          </a:p>
          <a:p>
            <a:r>
              <a:rPr lang="en-US" dirty="0"/>
              <a:t>        while (temp-&gt;next != *</a:t>
            </a:r>
            <a:r>
              <a:rPr lang="en-US" dirty="0" err="1"/>
              <a:t>head_ref</a:t>
            </a:r>
            <a:r>
              <a:rPr lang="en-US" dirty="0"/>
              <a:t>)</a:t>
            </a:r>
          </a:p>
          <a:p>
            <a:r>
              <a:rPr lang="en-US" dirty="0"/>
              <a:t>            temp = temp-&gt;next;</a:t>
            </a:r>
          </a:p>
          <a:p>
            <a:r>
              <a:rPr lang="en-US" dirty="0"/>
              <a:t>        temp-&gt;next = ptr1;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ptr1-&gt;next = ptr1; /*For the first node */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   *</a:t>
            </a:r>
            <a:r>
              <a:rPr lang="en-US" dirty="0" err="1"/>
              <a:t>head_ref</a:t>
            </a:r>
            <a:r>
              <a:rPr lang="en-US" dirty="0"/>
              <a:t> = ptr1;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37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5656" y="908720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/* Function to print nodes in a given circular linked list */</a:t>
            </a:r>
          </a:p>
          <a:p>
            <a:r>
              <a:rPr lang="en-IN" dirty="0"/>
              <a:t>void </a:t>
            </a:r>
            <a:r>
              <a:rPr lang="en-IN" dirty="0" err="1"/>
              <a:t>printList</a:t>
            </a:r>
            <a:r>
              <a:rPr lang="en-IN" dirty="0"/>
              <a:t>(</a:t>
            </a:r>
            <a:r>
              <a:rPr lang="en-IN" dirty="0" err="1"/>
              <a:t>struct</a:t>
            </a:r>
            <a:r>
              <a:rPr lang="en-IN" dirty="0"/>
              <a:t> Node* head)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Node* temp = head;</a:t>
            </a:r>
          </a:p>
          <a:p>
            <a:r>
              <a:rPr lang="en-IN" dirty="0"/>
              <a:t>    if (head != NULL) {</a:t>
            </a:r>
          </a:p>
          <a:p>
            <a:r>
              <a:rPr lang="en-IN" dirty="0"/>
              <a:t>        do {</a:t>
            </a:r>
          </a:p>
          <a:p>
            <a:r>
              <a:rPr lang="en-IN" dirty="0"/>
              <a:t>            </a:t>
            </a:r>
            <a:r>
              <a:rPr lang="en-IN" dirty="0" err="1"/>
              <a:t>printf</a:t>
            </a:r>
            <a:r>
              <a:rPr lang="en-IN" dirty="0"/>
              <a:t>("%d ", temp-&gt;data);</a:t>
            </a:r>
          </a:p>
          <a:p>
            <a:r>
              <a:rPr lang="en-IN" dirty="0"/>
              <a:t>            temp = temp-&gt;next;</a:t>
            </a:r>
          </a:p>
          <a:p>
            <a:r>
              <a:rPr lang="en-IN" dirty="0"/>
              <a:t>        } while (temp != head);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("\n");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007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260648"/>
            <a:ext cx="388843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/* Function to delete a given node from the list */</a:t>
            </a:r>
          </a:p>
          <a:p>
            <a:r>
              <a:rPr lang="en-IN" dirty="0"/>
              <a:t>void </a:t>
            </a:r>
            <a:r>
              <a:rPr lang="en-IN" dirty="0" err="1"/>
              <a:t>deleteNode</a:t>
            </a:r>
            <a:r>
              <a:rPr lang="en-IN" dirty="0"/>
              <a:t>(</a:t>
            </a:r>
            <a:r>
              <a:rPr lang="en-IN" dirty="0" err="1"/>
              <a:t>struct</a:t>
            </a:r>
            <a:r>
              <a:rPr lang="en-IN" dirty="0"/>
              <a:t> Node* head, </a:t>
            </a:r>
            <a:r>
              <a:rPr lang="en-IN" dirty="0" err="1"/>
              <a:t>int</a:t>
            </a:r>
            <a:r>
              <a:rPr lang="en-IN" dirty="0"/>
              <a:t> key)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if (head == NULL)</a:t>
            </a:r>
          </a:p>
          <a:p>
            <a:r>
              <a:rPr lang="en-IN" dirty="0"/>
              <a:t>        return;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// Find the required node</a:t>
            </a:r>
          </a:p>
          <a:p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 *</a:t>
            </a:r>
            <a:r>
              <a:rPr lang="en-IN" dirty="0" err="1"/>
              <a:t>curr</a:t>
            </a:r>
            <a:r>
              <a:rPr lang="en-IN" dirty="0"/>
              <a:t> = head, *</a:t>
            </a:r>
            <a:r>
              <a:rPr lang="en-IN" dirty="0" err="1"/>
              <a:t>prev</a:t>
            </a:r>
            <a:r>
              <a:rPr lang="en-IN" dirty="0"/>
              <a:t>;</a:t>
            </a:r>
          </a:p>
          <a:p>
            <a:r>
              <a:rPr lang="en-IN" dirty="0"/>
              <a:t>    while (</a:t>
            </a:r>
            <a:r>
              <a:rPr lang="en-IN" dirty="0" err="1"/>
              <a:t>curr</a:t>
            </a:r>
            <a:r>
              <a:rPr lang="en-IN" dirty="0"/>
              <a:t>-&gt;data != key) 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if (</a:t>
            </a:r>
            <a:r>
              <a:rPr lang="en-IN" dirty="0" err="1"/>
              <a:t>curr</a:t>
            </a:r>
            <a:r>
              <a:rPr lang="en-IN" dirty="0"/>
              <a:t>-&gt;next == head)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nGiven</a:t>
            </a:r>
            <a:r>
              <a:rPr lang="en-IN" dirty="0"/>
              <a:t> node is not found"</a:t>
            </a:r>
          </a:p>
          <a:p>
            <a:r>
              <a:rPr lang="en-IN" dirty="0"/>
              <a:t>                   " in the list!!!");</a:t>
            </a:r>
          </a:p>
          <a:p>
            <a:r>
              <a:rPr lang="en-IN" dirty="0"/>
              <a:t>            break;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    </a:t>
            </a:r>
            <a:r>
              <a:rPr lang="en-IN" dirty="0" err="1"/>
              <a:t>prev</a:t>
            </a:r>
            <a:r>
              <a:rPr lang="en-IN" dirty="0"/>
              <a:t> = </a:t>
            </a:r>
            <a:r>
              <a:rPr lang="en-IN" dirty="0" err="1"/>
              <a:t>curr</a:t>
            </a:r>
            <a:r>
              <a:rPr lang="en-IN" dirty="0"/>
              <a:t>;</a:t>
            </a:r>
          </a:p>
          <a:p>
            <a:r>
              <a:rPr lang="en-IN" dirty="0"/>
              <a:t>        </a:t>
            </a:r>
            <a:r>
              <a:rPr lang="en-IN" dirty="0" err="1"/>
              <a:t>curr</a:t>
            </a:r>
            <a:r>
              <a:rPr lang="en-IN" dirty="0"/>
              <a:t> = </a:t>
            </a:r>
            <a:r>
              <a:rPr lang="en-IN" dirty="0" err="1"/>
              <a:t>curr</a:t>
            </a:r>
            <a:r>
              <a:rPr lang="en-IN" dirty="0"/>
              <a:t>-&gt;next;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35488" y="11832"/>
            <a:ext cx="4608512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// Check if node is only node</a:t>
            </a:r>
          </a:p>
          <a:p>
            <a:r>
              <a:rPr lang="en-US" dirty="0"/>
              <a:t>    if (</a:t>
            </a:r>
            <a:r>
              <a:rPr lang="en-US" dirty="0" err="1"/>
              <a:t>curr</a:t>
            </a:r>
            <a:r>
              <a:rPr lang="en-US" dirty="0"/>
              <a:t>-&gt;next == head) </a:t>
            </a:r>
          </a:p>
          <a:p>
            <a:r>
              <a:rPr lang="en-US" dirty="0"/>
              <a:t>    </a:t>
            </a:r>
            <a:r>
              <a:rPr lang="en-US" dirty="0" smtClean="0"/>
              <a:t>{  </a:t>
            </a:r>
            <a:r>
              <a:rPr lang="en-US" dirty="0"/>
              <a:t>head = NULL;</a:t>
            </a:r>
          </a:p>
          <a:p>
            <a:r>
              <a:rPr lang="en-US" dirty="0"/>
              <a:t>        free(</a:t>
            </a:r>
            <a:r>
              <a:rPr lang="en-US" dirty="0" err="1"/>
              <a:t>curr</a:t>
            </a:r>
            <a:r>
              <a:rPr lang="en-US" dirty="0"/>
              <a:t>);</a:t>
            </a:r>
          </a:p>
          <a:p>
            <a:r>
              <a:rPr lang="en-US" dirty="0"/>
              <a:t>        return;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</a:t>
            </a:r>
            <a:r>
              <a:rPr lang="en-US" dirty="0" smtClean="0"/>
              <a:t>// </a:t>
            </a:r>
            <a:r>
              <a:rPr lang="en-US" dirty="0"/>
              <a:t>If more than one node, check </a:t>
            </a:r>
            <a:r>
              <a:rPr lang="en-US" dirty="0" smtClean="0"/>
              <a:t>if </a:t>
            </a:r>
            <a:r>
              <a:rPr lang="en-US" dirty="0"/>
              <a:t>it is first node</a:t>
            </a:r>
          </a:p>
          <a:p>
            <a:r>
              <a:rPr lang="en-US" dirty="0"/>
              <a:t>    if (</a:t>
            </a:r>
            <a:r>
              <a:rPr lang="en-US" dirty="0" err="1"/>
              <a:t>curr</a:t>
            </a:r>
            <a:r>
              <a:rPr lang="en-US" dirty="0"/>
              <a:t> == head) </a:t>
            </a:r>
          </a:p>
          <a:p>
            <a:r>
              <a:rPr lang="en-US" dirty="0"/>
              <a:t>    </a:t>
            </a:r>
            <a:r>
              <a:rPr lang="en-US" dirty="0" smtClean="0"/>
              <a:t>{   </a:t>
            </a:r>
            <a:r>
              <a:rPr lang="en-US" dirty="0" err="1"/>
              <a:t>prev</a:t>
            </a:r>
            <a:r>
              <a:rPr lang="en-US" dirty="0"/>
              <a:t> = head;</a:t>
            </a:r>
          </a:p>
          <a:p>
            <a:r>
              <a:rPr lang="en-US" dirty="0"/>
              <a:t>        while (</a:t>
            </a:r>
            <a:r>
              <a:rPr lang="en-US" dirty="0" err="1"/>
              <a:t>prev</a:t>
            </a:r>
            <a:r>
              <a:rPr lang="en-US" dirty="0"/>
              <a:t>-&gt;next != head)</a:t>
            </a:r>
          </a:p>
          <a:p>
            <a:r>
              <a:rPr lang="en-US" dirty="0"/>
              <a:t>            </a:t>
            </a:r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prev</a:t>
            </a:r>
            <a:r>
              <a:rPr lang="en-US" dirty="0"/>
              <a:t>-&gt;next;</a:t>
            </a:r>
          </a:p>
          <a:p>
            <a:r>
              <a:rPr lang="en-US" dirty="0"/>
              <a:t>        head = </a:t>
            </a:r>
            <a:r>
              <a:rPr lang="en-US" dirty="0" err="1"/>
              <a:t>curr</a:t>
            </a:r>
            <a:r>
              <a:rPr lang="en-US" dirty="0"/>
              <a:t>-&gt;next;</a:t>
            </a:r>
          </a:p>
          <a:p>
            <a:r>
              <a:rPr lang="en-US" dirty="0"/>
              <a:t>        </a:t>
            </a:r>
            <a:r>
              <a:rPr lang="en-US" dirty="0" err="1"/>
              <a:t>prev</a:t>
            </a:r>
            <a:r>
              <a:rPr lang="en-US" dirty="0"/>
              <a:t>-&gt;next = head;</a:t>
            </a:r>
          </a:p>
          <a:p>
            <a:r>
              <a:rPr lang="en-US" dirty="0"/>
              <a:t>        free(</a:t>
            </a:r>
            <a:r>
              <a:rPr lang="en-US" dirty="0" err="1"/>
              <a:t>curr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/>
              <a:t>// check if node is last node</a:t>
            </a:r>
          </a:p>
          <a:p>
            <a:r>
              <a:rPr lang="en-US" dirty="0"/>
              <a:t>    else if (</a:t>
            </a:r>
            <a:r>
              <a:rPr lang="en-US" dirty="0" err="1"/>
              <a:t>curr</a:t>
            </a:r>
            <a:r>
              <a:rPr lang="en-US" dirty="0"/>
              <a:t>-&gt;next == head &amp;&amp; </a:t>
            </a:r>
            <a:r>
              <a:rPr lang="en-US" dirty="0" err="1"/>
              <a:t>curr</a:t>
            </a:r>
            <a:r>
              <a:rPr lang="en-US" dirty="0"/>
              <a:t> == head) </a:t>
            </a:r>
          </a:p>
          <a:p>
            <a:r>
              <a:rPr lang="en-US" dirty="0"/>
              <a:t>    </a:t>
            </a:r>
            <a:r>
              <a:rPr lang="en-US" dirty="0" smtClean="0"/>
              <a:t>{   </a:t>
            </a:r>
            <a:r>
              <a:rPr lang="en-US" dirty="0" err="1"/>
              <a:t>prev</a:t>
            </a:r>
            <a:r>
              <a:rPr lang="en-US" dirty="0"/>
              <a:t>-&gt;next = head;</a:t>
            </a:r>
          </a:p>
          <a:p>
            <a:r>
              <a:rPr lang="en-US" dirty="0"/>
              <a:t>        free(</a:t>
            </a:r>
            <a:r>
              <a:rPr lang="en-US" dirty="0" err="1"/>
              <a:t>curr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</a:t>
            </a:r>
            <a:r>
              <a:rPr lang="en-US" dirty="0" smtClean="0"/>
              <a:t>{   </a:t>
            </a:r>
            <a:r>
              <a:rPr lang="en-US" dirty="0" err="1"/>
              <a:t>prev</a:t>
            </a:r>
            <a:r>
              <a:rPr lang="en-US" dirty="0"/>
              <a:t>-&gt;next = </a:t>
            </a:r>
            <a:r>
              <a:rPr lang="en-US" dirty="0" err="1"/>
              <a:t>curr</a:t>
            </a:r>
            <a:r>
              <a:rPr lang="en-US" dirty="0"/>
              <a:t>-&gt;next;</a:t>
            </a:r>
          </a:p>
          <a:p>
            <a:r>
              <a:rPr lang="en-US" dirty="0"/>
              <a:t>        free(</a:t>
            </a:r>
            <a:r>
              <a:rPr lang="en-US" dirty="0" err="1"/>
              <a:t>curr</a:t>
            </a:r>
            <a:r>
              <a:rPr lang="en-US" dirty="0"/>
              <a:t>);</a:t>
            </a:r>
          </a:p>
          <a:p>
            <a:r>
              <a:rPr lang="en-US" dirty="0"/>
              <a:t>    </a:t>
            </a:r>
            <a:r>
              <a:rPr lang="en-US" dirty="0" smtClean="0"/>
              <a:t>}  }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8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332656"/>
            <a:ext cx="69847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r>
              <a:rPr lang="en-IN" dirty="0" smtClean="0"/>
              <a:t>{   </a:t>
            </a:r>
            <a:r>
              <a:rPr lang="en-IN" dirty="0"/>
              <a:t>/* Initialize lists as empty */</a:t>
            </a:r>
          </a:p>
          <a:p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Node* head = NULL;</a:t>
            </a:r>
          </a:p>
          <a:p>
            <a:r>
              <a:rPr lang="en-IN" dirty="0"/>
              <a:t> </a:t>
            </a:r>
            <a:r>
              <a:rPr lang="en-IN" dirty="0" smtClean="0"/>
              <a:t>    </a:t>
            </a:r>
            <a:r>
              <a:rPr lang="en-IN" dirty="0"/>
              <a:t>/* Created linked list will be 2-&gt;5-&gt;7-&gt;8-&gt;10 */</a:t>
            </a:r>
          </a:p>
          <a:p>
            <a:r>
              <a:rPr lang="en-IN" dirty="0"/>
              <a:t>    push(&amp;head, 2);</a:t>
            </a:r>
          </a:p>
          <a:p>
            <a:r>
              <a:rPr lang="en-IN" dirty="0"/>
              <a:t>    push(&amp;head, 5);</a:t>
            </a:r>
          </a:p>
          <a:p>
            <a:r>
              <a:rPr lang="en-IN" dirty="0"/>
              <a:t>    push(&amp;head, 7);</a:t>
            </a:r>
          </a:p>
          <a:p>
            <a:r>
              <a:rPr lang="en-IN" dirty="0"/>
              <a:t>    push(&amp;head, 8);</a:t>
            </a:r>
          </a:p>
          <a:p>
            <a:r>
              <a:rPr lang="en-IN" dirty="0"/>
              <a:t>    push(&amp;head, 10);</a:t>
            </a:r>
          </a:p>
          <a:p>
            <a:r>
              <a:rPr lang="en-IN" dirty="0"/>
              <a:t> </a:t>
            </a:r>
            <a:r>
              <a:rPr lang="en-IN" dirty="0" smtClean="0"/>
              <a:t>   </a:t>
            </a:r>
            <a:r>
              <a:rPr lang="en-IN" dirty="0" err="1"/>
              <a:t>printf</a:t>
            </a:r>
            <a:r>
              <a:rPr lang="en-IN" dirty="0"/>
              <a:t>("List Before Deletion: ");</a:t>
            </a:r>
          </a:p>
          <a:p>
            <a:r>
              <a:rPr lang="en-IN" dirty="0"/>
              <a:t> </a:t>
            </a:r>
            <a:r>
              <a:rPr lang="en-IN" dirty="0" smtClean="0"/>
              <a:t>   </a:t>
            </a:r>
            <a:r>
              <a:rPr lang="en-IN" dirty="0" err="1"/>
              <a:t>printList</a:t>
            </a:r>
            <a:r>
              <a:rPr lang="en-IN" dirty="0"/>
              <a:t>(head);</a:t>
            </a:r>
          </a:p>
          <a:p>
            <a:r>
              <a:rPr lang="en-IN" dirty="0"/>
              <a:t> </a:t>
            </a:r>
            <a:r>
              <a:rPr lang="en-IN" dirty="0" smtClean="0"/>
              <a:t>   </a:t>
            </a:r>
            <a:r>
              <a:rPr lang="en-IN" dirty="0" err="1"/>
              <a:t>deleteNode</a:t>
            </a:r>
            <a:r>
              <a:rPr lang="en-IN" dirty="0"/>
              <a:t>(head, 7);</a:t>
            </a:r>
          </a:p>
          <a:p>
            <a:r>
              <a:rPr lang="en-IN" dirty="0"/>
              <a:t> </a:t>
            </a:r>
            <a:r>
              <a:rPr lang="en-IN" dirty="0" smtClean="0"/>
              <a:t>   </a:t>
            </a:r>
            <a:r>
              <a:rPr lang="en-IN" dirty="0" err="1"/>
              <a:t>printf</a:t>
            </a:r>
            <a:r>
              <a:rPr lang="en-IN" dirty="0"/>
              <a:t>("List After Deletion: ");</a:t>
            </a:r>
          </a:p>
          <a:p>
            <a:r>
              <a:rPr lang="en-IN" dirty="0"/>
              <a:t>    </a:t>
            </a:r>
            <a:r>
              <a:rPr lang="en-IN" dirty="0" err="1"/>
              <a:t>printList</a:t>
            </a:r>
            <a:r>
              <a:rPr lang="en-IN" dirty="0"/>
              <a:t>(head);</a:t>
            </a:r>
          </a:p>
          <a:p>
            <a:r>
              <a:rPr lang="en-IN" dirty="0"/>
              <a:t> </a:t>
            </a:r>
            <a:r>
              <a:rPr lang="en-IN" dirty="0" smtClean="0"/>
              <a:t>    </a:t>
            </a:r>
            <a:r>
              <a:rPr lang="en-IN" dirty="0"/>
              <a:t>return 0;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Output: 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List Before Deletion: 10 8 7 5 2</a:t>
            </a:r>
          </a:p>
          <a:p>
            <a:r>
              <a:rPr lang="en-IN" dirty="0"/>
              <a:t>List After Deletion: 10 8 5 2</a:t>
            </a:r>
          </a:p>
        </p:txBody>
      </p:sp>
    </p:spTree>
    <p:extLst>
      <p:ext uri="{BB962C8B-B14F-4D97-AF65-F5344CB8AC3E}">
        <p14:creationId xmlns:p14="http://schemas.microsoft.com/office/powerpoint/2010/main" val="59421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93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2206</Words>
  <Application>Microsoft Office PowerPoint</Application>
  <PresentationFormat>On-screen Show (4:3)</PresentationFormat>
  <Paragraphs>380</Paragraphs>
  <Slides>43</Slides>
  <Notes>0</Notes>
  <HiddenSlides>5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Double Linked List and Circular Linked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Circular? </vt:lpstr>
      <vt:lpstr>PowerPoint Presentation</vt:lpstr>
      <vt:lpstr>Why have we taken a pointer that points to the last node instead of first node ?  </vt:lpstr>
      <vt:lpstr>Insertion </vt:lpstr>
      <vt:lpstr>PowerPoint Presentation</vt:lpstr>
      <vt:lpstr>Memory Representation of CLL</vt:lpstr>
      <vt:lpstr>Insertion into circular singly linked list at beginning</vt:lpstr>
      <vt:lpstr>PowerPoint Presentation</vt:lpstr>
      <vt:lpstr>Insertion into circular singly linked list at the end </vt:lpstr>
      <vt:lpstr>PowerPoint Presentation</vt:lpstr>
      <vt:lpstr>PowerPoint Presentation</vt:lpstr>
      <vt:lpstr>Deletion in CLL</vt:lpstr>
      <vt:lpstr>PowerPoint Presentation</vt:lpstr>
      <vt:lpstr>Deletion in circular singly linked list at beginning</vt:lpstr>
      <vt:lpstr>PowerPoint Presentation</vt:lpstr>
      <vt:lpstr>PowerPoint Presentation</vt:lpstr>
      <vt:lpstr>PowerPoint Presentation</vt:lpstr>
      <vt:lpstr>PowerPoint Presentation</vt:lpstr>
      <vt:lpstr>Deletion in Circular singly linked list at the end</vt:lpstr>
      <vt:lpstr>PowerPoint Presentation</vt:lpstr>
      <vt:lpstr>PowerPoint Presentation</vt:lpstr>
      <vt:lpstr>PowerPoint Presentation</vt:lpstr>
      <vt:lpstr>PowerPoint Presentation</vt:lpstr>
      <vt:lpstr>Searching in circular singly linked list</vt:lpstr>
      <vt:lpstr>Searching algorithm</vt:lpstr>
      <vt:lpstr>Traversing in Circular Singly linked list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 Linked List Double Linked List</dc:title>
  <dc:creator>Admin</dc:creator>
  <cp:lastModifiedBy>HP</cp:lastModifiedBy>
  <cp:revision>39</cp:revision>
  <dcterms:created xsi:type="dcterms:W3CDTF">2021-03-15T00:52:54Z</dcterms:created>
  <dcterms:modified xsi:type="dcterms:W3CDTF">2023-04-13T03:59:30Z</dcterms:modified>
</cp:coreProperties>
</file>