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240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48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55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201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40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38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484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340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74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089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5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67A49-88C3-4404-AF84-CFC1A63ECFD8}" type="datetimeFigureOut">
              <a:rPr lang="en-IN" smtClean="0"/>
              <a:t>15-09-2022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4F46-2212-416D-A51C-8C7AE0A6DA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60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/>
              <a:t>General Tree to Binary Tree</a:t>
            </a:r>
            <a:endParaRPr lang="en-IN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26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3528" y="164539"/>
            <a:ext cx="8568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 smtClean="0">
                <a:solidFill>
                  <a:srgbClr val="FF0000"/>
                </a:solidFill>
              </a:rPr>
              <a:t>Steps to Convert General Tree </a:t>
            </a:r>
            <a:r>
              <a:rPr lang="en-IN" sz="3600" b="1" dirty="0" smtClean="0">
                <a:solidFill>
                  <a:srgbClr val="FF0000"/>
                </a:solidFill>
              </a:rPr>
              <a:t>to           </a:t>
            </a:r>
            <a:r>
              <a:rPr lang="en-IN" sz="3600" b="1" dirty="0" smtClean="0">
                <a:solidFill>
                  <a:srgbClr val="FF0000"/>
                </a:solidFill>
              </a:rPr>
              <a:t>Binary Tree</a:t>
            </a:r>
            <a:endParaRPr lang="en-IN" sz="3600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23528" y="1844824"/>
            <a:ext cx="8568952" cy="4495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altLang="en-US" dirty="0" smtClean="0">
                <a:solidFill>
                  <a:srgbClr val="FF0000"/>
                </a:solidFill>
              </a:rPr>
              <a:t>All the nodes </a:t>
            </a:r>
            <a:r>
              <a:rPr lang="en-IN" altLang="en-US" dirty="0" smtClean="0"/>
              <a:t>of the General Tree will be the nodes of Binary Tree</a:t>
            </a:r>
          </a:p>
          <a:p>
            <a:r>
              <a:rPr lang="en-IN" altLang="en-US" dirty="0" smtClean="0">
                <a:solidFill>
                  <a:srgbClr val="FF0000"/>
                </a:solidFill>
              </a:rPr>
              <a:t>Root</a:t>
            </a:r>
            <a:r>
              <a:rPr lang="en-IN" altLang="en-US" dirty="0" smtClean="0"/>
              <a:t> of the General Tree be the Root of Binary Tree</a:t>
            </a:r>
          </a:p>
          <a:p>
            <a:r>
              <a:rPr lang="en-IN" altLang="en-US" dirty="0" smtClean="0"/>
              <a:t>Find the branch Parent to </a:t>
            </a:r>
            <a:r>
              <a:rPr lang="en-IN" altLang="en-US" dirty="0" smtClean="0">
                <a:solidFill>
                  <a:srgbClr val="FF0000"/>
                </a:solidFill>
              </a:rPr>
              <a:t>Leftmost Child</a:t>
            </a:r>
          </a:p>
          <a:p>
            <a:r>
              <a:rPr lang="en-IN" altLang="en-US" dirty="0" smtClean="0">
                <a:solidFill>
                  <a:srgbClr val="FF0000"/>
                </a:solidFill>
              </a:rPr>
              <a:t>Connect Siblings </a:t>
            </a:r>
            <a:r>
              <a:rPr lang="en-IN" altLang="en-US" dirty="0" smtClean="0"/>
              <a:t>of each node Left to Right child</a:t>
            </a:r>
          </a:p>
          <a:p>
            <a:r>
              <a:rPr lang="en-IN" altLang="en-US" dirty="0" smtClean="0">
                <a:solidFill>
                  <a:srgbClr val="FF0000"/>
                </a:solidFill>
              </a:rPr>
              <a:t>Delete all the link </a:t>
            </a:r>
            <a:r>
              <a:rPr lang="en-IN" altLang="en-US" dirty="0" smtClean="0"/>
              <a:t>from node to its children</a:t>
            </a:r>
            <a:endParaRPr lang="en-I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3456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92738"/>
            <a:ext cx="5615884" cy="3319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478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556792"/>
            <a:ext cx="6064696" cy="3032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032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691503"/>
            <a:ext cx="5122615" cy="252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913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76671"/>
            <a:ext cx="4304878" cy="6245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845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Image result for convert tree to binary tre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68" y="1700808"/>
            <a:ext cx="8751270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35698" y="694308"/>
            <a:ext cx="4824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 smtClean="0"/>
              <a:t>Home work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53866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44563"/>
            <a:ext cx="7793038" cy="473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3555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200"/>
            <a:ext cx="7162800" cy="569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7561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908720"/>
            <a:ext cx="5613400" cy="529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23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48721"/>
            <a:ext cx="6264696" cy="5636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2162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488" y="1028700"/>
            <a:ext cx="36290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342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65</Words>
  <Application>Microsoft Office PowerPoint</Application>
  <PresentationFormat>On-screen Show (4:3)</PresentationFormat>
  <Paragraphs>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General Tree to Binary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Tree to Binary Tree</dc:title>
  <dc:creator>Admin</dc:creator>
  <cp:lastModifiedBy>HP</cp:lastModifiedBy>
  <cp:revision>11</cp:revision>
  <dcterms:created xsi:type="dcterms:W3CDTF">2020-02-27T06:44:45Z</dcterms:created>
  <dcterms:modified xsi:type="dcterms:W3CDTF">2022-09-15T04:00:32Z</dcterms:modified>
</cp:coreProperties>
</file>