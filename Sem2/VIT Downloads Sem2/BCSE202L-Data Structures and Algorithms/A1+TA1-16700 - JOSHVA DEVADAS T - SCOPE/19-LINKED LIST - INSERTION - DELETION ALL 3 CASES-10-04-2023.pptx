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73" r:id="rId4"/>
    <p:sldId id="274" r:id="rId5"/>
    <p:sldId id="275" r:id="rId6"/>
    <p:sldId id="276" r:id="rId7"/>
    <p:sldId id="265" r:id="rId8"/>
    <p:sldId id="266" r:id="rId9"/>
    <p:sldId id="267" r:id="rId10"/>
    <p:sldId id="280" r:id="rId11"/>
    <p:sldId id="281" r:id="rId12"/>
    <p:sldId id="268" r:id="rId13"/>
    <p:sldId id="282" r:id="rId14"/>
    <p:sldId id="269" r:id="rId15"/>
    <p:sldId id="270" r:id="rId16"/>
    <p:sldId id="283" r:id="rId17"/>
    <p:sldId id="284" r:id="rId18"/>
    <p:sldId id="278" r:id="rId19"/>
    <p:sldId id="279" r:id="rId20"/>
    <p:sldId id="272" r:id="rId21"/>
    <p:sldId id="285" r:id="rId22"/>
    <p:sldId id="286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>
        <p:scale>
          <a:sx n="76" d="100"/>
          <a:sy n="76" d="100"/>
        </p:scale>
        <p:origin x="-112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049FD-10BA-44D6-BC8A-3457E02918C2}" type="datetimeFigureOut">
              <a:rPr lang="en-IN" smtClean="0"/>
              <a:t>11-04-2023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DC3DB-C851-41AD-A2D6-1EDC7D8AB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80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DC3DB-C851-41AD-A2D6-1EDC7D8AB8E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09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68157-BFAF-417F-B5BC-39D2EE725C05}" type="datetimeFigureOut">
              <a:rPr lang="en-US" smtClean="0"/>
              <a:pPr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27325-E6FA-4A91-9F7D-2D02DA3BAE6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Linked List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90800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Linked List using Pointers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634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Linked List is a linear data structure. Unlike arrays, linked list elements are not stored at a contiguous location; the elements are linked </a:t>
            </a:r>
            <a:r>
              <a:rPr lang="en-US" dirty="0" smtClean="0"/>
              <a:t>using </a:t>
            </a:r>
            <a:r>
              <a:rPr lang="en-US" dirty="0"/>
              <a:t>pointers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717032"/>
            <a:ext cx="592455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820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b="1" dirty="0" smtClean="0"/>
              <a:t>Why Linked List?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Arrays can be used to store linear data of similar types, but arrays have the following limitations</a:t>
            </a:r>
            <a:r>
              <a:rPr lang="en-US" dirty="0" smtClean="0"/>
              <a:t>.</a:t>
            </a:r>
          </a:p>
          <a:p>
            <a:pPr fontAlgn="base"/>
            <a:r>
              <a:rPr lang="en-US" b="1" dirty="0" smtClean="0"/>
              <a:t>1</a:t>
            </a:r>
            <a:r>
              <a:rPr lang="en-US" b="1" dirty="0"/>
              <a:t>)</a:t>
            </a:r>
            <a:r>
              <a:rPr lang="en-US" dirty="0"/>
              <a:t> The size of the arrays is fixed: </a:t>
            </a:r>
            <a:endParaRPr lang="en-US" dirty="0" smtClean="0"/>
          </a:p>
          <a:p>
            <a:pPr fontAlgn="base"/>
            <a:r>
              <a:rPr lang="en-US" b="1" dirty="0" smtClean="0"/>
              <a:t>2</a:t>
            </a:r>
            <a:r>
              <a:rPr lang="en-US" b="1" dirty="0"/>
              <a:t>)</a:t>
            </a:r>
            <a:r>
              <a:rPr lang="en-US" dirty="0"/>
              <a:t> Inserting a new element in an array of elements is expensive </a:t>
            </a:r>
            <a:endParaRPr lang="en-US" dirty="0" smtClean="0"/>
          </a:p>
          <a:p>
            <a:pPr marL="0" indent="0">
              <a:buNone/>
            </a:pPr>
            <a:r>
              <a:rPr lang="en-US" b="1" dirty="0"/>
              <a:t>Advantages over arrays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b="1" dirty="0" smtClean="0"/>
              <a:t>1</a:t>
            </a:r>
            <a:r>
              <a:rPr lang="en-US" b="1" dirty="0"/>
              <a:t>)</a:t>
            </a:r>
            <a:r>
              <a:rPr lang="en-US" dirty="0"/>
              <a:t> Dynamic </a:t>
            </a:r>
            <a:r>
              <a:rPr lang="en-US" dirty="0" smtClean="0"/>
              <a:t>size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         2</a:t>
            </a:r>
            <a:r>
              <a:rPr lang="en-US" b="1" dirty="0"/>
              <a:t>)</a:t>
            </a:r>
            <a:r>
              <a:rPr lang="en-US" dirty="0"/>
              <a:t> Ease of insertion/deletion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15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Drawbacks: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1)</a:t>
            </a:r>
            <a:r>
              <a:rPr lang="en-US" dirty="0"/>
              <a:t> Random access is not allowed</a:t>
            </a:r>
            <a:r>
              <a:rPr lang="en-US" dirty="0" smtClean="0"/>
              <a:t>..</a:t>
            </a:r>
            <a:br>
              <a:rPr lang="en-US" dirty="0" smtClean="0"/>
            </a:br>
            <a:r>
              <a:rPr lang="en-US" b="1" dirty="0"/>
              <a:t>2)</a:t>
            </a:r>
            <a:r>
              <a:rPr lang="en-US" dirty="0"/>
              <a:t> Extra memory space for a pointer is required with each element of the list.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3)</a:t>
            </a:r>
            <a:r>
              <a:rPr lang="en-US" dirty="0"/>
              <a:t> Not cache friendly. Since array elements are contiguous locations, there is locality of reference which is not there in case of linked lists.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03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Representation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// A linked list node </a:t>
            </a:r>
          </a:p>
          <a:p>
            <a:pPr marL="0" indent="0" fontAlgn="base">
              <a:buNone/>
            </a:pPr>
            <a:r>
              <a:rPr lang="en-US" dirty="0" err="1"/>
              <a:t>struct</a:t>
            </a:r>
            <a:r>
              <a:rPr lang="en-US" dirty="0"/>
              <a:t> Node { </a:t>
            </a:r>
          </a:p>
          <a:p>
            <a:pPr marL="0" indent="0" fontAlgn="base">
              <a:buNone/>
            </a:pPr>
            <a:r>
              <a:rPr lang="en-US" dirty="0"/>
              <a:t>    </a:t>
            </a:r>
            <a:r>
              <a:rPr lang="en-US" dirty="0" err="1"/>
              <a:t>int</a:t>
            </a:r>
            <a:r>
              <a:rPr lang="en-US" dirty="0"/>
              <a:t> data; </a:t>
            </a:r>
          </a:p>
          <a:p>
            <a:pPr marL="0" indent="0" fontAlgn="base">
              <a:buNone/>
            </a:pPr>
            <a:r>
              <a:rPr lang="en-US" dirty="0"/>
              <a:t>    </a:t>
            </a:r>
            <a:r>
              <a:rPr lang="en-US" dirty="0" err="1"/>
              <a:t>struct</a:t>
            </a:r>
            <a:r>
              <a:rPr lang="en-US" dirty="0"/>
              <a:t> Node* next; </a:t>
            </a:r>
          </a:p>
          <a:p>
            <a:pPr marL="0" indent="0" fontAlgn="base">
              <a:buNone/>
            </a:pPr>
            <a:r>
              <a:rPr lang="en-US" dirty="0" smtClean="0"/>
              <a:t>} *start,*p,*q; 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653136"/>
            <a:ext cx="23907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773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Operations on Linked List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1.Add First ( Insert at the Beginning )</a:t>
            </a:r>
          </a:p>
          <a:p>
            <a:pPr>
              <a:buNone/>
            </a:pPr>
            <a:r>
              <a:rPr lang="en-US" dirty="0" smtClean="0"/>
              <a:t>2.Add </a:t>
            </a:r>
            <a:r>
              <a:rPr lang="en-US" dirty="0"/>
              <a:t>End ( Insert at the </a:t>
            </a:r>
            <a:r>
              <a:rPr lang="en-US" dirty="0" smtClean="0"/>
              <a:t>End </a:t>
            </a:r>
            <a:r>
              <a:rPr lang="en-US" dirty="0"/>
              <a:t>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3.Add </a:t>
            </a:r>
            <a:r>
              <a:rPr lang="en-US" dirty="0"/>
              <a:t>After ( Insert </a:t>
            </a:r>
            <a:r>
              <a:rPr lang="en-US" dirty="0" smtClean="0"/>
              <a:t>in between )</a:t>
            </a:r>
          </a:p>
          <a:p>
            <a:pPr>
              <a:buNone/>
            </a:pPr>
            <a:r>
              <a:rPr lang="en-US" dirty="0" smtClean="0"/>
              <a:t>4.Display</a:t>
            </a:r>
          </a:p>
          <a:p>
            <a:pPr>
              <a:buNone/>
            </a:pPr>
            <a:r>
              <a:rPr lang="en-US" smtClean="0"/>
              <a:t>5.Delete </a:t>
            </a:r>
            <a:r>
              <a:rPr lang="en-US"/>
              <a:t>(at the Beginning, at the End, in between)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6. Search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Add beginning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800" dirty="0" err="1" smtClean="0"/>
              <a:t>addbeg</a:t>
            </a:r>
            <a:r>
              <a:rPr lang="en-US" sz="2800" dirty="0" smtClean="0"/>
              <a:t>(</a:t>
            </a:r>
            <a:r>
              <a:rPr lang="en-US" sz="2800" dirty="0" err="1" smtClean="0"/>
              <a:t>int</a:t>
            </a:r>
            <a:r>
              <a:rPr lang="en-US" sz="2800" dirty="0" smtClean="0"/>
              <a:t> n)</a:t>
            </a:r>
          </a:p>
          <a:p>
            <a:pPr>
              <a:buNone/>
            </a:pPr>
            <a:r>
              <a:rPr lang="en-US" sz="2800" dirty="0" smtClean="0"/>
              <a:t>{</a:t>
            </a:r>
          </a:p>
          <a:p>
            <a:pPr>
              <a:buNone/>
            </a:pPr>
            <a:r>
              <a:rPr lang="en-US" sz="2800" dirty="0" smtClean="0"/>
              <a:t> node *q;</a:t>
            </a:r>
          </a:p>
          <a:p>
            <a:pPr>
              <a:buNone/>
            </a:pPr>
            <a:r>
              <a:rPr lang="en-US" sz="2800" dirty="0" smtClean="0"/>
              <a:t> q=new node;  // </a:t>
            </a:r>
            <a:r>
              <a:rPr lang="en-US" sz="2800" dirty="0" err="1" smtClean="0"/>
              <a:t>malloc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800" dirty="0" smtClean="0"/>
              <a:t> q-&gt;link=start;</a:t>
            </a:r>
          </a:p>
          <a:p>
            <a:pPr>
              <a:buNone/>
            </a:pPr>
            <a:r>
              <a:rPr lang="en-US" sz="2800" dirty="0" smtClean="0"/>
              <a:t> q-&gt;data=n;</a:t>
            </a:r>
          </a:p>
          <a:p>
            <a:pPr>
              <a:buNone/>
            </a:pPr>
            <a:r>
              <a:rPr lang="en-US" sz="2800" dirty="0" smtClean="0"/>
              <a:t> start=q;</a:t>
            </a:r>
          </a:p>
          <a:p>
            <a:pPr>
              <a:buNone/>
            </a:pPr>
            <a:r>
              <a:rPr lang="en-US" sz="2800" dirty="0" smtClean="0"/>
              <a:t> }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2286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Add end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91227"/>
            <a:ext cx="4114800" cy="5410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/>
              <a:t>addend(</a:t>
            </a:r>
            <a:r>
              <a:rPr lang="en-US" sz="2800" dirty="0" err="1" smtClean="0"/>
              <a:t>int</a:t>
            </a:r>
            <a:r>
              <a:rPr lang="en-US" sz="2800" dirty="0" smtClean="0"/>
              <a:t> n)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FF0000"/>
                </a:solidFill>
              </a:rPr>
              <a:t>{ </a:t>
            </a:r>
            <a:r>
              <a:rPr lang="en-US" sz="2800" dirty="0" smtClean="0"/>
              <a:t>       </a:t>
            </a:r>
          </a:p>
          <a:p>
            <a:pPr>
              <a:buNone/>
            </a:pPr>
            <a:r>
              <a:rPr lang="en-US" sz="2800" dirty="0"/>
              <a:t>	</a:t>
            </a:r>
            <a:r>
              <a:rPr lang="en-US" sz="2800" dirty="0" smtClean="0"/>
              <a:t>	node *q,*t;</a:t>
            </a:r>
          </a:p>
          <a:p>
            <a:pPr>
              <a:buNone/>
            </a:pPr>
            <a:r>
              <a:rPr lang="en-US" sz="2800" dirty="0" smtClean="0"/>
              <a:t>		if(q==NULL)</a:t>
            </a:r>
          </a:p>
          <a:p>
            <a:pPr>
              <a:buNone/>
            </a:pPr>
            <a:r>
              <a:rPr lang="en-US" sz="2800" dirty="0" smtClean="0"/>
              <a:t>		{      </a:t>
            </a:r>
          </a:p>
          <a:p>
            <a:pPr>
              <a:buNone/>
            </a:pPr>
            <a:r>
              <a:rPr lang="en-US" sz="2800" dirty="0" smtClean="0"/>
              <a:t>		q=new </a:t>
            </a:r>
            <a:r>
              <a:rPr lang="en-US" sz="2800" dirty="0"/>
              <a:t>node;</a:t>
            </a:r>
          </a:p>
          <a:p>
            <a:pPr>
              <a:buNone/>
            </a:pPr>
            <a:r>
              <a:rPr lang="en-US" sz="2800" dirty="0" smtClean="0"/>
              <a:t>		q-&gt;data=n;</a:t>
            </a:r>
          </a:p>
          <a:p>
            <a:pPr>
              <a:buNone/>
            </a:pPr>
            <a:r>
              <a:rPr lang="en-US" sz="2800" dirty="0" smtClean="0"/>
              <a:t>		q-</a:t>
            </a:r>
            <a:r>
              <a:rPr lang="en-US" sz="2800" dirty="0"/>
              <a:t>&gt;link=NULL;</a:t>
            </a:r>
          </a:p>
          <a:p>
            <a:pPr>
              <a:buNone/>
            </a:pPr>
            <a:r>
              <a:rPr lang="en-US" sz="2800" dirty="0" smtClean="0"/>
              <a:t>     	start=q</a:t>
            </a:r>
            <a:endParaRPr lang="en-US" sz="2800" dirty="0"/>
          </a:p>
          <a:p>
            <a:pPr>
              <a:buNone/>
            </a:pPr>
            <a:r>
              <a:rPr lang="en-US" sz="2800" dirty="0" smtClean="0"/>
              <a:t>		}</a:t>
            </a:r>
          </a:p>
          <a:p>
            <a:pPr>
              <a:buNone/>
            </a:pPr>
            <a:r>
              <a:rPr lang="en-US" sz="2400" dirty="0" smtClean="0"/>
              <a:t>		</a:t>
            </a:r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343400" y="762000"/>
            <a:ext cx="4547992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sz="2800" dirty="0" smtClean="0"/>
              <a:t>  else</a:t>
            </a:r>
          </a:p>
          <a:p>
            <a:pPr>
              <a:buFont typeface="Arial" pitchFamily="34" charset="0"/>
              <a:buNone/>
            </a:pPr>
            <a:r>
              <a:rPr lang="en-US" sz="2800" dirty="0" smtClean="0"/>
              <a:t>	{</a:t>
            </a:r>
          </a:p>
          <a:p>
            <a:pPr>
              <a:buFont typeface="Arial" pitchFamily="34" charset="0"/>
              <a:buNone/>
            </a:pPr>
            <a:r>
              <a:rPr lang="en-US" sz="2800" dirty="0" smtClean="0"/>
              <a:t>		q=start;</a:t>
            </a:r>
          </a:p>
          <a:p>
            <a:pPr>
              <a:buFont typeface="Arial" pitchFamily="34" charset="0"/>
              <a:buNone/>
            </a:pPr>
            <a:r>
              <a:rPr lang="en-US" sz="2800" dirty="0" smtClean="0"/>
              <a:t>		while(q-&gt;link!=NULL)</a:t>
            </a:r>
          </a:p>
          <a:p>
            <a:pPr>
              <a:buFont typeface="Arial" pitchFamily="34" charset="0"/>
              <a:buNone/>
            </a:pPr>
            <a:r>
              <a:rPr lang="en-US" sz="2800" dirty="0" smtClean="0"/>
              <a:t>		        q=q-&gt;link;</a:t>
            </a:r>
          </a:p>
          <a:p>
            <a:pPr>
              <a:buFont typeface="Arial" pitchFamily="34" charset="0"/>
              <a:buNone/>
            </a:pPr>
            <a:r>
              <a:rPr lang="en-US" sz="2800" dirty="0" smtClean="0"/>
              <a:t>		</a:t>
            </a:r>
          </a:p>
          <a:p>
            <a:pPr>
              <a:buFont typeface="Arial" pitchFamily="34" charset="0"/>
              <a:buNone/>
            </a:pPr>
            <a:r>
              <a:rPr lang="en-US" sz="2800" dirty="0"/>
              <a:t>	</a:t>
            </a:r>
            <a:r>
              <a:rPr lang="en-US" sz="2800" dirty="0" smtClean="0"/>
              <a:t>	t=new node;</a:t>
            </a:r>
          </a:p>
          <a:p>
            <a:pPr>
              <a:buFont typeface="Arial" pitchFamily="34" charset="0"/>
              <a:buNone/>
            </a:pPr>
            <a:r>
              <a:rPr lang="en-US" sz="2800" dirty="0" smtClean="0"/>
              <a:t>		t-&gt;data=n;</a:t>
            </a:r>
          </a:p>
          <a:p>
            <a:pPr>
              <a:buFont typeface="Arial" pitchFamily="34" charset="0"/>
              <a:buNone/>
            </a:pPr>
            <a:r>
              <a:rPr lang="en-US" sz="2800" dirty="0" smtClean="0"/>
              <a:t>		t-&gt;link=NULL;</a:t>
            </a:r>
          </a:p>
          <a:p>
            <a:pPr>
              <a:buNone/>
            </a:pPr>
            <a:r>
              <a:rPr lang="en-US" sz="2800" dirty="0" smtClean="0"/>
              <a:t>		</a:t>
            </a:r>
            <a:r>
              <a:rPr lang="en-US" sz="2800" dirty="0"/>
              <a:t> q-&gt;link=t</a:t>
            </a:r>
            <a:r>
              <a:rPr lang="en-US" sz="2800" dirty="0" smtClean="0"/>
              <a:t>;</a:t>
            </a:r>
          </a:p>
          <a:p>
            <a:pPr>
              <a:buNone/>
            </a:pPr>
            <a:r>
              <a:rPr lang="en-US" sz="2800" dirty="0" smtClean="0"/>
              <a:t>	}</a:t>
            </a:r>
          </a:p>
          <a:p>
            <a:pPr>
              <a:buFont typeface="Arial" pitchFamily="34" charset="0"/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}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81632"/>
            <a:ext cx="8229600" cy="3563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01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8481823" cy="397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153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Add between/after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5334000" cy="6019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 err="1"/>
              <a:t>addafter</a:t>
            </a:r>
            <a:r>
              <a:rPr lang="en-US" sz="2800" dirty="0"/>
              <a:t>(</a:t>
            </a:r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en-US" sz="2800" dirty="0" err="1"/>
              <a:t>c,int</a:t>
            </a:r>
            <a:r>
              <a:rPr lang="en-US" sz="2800" dirty="0"/>
              <a:t> n)</a:t>
            </a:r>
          </a:p>
          <a:p>
            <a:pPr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{   </a:t>
            </a:r>
            <a:r>
              <a:rPr lang="en-US" sz="2800" dirty="0" smtClean="0"/>
              <a:t>node </a:t>
            </a:r>
            <a:r>
              <a:rPr lang="en-US" sz="2800" dirty="0"/>
              <a:t>*q,*t;</a:t>
            </a:r>
          </a:p>
          <a:p>
            <a:pPr>
              <a:buNone/>
            </a:pPr>
            <a:r>
              <a:rPr lang="en-US" sz="2800" dirty="0"/>
              <a:t>	</a:t>
            </a:r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;</a:t>
            </a:r>
          </a:p>
          <a:p>
            <a:pPr>
              <a:buNone/>
            </a:pPr>
            <a:r>
              <a:rPr lang="en-US" sz="2800" dirty="0"/>
              <a:t>	</a:t>
            </a:r>
            <a:r>
              <a:rPr lang="en-US" sz="2800" dirty="0" smtClean="0"/>
              <a:t>for(</a:t>
            </a:r>
            <a:r>
              <a:rPr lang="en-US" sz="2800" dirty="0" err="1" smtClean="0"/>
              <a:t>i</a:t>
            </a:r>
            <a:r>
              <a:rPr lang="en-US" sz="2800" dirty="0" smtClean="0"/>
              <a:t>=0,q=start; </a:t>
            </a:r>
            <a:r>
              <a:rPr lang="en-US" sz="2800" dirty="0" err="1" smtClean="0"/>
              <a:t>i</a:t>
            </a:r>
            <a:r>
              <a:rPr lang="en-US" sz="2800" dirty="0" smtClean="0"/>
              <a:t>&lt;c; </a:t>
            </a:r>
            <a:r>
              <a:rPr lang="en-US" sz="2800" dirty="0" err="1" smtClean="0"/>
              <a:t>i</a:t>
            </a:r>
            <a:r>
              <a:rPr lang="en-US" sz="2800" dirty="0"/>
              <a:t>++)</a:t>
            </a:r>
          </a:p>
          <a:p>
            <a:pPr>
              <a:buNone/>
            </a:pPr>
            <a:r>
              <a:rPr lang="en-US" sz="2800" dirty="0"/>
              <a:t>	</a:t>
            </a:r>
            <a:r>
              <a:rPr lang="en-US" sz="2800" dirty="0" smtClean="0"/>
              <a:t>{      </a:t>
            </a:r>
          </a:p>
          <a:p>
            <a:pPr>
              <a:buNone/>
            </a:pPr>
            <a:r>
              <a:rPr lang="en-US" sz="2800" dirty="0"/>
              <a:t>	</a:t>
            </a:r>
            <a:r>
              <a:rPr lang="en-US" sz="2800" dirty="0" smtClean="0"/>
              <a:t>	q=q-</a:t>
            </a:r>
            <a:r>
              <a:rPr lang="en-US" sz="2800" dirty="0"/>
              <a:t>&gt;link;</a:t>
            </a:r>
          </a:p>
          <a:p>
            <a:pPr>
              <a:buNone/>
            </a:pPr>
            <a:r>
              <a:rPr lang="en-US" sz="2800" dirty="0"/>
              <a:t>		if(q==NULL)</a:t>
            </a:r>
          </a:p>
          <a:p>
            <a:pPr>
              <a:buNone/>
            </a:pPr>
            <a:r>
              <a:rPr lang="en-US" sz="2800" dirty="0"/>
              <a:t>		</a:t>
            </a:r>
            <a:r>
              <a:rPr lang="en-US" sz="2800" dirty="0" smtClean="0"/>
              <a:t>{ </a:t>
            </a:r>
            <a:r>
              <a:rPr lang="en-US" sz="2400" dirty="0" smtClean="0"/>
              <a:t> </a:t>
            </a:r>
            <a:r>
              <a:rPr lang="en-US" sz="2400" dirty="0" err="1"/>
              <a:t>cout</a:t>
            </a:r>
            <a:r>
              <a:rPr lang="en-US" sz="2400" dirty="0"/>
              <a:t>&lt;&lt;“no index </a:t>
            </a:r>
            <a:r>
              <a:rPr lang="en-US" sz="2400" dirty="0" smtClean="0"/>
              <a:t>found to insert  </a:t>
            </a:r>
          </a:p>
          <a:p>
            <a:pPr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elements</a:t>
            </a:r>
            <a:r>
              <a:rPr lang="en-US" sz="2400" dirty="0"/>
              <a:t>";</a:t>
            </a:r>
          </a:p>
          <a:p>
            <a:pPr>
              <a:buNone/>
            </a:pPr>
            <a:r>
              <a:rPr lang="en-US" sz="2800" dirty="0"/>
              <a:t>		</a:t>
            </a:r>
            <a:r>
              <a:rPr lang="en-US" sz="2800" dirty="0" smtClean="0"/>
              <a:t>   </a:t>
            </a:r>
            <a:r>
              <a:rPr lang="en-US" sz="2400" dirty="0" smtClean="0"/>
              <a:t>return</a:t>
            </a:r>
            <a:r>
              <a:rPr lang="en-US" sz="2400" dirty="0"/>
              <a:t>;</a:t>
            </a:r>
          </a:p>
          <a:p>
            <a:pPr>
              <a:buNone/>
            </a:pPr>
            <a:r>
              <a:rPr lang="en-US" sz="2800" dirty="0"/>
              <a:t>		}</a:t>
            </a:r>
          </a:p>
          <a:p>
            <a:pPr>
              <a:buNone/>
            </a:pPr>
            <a:r>
              <a:rPr lang="en-US" sz="2800" dirty="0"/>
              <a:t>	}</a:t>
            </a:r>
          </a:p>
          <a:p>
            <a:pPr>
              <a:buNone/>
            </a:pPr>
            <a:r>
              <a:rPr lang="en-US" sz="2800" dirty="0"/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990600"/>
            <a:ext cx="3810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	t=new node;</a:t>
            </a:r>
          </a:p>
          <a:p>
            <a:pPr>
              <a:buNone/>
            </a:pPr>
            <a:r>
              <a:rPr lang="en-US" sz="2800" dirty="0"/>
              <a:t>	t-&gt;data=n;</a:t>
            </a:r>
          </a:p>
          <a:p>
            <a:pPr>
              <a:buNone/>
            </a:pPr>
            <a:r>
              <a:rPr lang="en-US" sz="2800" dirty="0"/>
              <a:t>	t-&gt;link=q-&gt;link;</a:t>
            </a:r>
          </a:p>
          <a:p>
            <a:pPr>
              <a:buNone/>
            </a:pPr>
            <a:r>
              <a:rPr lang="en-US" sz="2800" dirty="0"/>
              <a:t>	q-&gt;link=t;</a:t>
            </a:r>
          </a:p>
          <a:p>
            <a:pPr>
              <a:buNone/>
            </a:pPr>
            <a:r>
              <a:rPr lang="en-US" sz="2800" dirty="0" smtClean="0"/>
              <a:t>            </a:t>
            </a:r>
            <a:r>
              <a:rPr lang="en-US" sz="2800" dirty="0" smtClean="0">
                <a:solidFill>
                  <a:srgbClr val="FF0000"/>
                </a:solidFill>
              </a:rPr>
              <a:t>}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8362191" cy="4509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26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en-US" dirty="0" smtClean="0">
                <a:solidFill>
                  <a:srgbClr val="FF0000"/>
                </a:solidFill>
              </a:rPr>
              <a:t>isplay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listshow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	node *q;</a:t>
            </a:r>
          </a:p>
          <a:p>
            <a:pPr>
              <a:buNone/>
            </a:pPr>
            <a:r>
              <a:rPr lang="en-US" dirty="0" smtClean="0"/>
              <a:t>	for(q=</a:t>
            </a:r>
            <a:r>
              <a:rPr lang="en-US" dirty="0" err="1" smtClean="0"/>
              <a:t>Start;q</a:t>
            </a:r>
            <a:r>
              <a:rPr lang="en-US" dirty="0" smtClean="0"/>
              <a:t>!=</a:t>
            </a:r>
            <a:r>
              <a:rPr lang="en-US" dirty="0" err="1" smtClean="0"/>
              <a:t>NULL;q</a:t>
            </a:r>
            <a:r>
              <a:rPr lang="en-US" dirty="0" smtClean="0"/>
              <a:t>=q-&gt;link)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cout</a:t>
            </a:r>
            <a:r>
              <a:rPr lang="en-US" dirty="0" smtClean="0"/>
              <a:t>&lt;&lt;q-&gt;data;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930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en-US" dirty="0" smtClean="0">
                <a:solidFill>
                  <a:srgbClr val="FF0000"/>
                </a:solidFill>
              </a:rPr>
              <a:t>elete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3733800" cy="57912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Delete(</a:t>
            </a:r>
            <a:r>
              <a:rPr lang="en-US" dirty="0" err="1" smtClean="0"/>
              <a:t>int</a:t>
            </a:r>
            <a:r>
              <a:rPr lang="en-US" dirty="0" smtClean="0"/>
              <a:t> n)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{</a:t>
            </a:r>
          </a:p>
          <a:p>
            <a:pPr>
              <a:buNone/>
            </a:pPr>
            <a:r>
              <a:rPr lang="en-US" dirty="0" smtClean="0"/>
              <a:t>	node *q,*r;</a:t>
            </a:r>
          </a:p>
          <a:p>
            <a:pPr>
              <a:buNone/>
            </a:pPr>
            <a:r>
              <a:rPr lang="en-US" dirty="0" smtClean="0"/>
              <a:t>	q=start;</a:t>
            </a:r>
          </a:p>
          <a:p>
            <a:pPr>
              <a:buNone/>
            </a:pPr>
            <a:r>
              <a:rPr lang="en-US" dirty="0" smtClean="0"/>
              <a:t>	if(q-&gt;data==n)</a:t>
            </a:r>
          </a:p>
          <a:p>
            <a:pPr>
              <a:buNone/>
            </a:pPr>
            <a:r>
              <a:rPr lang="en-US" dirty="0" smtClean="0"/>
              <a:t>	{</a:t>
            </a:r>
          </a:p>
          <a:p>
            <a:pPr>
              <a:buNone/>
            </a:pPr>
            <a:r>
              <a:rPr lang="en-US" dirty="0" smtClean="0"/>
              <a:t>		start=q-&gt;link;</a:t>
            </a:r>
          </a:p>
          <a:p>
            <a:pPr>
              <a:buNone/>
            </a:pPr>
            <a:r>
              <a:rPr lang="en-US" dirty="0" smtClean="0"/>
              <a:t>		delete q; </a:t>
            </a:r>
            <a:r>
              <a:rPr lang="en-US" sz="2300" b="1" dirty="0" smtClean="0">
                <a:solidFill>
                  <a:srgbClr val="FF0000"/>
                </a:solidFill>
              </a:rPr>
              <a:t>//BEGINNING</a:t>
            </a:r>
          </a:p>
          <a:p>
            <a:pPr>
              <a:buNone/>
            </a:pPr>
            <a:r>
              <a:rPr lang="en-US" dirty="0" smtClean="0"/>
              <a:t>		return;</a:t>
            </a:r>
          </a:p>
          <a:p>
            <a:pPr>
              <a:buNone/>
            </a:pPr>
            <a:r>
              <a:rPr lang="en-US" dirty="0" smtClean="0"/>
              <a:t>	}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else</a:t>
            </a:r>
          </a:p>
          <a:p>
            <a:pPr>
              <a:buNone/>
            </a:pPr>
            <a:r>
              <a:rPr lang="en-US" dirty="0" smtClean="0"/>
              <a:t>	{  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 r=q;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 q=q-&gt;link;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657600" y="762000"/>
            <a:ext cx="56388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sz="2400" dirty="0" smtClean="0"/>
              <a:t>	while(q!=NULL)</a:t>
            </a:r>
          </a:p>
          <a:p>
            <a:pPr>
              <a:buFont typeface="Arial" pitchFamily="34" charset="0"/>
              <a:buNone/>
            </a:pPr>
            <a:r>
              <a:rPr lang="en-US" sz="2400" dirty="0" smtClean="0"/>
              <a:t>	{       if(q-&gt;data==n)</a:t>
            </a:r>
          </a:p>
          <a:p>
            <a:pPr>
              <a:buFont typeface="Arial" pitchFamily="34" charset="0"/>
              <a:buNone/>
            </a:pPr>
            <a:r>
              <a:rPr lang="en-US" sz="2400" dirty="0" smtClean="0"/>
              <a:t>		{     r-&gt;link=q-&gt;link;</a:t>
            </a:r>
          </a:p>
          <a:p>
            <a:pPr>
              <a:buFont typeface="Arial" pitchFamily="34" charset="0"/>
              <a:buNone/>
            </a:pPr>
            <a:r>
              <a:rPr lang="en-US" sz="2400" dirty="0" smtClean="0"/>
              <a:t>		      delete q;  </a:t>
            </a:r>
            <a:r>
              <a:rPr lang="en-US" sz="2400" b="1" dirty="0" smtClean="0">
                <a:solidFill>
                  <a:srgbClr val="FF0000"/>
                </a:solidFill>
              </a:rPr>
              <a:t>// DEL AFTER</a:t>
            </a:r>
          </a:p>
          <a:p>
            <a:pPr>
              <a:buFont typeface="Arial" pitchFamily="34" charset="0"/>
              <a:buNone/>
            </a:pPr>
            <a:r>
              <a:rPr lang="en-US" sz="2400" dirty="0" smtClean="0"/>
              <a:t>		       return;</a:t>
            </a:r>
          </a:p>
          <a:p>
            <a:pPr>
              <a:buFont typeface="Arial" pitchFamily="34" charset="0"/>
              <a:buNone/>
            </a:pPr>
            <a:r>
              <a:rPr lang="en-US" sz="2400" dirty="0" smtClean="0"/>
              <a:t>		}</a:t>
            </a:r>
          </a:p>
          <a:p>
            <a:pPr>
              <a:buFont typeface="Arial" pitchFamily="34" charset="0"/>
              <a:buNone/>
            </a:pPr>
            <a:r>
              <a:rPr lang="en-US" sz="2400" dirty="0" smtClean="0"/>
              <a:t>		else</a:t>
            </a:r>
          </a:p>
          <a:p>
            <a:pPr>
              <a:buFont typeface="Arial" pitchFamily="34" charset="0"/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{    r=q;</a:t>
            </a:r>
          </a:p>
          <a:p>
            <a:pPr>
              <a:buFont typeface="Arial" pitchFamily="34" charset="0"/>
              <a:buNone/>
            </a:pPr>
            <a:r>
              <a:rPr lang="en-US" sz="2400" dirty="0" smtClean="0"/>
              <a:t>		   q=q-&gt;link;</a:t>
            </a:r>
          </a:p>
          <a:p>
            <a:pPr>
              <a:buFont typeface="Arial" pitchFamily="34" charset="0"/>
              <a:buNone/>
            </a:pPr>
            <a:r>
              <a:rPr lang="en-US" sz="2400" dirty="0" smtClean="0"/>
              <a:t>	       }</a:t>
            </a:r>
          </a:p>
          <a:p>
            <a:pPr>
              <a:buFont typeface="Arial" pitchFamily="34" charset="0"/>
              <a:buNone/>
            </a:pPr>
            <a:r>
              <a:rPr lang="en-US" sz="2400" dirty="0"/>
              <a:t> </a:t>
            </a:r>
            <a:r>
              <a:rPr lang="en-US" sz="2400" dirty="0" smtClean="0"/>
              <a:t>   }                 </a:t>
            </a:r>
            <a:r>
              <a:rPr lang="en-US" sz="2400" b="1" dirty="0" smtClean="0">
                <a:solidFill>
                  <a:srgbClr val="FF0000"/>
                </a:solidFill>
              </a:rPr>
              <a:t>// while</a:t>
            </a:r>
          </a:p>
          <a:p>
            <a:pPr>
              <a:buFont typeface="Arial" pitchFamily="34" charset="0"/>
              <a:buNone/>
            </a:pPr>
            <a:r>
              <a:rPr lang="en-US" sz="2400" dirty="0" smtClean="0"/>
              <a:t>}                    </a:t>
            </a:r>
            <a:r>
              <a:rPr lang="en-US" sz="2400" b="1" dirty="0" smtClean="0">
                <a:solidFill>
                  <a:srgbClr val="FF0000"/>
                </a:solidFill>
              </a:rPr>
              <a:t>// else</a:t>
            </a:r>
          </a:p>
          <a:p>
            <a:pPr>
              <a:buFont typeface="Arial" pitchFamily="34" charset="0"/>
              <a:buNone/>
            </a:pPr>
            <a:r>
              <a:rPr lang="en-US" sz="2400" dirty="0" err="1" smtClean="0"/>
              <a:t>cout</a:t>
            </a:r>
            <a:r>
              <a:rPr lang="en-US" sz="2400" dirty="0" smtClean="0"/>
              <a:t>&lt;&lt;"Element" &lt;&lt;n&lt;&lt; "is not in the list";</a:t>
            </a:r>
          </a:p>
          <a:p>
            <a:pPr>
              <a:buFont typeface="Arial" pitchFamily="34" charset="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}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85800"/>
            <a:ext cx="8629358" cy="476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063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676400"/>
            <a:ext cx="8077200" cy="4187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505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Searching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334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err="1" smtClean="0"/>
              <a:t>Listsearch</a:t>
            </a:r>
            <a:r>
              <a:rPr lang="en-US" dirty="0" smtClean="0"/>
              <a:t>()</a:t>
            </a:r>
            <a:endParaRPr lang="en-US" dirty="0"/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	node *q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x;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dirty="0" err="1" smtClean="0"/>
              <a:t>printf</a:t>
            </a:r>
            <a:r>
              <a:rPr lang="en-US" dirty="0" smtClean="0"/>
              <a:t>(“ enter the element to search”);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Scanf</a:t>
            </a:r>
            <a:r>
              <a:rPr lang="en-US" dirty="0" smtClean="0"/>
              <a:t>(“%</a:t>
            </a:r>
            <a:r>
              <a:rPr lang="en-US" dirty="0" err="1" smtClean="0"/>
              <a:t>d”,&amp;x</a:t>
            </a:r>
            <a:r>
              <a:rPr lang="en-US" dirty="0" smtClean="0"/>
              <a:t>);</a:t>
            </a:r>
            <a:endParaRPr lang="en-US" dirty="0"/>
          </a:p>
          <a:p>
            <a:pPr>
              <a:buNone/>
            </a:pPr>
            <a:r>
              <a:rPr lang="en-US" dirty="0"/>
              <a:t>	for(q=</a:t>
            </a:r>
            <a:r>
              <a:rPr lang="en-US" dirty="0" err="1"/>
              <a:t>Start;q</a:t>
            </a:r>
            <a:r>
              <a:rPr lang="en-US" dirty="0"/>
              <a:t>!=</a:t>
            </a:r>
            <a:r>
              <a:rPr lang="en-US" dirty="0" err="1"/>
              <a:t>NULL;q</a:t>
            </a:r>
            <a:r>
              <a:rPr lang="en-US" dirty="0"/>
              <a:t>=q-&gt;link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    if (q-&gt;data == x)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       {    print (“ The element is found “);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            return;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       }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dirty="0" err="1" smtClean="0"/>
              <a:t>Prinf</a:t>
            </a:r>
            <a:r>
              <a:rPr lang="en-US" dirty="0" smtClean="0"/>
              <a:t>(“ The given number is not present in the list “);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}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762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FF0000"/>
                </a:solidFill>
              </a:rPr>
              <a:t>Traversal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Node {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data;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Node* next; </a:t>
            </a:r>
          </a:p>
          <a:p>
            <a:pPr marL="0" indent="0">
              <a:buNone/>
            </a:pPr>
            <a:r>
              <a:rPr lang="en-IN" dirty="0"/>
              <a:t>}; </a:t>
            </a:r>
          </a:p>
          <a:p>
            <a:pPr marL="0" indent="0">
              <a:buNone/>
            </a:pPr>
            <a:r>
              <a:rPr lang="en-IN" dirty="0"/>
              <a:t>  </a:t>
            </a:r>
          </a:p>
          <a:p>
            <a:pPr marL="0" indent="0">
              <a:buNone/>
            </a:pPr>
            <a:r>
              <a:rPr lang="en-IN" dirty="0"/>
              <a:t>// This function prints contents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// of </a:t>
            </a:r>
            <a:r>
              <a:rPr lang="en-IN" dirty="0"/>
              <a:t>linked list starting from </a:t>
            </a:r>
          </a:p>
          <a:p>
            <a:pPr marL="0" indent="0">
              <a:buNone/>
            </a:pPr>
            <a:r>
              <a:rPr lang="en-IN" dirty="0"/>
              <a:t>// the given node </a:t>
            </a:r>
          </a:p>
          <a:p>
            <a:pPr marL="0" indent="0">
              <a:buNone/>
            </a:pPr>
            <a:r>
              <a:rPr lang="en-IN" dirty="0"/>
              <a:t>void </a:t>
            </a:r>
            <a:r>
              <a:rPr lang="en-IN" dirty="0" err="1"/>
              <a:t>printList</a:t>
            </a:r>
            <a:r>
              <a:rPr lang="en-IN" dirty="0"/>
              <a:t>(</a:t>
            </a:r>
            <a:r>
              <a:rPr lang="en-IN" dirty="0" err="1"/>
              <a:t>struct</a:t>
            </a:r>
            <a:r>
              <a:rPr lang="en-IN" dirty="0"/>
              <a:t> Node* n)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    while (n != NULL) {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 %d ", n-&gt;data); </a:t>
            </a:r>
          </a:p>
          <a:p>
            <a:pPr marL="0" indent="0">
              <a:buNone/>
            </a:pPr>
            <a:r>
              <a:rPr lang="en-IN" dirty="0"/>
              <a:t>        n = n-&gt;next; </a:t>
            </a:r>
          </a:p>
          <a:p>
            <a:pPr marL="0" indent="0">
              <a:buNone/>
            </a:pPr>
            <a:r>
              <a:rPr lang="en-IN" dirty="0"/>
              <a:t>    } </a:t>
            </a:r>
          </a:p>
          <a:p>
            <a:pPr marL="0" indent="0">
              <a:buNone/>
            </a:pPr>
            <a:r>
              <a:rPr lang="en-IN" dirty="0"/>
              <a:t>} </a:t>
            </a:r>
          </a:p>
          <a:p>
            <a:pPr marL="0" indent="0">
              <a:buNone/>
            </a:pPr>
            <a:r>
              <a:rPr lang="en-IN" dirty="0"/>
              <a:t>  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228600"/>
            <a:ext cx="54864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main() </a:t>
            </a:r>
          </a:p>
          <a:p>
            <a:r>
              <a:rPr lang="en-IN" dirty="0"/>
              <a:t>{ </a:t>
            </a:r>
          </a:p>
          <a:p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Node* head = NULL; </a:t>
            </a:r>
          </a:p>
          <a:p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Node* second = NULL; </a:t>
            </a:r>
          </a:p>
          <a:p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Node* third = NULL; 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// allocate 3 nodes in the heap </a:t>
            </a:r>
          </a:p>
          <a:p>
            <a:r>
              <a:rPr lang="en-IN" dirty="0"/>
              <a:t>    head = (</a:t>
            </a:r>
            <a:r>
              <a:rPr lang="en-IN" dirty="0" err="1"/>
              <a:t>struct</a:t>
            </a:r>
            <a:r>
              <a:rPr lang="en-IN" dirty="0"/>
              <a:t> Node*)</a:t>
            </a:r>
            <a:r>
              <a:rPr lang="en-IN" dirty="0" err="1"/>
              <a:t>malloc</a:t>
            </a:r>
            <a:r>
              <a:rPr lang="en-IN" dirty="0"/>
              <a:t>(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struct</a:t>
            </a:r>
            <a:r>
              <a:rPr lang="en-IN" dirty="0"/>
              <a:t> Node)); </a:t>
            </a:r>
          </a:p>
          <a:p>
            <a:r>
              <a:rPr lang="en-IN" dirty="0"/>
              <a:t>    second = (</a:t>
            </a:r>
            <a:r>
              <a:rPr lang="en-IN" dirty="0" err="1"/>
              <a:t>struct</a:t>
            </a:r>
            <a:r>
              <a:rPr lang="en-IN" dirty="0"/>
              <a:t> Node*)</a:t>
            </a:r>
            <a:r>
              <a:rPr lang="en-IN" dirty="0" err="1"/>
              <a:t>malloc</a:t>
            </a:r>
            <a:r>
              <a:rPr lang="en-IN" dirty="0"/>
              <a:t>(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struct</a:t>
            </a:r>
            <a:r>
              <a:rPr lang="en-IN" dirty="0"/>
              <a:t> Node)); </a:t>
            </a:r>
          </a:p>
          <a:p>
            <a:r>
              <a:rPr lang="en-IN" dirty="0"/>
              <a:t>    third = (</a:t>
            </a:r>
            <a:r>
              <a:rPr lang="en-IN" dirty="0" err="1"/>
              <a:t>struct</a:t>
            </a:r>
            <a:r>
              <a:rPr lang="en-IN" dirty="0"/>
              <a:t> Node*)</a:t>
            </a:r>
            <a:r>
              <a:rPr lang="en-IN" dirty="0" err="1"/>
              <a:t>malloc</a:t>
            </a:r>
            <a:r>
              <a:rPr lang="en-IN" dirty="0"/>
              <a:t>(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struct</a:t>
            </a:r>
            <a:r>
              <a:rPr lang="en-IN" dirty="0"/>
              <a:t> Node)); 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head-&gt;data = 1; // assign data in first node </a:t>
            </a:r>
          </a:p>
          <a:p>
            <a:r>
              <a:rPr lang="en-IN" dirty="0"/>
              <a:t>    head-&gt;next = second; // Link first node with second 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second-&gt;data = 2; // assign data to second node </a:t>
            </a:r>
          </a:p>
          <a:p>
            <a:r>
              <a:rPr lang="en-IN" dirty="0"/>
              <a:t>    second-&gt;next = third; 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third-&gt;data = 3; // assign data to third node </a:t>
            </a:r>
          </a:p>
          <a:p>
            <a:r>
              <a:rPr lang="en-IN" dirty="0"/>
              <a:t>    third-&gt;next = NULL; 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</a:t>
            </a:r>
            <a:r>
              <a:rPr lang="en-IN" dirty="0" err="1"/>
              <a:t>printList</a:t>
            </a:r>
            <a:r>
              <a:rPr lang="en-IN" dirty="0"/>
              <a:t>(head); 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return 0; 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137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Applications of linked list 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dirty="0" smtClean="0"/>
              <a:t>Implementation </a:t>
            </a:r>
            <a:r>
              <a:rPr lang="en-US" dirty="0"/>
              <a:t>of </a:t>
            </a:r>
            <a:r>
              <a:rPr lang="en-US" dirty="0" smtClean="0">
                <a:solidFill>
                  <a:srgbClr val="FF0000"/>
                </a:solidFill>
              </a:rPr>
              <a:t>Stacks and Queues</a:t>
            </a:r>
          </a:p>
          <a:p>
            <a:pPr fontAlgn="base"/>
            <a:r>
              <a:rPr lang="en-US" dirty="0" smtClean="0"/>
              <a:t>Implementation </a:t>
            </a:r>
            <a:r>
              <a:rPr lang="en-US" dirty="0"/>
              <a:t>of graphs : </a:t>
            </a:r>
            <a:r>
              <a:rPr lang="en-US" dirty="0" smtClean="0">
                <a:solidFill>
                  <a:srgbClr val="FF0000"/>
                </a:solidFill>
              </a:rPr>
              <a:t>Adjacency list representation of graphs</a:t>
            </a:r>
            <a:r>
              <a:rPr lang="en-US" dirty="0" smtClean="0"/>
              <a:t> is </a:t>
            </a:r>
            <a:r>
              <a:rPr lang="en-US" dirty="0"/>
              <a:t>most popular which is uses linked list to store adjacent vertices.</a:t>
            </a:r>
          </a:p>
          <a:p>
            <a:pPr fontAlgn="base"/>
            <a:r>
              <a:rPr lang="en-US" dirty="0">
                <a:solidFill>
                  <a:srgbClr val="FF0000"/>
                </a:solidFill>
              </a:rPr>
              <a:t>Dynamic memory allocation </a:t>
            </a:r>
            <a:r>
              <a:rPr lang="en-US" dirty="0"/>
              <a:t>: We use linked list of free blocks.</a:t>
            </a:r>
          </a:p>
          <a:p>
            <a:pPr fontAlgn="base"/>
            <a:r>
              <a:rPr lang="en-US" dirty="0"/>
              <a:t>Maintaining </a:t>
            </a:r>
            <a:r>
              <a:rPr lang="en-US" dirty="0">
                <a:solidFill>
                  <a:srgbClr val="FF0000"/>
                </a:solidFill>
              </a:rPr>
              <a:t>directory of names</a:t>
            </a:r>
          </a:p>
          <a:p>
            <a:pPr fontAlgn="base"/>
            <a:r>
              <a:rPr lang="en-US" dirty="0" smtClean="0"/>
              <a:t>Manipulation </a:t>
            </a:r>
            <a:r>
              <a:rPr lang="en-US" dirty="0"/>
              <a:t>of </a:t>
            </a:r>
            <a:r>
              <a:rPr lang="en-US" dirty="0">
                <a:solidFill>
                  <a:srgbClr val="FF0000"/>
                </a:solidFill>
              </a:rPr>
              <a:t>polynomials</a:t>
            </a:r>
            <a:r>
              <a:rPr lang="en-US" dirty="0"/>
              <a:t> by storing constants </a:t>
            </a:r>
            <a:r>
              <a:rPr lang="en-US" dirty="0" smtClean="0"/>
              <a:t>and coefficients in </a:t>
            </a:r>
            <a:r>
              <a:rPr lang="en-US" dirty="0"/>
              <a:t>the node of linked list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602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Polynomial addition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8229600" cy="3640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157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143000"/>
            <a:ext cx="8458200" cy="412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400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381</Words>
  <Application>Microsoft Office PowerPoint</Application>
  <PresentationFormat>On-screen Show (4:3)</PresentationFormat>
  <Paragraphs>175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Linked List</vt:lpstr>
      <vt:lpstr>Linked List using Pointers </vt:lpstr>
      <vt:lpstr>PowerPoint Presentation</vt:lpstr>
      <vt:lpstr>Why Linked List?</vt:lpstr>
      <vt:lpstr>PowerPoint Presentation</vt:lpstr>
      <vt:lpstr>Representation</vt:lpstr>
      <vt:lpstr>Operations on Linked List</vt:lpstr>
      <vt:lpstr>Add beginning</vt:lpstr>
      <vt:lpstr>Add end</vt:lpstr>
      <vt:lpstr>PowerPoint Presentation</vt:lpstr>
      <vt:lpstr>PowerPoint Presentation</vt:lpstr>
      <vt:lpstr>Add between/after</vt:lpstr>
      <vt:lpstr>PowerPoint Presentation</vt:lpstr>
      <vt:lpstr>Display</vt:lpstr>
      <vt:lpstr>Delete</vt:lpstr>
      <vt:lpstr>PowerPoint Presentation</vt:lpstr>
      <vt:lpstr>PowerPoint Presentation</vt:lpstr>
      <vt:lpstr>Searching</vt:lpstr>
      <vt:lpstr>Traversal</vt:lpstr>
      <vt:lpstr>Applications of linked list  </vt:lpstr>
      <vt:lpstr>Polynomial addition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</dc:title>
  <dc:creator>dmin</dc:creator>
  <cp:lastModifiedBy>HP</cp:lastModifiedBy>
  <cp:revision>46</cp:revision>
  <dcterms:created xsi:type="dcterms:W3CDTF">2017-12-14T04:12:11Z</dcterms:created>
  <dcterms:modified xsi:type="dcterms:W3CDTF">2023-04-11T15:57:59Z</dcterms:modified>
</cp:coreProperties>
</file>