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74" r:id="rId4"/>
    <p:sldId id="276" r:id="rId5"/>
    <p:sldId id="257" r:id="rId6"/>
    <p:sldId id="258" r:id="rId7"/>
    <p:sldId id="278" r:id="rId8"/>
    <p:sldId id="259" r:id="rId9"/>
    <p:sldId id="279" r:id="rId10"/>
    <p:sldId id="280" r:id="rId11"/>
    <p:sldId id="260" r:id="rId12"/>
    <p:sldId id="261" r:id="rId13"/>
    <p:sldId id="262" r:id="rId14"/>
    <p:sldId id="263" r:id="rId15"/>
    <p:sldId id="264" r:id="rId16"/>
    <p:sldId id="281" r:id="rId17"/>
    <p:sldId id="282" r:id="rId18"/>
    <p:sldId id="283" r:id="rId19"/>
    <p:sldId id="265" r:id="rId20"/>
    <p:sldId id="266" r:id="rId21"/>
    <p:sldId id="267" r:id="rId22"/>
    <p:sldId id="268" r:id="rId23"/>
    <p:sldId id="269" r:id="rId24"/>
    <p:sldId id="271" r:id="rId25"/>
    <p:sldId id="272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A23D9-1BCC-4B54-A011-B4E8034DD711}" type="datetimeFigureOut">
              <a:rPr lang="en-IN" smtClean="0"/>
              <a:t>16-10-2022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7DBC9-8B34-4872-A2B5-77ABB5FC13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989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A23D9-1BCC-4B54-A011-B4E8034DD711}" type="datetimeFigureOut">
              <a:rPr lang="en-IN" smtClean="0"/>
              <a:t>16-10-2022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7DBC9-8B34-4872-A2B5-77ABB5FC13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147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A23D9-1BCC-4B54-A011-B4E8034DD711}" type="datetimeFigureOut">
              <a:rPr lang="en-IN" smtClean="0"/>
              <a:t>16-10-2022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7DBC9-8B34-4872-A2B5-77ABB5FC13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411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A23D9-1BCC-4B54-A011-B4E8034DD711}" type="datetimeFigureOut">
              <a:rPr lang="en-IN" smtClean="0"/>
              <a:t>16-10-2022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7DBC9-8B34-4872-A2B5-77ABB5FC13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563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A23D9-1BCC-4B54-A011-B4E8034DD711}" type="datetimeFigureOut">
              <a:rPr lang="en-IN" smtClean="0"/>
              <a:t>16-10-2022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7DBC9-8B34-4872-A2B5-77ABB5FC13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976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A23D9-1BCC-4B54-A011-B4E8034DD711}" type="datetimeFigureOut">
              <a:rPr lang="en-IN" smtClean="0"/>
              <a:t>16-10-2022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7DBC9-8B34-4872-A2B5-77ABB5FC13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248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A23D9-1BCC-4B54-A011-B4E8034DD711}" type="datetimeFigureOut">
              <a:rPr lang="en-IN" smtClean="0"/>
              <a:t>16-10-2022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7DBC9-8B34-4872-A2B5-77ABB5FC13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024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A23D9-1BCC-4B54-A011-B4E8034DD711}" type="datetimeFigureOut">
              <a:rPr lang="en-IN" smtClean="0"/>
              <a:t>16-10-2022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7DBC9-8B34-4872-A2B5-77ABB5FC13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5402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A23D9-1BCC-4B54-A011-B4E8034DD711}" type="datetimeFigureOut">
              <a:rPr lang="en-IN" smtClean="0"/>
              <a:t>16-10-2022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7DBC9-8B34-4872-A2B5-77ABB5FC13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726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A23D9-1BCC-4B54-A011-B4E8034DD711}" type="datetimeFigureOut">
              <a:rPr lang="en-IN" smtClean="0"/>
              <a:t>16-10-2022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7DBC9-8B34-4872-A2B5-77ABB5FC13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399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A23D9-1BCC-4B54-A011-B4E8034DD711}" type="datetimeFigureOut">
              <a:rPr lang="en-IN" smtClean="0"/>
              <a:t>16-10-2022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7DBC9-8B34-4872-A2B5-77ABB5FC13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76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CA23D9-1BCC-4B54-A011-B4E8034DD711}" type="datetimeFigureOut">
              <a:rPr lang="en-IN" smtClean="0"/>
              <a:t>16-10-2022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B7DBC9-8B34-4872-A2B5-77ABB5FC13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177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rgbClr val="FF0000"/>
                </a:solidFill>
              </a:rPr>
              <a:t>GRAPH BASIC TERMINOLOGIES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4482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60648"/>
            <a:ext cx="7704856" cy="6443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390" y="3068960"/>
            <a:ext cx="230505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73377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620688"/>
            <a:ext cx="8010814" cy="4896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9927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88640"/>
            <a:ext cx="7140186" cy="27967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984559"/>
            <a:ext cx="4467225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4437112"/>
            <a:ext cx="5219700" cy="164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3789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899200"/>
            <a:ext cx="8018281" cy="505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07253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88" y="1196752"/>
            <a:ext cx="7591425" cy="4027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69492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88640"/>
            <a:ext cx="6624736" cy="6386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7649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5" y="764704"/>
            <a:ext cx="7524750" cy="3905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4323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8" y="500063"/>
            <a:ext cx="7781925" cy="585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2348880"/>
            <a:ext cx="2228850" cy="183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9273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0478" y="1844824"/>
            <a:ext cx="2228850" cy="183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25" y="548680"/>
            <a:ext cx="6772275" cy="54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8297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3563" y="1609725"/>
            <a:ext cx="5476875" cy="363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3849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50" y="995363"/>
            <a:ext cx="7505700" cy="486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1484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404664"/>
            <a:ext cx="7562850" cy="481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177" y="2348880"/>
            <a:ext cx="3324225" cy="303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4056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556792"/>
            <a:ext cx="6934200" cy="288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557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725" y="1538288"/>
            <a:ext cx="7448550" cy="3781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2805113"/>
            <a:ext cx="2733675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8118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04664"/>
            <a:ext cx="8577740" cy="5688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6070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476671"/>
            <a:ext cx="5184576" cy="5827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22198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60648"/>
            <a:ext cx="8274176" cy="2278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449004"/>
            <a:ext cx="7272808" cy="3866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9389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8" y="404664"/>
            <a:ext cx="7820025" cy="5904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8105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548680"/>
            <a:ext cx="7515225" cy="509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0492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592" y="620688"/>
            <a:ext cx="8388528" cy="5760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31098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04664"/>
            <a:ext cx="8352928" cy="6048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7642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5157192"/>
            <a:ext cx="7992888" cy="1344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641" y="794742"/>
            <a:ext cx="8086725" cy="436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8637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5" y="620688"/>
            <a:ext cx="8532085" cy="5112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3078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66984"/>
            <a:ext cx="6410042" cy="56910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115616" y="5949280"/>
            <a:ext cx="3672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ADJACENCY LIST</a:t>
            </a:r>
            <a:endParaRPr lang="en-IN" dirty="0"/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7811" y="0"/>
            <a:ext cx="3112537" cy="2996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2441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5</Words>
  <Application>Microsoft Office PowerPoint</Application>
  <PresentationFormat>On-screen Show (4:3)</PresentationFormat>
  <Paragraphs>2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GRAPH BASIC TERMINOLOGIES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BASIC TERMINOLOGIES</dc:title>
  <dc:creator>Admin</dc:creator>
  <cp:lastModifiedBy>HP</cp:lastModifiedBy>
  <cp:revision>14</cp:revision>
  <dcterms:created xsi:type="dcterms:W3CDTF">2021-04-25T15:43:18Z</dcterms:created>
  <dcterms:modified xsi:type="dcterms:W3CDTF">2022-10-16T12:02:49Z</dcterms:modified>
</cp:coreProperties>
</file>