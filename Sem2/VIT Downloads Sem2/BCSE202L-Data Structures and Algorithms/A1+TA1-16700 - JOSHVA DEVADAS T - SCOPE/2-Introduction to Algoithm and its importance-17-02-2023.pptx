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69" r:id="rId4"/>
    <p:sldId id="270" r:id="rId5"/>
    <p:sldId id="271" r:id="rId6"/>
    <p:sldId id="258" r:id="rId7"/>
    <p:sldId id="259" r:id="rId8"/>
    <p:sldId id="260" r:id="rId9"/>
    <p:sldId id="257" r:id="rId10"/>
    <p:sldId id="262" r:id="rId11"/>
    <p:sldId id="263" r:id="rId12"/>
    <p:sldId id="264" r:id="rId13"/>
    <p:sldId id="265" r:id="rId14"/>
    <p:sldId id="272" r:id="rId15"/>
    <p:sldId id="273" r:id="rId16"/>
    <p:sldId id="274" r:id="rId17"/>
    <p:sldId id="275"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482"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E3A00E5-2C98-4A6E-90D6-4A379C87CEE0}" type="doc">
      <dgm:prSet loTypeId="urn:microsoft.com/office/officeart/2016/7/layout/LinearArrowProcessNumbered" loCatId="process" qsTypeId="urn:microsoft.com/office/officeart/2005/8/quickstyle/simple5" qsCatId="simple" csTypeId="urn:microsoft.com/office/officeart/2005/8/colors/colorful2" csCatId="colorful" phldr="1"/>
      <dgm:spPr/>
      <dgm:t>
        <a:bodyPr/>
        <a:lstStyle/>
        <a:p>
          <a:endParaRPr lang="en-US"/>
        </a:p>
      </dgm:t>
    </dgm:pt>
    <dgm:pt modelId="{EA9D8C30-D316-4E8C-A43C-F4EF5B0BA8B0}">
      <dgm:prSet/>
      <dgm:spPr/>
      <dgm:t>
        <a:bodyPr/>
        <a:lstStyle/>
        <a:p>
          <a:r>
            <a:rPr lang="en-US" dirty="0"/>
            <a:t>The Four Major Stages of Algorithm Analysis and Design </a:t>
          </a:r>
        </a:p>
      </dgm:t>
    </dgm:pt>
    <dgm:pt modelId="{F0C92A93-0D1A-4A27-AC19-1F307D37359F}" type="parTrans" cxnId="{4317C67D-B133-42FB-BA34-9BF841C621F0}">
      <dgm:prSet/>
      <dgm:spPr/>
      <dgm:t>
        <a:bodyPr/>
        <a:lstStyle/>
        <a:p>
          <a:endParaRPr lang="en-US"/>
        </a:p>
      </dgm:t>
    </dgm:pt>
    <dgm:pt modelId="{CBB559B4-8B30-41C2-AA6D-759697BF67A8}" type="sibTrans" cxnId="{4317C67D-B133-42FB-BA34-9BF841C621F0}">
      <dgm:prSet phldrT="1" phldr="0"/>
      <dgm:spPr/>
      <dgm:t>
        <a:bodyPr/>
        <a:lstStyle/>
        <a:p>
          <a:r>
            <a:rPr lang="en-US"/>
            <a:t>1</a:t>
          </a:r>
        </a:p>
      </dgm:t>
    </dgm:pt>
    <dgm:pt modelId="{4933C3A9-E7D4-4BFD-9FE2-FF1E5EAB7D42}">
      <dgm:prSet/>
      <dgm:spPr/>
      <dgm:t>
        <a:bodyPr/>
        <a:lstStyle/>
        <a:p>
          <a:r>
            <a:rPr lang="en-US" b="1" dirty="0"/>
            <a:t>Design: </a:t>
          </a:r>
          <a:r>
            <a:rPr lang="en-US" dirty="0"/>
            <a:t>The first stage is to identify the problem and thoroughly understand it. </a:t>
          </a:r>
        </a:p>
      </dgm:t>
    </dgm:pt>
    <dgm:pt modelId="{F26A6B8C-D2C9-4BB1-9AAA-2568C2D67771}" type="parTrans" cxnId="{03F68A40-F209-4C12-B94C-925C93223CA4}">
      <dgm:prSet/>
      <dgm:spPr/>
      <dgm:t>
        <a:bodyPr/>
        <a:lstStyle/>
        <a:p>
          <a:endParaRPr lang="en-US"/>
        </a:p>
      </dgm:t>
    </dgm:pt>
    <dgm:pt modelId="{604E7E47-14F4-4401-89FF-AECA946C70C0}" type="sibTrans" cxnId="{03F68A40-F209-4C12-B94C-925C93223CA4}">
      <dgm:prSet phldrT="2" phldr="0"/>
      <dgm:spPr/>
      <dgm:t>
        <a:bodyPr/>
        <a:lstStyle/>
        <a:p>
          <a:r>
            <a:rPr lang="en-US"/>
            <a:t>2</a:t>
          </a:r>
        </a:p>
      </dgm:t>
    </dgm:pt>
    <dgm:pt modelId="{39605D45-7BA2-4BFB-A835-E9D60BF4DEA5}">
      <dgm:prSet/>
      <dgm:spPr/>
      <dgm:t>
        <a:bodyPr/>
        <a:lstStyle/>
        <a:p>
          <a:r>
            <a:rPr lang="en-US" b="1" dirty="0"/>
            <a:t>Analyze : </a:t>
          </a:r>
          <a:r>
            <a:rPr lang="en-US" dirty="0"/>
            <a:t>Once you have the basic framework of the algorithm it's time to start analyzing how efficient the code is in solving the problem. </a:t>
          </a:r>
        </a:p>
      </dgm:t>
    </dgm:pt>
    <dgm:pt modelId="{5504E36F-6891-4F4C-A1C2-6ED3588C1CC4}" type="parTrans" cxnId="{2861EEA3-4C51-43AA-AE18-FDD0CB856AA9}">
      <dgm:prSet/>
      <dgm:spPr/>
      <dgm:t>
        <a:bodyPr/>
        <a:lstStyle/>
        <a:p>
          <a:endParaRPr lang="en-US"/>
        </a:p>
      </dgm:t>
    </dgm:pt>
    <dgm:pt modelId="{9E01D5C5-AF80-4211-9ABE-9B7F9B798411}" type="sibTrans" cxnId="{2861EEA3-4C51-43AA-AE18-FDD0CB856AA9}">
      <dgm:prSet phldrT="3" phldr="0"/>
      <dgm:spPr/>
      <dgm:t>
        <a:bodyPr/>
        <a:lstStyle/>
        <a:p>
          <a:r>
            <a:rPr lang="en-US"/>
            <a:t>3</a:t>
          </a:r>
        </a:p>
      </dgm:t>
    </dgm:pt>
    <dgm:pt modelId="{3CF35336-34DE-4413-A0B8-23B685CA512D}">
      <dgm:prSet/>
      <dgm:spPr/>
      <dgm:t>
        <a:bodyPr/>
        <a:lstStyle/>
        <a:p>
          <a:r>
            <a:rPr lang="en-US" b="1" dirty="0"/>
            <a:t>Implement : </a:t>
          </a:r>
          <a:r>
            <a:rPr lang="en-US" dirty="0"/>
            <a:t>Writing and coding the algorithm is the next step in the process. To write the algorithm efficiently you have to know exactly what each line of code is going to accomplish when the program is executed</a:t>
          </a:r>
        </a:p>
      </dgm:t>
    </dgm:pt>
    <dgm:pt modelId="{979F3FB3-53BE-4756-BDCD-BF181723C044}" type="parTrans" cxnId="{BD0F7260-6B53-4932-948B-08C3716CBD83}">
      <dgm:prSet/>
      <dgm:spPr/>
      <dgm:t>
        <a:bodyPr/>
        <a:lstStyle/>
        <a:p>
          <a:endParaRPr lang="en-US"/>
        </a:p>
      </dgm:t>
    </dgm:pt>
    <dgm:pt modelId="{E6F8175C-E329-4321-A471-50E184CFD25C}" type="sibTrans" cxnId="{BD0F7260-6B53-4932-948B-08C3716CBD83}">
      <dgm:prSet phldrT="4" phldr="0"/>
      <dgm:spPr/>
      <dgm:t>
        <a:bodyPr/>
        <a:lstStyle/>
        <a:p>
          <a:r>
            <a:rPr lang="en-US"/>
            <a:t>4</a:t>
          </a:r>
        </a:p>
      </dgm:t>
    </dgm:pt>
    <dgm:pt modelId="{0BD8D54F-DC5E-4894-9604-C1598D2988AE}">
      <dgm:prSet/>
      <dgm:spPr/>
      <dgm:t>
        <a:bodyPr/>
        <a:lstStyle/>
        <a:p>
          <a:r>
            <a:rPr lang="en-US" b="1" dirty="0"/>
            <a:t>Experiment: </a:t>
          </a:r>
          <a:r>
            <a:rPr lang="en-US" dirty="0"/>
            <a:t>Once the algorithm is designed and coded go back and experiment with different variables in the algorithm. Try with different data to ensure correctness and efficiency of the algorithm. </a:t>
          </a:r>
        </a:p>
      </dgm:t>
    </dgm:pt>
    <dgm:pt modelId="{07222A22-15FD-4B16-99A4-565B2F665878}" type="parTrans" cxnId="{E78CAE1C-28D6-4D8F-A9D9-096A4D01F60E}">
      <dgm:prSet/>
      <dgm:spPr/>
      <dgm:t>
        <a:bodyPr/>
        <a:lstStyle/>
        <a:p>
          <a:endParaRPr lang="en-US"/>
        </a:p>
      </dgm:t>
    </dgm:pt>
    <dgm:pt modelId="{B8049533-8DD6-42A6-8562-58CAEB831B5D}" type="sibTrans" cxnId="{E78CAE1C-28D6-4D8F-A9D9-096A4D01F60E}">
      <dgm:prSet phldrT="5" phldr="0"/>
      <dgm:spPr/>
      <dgm:t>
        <a:bodyPr/>
        <a:lstStyle/>
        <a:p>
          <a:r>
            <a:rPr lang="en-US"/>
            <a:t>5</a:t>
          </a:r>
        </a:p>
      </dgm:t>
    </dgm:pt>
    <dgm:pt modelId="{C3A0B3D6-4428-42B6-B6E5-6E9D80B57EB9}" type="pres">
      <dgm:prSet presAssocID="{2E3A00E5-2C98-4A6E-90D6-4A379C87CEE0}" presName="linearFlow" presStyleCnt="0">
        <dgm:presLayoutVars>
          <dgm:dir/>
          <dgm:animLvl val="lvl"/>
          <dgm:resizeHandles val="exact"/>
        </dgm:presLayoutVars>
      </dgm:prSet>
      <dgm:spPr/>
    </dgm:pt>
    <dgm:pt modelId="{59BC5E43-6A9B-401F-AC13-8F6C10DC7663}" type="pres">
      <dgm:prSet presAssocID="{EA9D8C30-D316-4E8C-A43C-F4EF5B0BA8B0}" presName="compositeNode" presStyleCnt="0"/>
      <dgm:spPr/>
    </dgm:pt>
    <dgm:pt modelId="{99082785-9FD7-43F7-997E-7FBAF5CFCB7D}" type="pres">
      <dgm:prSet presAssocID="{EA9D8C30-D316-4E8C-A43C-F4EF5B0BA8B0}" presName="parTx" presStyleLbl="node1" presStyleIdx="0" presStyleCnt="0">
        <dgm:presLayoutVars>
          <dgm:chMax val="0"/>
          <dgm:chPref val="0"/>
          <dgm:bulletEnabled val="1"/>
        </dgm:presLayoutVars>
      </dgm:prSet>
      <dgm:spPr/>
    </dgm:pt>
    <dgm:pt modelId="{8022BFA7-69DD-4C43-B67B-672EB5BFCAA0}" type="pres">
      <dgm:prSet presAssocID="{EA9D8C30-D316-4E8C-A43C-F4EF5B0BA8B0}" presName="parSh" presStyleCnt="0"/>
      <dgm:spPr/>
    </dgm:pt>
    <dgm:pt modelId="{5FECB729-21CD-462C-B572-42296EF692FE}" type="pres">
      <dgm:prSet presAssocID="{EA9D8C30-D316-4E8C-A43C-F4EF5B0BA8B0}" presName="lineNode" presStyleLbl="alignAccFollowNode1" presStyleIdx="0" presStyleCnt="15" custLinFactY="-635600000" custLinFactNeighborY="-635614306"/>
      <dgm:spPr/>
    </dgm:pt>
    <dgm:pt modelId="{00F28DD4-0507-4847-A774-34FDBF8822A3}" type="pres">
      <dgm:prSet presAssocID="{EA9D8C30-D316-4E8C-A43C-F4EF5B0BA8B0}" presName="lineArrowNode" presStyleLbl="alignAccFollowNode1" presStyleIdx="1" presStyleCnt="15"/>
      <dgm:spPr/>
    </dgm:pt>
    <dgm:pt modelId="{10FF5A32-B8BD-4D03-A1B9-2F9C6B73D210}" type="pres">
      <dgm:prSet presAssocID="{CBB559B4-8B30-41C2-AA6D-759697BF67A8}" presName="sibTransNodeCircle" presStyleLbl="alignNode1" presStyleIdx="0" presStyleCnt="5" custLinFactY="-1237003" custLinFactNeighborY="-1300000">
        <dgm:presLayoutVars>
          <dgm:chMax val="0"/>
          <dgm:bulletEnabled/>
        </dgm:presLayoutVars>
      </dgm:prSet>
      <dgm:spPr/>
    </dgm:pt>
    <dgm:pt modelId="{1851AD8B-ECF2-47CE-BC5D-4108908193F7}" type="pres">
      <dgm:prSet presAssocID="{CBB559B4-8B30-41C2-AA6D-759697BF67A8}" presName="spacerBetweenCircleAndCallout" presStyleCnt="0">
        <dgm:presLayoutVars/>
      </dgm:prSet>
      <dgm:spPr/>
    </dgm:pt>
    <dgm:pt modelId="{D8F11C0B-53D9-404F-90C3-23E8BC809FCB}" type="pres">
      <dgm:prSet presAssocID="{EA9D8C30-D316-4E8C-A43C-F4EF5B0BA8B0}" presName="nodeText" presStyleLbl="alignAccFollowNode1" presStyleIdx="2" presStyleCnt="15" custScaleY="100000" custLinFactNeighborY="-36048">
        <dgm:presLayoutVars>
          <dgm:bulletEnabled val="1"/>
        </dgm:presLayoutVars>
      </dgm:prSet>
      <dgm:spPr/>
    </dgm:pt>
    <dgm:pt modelId="{C0E562C4-B44C-4AE9-8C26-11C7C9D7684C}" type="pres">
      <dgm:prSet presAssocID="{CBB559B4-8B30-41C2-AA6D-759697BF67A8}" presName="sibTransComposite" presStyleCnt="0"/>
      <dgm:spPr/>
    </dgm:pt>
    <dgm:pt modelId="{A01B4558-DCCB-4500-B0DC-02A3238778C8}" type="pres">
      <dgm:prSet presAssocID="{4933C3A9-E7D4-4BFD-9FE2-FF1E5EAB7D42}" presName="compositeNode" presStyleCnt="0"/>
      <dgm:spPr/>
    </dgm:pt>
    <dgm:pt modelId="{366372FE-68F2-44C4-8770-103D62481C2E}" type="pres">
      <dgm:prSet presAssocID="{4933C3A9-E7D4-4BFD-9FE2-FF1E5EAB7D42}" presName="parTx" presStyleLbl="node1" presStyleIdx="0" presStyleCnt="0">
        <dgm:presLayoutVars>
          <dgm:chMax val="0"/>
          <dgm:chPref val="0"/>
          <dgm:bulletEnabled val="1"/>
        </dgm:presLayoutVars>
      </dgm:prSet>
      <dgm:spPr/>
    </dgm:pt>
    <dgm:pt modelId="{993A75CF-55AA-4EF3-870A-C6AA36A9F51B}" type="pres">
      <dgm:prSet presAssocID="{4933C3A9-E7D4-4BFD-9FE2-FF1E5EAB7D42}" presName="parSh" presStyleCnt="0"/>
      <dgm:spPr/>
    </dgm:pt>
    <dgm:pt modelId="{FD917E2C-5C23-4BFC-AB47-342A03F80CBE}" type="pres">
      <dgm:prSet presAssocID="{4933C3A9-E7D4-4BFD-9FE2-FF1E5EAB7D42}" presName="lineNode" presStyleLbl="alignAccFollowNode1" presStyleIdx="3" presStyleCnt="15" custLinFactY="-634685468" custLinFactNeighborY="-634700000"/>
      <dgm:spPr/>
    </dgm:pt>
    <dgm:pt modelId="{CF4786A4-F0FD-45B3-B2BF-546009744D5D}" type="pres">
      <dgm:prSet presAssocID="{4933C3A9-E7D4-4BFD-9FE2-FF1E5EAB7D42}" presName="lineArrowNode" presStyleLbl="alignAccFollowNode1" presStyleIdx="4" presStyleCnt="15" custLinFactX="325" custLinFactY="-217668" custLinFactNeighborX="100000" custLinFactNeighborY="-300000"/>
      <dgm:spPr/>
    </dgm:pt>
    <dgm:pt modelId="{71DD3B0A-C51C-4F32-A01A-896E24BE5329}" type="pres">
      <dgm:prSet presAssocID="{604E7E47-14F4-4401-89FF-AECA946C70C0}" presName="sibTransNodeCircle" presStyleLbl="alignNode1" presStyleIdx="1" presStyleCnt="5" custLinFactY="-1200000" custLinFactNeighborY="-1200267">
        <dgm:presLayoutVars>
          <dgm:chMax val="0"/>
          <dgm:bulletEnabled/>
        </dgm:presLayoutVars>
      </dgm:prSet>
      <dgm:spPr/>
    </dgm:pt>
    <dgm:pt modelId="{F5C5C5A6-08CB-42B2-9CD4-A300FB25270D}" type="pres">
      <dgm:prSet presAssocID="{604E7E47-14F4-4401-89FF-AECA946C70C0}" presName="spacerBetweenCircleAndCallout" presStyleCnt="0">
        <dgm:presLayoutVars/>
      </dgm:prSet>
      <dgm:spPr/>
    </dgm:pt>
    <dgm:pt modelId="{35320768-1580-47BF-B882-933368583D5A}" type="pres">
      <dgm:prSet presAssocID="{4933C3A9-E7D4-4BFD-9FE2-FF1E5EAB7D42}" presName="nodeText" presStyleLbl="alignAccFollowNode1" presStyleIdx="5" presStyleCnt="15" custScaleX="99922" custScaleY="100000" custLinFactNeighborY="-36048">
        <dgm:presLayoutVars>
          <dgm:bulletEnabled val="1"/>
        </dgm:presLayoutVars>
      </dgm:prSet>
      <dgm:spPr/>
    </dgm:pt>
    <dgm:pt modelId="{36A5D6BC-A5A2-4377-AF40-4F263AD210DC}" type="pres">
      <dgm:prSet presAssocID="{604E7E47-14F4-4401-89FF-AECA946C70C0}" presName="sibTransComposite" presStyleCnt="0"/>
      <dgm:spPr/>
    </dgm:pt>
    <dgm:pt modelId="{ACD0DB02-11AE-4754-833E-95FA960C01DD}" type="pres">
      <dgm:prSet presAssocID="{39605D45-7BA2-4BFB-A835-E9D60BF4DEA5}" presName="compositeNode" presStyleCnt="0"/>
      <dgm:spPr/>
    </dgm:pt>
    <dgm:pt modelId="{79FB7268-8C44-4F6E-B64C-71403E82EAEF}" type="pres">
      <dgm:prSet presAssocID="{39605D45-7BA2-4BFB-A835-E9D60BF4DEA5}" presName="parTx" presStyleLbl="node1" presStyleIdx="0" presStyleCnt="0">
        <dgm:presLayoutVars>
          <dgm:chMax val="0"/>
          <dgm:chPref val="0"/>
          <dgm:bulletEnabled val="1"/>
        </dgm:presLayoutVars>
      </dgm:prSet>
      <dgm:spPr/>
    </dgm:pt>
    <dgm:pt modelId="{367AE290-3332-43E3-B246-59345B02F6FF}" type="pres">
      <dgm:prSet presAssocID="{39605D45-7BA2-4BFB-A835-E9D60BF4DEA5}" presName="parSh" presStyleCnt="0"/>
      <dgm:spPr/>
    </dgm:pt>
    <dgm:pt modelId="{A8109F94-2B9E-47D5-9A40-D3B6159A07FC}" type="pres">
      <dgm:prSet presAssocID="{39605D45-7BA2-4BFB-A835-E9D60BF4DEA5}" presName="lineNode" presStyleLbl="alignAccFollowNode1" presStyleIdx="6" presStyleCnt="15" custLinFactY="-634202777" custLinFactNeighborY="-634300000"/>
      <dgm:spPr/>
    </dgm:pt>
    <dgm:pt modelId="{24AC239D-9AEB-432A-8445-91DA8B97ECB2}" type="pres">
      <dgm:prSet presAssocID="{39605D45-7BA2-4BFB-A835-E9D60BF4DEA5}" presName="lineArrowNode" presStyleLbl="alignAccFollowNode1" presStyleIdx="7" presStyleCnt="15" custLinFactY="90150" custLinFactNeighborX="-53250" custLinFactNeighborY="100000"/>
      <dgm:spPr/>
    </dgm:pt>
    <dgm:pt modelId="{2A82EB11-D80B-466A-95E8-B61ECC1FADCC}" type="pres">
      <dgm:prSet presAssocID="{9E01D5C5-AF80-4211-9ABE-9B7F9B798411}" presName="sibTransNodeCircle" presStyleLbl="alignNode1" presStyleIdx="2" presStyleCnt="5" custLinFactY="-1237003" custLinFactNeighborY="-1300000">
        <dgm:presLayoutVars>
          <dgm:chMax val="0"/>
          <dgm:bulletEnabled/>
        </dgm:presLayoutVars>
      </dgm:prSet>
      <dgm:spPr/>
    </dgm:pt>
    <dgm:pt modelId="{D9425DE4-8227-41E4-BA5E-5FA36F10116E}" type="pres">
      <dgm:prSet presAssocID="{9E01D5C5-AF80-4211-9ABE-9B7F9B798411}" presName="spacerBetweenCircleAndCallout" presStyleCnt="0">
        <dgm:presLayoutVars/>
      </dgm:prSet>
      <dgm:spPr/>
    </dgm:pt>
    <dgm:pt modelId="{D465AD42-257F-4E86-92E6-3BB4E63B65D4}" type="pres">
      <dgm:prSet presAssocID="{39605D45-7BA2-4BFB-A835-E9D60BF4DEA5}" presName="nodeText" presStyleLbl="alignAccFollowNode1" presStyleIdx="8" presStyleCnt="15" custScaleY="100000" custLinFactNeighborY="-36048">
        <dgm:presLayoutVars>
          <dgm:bulletEnabled val="1"/>
        </dgm:presLayoutVars>
      </dgm:prSet>
      <dgm:spPr/>
    </dgm:pt>
    <dgm:pt modelId="{7189E7A2-1CE5-4D32-A98F-A8C576E688F3}" type="pres">
      <dgm:prSet presAssocID="{9E01D5C5-AF80-4211-9ABE-9B7F9B798411}" presName="sibTransComposite" presStyleCnt="0"/>
      <dgm:spPr/>
    </dgm:pt>
    <dgm:pt modelId="{C28F5015-3A8E-4B5D-94A8-5860516E64FF}" type="pres">
      <dgm:prSet presAssocID="{3CF35336-34DE-4413-A0B8-23B685CA512D}" presName="compositeNode" presStyleCnt="0"/>
      <dgm:spPr/>
    </dgm:pt>
    <dgm:pt modelId="{0C9C0C24-56FF-4761-A4BC-FA96BE80B1FD}" type="pres">
      <dgm:prSet presAssocID="{3CF35336-34DE-4413-A0B8-23B685CA512D}" presName="parTx" presStyleLbl="node1" presStyleIdx="0" presStyleCnt="0">
        <dgm:presLayoutVars>
          <dgm:chMax val="0"/>
          <dgm:chPref val="0"/>
          <dgm:bulletEnabled val="1"/>
        </dgm:presLayoutVars>
      </dgm:prSet>
      <dgm:spPr/>
    </dgm:pt>
    <dgm:pt modelId="{2D77E171-B169-4E7E-8AF3-A54A952A2326}" type="pres">
      <dgm:prSet presAssocID="{3CF35336-34DE-4413-A0B8-23B685CA512D}" presName="parSh" presStyleCnt="0"/>
      <dgm:spPr/>
    </dgm:pt>
    <dgm:pt modelId="{4EA64D31-5F9B-4B70-979D-5650DD18736A}" type="pres">
      <dgm:prSet presAssocID="{3CF35336-34DE-4413-A0B8-23B685CA512D}" presName="lineNode" presStyleLbl="alignAccFollowNode1" presStyleIdx="9" presStyleCnt="15" custLinFactY="-634202777" custLinFactNeighborY="-634300000"/>
      <dgm:spPr/>
    </dgm:pt>
    <dgm:pt modelId="{65CAA689-77A0-4B42-A9AE-F43023FFD323}" type="pres">
      <dgm:prSet presAssocID="{3CF35336-34DE-4413-A0B8-23B685CA512D}" presName="lineArrowNode" presStyleLbl="alignAccFollowNode1" presStyleIdx="10" presStyleCnt="15" custLinFactY="-498873" custLinFactNeighborY="-500000"/>
      <dgm:spPr/>
    </dgm:pt>
    <dgm:pt modelId="{DE2E77BF-5894-4813-8015-8CADFE09539C}" type="pres">
      <dgm:prSet presAssocID="{E6F8175C-E329-4321-A471-50E184CFD25C}" presName="sibTransNodeCircle" presStyleLbl="alignNode1" presStyleIdx="3" presStyleCnt="5" custLinFactY="-1237003" custLinFactNeighborY="-1300000">
        <dgm:presLayoutVars>
          <dgm:chMax val="0"/>
          <dgm:bulletEnabled/>
        </dgm:presLayoutVars>
      </dgm:prSet>
      <dgm:spPr/>
    </dgm:pt>
    <dgm:pt modelId="{54510E0E-A32A-440C-B238-4C0053E56376}" type="pres">
      <dgm:prSet presAssocID="{E6F8175C-E329-4321-A471-50E184CFD25C}" presName="spacerBetweenCircleAndCallout" presStyleCnt="0">
        <dgm:presLayoutVars/>
      </dgm:prSet>
      <dgm:spPr/>
    </dgm:pt>
    <dgm:pt modelId="{C2616F7F-8496-4041-A1A6-4D70F4FF1EF2}" type="pres">
      <dgm:prSet presAssocID="{3CF35336-34DE-4413-A0B8-23B685CA512D}" presName="nodeText" presStyleLbl="alignAccFollowNode1" presStyleIdx="11" presStyleCnt="15" custScaleX="133720" custScaleY="100000" custLinFactNeighborY="-39332">
        <dgm:presLayoutVars>
          <dgm:bulletEnabled val="1"/>
        </dgm:presLayoutVars>
      </dgm:prSet>
      <dgm:spPr/>
    </dgm:pt>
    <dgm:pt modelId="{3D4419E2-9373-44A9-A2AD-F9652430CBEA}" type="pres">
      <dgm:prSet presAssocID="{E6F8175C-E329-4321-A471-50E184CFD25C}" presName="sibTransComposite" presStyleCnt="0"/>
      <dgm:spPr/>
    </dgm:pt>
    <dgm:pt modelId="{837E7024-73F6-4188-9770-D4C56B2BBED2}" type="pres">
      <dgm:prSet presAssocID="{0BD8D54F-DC5E-4894-9604-C1598D2988AE}" presName="compositeNode" presStyleCnt="0"/>
      <dgm:spPr/>
    </dgm:pt>
    <dgm:pt modelId="{5F4AE4BF-7C9B-473F-AA3A-0CC24E3D1DEF}" type="pres">
      <dgm:prSet presAssocID="{0BD8D54F-DC5E-4894-9604-C1598D2988AE}" presName="parTx" presStyleLbl="node1" presStyleIdx="0" presStyleCnt="0">
        <dgm:presLayoutVars>
          <dgm:chMax val="0"/>
          <dgm:chPref val="0"/>
          <dgm:bulletEnabled val="1"/>
        </dgm:presLayoutVars>
      </dgm:prSet>
      <dgm:spPr/>
    </dgm:pt>
    <dgm:pt modelId="{F2F81B6C-0AD5-4A0C-8420-4630EE5BAC8D}" type="pres">
      <dgm:prSet presAssocID="{0BD8D54F-DC5E-4894-9604-C1598D2988AE}" presName="parSh" presStyleCnt="0"/>
      <dgm:spPr/>
    </dgm:pt>
    <dgm:pt modelId="{1B21333C-FB4C-43E1-A84F-069021B8B7C1}" type="pres">
      <dgm:prSet presAssocID="{0BD8D54F-DC5E-4894-9604-C1598D2988AE}" presName="lineNode" presStyleLbl="alignAccFollowNode1" presStyleIdx="12" presStyleCnt="15"/>
      <dgm:spPr/>
    </dgm:pt>
    <dgm:pt modelId="{1BDC3D36-BDDA-44F7-B0A8-94BC4E6D1803}" type="pres">
      <dgm:prSet presAssocID="{0BD8D54F-DC5E-4894-9604-C1598D2988AE}" presName="lineArrowNode" presStyleLbl="alignAccFollowNode1" presStyleIdx="13" presStyleCnt="15"/>
      <dgm:spPr/>
    </dgm:pt>
    <dgm:pt modelId="{2883496D-75A6-4DC9-BF46-0BF4D80C1854}" type="pres">
      <dgm:prSet presAssocID="{B8049533-8DD6-42A6-8562-58CAEB831B5D}" presName="sibTransNodeCircle" presStyleLbl="alignNode1" presStyleIdx="4" presStyleCnt="5" custLinFactY="-1237003" custLinFactNeighborY="-1300000">
        <dgm:presLayoutVars>
          <dgm:chMax val="0"/>
          <dgm:bulletEnabled/>
        </dgm:presLayoutVars>
      </dgm:prSet>
      <dgm:spPr/>
    </dgm:pt>
    <dgm:pt modelId="{C45B17B2-C484-447D-B9BA-7A0ADF32C6E2}" type="pres">
      <dgm:prSet presAssocID="{B8049533-8DD6-42A6-8562-58CAEB831B5D}" presName="spacerBetweenCircleAndCallout" presStyleCnt="0">
        <dgm:presLayoutVars/>
      </dgm:prSet>
      <dgm:spPr/>
    </dgm:pt>
    <dgm:pt modelId="{6E6AFE10-197A-4B94-B2A0-589A1D17C8C6}" type="pres">
      <dgm:prSet presAssocID="{0BD8D54F-DC5E-4894-9604-C1598D2988AE}" presName="nodeText" presStyleLbl="alignAccFollowNode1" presStyleIdx="14" presStyleCnt="15" custScaleX="117963" custScaleY="100000" custLinFactNeighborY="-36048">
        <dgm:presLayoutVars>
          <dgm:bulletEnabled val="1"/>
        </dgm:presLayoutVars>
      </dgm:prSet>
      <dgm:spPr/>
    </dgm:pt>
  </dgm:ptLst>
  <dgm:cxnLst>
    <dgm:cxn modelId="{BB6D860A-4126-4996-9116-174456CCA16F}" type="presOf" srcId="{0BD8D54F-DC5E-4894-9604-C1598D2988AE}" destId="{6E6AFE10-197A-4B94-B2A0-589A1D17C8C6}" srcOrd="0" destOrd="0" presId="urn:microsoft.com/office/officeart/2016/7/layout/LinearArrowProcessNumbered"/>
    <dgm:cxn modelId="{365F8E15-62F9-4649-AD9E-06F7E23C3825}" type="presOf" srcId="{604E7E47-14F4-4401-89FF-AECA946C70C0}" destId="{71DD3B0A-C51C-4F32-A01A-896E24BE5329}" srcOrd="0" destOrd="0" presId="urn:microsoft.com/office/officeart/2016/7/layout/LinearArrowProcessNumbered"/>
    <dgm:cxn modelId="{E78CAE1C-28D6-4D8F-A9D9-096A4D01F60E}" srcId="{2E3A00E5-2C98-4A6E-90D6-4A379C87CEE0}" destId="{0BD8D54F-DC5E-4894-9604-C1598D2988AE}" srcOrd="4" destOrd="0" parTransId="{07222A22-15FD-4B16-99A4-565B2F665878}" sibTransId="{B8049533-8DD6-42A6-8562-58CAEB831B5D}"/>
    <dgm:cxn modelId="{74D8333C-C9F0-4DAE-AD81-572B9C0BCFFA}" type="presOf" srcId="{EA9D8C30-D316-4E8C-A43C-F4EF5B0BA8B0}" destId="{D8F11C0B-53D9-404F-90C3-23E8BC809FCB}" srcOrd="0" destOrd="0" presId="urn:microsoft.com/office/officeart/2016/7/layout/LinearArrowProcessNumbered"/>
    <dgm:cxn modelId="{03F68A40-F209-4C12-B94C-925C93223CA4}" srcId="{2E3A00E5-2C98-4A6E-90D6-4A379C87CEE0}" destId="{4933C3A9-E7D4-4BFD-9FE2-FF1E5EAB7D42}" srcOrd="1" destOrd="0" parTransId="{F26A6B8C-D2C9-4BB1-9AAA-2568C2D67771}" sibTransId="{604E7E47-14F4-4401-89FF-AECA946C70C0}"/>
    <dgm:cxn modelId="{BD0F7260-6B53-4932-948B-08C3716CBD83}" srcId="{2E3A00E5-2C98-4A6E-90D6-4A379C87CEE0}" destId="{3CF35336-34DE-4413-A0B8-23B685CA512D}" srcOrd="3" destOrd="0" parTransId="{979F3FB3-53BE-4756-BDCD-BF181723C044}" sibTransId="{E6F8175C-E329-4321-A471-50E184CFD25C}"/>
    <dgm:cxn modelId="{1EFC7966-1558-409E-AAFF-0080E9ABE804}" type="presOf" srcId="{3CF35336-34DE-4413-A0B8-23B685CA512D}" destId="{C2616F7F-8496-4041-A1A6-4D70F4FF1EF2}" srcOrd="0" destOrd="0" presId="urn:microsoft.com/office/officeart/2016/7/layout/LinearArrowProcessNumbered"/>
    <dgm:cxn modelId="{10FBB26D-D790-4653-B370-FD65EB023700}" type="presOf" srcId="{E6F8175C-E329-4321-A471-50E184CFD25C}" destId="{DE2E77BF-5894-4813-8015-8CADFE09539C}" srcOrd="0" destOrd="0" presId="urn:microsoft.com/office/officeart/2016/7/layout/LinearArrowProcessNumbered"/>
    <dgm:cxn modelId="{314A117A-0C3D-4639-80F9-04EB84E22F6D}" type="presOf" srcId="{9E01D5C5-AF80-4211-9ABE-9B7F9B798411}" destId="{2A82EB11-D80B-466A-95E8-B61ECC1FADCC}" srcOrd="0" destOrd="0" presId="urn:microsoft.com/office/officeart/2016/7/layout/LinearArrowProcessNumbered"/>
    <dgm:cxn modelId="{4317C67D-B133-42FB-BA34-9BF841C621F0}" srcId="{2E3A00E5-2C98-4A6E-90D6-4A379C87CEE0}" destId="{EA9D8C30-D316-4E8C-A43C-F4EF5B0BA8B0}" srcOrd="0" destOrd="0" parTransId="{F0C92A93-0D1A-4A27-AC19-1F307D37359F}" sibTransId="{CBB559B4-8B30-41C2-AA6D-759697BF67A8}"/>
    <dgm:cxn modelId="{219C0CA2-CBC6-45A3-BDEA-21E6A5F9802C}" type="presOf" srcId="{39605D45-7BA2-4BFB-A835-E9D60BF4DEA5}" destId="{D465AD42-257F-4E86-92E6-3BB4E63B65D4}" srcOrd="0" destOrd="0" presId="urn:microsoft.com/office/officeart/2016/7/layout/LinearArrowProcessNumbered"/>
    <dgm:cxn modelId="{2861EEA3-4C51-43AA-AE18-FDD0CB856AA9}" srcId="{2E3A00E5-2C98-4A6E-90D6-4A379C87CEE0}" destId="{39605D45-7BA2-4BFB-A835-E9D60BF4DEA5}" srcOrd="2" destOrd="0" parTransId="{5504E36F-6891-4F4C-A1C2-6ED3588C1CC4}" sibTransId="{9E01D5C5-AF80-4211-9ABE-9B7F9B798411}"/>
    <dgm:cxn modelId="{2772DFBA-CD2E-4AEB-B5A6-8C4541480721}" type="presOf" srcId="{4933C3A9-E7D4-4BFD-9FE2-FF1E5EAB7D42}" destId="{35320768-1580-47BF-B882-933368583D5A}" srcOrd="0" destOrd="0" presId="urn:microsoft.com/office/officeart/2016/7/layout/LinearArrowProcessNumbered"/>
    <dgm:cxn modelId="{3E4AD4BD-B83C-4421-9F25-58FDBBD37FC1}" type="presOf" srcId="{2E3A00E5-2C98-4A6E-90D6-4A379C87CEE0}" destId="{C3A0B3D6-4428-42B6-B6E5-6E9D80B57EB9}" srcOrd="0" destOrd="0" presId="urn:microsoft.com/office/officeart/2016/7/layout/LinearArrowProcessNumbered"/>
    <dgm:cxn modelId="{C06BBACE-646E-44F4-870E-454BB89A781C}" type="presOf" srcId="{CBB559B4-8B30-41C2-AA6D-759697BF67A8}" destId="{10FF5A32-B8BD-4D03-A1B9-2F9C6B73D210}" srcOrd="0" destOrd="0" presId="urn:microsoft.com/office/officeart/2016/7/layout/LinearArrowProcessNumbered"/>
    <dgm:cxn modelId="{1D14F4EA-9C3C-43F7-9354-98C92D9F62DC}" type="presOf" srcId="{B8049533-8DD6-42A6-8562-58CAEB831B5D}" destId="{2883496D-75A6-4DC9-BF46-0BF4D80C1854}" srcOrd="0" destOrd="0" presId="urn:microsoft.com/office/officeart/2016/7/layout/LinearArrowProcessNumbered"/>
    <dgm:cxn modelId="{C8A5C323-3017-4FD7-8E89-34F3114E36B9}" type="presParOf" srcId="{C3A0B3D6-4428-42B6-B6E5-6E9D80B57EB9}" destId="{59BC5E43-6A9B-401F-AC13-8F6C10DC7663}" srcOrd="0" destOrd="0" presId="urn:microsoft.com/office/officeart/2016/7/layout/LinearArrowProcessNumbered"/>
    <dgm:cxn modelId="{77853AEE-06AF-43E1-872E-52ECCA98C999}" type="presParOf" srcId="{59BC5E43-6A9B-401F-AC13-8F6C10DC7663}" destId="{99082785-9FD7-43F7-997E-7FBAF5CFCB7D}" srcOrd="0" destOrd="0" presId="urn:microsoft.com/office/officeart/2016/7/layout/LinearArrowProcessNumbered"/>
    <dgm:cxn modelId="{A49DCE6D-F78F-4DE6-9C3F-FEE1AF5AA475}" type="presParOf" srcId="{59BC5E43-6A9B-401F-AC13-8F6C10DC7663}" destId="{8022BFA7-69DD-4C43-B67B-672EB5BFCAA0}" srcOrd="1" destOrd="0" presId="urn:microsoft.com/office/officeart/2016/7/layout/LinearArrowProcessNumbered"/>
    <dgm:cxn modelId="{41365B98-8FAE-41D7-8A1E-E569236A4CD3}" type="presParOf" srcId="{8022BFA7-69DD-4C43-B67B-672EB5BFCAA0}" destId="{5FECB729-21CD-462C-B572-42296EF692FE}" srcOrd="0" destOrd="0" presId="urn:microsoft.com/office/officeart/2016/7/layout/LinearArrowProcessNumbered"/>
    <dgm:cxn modelId="{8C752255-99FD-4575-8251-F8077FA9919E}" type="presParOf" srcId="{8022BFA7-69DD-4C43-B67B-672EB5BFCAA0}" destId="{00F28DD4-0507-4847-A774-34FDBF8822A3}" srcOrd="1" destOrd="0" presId="urn:microsoft.com/office/officeart/2016/7/layout/LinearArrowProcessNumbered"/>
    <dgm:cxn modelId="{5D394EE0-2081-4A0F-850E-CC8F17EA6168}" type="presParOf" srcId="{8022BFA7-69DD-4C43-B67B-672EB5BFCAA0}" destId="{10FF5A32-B8BD-4D03-A1B9-2F9C6B73D210}" srcOrd="2" destOrd="0" presId="urn:microsoft.com/office/officeart/2016/7/layout/LinearArrowProcessNumbered"/>
    <dgm:cxn modelId="{6B329313-9D1E-40A3-8347-01E1B21CCCCC}" type="presParOf" srcId="{8022BFA7-69DD-4C43-B67B-672EB5BFCAA0}" destId="{1851AD8B-ECF2-47CE-BC5D-4108908193F7}" srcOrd="3" destOrd="0" presId="urn:microsoft.com/office/officeart/2016/7/layout/LinearArrowProcessNumbered"/>
    <dgm:cxn modelId="{DDC2A2E0-E012-4114-9F46-6C29D7A6E97C}" type="presParOf" srcId="{59BC5E43-6A9B-401F-AC13-8F6C10DC7663}" destId="{D8F11C0B-53D9-404F-90C3-23E8BC809FCB}" srcOrd="2" destOrd="0" presId="urn:microsoft.com/office/officeart/2016/7/layout/LinearArrowProcessNumbered"/>
    <dgm:cxn modelId="{F1E3E070-31AA-468A-9614-EC0053DE6329}" type="presParOf" srcId="{C3A0B3D6-4428-42B6-B6E5-6E9D80B57EB9}" destId="{C0E562C4-B44C-4AE9-8C26-11C7C9D7684C}" srcOrd="1" destOrd="0" presId="urn:microsoft.com/office/officeart/2016/7/layout/LinearArrowProcessNumbered"/>
    <dgm:cxn modelId="{DF82D1DD-9BE4-429C-B998-089C5B7E6066}" type="presParOf" srcId="{C3A0B3D6-4428-42B6-B6E5-6E9D80B57EB9}" destId="{A01B4558-DCCB-4500-B0DC-02A3238778C8}" srcOrd="2" destOrd="0" presId="urn:microsoft.com/office/officeart/2016/7/layout/LinearArrowProcessNumbered"/>
    <dgm:cxn modelId="{E1AFE07C-6FF6-471C-9F40-0EC1E06DF22A}" type="presParOf" srcId="{A01B4558-DCCB-4500-B0DC-02A3238778C8}" destId="{366372FE-68F2-44C4-8770-103D62481C2E}" srcOrd="0" destOrd="0" presId="urn:microsoft.com/office/officeart/2016/7/layout/LinearArrowProcessNumbered"/>
    <dgm:cxn modelId="{8F77C422-A80F-4677-ADDA-8EC8A5A8A045}" type="presParOf" srcId="{A01B4558-DCCB-4500-B0DC-02A3238778C8}" destId="{993A75CF-55AA-4EF3-870A-C6AA36A9F51B}" srcOrd="1" destOrd="0" presId="urn:microsoft.com/office/officeart/2016/7/layout/LinearArrowProcessNumbered"/>
    <dgm:cxn modelId="{4B35B698-E27B-405D-9852-24A755C0CAAE}" type="presParOf" srcId="{993A75CF-55AA-4EF3-870A-C6AA36A9F51B}" destId="{FD917E2C-5C23-4BFC-AB47-342A03F80CBE}" srcOrd="0" destOrd="0" presId="urn:microsoft.com/office/officeart/2016/7/layout/LinearArrowProcessNumbered"/>
    <dgm:cxn modelId="{FC951281-7993-4A2A-853D-26B7A8BDB524}" type="presParOf" srcId="{993A75CF-55AA-4EF3-870A-C6AA36A9F51B}" destId="{CF4786A4-F0FD-45B3-B2BF-546009744D5D}" srcOrd="1" destOrd="0" presId="urn:microsoft.com/office/officeart/2016/7/layout/LinearArrowProcessNumbered"/>
    <dgm:cxn modelId="{60368ABB-75A8-4CD2-A2D9-2D7D65C4AB76}" type="presParOf" srcId="{993A75CF-55AA-4EF3-870A-C6AA36A9F51B}" destId="{71DD3B0A-C51C-4F32-A01A-896E24BE5329}" srcOrd="2" destOrd="0" presId="urn:microsoft.com/office/officeart/2016/7/layout/LinearArrowProcessNumbered"/>
    <dgm:cxn modelId="{9D05DBEA-BCE9-4224-A9C7-61A1026CE32C}" type="presParOf" srcId="{993A75CF-55AA-4EF3-870A-C6AA36A9F51B}" destId="{F5C5C5A6-08CB-42B2-9CD4-A300FB25270D}" srcOrd="3" destOrd="0" presId="urn:microsoft.com/office/officeart/2016/7/layout/LinearArrowProcessNumbered"/>
    <dgm:cxn modelId="{75A3F8A0-3A51-4DD6-AF7C-95E61C9A4460}" type="presParOf" srcId="{A01B4558-DCCB-4500-B0DC-02A3238778C8}" destId="{35320768-1580-47BF-B882-933368583D5A}" srcOrd="2" destOrd="0" presId="urn:microsoft.com/office/officeart/2016/7/layout/LinearArrowProcessNumbered"/>
    <dgm:cxn modelId="{3E19ECD1-EC32-4D8D-97C0-BA1F737ECED1}" type="presParOf" srcId="{C3A0B3D6-4428-42B6-B6E5-6E9D80B57EB9}" destId="{36A5D6BC-A5A2-4377-AF40-4F263AD210DC}" srcOrd="3" destOrd="0" presId="urn:microsoft.com/office/officeart/2016/7/layout/LinearArrowProcessNumbered"/>
    <dgm:cxn modelId="{CD184C29-C3B2-4583-92CC-894070A9A1EE}" type="presParOf" srcId="{C3A0B3D6-4428-42B6-B6E5-6E9D80B57EB9}" destId="{ACD0DB02-11AE-4754-833E-95FA960C01DD}" srcOrd="4" destOrd="0" presId="urn:microsoft.com/office/officeart/2016/7/layout/LinearArrowProcessNumbered"/>
    <dgm:cxn modelId="{2DA90555-33AA-4EEE-AD27-E09F6FF4C1CC}" type="presParOf" srcId="{ACD0DB02-11AE-4754-833E-95FA960C01DD}" destId="{79FB7268-8C44-4F6E-B64C-71403E82EAEF}" srcOrd="0" destOrd="0" presId="urn:microsoft.com/office/officeart/2016/7/layout/LinearArrowProcessNumbered"/>
    <dgm:cxn modelId="{4E1BE61F-5D90-4F9D-8C4E-75DDC3F1077A}" type="presParOf" srcId="{ACD0DB02-11AE-4754-833E-95FA960C01DD}" destId="{367AE290-3332-43E3-B246-59345B02F6FF}" srcOrd="1" destOrd="0" presId="urn:microsoft.com/office/officeart/2016/7/layout/LinearArrowProcessNumbered"/>
    <dgm:cxn modelId="{58D03EFC-9CAE-43CD-8330-B1DEE40D074A}" type="presParOf" srcId="{367AE290-3332-43E3-B246-59345B02F6FF}" destId="{A8109F94-2B9E-47D5-9A40-D3B6159A07FC}" srcOrd="0" destOrd="0" presId="urn:microsoft.com/office/officeart/2016/7/layout/LinearArrowProcessNumbered"/>
    <dgm:cxn modelId="{6BFEDB6B-0869-4DA4-8449-3241E1EB051E}" type="presParOf" srcId="{367AE290-3332-43E3-B246-59345B02F6FF}" destId="{24AC239D-9AEB-432A-8445-91DA8B97ECB2}" srcOrd="1" destOrd="0" presId="urn:microsoft.com/office/officeart/2016/7/layout/LinearArrowProcessNumbered"/>
    <dgm:cxn modelId="{E48C9B1C-E7E0-4456-A40F-527F282A8EAA}" type="presParOf" srcId="{367AE290-3332-43E3-B246-59345B02F6FF}" destId="{2A82EB11-D80B-466A-95E8-B61ECC1FADCC}" srcOrd="2" destOrd="0" presId="urn:microsoft.com/office/officeart/2016/7/layout/LinearArrowProcessNumbered"/>
    <dgm:cxn modelId="{F4C848E7-8F90-4476-B632-0B5E603A54C9}" type="presParOf" srcId="{367AE290-3332-43E3-B246-59345B02F6FF}" destId="{D9425DE4-8227-41E4-BA5E-5FA36F10116E}" srcOrd="3" destOrd="0" presId="urn:microsoft.com/office/officeart/2016/7/layout/LinearArrowProcessNumbered"/>
    <dgm:cxn modelId="{96E9E5B5-337A-485F-AAAF-EBDDB5A5BE81}" type="presParOf" srcId="{ACD0DB02-11AE-4754-833E-95FA960C01DD}" destId="{D465AD42-257F-4E86-92E6-3BB4E63B65D4}" srcOrd="2" destOrd="0" presId="urn:microsoft.com/office/officeart/2016/7/layout/LinearArrowProcessNumbered"/>
    <dgm:cxn modelId="{A16268F8-53C3-4B8E-AF68-2E9B33A6FF86}" type="presParOf" srcId="{C3A0B3D6-4428-42B6-B6E5-6E9D80B57EB9}" destId="{7189E7A2-1CE5-4D32-A98F-A8C576E688F3}" srcOrd="5" destOrd="0" presId="urn:microsoft.com/office/officeart/2016/7/layout/LinearArrowProcessNumbered"/>
    <dgm:cxn modelId="{82F03E62-FDBF-4271-BF66-5A9D5087FAF9}" type="presParOf" srcId="{C3A0B3D6-4428-42B6-B6E5-6E9D80B57EB9}" destId="{C28F5015-3A8E-4B5D-94A8-5860516E64FF}" srcOrd="6" destOrd="0" presId="urn:microsoft.com/office/officeart/2016/7/layout/LinearArrowProcessNumbered"/>
    <dgm:cxn modelId="{58024CB4-B338-4F74-B1D9-1C7842E48682}" type="presParOf" srcId="{C28F5015-3A8E-4B5D-94A8-5860516E64FF}" destId="{0C9C0C24-56FF-4761-A4BC-FA96BE80B1FD}" srcOrd="0" destOrd="0" presId="urn:microsoft.com/office/officeart/2016/7/layout/LinearArrowProcessNumbered"/>
    <dgm:cxn modelId="{1DB8D8BE-548D-40B9-80D9-CD10503EDE10}" type="presParOf" srcId="{C28F5015-3A8E-4B5D-94A8-5860516E64FF}" destId="{2D77E171-B169-4E7E-8AF3-A54A952A2326}" srcOrd="1" destOrd="0" presId="urn:microsoft.com/office/officeart/2016/7/layout/LinearArrowProcessNumbered"/>
    <dgm:cxn modelId="{13524C7C-0239-43FE-8A85-2FC3C8C65DD3}" type="presParOf" srcId="{2D77E171-B169-4E7E-8AF3-A54A952A2326}" destId="{4EA64D31-5F9B-4B70-979D-5650DD18736A}" srcOrd="0" destOrd="0" presId="urn:microsoft.com/office/officeart/2016/7/layout/LinearArrowProcessNumbered"/>
    <dgm:cxn modelId="{FFB968F3-9F8E-4905-808A-9B0EC49BB48A}" type="presParOf" srcId="{2D77E171-B169-4E7E-8AF3-A54A952A2326}" destId="{65CAA689-77A0-4B42-A9AE-F43023FFD323}" srcOrd="1" destOrd="0" presId="urn:microsoft.com/office/officeart/2016/7/layout/LinearArrowProcessNumbered"/>
    <dgm:cxn modelId="{62A778D1-B810-48DF-B930-C37AE3BB0CCE}" type="presParOf" srcId="{2D77E171-B169-4E7E-8AF3-A54A952A2326}" destId="{DE2E77BF-5894-4813-8015-8CADFE09539C}" srcOrd="2" destOrd="0" presId="urn:microsoft.com/office/officeart/2016/7/layout/LinearArrowProcessNumbered"/>
    <dgm:cxn modelId="{E1A1949A-B7FA-4F67-8E43-C0150F5C1E55}" type="presParOf" srcId="{2D77E171-B169-4E7E-8AF3-A54A952A2326}" destId="{54510E0E-A32A-440C-B238-4C0053E56376}" srcOrd="3" destOrd="0" presId="urn:microsoft.com/office/officeart/2016/7/layout/LinearArrowProcessNumbered"/>
    <dgm:cxn modelId="{ED828375-C388-442B-86EB-4898762E3A36}" type="presParOf" srcId="{C28F5015-3A8E-4B5D-94A8-5860516E64FF}" destId="{C2616F7F-8496-4041-A1A6-4D70F4FF1EF2}" srcOrd="2" destOrd="0" presId="urn:microsoft.com/office/officeart/2016/7/layout/LinearArrowProcessNumbered"/>
    <dgm:cxn modelId="{02505FE2-6877-464B-8722-125EEDC22BBF}" type="presParOf" srcId="{C3A0B3D6-4428-42B6-B6E5-6E9D80B57EB9}" destId="{3D4419E2-9373-44A9-A2AD-F9652430CBEA}" srcOrd="7" destOrd="0" presId="urn:microsoft.com/office/officeart/2016/7/layout/LinearArrowProcessNumbered"/>
    <dgm:cxn modelId="{F1250A9B-D49E-4CFE-BC57-A2277F8FC921}" type="presParOf" srcId="{C3A0B3D6-4428-42B6-B6E5-6E9D80B57EB9}" destId="{837E7024-73F6-4188-9770-D4C56B2BBED2}" srcOrd="8" destOrd="0" presId="urn:microsoft.com/office/officeart/2016/7/layout/LinearArrowProcessNumbered"/>
    <dgm:cxn modelId="{6E29BF7E-A39F-4052-9842-B9B12CFF2398}" type="presParOf" srcId="{837E7024-73F6-4188-9770-D4C56B2BBED2}" destId="{5F4AE4BF-7C9B-473F-AA3A-0CC24E3D1DEF}" srcOrd="0" destOrd="0" presId="urn:microsoft.com/office/officeart/2016/7/layout/LinearArrowProcessNumbered"/>
    <dgm:cxn modelId="{63E8BD77-BB2D-4C35-838E-E9A2EDA8EC5A}" type="presParOf" srcId="{837E7024-73F6-4188-9770-D4C56B2BBED2}" destId="{F2F81B6C-0AD5-4A0C-8420-4630EE5BAC8D}" srcOrd="1" destOrd="0" presId="urn:microsoft.com/office/officeart/2016/7/layout/LinearArrowProcessNumbered"/>
    <dgm:cxn modelId="{47FBC98C-9103-4219-988F-DE8FFC451139}" type="presParOf" srcId="{F2F81B6C-0AD5-4A0C-8420-4630EE5BAC8D}" destId="{1B21333C-FB4C-43E1-A84F-069021B8B7C1}" srcOrd="0" destOrd="0" presId="urn:microsoft.com/office/officeart/2016/7/layout/LinearArrowProcessNumbered"/>
    <dgm:cxn modelId="{E5FA3E11-D123-4EBF-A508-D5D129CF1394}" type="presParOf" srcId="{F2F81B6C-0AD5-4A0C-8420-4630EE5BAC8D}" destId="{1BDC3D36-BDDA-44F7-B0A8-94BC4E6D1803}" srcOrd="1" destOrd="0" presId="urn:microsoft.com/office/officeart/2016/7/layout/LinearArrowProcessNumbered"/>
    <dgm:cxn modelId="{65DF655F-61DE-4E75-85FB-B9F3824B88C8}" type="presParOf" srcId="{F2F81B6C-0AD5-4A0C-8420-4630EE5BAC8D}" destId="{2883496D-75A6-4DC9-BF46-0BF4D80C1854}" srcOrd="2" destOrd="0" presId="urn:microsoft.com/office/officeart/2016/7/layout/LinearArrowProcessNumbered"/>
    <dgm:cxn modelId="{89846A9D-9EB2-4DDE-A023-72A96A48F0FF}" type="presParOf" srcId="{F2F81B6C-0AD5-4A0C-8420-4630EE5BAC8D}" destId="{C45B17B2-C484-447D-B9BA-7A0ADF32C6E2}" srcOrd="3" destOrd="0" presId="urn:microsoft.com/office/officeart/2016/7/layout/LinearArrowProcessNumbered"/>
    <dgm:cxn modelId="{8DA20C2F-4F4B-450A-B01F-C4C693935AF7}" type="presParOf" srcId="{837E7024-73F6-4188-9770-D4C56B2BBED2}" destId="{6E6AFE10-197A-4B94-B2A0-589A1D17C8C6}" srcOrd="2" destOrd="0" presId="urn:microsoft.com/office/officeart/2016/7/layout/LinearArrow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ECB729-21CD-462C-B572-42296EF692FE}">
      <dsp:nvSpPr>
        <dsp:cNvPr id="0" name=""/>
        <dsp:cNvSpPr/>
      </dsp:nvSpPr>
      <dsp:spPr>
        <a:xfrm>
          <a:off x="549330" y="550980"/>
          <a:ext cx="436837" cy="71"/>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00F28DD4-0507-4847-A774-34FDBF8822A3}">
      <dsp:nvSpPr>
        <dsp:cNvPr id="0" name=""/>
        <dsp:cNvSpPr/>
      </dsp:nvSpPr>
      <dsp:spPr>
        <a:xfrm>
          <a:off x="1012377" y="1427867"/>
          <a:ext cx="50236" cy="94274"/>
        </a:xfrm>
        <a:prstGeom prst="chevron">
          <a:avLst>
            <a:gd name="adj" fmla="val 90000"/>
          </a:avLst>
        </a:prstGeom>
        <a:solidFill>
          <a:schemeClr val="accent2">
            <a:tint val="40000"/>
            <a:alpha val="90000"/>
            <a:hueOff val="358987"/>
            <a:satOff val="-313"/>
            <a:lumOff val="0"/>
            <a:alphaOff val="0"/>
          </a:schemeClr>
        </a:solidFill>
        <a:ln w="9525" cap="flat" cmpd="sng" algn="ctr">
          <a:solidFill>
            <a:schemeClr val="accent2">
              <a:tint val="40000"/>
              <a:alpha val="90000"/>
              <a:hueOff val="358987"/>
              <a:satOff val="-313"/>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10FF5A32-B8BD-4D03-A1B9-2F9C6B73D210}">
      <dsp:nvSpPr>
        <dsp:cNvPr id="0" name=""/>
        <dsp:cNvSpPr/>
      </dsp:nvSpPr>
      <dsp:spPr>
        <a:xfrm>
          <a:off x="315014" y="0"/>
          <a:ext cx="359423" cy="359423"/>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3948" tIns="13948" rIns="13948" bIns="13948" numCol="1" spcCol="1270" anchor="ctr" anchorCtr="0">
          <a:noAutofit/>
        </a:bodyPr>
        <a:lstStyle/>
        <a:p>
          <a:pPr marL="0" lvl="0" indent="0" algn="ctr" defTabSz="711200">
            <a:lnSpc>
              <a:spcPct val="90000"/>
            </a:lnSpc>
            <a:spcBef>
              <a:spcPct val="0"/>
            </a:spcBef>
            <a:spcAft>
              <a:spcPct val="35000"/>
            </a:spcAft>
            <a:buNone/>
          </a:pPr>
          <a:r>
            <a:rPr lang="en-US" sz="1600" kern="1200"/>
            <a:t>1</a:t>
          </a:r>
        </a:p>
      </dsp:txBody>
      <dsp:txXfrm>
        <a:off x="367650" y="52636"/>
        <a:ext cx="254151" cy="254151"/>
      </dsp:txXfrm>
    </dsp:sp>
    <dsp:sp modelId="{D8F11C0B-53D9-404F-90C3-23E8BC809FCB}">
      <dsp:nvSpPr>
        <dsp:cNvPr id="0" name=""/>
        <dsp:cNvSpPr/>
      </dsp:nvSpPr>
      <dsp:spPr>
        <a:xfrm>
          <a:off x="3283" y="1101043"/>
          <a:ext cx="982883" cy="1965600"/>
        </a:xfrm>
        <a:prstGeom prst="upArrowCallout">
          <a:avLst>
            <a:gd name="adj1" fmla="val 50000"/>
            <a:gd name="adj2" fmla="val 20000"/>
            <a:gd name="adj3" fmla="val 20000"/>
            <a:gd name="adj4" fmla="val 100000"/>
          </a:avLst>
        </a:prstGeom>
        <a:solidFill>
          <a:schemeClr val="accent2">
            <a:tint val="40000"/>
            <a:alpha val="90000"/>
            <a:hueOff val="717974"/>
            <a:satOff val="-625"/>
            <a:lumOff val="-1"/>
            <a:alphaOff val="0"/>
          </a:schemeClr>
        </a:solidFill>
        <a:ln w="9525" cap="flat" cmpd="sng" algn="ctr">
          <a:solidFill>
            <a:schemeClr val="accent2">
              <a:tint val="40000"/>
              <a:alpha val="90000"/>
              <a:hueOff val="717974"/>
              <a:satOff val="-625"/>
              <a:lumOff val="-1"/>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77531" tIns="165100" rIns="77531" bIns="165100" numCol="1" spcCol="1270" anchor="t" anchorCtr="0">
          <a:noAutofit/>
        </a:bodyPr>
        <a:lstStyle/>
        <a:p>
          <a:pPr marL="0" lvl="0" indent="0" algn="l" defTabSz="488950">
            <a:lnSpc>
              <a:spcPct val="90000"/>
            </a:lnSpc>
            <a:spcBef>
              <a:spcPct val="0"/>
            </a:spcBef>
            <a:spcAft>
              <a:spcPct val="35000"/>
            </a:spcAft>
            <a:buNone/>
          </a:pPr>
          <a:r>
            <a:rPr lang="en-US" sz="1100" kern="1200" dirty="0"/>
            <a:t>The Four Major Stages of Algorithm Analysis and Design </a:t>
          </a:r>
        </a:p>
      </dsp:txBody>
      <dsp:txXfrm>
        <a:off x="3283" y="1297620"/>
        <a:ext cx="982883" cy="1769023"/>
      </dsp:txXfrm>
    </dsp:sp>
    <dsp:sp modelId="{FD917E2C-5C23-4BFC-AB47-342A03F80CBE}">
      <dsp:nvSpPr>
        <dsp:cNvPr id="0" name=""/>
        <dsp:cNvSpPr/>
      </dsp:nvSpPr>
      <dsp:spPr>
        <a:xfrm>
          <a:off x="1095376" y="550937"/>
          <a:ext cx="982883" cy="72"/>
        </a:xfrm>
        <a:prstGeom prst="rect">
          <a:avLst/>
        </a:prstGeom>
        <a:solidFill>
          <a:schemeClr val="accent2">
            <a:tint val="40000"/>
            <a:alpha val="90000"/>
            <a:hueOff val="1076962"/>
            <a:satOff val="-938"/>
            <a:lumOff val="-1"/>
            <a:alphaOff val="0"/>
          </a:schemeClr>
        </a:solidFill>
        <a:ln w="9525" cap="flat" cmpd="sng" algn="ctr">
          <a:solidFill>
            <a:schemeClr val="accent2">
              <a:tint val="40000"/>
              <a:alpha val="90000"/>
              <a:hueOff val="1076962"/>
              <a:satOff val="-938"/>
              <a:lumOff val="-1"/>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CF4786A4-F0FD-45B3-B2BF-546009744D5D}">
      <dsp:nvSpPr>
        <dsp:cNvPr id="0" name=""/>
        <dsp:cNvSpPr/>
      </dsp:nvSpPr>
      <dsp:spPr>
        <a:xfrm>
          <a:off x="2154869" y="938294"/>
          <a:ext cx="50236" cy="94624"/>
        </a:xfrm>
        <a:prstGeom prst="chevron">
          <a:avLst>
            <a:gd name="adj" fmla="val 90000"/>
          </a:avLst>
        </a:prstGeom>
        <a:solidFill>
          <a:schemeClr val="accent2">
            <a:tint val="40000"/>
            <a:alpha val="90000"/>
            <a:hueOff val="1435949"/>
            <a:satOff val="-1251"/>
            <a:lumOff val="-2"/>
            <a:alphaOff val="0"/>
          </a:schemeClr>
        </a:solidFill>
        <a:ln w="9525" cap="flat" cmpd="sng" algn="ctr">
          <a:solidFill>
            <a:schemeClr val="accent2">
              <a:tint val="40000"/>
              <a:alpha val="90000"/>
              <a:hueOff val="1435949"/>
              <a:satOff val="-1251"/>
              <a:lumOff val="-2"/>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71DD3B0A-C51C-4F32-A01A-896E24BE5329}">
      <dsp:nvSpPr>
        <dsp:cNvPr id="0" name=""/>
        <dsp:cNvSpPr/>
      </dsp:nvSpPr>
      <dsp:spPr>
        <a:xfrm>
          <a:off x="1407106" y="0"/>
          <a:ext cx="359423" cy="359423"/>
        </a:xfrm>
        <a:prstGeom prst="ellipse">
          <a:avLst/>
        </a:prstGeom>
        <a:gradFill rotWithShape="0">
          <a:gsLst>
            <a:gs pos="0">
              <a:schemeClr val="accent2">
                <a:hueOff val="1170380"/>
                <a:satOff val="-1460"/>
                <a:lumOff val="343"/>
                <a:alphaOff val="0"/>
                <a:shade val="51000"/>
                <a:satMod val="130000"/>
              </a:schemeClr>
            </a:gs>
            <a:gs pos="80000">
              <a:schemeClr val="accent2">
                <a:hueOff val="1170380"/>
                <a:satOff val="-1460"/>
                <a:lumOff val="343"/>
                <a:alphaOff val="0"/>
                <a:shade val="93000"/>
                <a:satMod val="130000"/>
              </a:schemeClr>
            </a:gs>
            <a:gs pos="100000">
              <a:schemeClr val="accent2">
                <a:hueOff val="1170380"/>
                <a:satOff val="-1460"/>
                <a:lumOff val="343"/>
                <a:alphaOff val="0"/>
                <a:shade val="94000"/>
                <a:satMod val="135000"/>
              </a:schemeClr>
            </a:gs>
          </a:gsLst>
          <a:lin ang="16200000" scaled="0"/>
        </a:gradFill>
        <a:ln w="9525" cap="flat" cmpd="sng" algn="ctr">
          <a:solidFill>
            <a:schemeClr val="accent2">
              <a:hueOff val="1170380"/>
              <a:satOff val="-1460"/>
              <a:lumOff val="343"/>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3948" tIns="13948" rIns="13948" bIns="13948" numCol="1" spcCol="1270" anchor="ctr" anchorCtr="0">
          <a:noAutofit/>
        </a:bodyPr>
        <a:lstStyle/>
        <a:p>
          <a:pPr marL="0" lvl="0" indent="0" algn="ctr" defTabSz="711200">
            <a:lnSpc>
              <a:spcPct val="90000"/>
            </a:lnSpc>
            <a:spcBef>
              <a:spcPct val="0"/>
            </a:spcBef>
            <a:spcAft>
              <a:spcPct val="35000"/>
            </a:spcAft>
            <a:buNone/>
          </a:pPr>
          <a:r>
            <a:rPr lang="en-US" sz="1600" kern="1200"/>
            <a:t>2</a:t>
          </a:r>
        </a:p>
      </dsp:txBody>
      <dsp:txXfrm>
        <a:off x="1459742" y="52636"/>
        <a:ext cx="254151" cy="254151"/>
      </dsp:txXfrm>
    </dsp:sp>
    <dsp:sp modelId="{35320768-1580-47BF-B882-933368583D5A}">
      <dsp:nvSpPr>
        <dsp:cNvPr id="0" name=""/>
        <dsp:cNvSpPr/>
      </dsp:nvSpPr>
      <dsp:spPr>
        <a:xfrm>
          <a:off x="1095759" y="1102016"/>
          <a:ext cx="982116" cy="1965600"/>
        </a:xfrm>
        <a:prstGeom prst="upArrowCallout">
          <a:avLst>
            <a:gd name="adj1" fmla="val 50000"/>
            <a:gd name="adj2" fmla="val 20000"/>
            <a:gd name="adj3" fmla="val 20000"/>
            <a:gd name="adj4" fmla="val 100000"/>
          </a:avLst>
        </a:prstGeom>
        <a:solidFill>
          <a:schemeClr val="accent2">
            <a:tint val="40000"/>
            <a:alpha val="90000"/>
            <a:hueOff val="1794936"/>
            <a:satOff val="-1564"/>
            <a:lumOff val="-2"/>
            <a:alphaOff val="0"/>
          </a:schemeClr>
        </a:solidFill>
        <a:ln w="9525" cap="flat" cmpd="sng" algn="ctr">
          <a:solidFill>
            <a:schemeClr val="accent2">
              <a:tint val="40000"/>
              <a:alpha val="90000"/>
              <a:hueOff val="1794936"/>
              <a:satOff val="-1564"/>
              <a:lumOff val="-2"/>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77531" tIns="165100" rIns="77531" bIns="165100" numCol="1" spcCol="1270" anchor="t" anchorCtr="0">
          <a:noAutofit/>
        </a:bodyPr>
        <a:lstStyle/>
        <a:p>
          <a:pPr marL="0" lvl="0" indent="0" algn="l" defTabSz="488950">
            <a:lnSpc>
              <a:spcPct val="90000"/>
            </a:lnSpc>
            <a:spcBef>
              <a:spcPct val="0"/>
            </a:spcBef>
            <a:spcAft>
              <a:spcPct val="35000"/>
            </a:spcAft>
            <a:buNone/>
          </a:pPr>
          <a:r>
            <a:rPr lang="en-US" sz="1100" b="1" kern="1200" dirty="0"/>
            <a:t>Design: </a:t>
          </a:r>
          <a:r>
            <a:rPr lang="en-US" sz="1100" kern="1200" dirty="0"/>
            <a:t>The first stage is to identify the problem and thoroughly understand it. </a:t>
          </a:r>
        </a:p>
      </dsp:txBody>
      <dsp:txXfrm>
        <a:off x="1095759" y="1298439"/>
        <a:ext cx="982116" cy="1769177"/>
      </dsp:txXfrm>
    </dsp:sp>
    <dsp:sp modelId="{A8109F94-2B9E-47D5-9A40-D3B6159A07FC}">
      <dsp:nvSpPr>
        <dsp:cNvPr id="0" name=""/>
        <dsp:cNvSpPr/>
      </dsp:nvSpPr>
      <dsp:spPr>
        <a:xfrm>
          <a:off x="2187469" y="551573"/>
          <a:ext cx="982883" cy="72"/>
        </a:xfrm>
        <a:prstGeom prst="rect">
          <a:avLst/>
        </a:prstGeom>
        <a:solidFill>
          <a:schemeClr val="accent2">
            <a:tint val="40000"/>
            <a:alpha val="90000"/>
            <a:hueOff val="2153923"/>
            <a:satOff val="-1876"/>
            <a:lumOff val="-3"/>
            <a:alphaOff val="0"/>
          </a:schemeClr>
        </a:solidFill>
        <a:ln w="9525" cap="flat" cmpd="sng" algn="ctr">
          <a:solidFill>
            <a:schemeClr val="accent2">
              <a:tint val="40000"/>
              <a:alpha val="90000"/>
              <a:hueOff val="2153923"/>
              <a:satOff val="-1876"/>
              <a:lumOff val="-3"/>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24AC239D-9AEB-432A-8445-91DA8B97ECB2}">
      <dsp:nvSpPr>
        <dsp:cNvPr id="0" name=""/>
        <dsp:cNvSpPr/>
      </dsp:nvSpPr>
      <dsp:spPr>
        <a:xfrm>
          <a:off x="3169812" y="1608060"/>
          <a:ext cx="50236" cy="94624"/>
        </a:xfrm>
        <a:prstGeom prst="chevron">
          <a:avLst>
            <a:gd name="adj" fmla="val 90000"/>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2A82EB11-D80B-466A-95E8-B61ECC1FADCC}">
      <dsp:nvSpPr>
        <dsp:cNvPr id="0" name=""/>
        <dsp:cNvSpPr/>
      </dsp:nvSpPr>
      <dsp:spPr>
        <a:xfrm>
          <a:off x="2499199" y="0"/>
          <a:ext cx="359423" cy="359423"/>
        </a:xfrm>
        <a:prstGeom prst="ellipse">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w="9525" cap="flat" cmpd="sng" algn="ctr">
          <a:solidFill>
            <a:schemeClr val="accent2">
              <a:hueOff val="2340759"/>
              <a:satOff val="-2919"/>
              <a:lumOff val="686"/>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3948" tIns="13948" rIns="13948" bIns="13948" numCol="1" spcCol="1270" anchor="ctr" anchorCtr="0">
          <a:noAutofit/>
        </a:bodyPr>
        <a:lstStyle/>
        <a:p>
          <a:pPr marL="0" lvl="0" indent="0" algn="ctr" defTabSz="711200">
            <a:lnSpc>
              <a:spcPct val="90000"/>
            </a:lnSpc>
            <a:spcBef>
              <a:spcPct val="0"/>
            </a:spcBef>
            <a:spcAft>
              <a:spcPct val="35000"/>
            </a:spcAft>
            <a:buNone/>
          </a:pPr>
          <a:r>
            <a:rPr lang="en-US" sz="1600" kern="1200"/>
            <a:t>3</a:t>
          </a:r>
        </a:p>
      </dsp:txBody>
      <dsp:txXfrm>
        <a:off x="2551835" y="52636"/>
        <a:ext cx="254151" cy="254151"/>
      </dsp:txXfrm>
    </dsp:sp>
    <dsp:sp modelId="{D465AD42-257F-4E86-92E6-3BB4E63B65D4}">
      <dsp:nvSpPr>
        <dsp:cNvPr id="0" name=""/>
        <dsp:cNvSpPr/>
      </dsp:nvSpPr>
      <dsp:spPr>
        <a:xfrm>
          <a:off x="2187469" y="1102016"/>
          <a:ext cx="982883" cy="1965600"/>
        </a:xfrm>
        <a:prstGeom prst="upArrowCallout">
          <a:avLst>
            <a:gd name="adj1" fmla="val 50000"/>
            <a:gd name="adj2" fmla="val 20000"/>
            <a:gd name="adj3" fmla="val 20000"/>
            <a:gd name="adj4" fmla="val 100000"/>
          </a:avLst>
        </a:prstGeom>
        <a:solidFill>
          <a:schemeClr val="accent2">
            <a:tint val="40000"/>
            <a:alpha val="90000"/>
            <a:hueOff val="2871898"/>
            <a:satOff val="-2502"/>
            <a:lumOff val="-3"/>
            <a:alphaOff val="0"/>
          </a:schemeClr>
        </a:solidFill>
        <a:ln w="9525" cap="flat" cmpd="sng" algn="ctr">
          <a:solidFill>
            <a:schemeClr val="accent2">
              <a:tint val="40000"/>
              <a:alpha val="90000"/>
              <a:hueOff val="2871898"/>
              <a:satOff val="-2502"/>
              <a:lumOff val="-3"/>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77531" tIns="165100" rIns="77531" bIns="165100" numCol="1" spcCol="1270" anchor="t" anchorCtr="0">
          <a:noAutofit/>
        </a:bodyPr>
        <a:lstStyle/>
        <a:p>
          <a:pPr marL="0" lvl="0" indent="0" algn="l" defTabSz="488950">
            <a:lnSpc>
              <a:spcPct val="90000"/>
            </a:lnSpc>
            <a:spcBef>
              <a:spcPct val="0"/>
            </a:spcBef>
            <a:spcAft>
              <a:spcPct val="35000"/>
            </a:spcAft>
            <a:buNone/>
          </a:pPr>
          <a:r>
            <a:rPr lang="en-US" sz="1100" b="1" kern="1200" dirty="0"/>
            <a:t>Analyze : </a:t>
          </a:r>
          <a:r>
            <a:rPr lang="en-US" sz="1100" kern="1200" dirty="0"/>
            <a:t>Once you have the basic framework of the algorithm it's time to start analyzing how efficient the code is in solving the problem. </a:t>
          </a:r>
        </a:p>
      </dsp:txBody>
      <dsp:txXfrm>
        <a:off x="2187469" y="1298593"/>
        <a:ext cx="982883" cy="1769023"/>
      </dsp:txXfrm>
    </dsp:sp>
    <dsp:sp modelId="{4EA64D31-5F9B-4B70-979D-5650DD18736A}">
      <dsp:nvSpPr>
        <dsp:cNvPr id="0" name=""/>
        <dsp:cNvSpPr/>
      </dsp:nvSpPr>
      <dsp:spPr>
        <a:xfrm>
          <a:off x="3445276" y="551573"/>
          <a:ext cx="982883" cy="72"/>
        </a:xfrm>
        <a:prstGeom prst="rect">
          <a:avLst/>
        </a:prstGeom>
        <a:solidFill>
          <a:schemeClr val="accent2">
            <a:tint val="40000"/>
            <a:alpha val="90000"/>
            <a:hueOff val="3230885"/>
            <a:satOff val="-2814"/>
            <a:lumOff val="-4"/>
            <a:alphaOff val="0"/>
          </a:schemeClr>
        </a:solidFill>
        <a:ln w="9525" cap="flat" cmpd="sng" algn="ctr">
          <a:solidFill>
            <a:schemeClr val="accent2">
              <a:tint val="40000"/>
              <a:alpha val="90000"/>
              <a:hueOff val="3230885"/>
              <a:satOff val="-2814"/>
              <a:lumOff val="-4"/>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65CAA689-77A0-4B42-A9AE-F43023FFD323}">
      <dsp:nvSpPr>
        <dsp:cNvPr id="0" name=""/>
        <dsp:cNvSpPr/>
      </dsp:nvSpPr>
      <dsp:spPr>
        <a:xfrm>
          <a:off x="4454369" y="482958"/>
          <a:ext cx="50236" cy="94624"/>
        </a:xfrm>
        <a:prstGeom prst="chevron">
          <a:avLst>
            <a:gd name="adj" fmla="val 90000"/>
          </a:avLst>
        </a:prstGeom>
        <a:solidFill>
          <a:schemeClr val="accent2">
            <a:tint val="40000"/>
            <a:alpha val="90000"/>
            <a:hueOff val="3589872"/>
            <a:satOff val="-3127"/>
            <a:lumOff val="-4"/>
            <a:alphaOff val="0"/>
          </a:schemeClr>
        </a:solidFill>
        <a:ln w="9525" cap="flat" cmpd="sng" algn="ctr">
          <a:solidFill>
            <a:schemeClr val="accent2">
              <a:tint val="40000"/>
              <a:alpha val="90000"/>
              <a:hueOff val="3589872"/>
              <a:satOff val="-3127"/>
              <a:lumOff val="-4"/>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DE2E77BF-5894-4813-8015-8CADFE09539C}">
      <dsp:nvSpPr>
        <dsp:cNvPr id="0" name=""/>
        <dsp:cNvSpPr/>
      </dsp:nvSpPr>
      <dsp:spPr>
        <a:xfrm>
          <a:off x="3757006" y="0"/>
          <a:ext cx="359423" cy="359423"/>
        </a:xfrm>
        <a:prstGeom prst="ellipse">
          <a:avLst/>
        </a:prstGeom>
        <a:gradFill rotWithShape="0">
          <a:gsLst>
            <a:gs pos="0">
              <a:schemeClr val="accent2">
                <a:hueOff val="3511139"/>
                <a:satOff val="-4379"/>
                <a:lumOff val="1030"/>
                <a:alphaOff val="0"/>
                <a:shade val="51000"/>
                <a:satMod val="130000"/>
              </a:schemeClr>
            </a:gs>
            <a:gs pos="80000">
              <a:schemeClr val="accent2">
                <a:hueOff val="3511139"/>
                <a:satOff val="-4379"/>
                <a:lumOff val="1030"/>
                <a:alphaOff val="0"/>
                <a:shade val="93000"/>
                <a:satMod val="130000"/>
              </a:schemeClr>
            </a:gs>
            <a:gs pos="100000">
              <a:schemeClr val="accent2">
                <a:hueOff val="3511139"/>
                <a:satOff val="-4379"/>
                <a:lumOff val="1030"/>
                <a:alphaOff val="0"/>
                <a:shade val="94000"/>
                <a:satMod val="135000"/>
              </a:schemeClr>
            </a:gs>
          </a:gsLst>
          <a:lin ang="16200000" scaled="0"/>
        </a:gradFill>
        <a:ln w="9525" cap="flat" cmpd="sng" algn="ctr">
          <a:solidFill>
            <a:schemeClr val="accent2">
              <a:hueOff val="3511139"/>
              <a:satOff val="-4379"/>
              <a:lumOff val="103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3948" tIns="13948" rIns="13948" bIns="13948" numCol="1" spcCol="1270" anchor="ctr" anchorCtr="0">
          <a:noAutofit/>
        </a:bodyPr>
        <a:lstStyle/>
        <a:p>
          <a:pPr marL="0" lvl="0" indent="0" algn="ctr" defTabSz="711200">
            <a:lnSpc>
              <a:spcPct val="90000"/>
            </a:lnSpc>
            <a:spcBef>
              <a:spcPct val="0"/>
            </a:spcBef>
            <a:spcAft>
              <a:spcPct val="35000"/>
            </a:spcAft>
            <a:buNone/>
          </a:pPr>
          <a:r>
            <a:rPr lang="en-US" sz="1600" kern="1200"/>
            <a:t>4</a:t>
          </a:r>
        </a:p>
      </dsp:txBody>
      <dsp:txXfrm>
        <a:off x="3809642" y="52636"/>
        <a:ext cx="254151" cy="254151"/>
      </dsp:txXfrm>
    </dsp:sp>
    <dsp:sp modelId="{C2616F7F-8496-4041-A1A6-4D70F4FF1EF2}">
      <dsp:nvSpPr>
        <dsp:cNvPr id="0" name=""/>
        <dsp:cNvSpPr/>
      </dsp:nvSpPr>
      <dsp:spPr>
        <a:xfrm>
          <a:off x="3279561" y="1037465"/>
          <a:ext cx="1314311" cy="1965600"/>
        </a:xfrm>
        <a:prstGeom prst="upArrowCallout">
          <a:avLst>
            <a:gd name="adj1" fmla="val 50000"/>
            <a:gd name="adj2" fmla="val 20000"/>
            <a:gd name="adj3" fmla="val 20000"/>
            <a:gd name="adj4" fmla="val 100000"/>
          </a:avLst>
        </a:prstGeom>
        <a:solidFill>
          <a:schemeClr val="accent2">
            <a:tint val="40000"/>
            <a:alpha val="90000"/>
            <a:hueOff val="3948859"/>
            <a:satOff val="-3440"/>
            <a:lumOff val="-5"/>
            <a:alphaOff val="0"/>
          </a:schemeClr>
        </a:solidFill>
        <a:ln w="9525" cap="flat" cmpd="sng" algn="ctr">
          <a:solidFill>
            <a:schemeClr val="accent2">
              <a:tint val="40000"/>
              <a:alpha val="90000"/>
              <a:hueOff val="3948859"/>
              <a:satOff val="-3440"/>
              <a:lumOff val="-5"/>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77531" tIns="165100" rIns="77531" bIns="165100" numCol="1" spcCol="1270" anchor="t" anchorCtr="0">
          <a:noAutofit/>
        </a:bodyPr>
        <a:lstStyle/>
        <a:p>
          <a:pPr marL="0" lvl="0" indent="0" algn="l" defTabSz="488950">
            <a:lnSpc>
              <a:spcPct val="90000"/>
            </a:lnSpc>
            <a:spcBef>
              <a:spcPct val="0"/>
            </a:spcBef>
            <a:spcAft>
              <a:spcPct val="35000"/>
            </a:spcAft>
            <a:buNone/>
          </a:pPr>
          <a:r>
            <a:rPr lang="en-US" sz="1100" b="1" kern="1200" dirty="0"/>
            <a:t>Implement : </a:t>
          </a:r>
          <a:r>
            <a:rPr lang="en-US" sz="1100" kern="1200" dirty="0"/>
            <a:t>Writing and coding the algorithm is the next step in the process. To write the algorithm efficiently you have to know exactly what each line of code is going to accomplish when the program is executed</a:t>
          </a:r>
        </a:p>
      </dsp:txBody>
      <dsp:txXfrm>
        <a:off x="3279561" y="1300327"/>
        <a:ext cx="1314311" cy="1702738"/>
      </dsp:txXfrm>
    </dsp:sp>
    <dsp:sp modelId="{1B21333C-FB4C-43E1-A84F-069021B8B7C1}">
      <dsp:nvSpPr>
        <dsp:cNvPr id="0" name=""/>
        <dsp:cNvSpPr/>
      </dsp:nvSpPr>
      <dsp:spPr>
        <a:xfrm>
          <a:off x="4682151" y="1464895"/>
          <a:ext cx="491441" cy="72"/>
        </a:xfrm>
        <a:prstGeom prst="rect">
          <a:avLst/>
        </a:prstGeom>
        <a:solidFill>
          <a:schemeClr val="accent2">
            <a:tint val="40000"/>
            <a:alpha val="90000"/>
            <a:hueOff val="4307846"/>
            <a:satOff val="-3753"/>
            <a:lumOff val="-5"/>
            <a:alphaOff val="0"/>
          </a:schemeClr>
        </a:solidFill>
        <a:ln w="9525" cap="flat" cmpd="sng" algn="ctr">
          <a:solidFill>
            <a:schemeClr val="accent2">
              <a:tint val="40000"/>
              <a:alpha val="90000"/>
              <a:hueOff val="4307846"/>
              <a:satOff val="-3753"/>
              <a:lumOff val="-5"/>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2883496D-75A6-4DC9-BF46-0BF4D80C1854}">
      <dsp:nvSpPr>
        <dsp:cNvPr id="0" name=""/>
        <dsp:cNvSpPr/>
      </dsp:nvSpPr>
      <dsp:spPr>
        <a:xfrm>
          <a:off x="4993881" y="0"/>
          <a:ext cx="359423" cy="359423"/>
        </a:xfrm>
        <a:prstGeom prst="ellipse">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w="9525" cap="flat" cmpd="sng" algn="ctr">
          <a:solidFill>
            <a:schemeClr val="accent2">
              <a:hueOff val="4681519"/>
              <a:satOff val="-5839"/>
              <a:lumOff val="1373"/>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3948" tIns="13948" rIns="13948" bIns="13948" numCol="1" spcCol="1270" anchor="ctr" anchorCtr="0">
          <a:noAutofit/>
        </a:bodyPr>
        <a:lstStyle/>
        <a:p>
          <a:pPr marL="0" lvl="0" indent="0" algn="ctr" defTabSz="711200">
            <a:lnSpc>
              <a:spcPct val="90000"/>
            </a:lnSpc>
            <a:spcBef>
              <a:spcPct val="0"/>
            </a:spcBef>
            <a:spcAft>
              <a:spcPct val="35000"/>
            </a:spcAft>
            <a:buNone/>
          </a:pPr>
          <a:r>
            <a:rPr lang="en-US" sz="1600" kern="1200"/>
            <a:t>5</a:t>
          </a:r>
        </a:p>
      </dsp:txBody>
      <dsp:txXfrm>
        <a:off x="5046517" y="52636"/>
        <a:ext cx="254151" cy="254151"/>
      </dsp:txXfrm>
    </dsp:sp>
    <dsp:sp modelId="{6E6AFE10-197A-4B94-B2A0-589A1D17C8C6}">
      <dsp:nvSpPr>
        <dsp:cNvPr id="0" name=""/>
        <dsp:cNvSpPr/>
      </dsp:nvSpPr>
      <dsp:spPr>
        <a:xfrm>
          <a:off x="4593873" y="1102016"/>
          <a:ext cx="1159438" cy="1965600"/>
        </a:xfrm>
        <a:prstGeom prst="upArrowCallout">
          <a:avLst>
            <a:gd name="adj1" fmla="val 50000"/>
            <a:gd name="adj2" fmla="val 20000"/>
            <a:gd name="adj3" fmla="val 20000"/>
            <a:gd name="adj4" fmla="val 100000"/>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77531" tIns="165100" rIns="77531" bIns="165100" numCol="1" spcCol="1270" anchor="t" anchorCtr="0">
          <a:noAutofit/>
        </a:bodyPr>
        <a:lstStyle/>
        <a:p>
          <a:pPr marL="0" lvl="0" indent="0" algn="l" defTabSz="488950">
            <a:lnSpc>
              <a:spcPct val="90000"/>
            </a:lnSpc>
            <a:spcBef>
              <a:spcPct val="0"/>
            </a:spcBef>
            <a:spcAft>
              <a:spcPct val="35000"/>
            </a:spcAft>
            <a:buNone/>
          </a:pPr>
          <a:r>
            <a:rPr lang="en-US" sz="1100" b="1" kern="1200" dirty="0"/>
            <a:t>Experiment: </a:t>
          </a:r>
          <a:r>
            <a:rPr lang="en-US" sz="1100" kern="1200" dirty="0"/>
            <a:t>Once the algorithm is designed and coded go back and experiment with different variables in the algorithm. Try with different data to ensure correctness and efficiency of the algorithm. </a:t>
          </a:r>
        </a:p>
      </dsp:txBody>
      <dsp:txXfrm>
        <a:off x="4593873" y="1333904"/>
        <a:ext cx="1159438" cy="1733712"/>
      </dsp:txXfrm>
    </dsp:sp>
  </dsp:spTree>
</dsp:drawing>
</file>

<file path=ppt/diagrams/layout1.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45C24B4-CE01-4AB6-A62C-7A264A3F073F}" type="datetimeFigureOut">
              <a:rPr lang="en-IN" smtClean="0"/>
              <a:t>03-08-2022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B0BF6E-FAFB-46B7-AEE3-3DAA4B58C0A6}" type="slidenum">
              <a:rPr lang="en-IN" smtClean="0"/>
              <a:t>‹#›</a:t>
            </a:fld>
            <a:endParaRPr lang="en-IN"/>
          </a:p>
        </p:txBody>
      </p:sp>
    </p:spTree>
    <p:extLst>
      <p:ext uri="{BB962C8B-B14F-4D97-AF65-F5344CB8AC3E}">
        <p14:creationId xmlns:p14="http://schemas.microsoft.com/office/powerpoint/2010/main" val="1446663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45C24B4-CE01-4AB6-A62C-7A264A3F073F}" type="datetimeFigureOut">
              <a:rPr lang="en-IN" smtClean="0"/>
              <a:t>03-08-2022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B0BF6E-FAFB-46B7-AEE3-3DAA4B58C0A6}" type="slidenum">
              <a:rPr lang="en-IN" smtClean="0"/>
              <a:t>‹#›</a:t>
            </a:fld>
            <a:endParaRPr lang="en-IN"/>
          </a:p>
        </p:txBody>
      </p:sp>
    </p:spTree>
    <p:extLst>
      <p:ext uri="{BB962C8B-B14F-4D97-AF65-F5344CB8AC3E}">
        <p14:creationId xmlns:p14="http://schemas.microsoft.com/office/powerpoint/2010/main" val="855445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5C24B4-CE01-4AB6-A62C-7A264A3F073F}" type="datetimeFigureOut">
              <a:rPr lang="en-IN" smtClean="0"/>
              <a:t>03-08-2022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B0BF6E-FAFB-46B7-AEE3-3DAA4B58C0A6}" type="slidenum">
              <a:rPr lang="en-IN" smtClean="0"/>
              <a:t>‹#›</a:t>
            </a:fld>
            <a:endParaRPr lang="en-IN"/>
          </a:p>
        </p:txBody>
      </p:sp>
    </p:spTree>
    <p:extLst>
      <p:ext uri="{BB962C8B-B14F-4D97-AF65-F5344CB8AC3E}">
        <p14:creationId xmlns:p14="http://schemas.microsoft.com/office/powerpoint/2010/main" val="2521434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45C24B4-CE01-4AB6-A62C-7A264A3F073F}" type="datetimeFigureOut">
              <a:rPr lang="en-IN" smtClean="0"/>
              <a:t>03-08-2022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FB0BF6E-FAFB-46B7-AEE3-3DAA4B58C0A6}" type="slidenum">
              <a:rPr lang="en-IN" smtClean="0"/>
              <a:t>‹#›</a:t>
            </a:fld>
            <a:endParaRPr lang="en-IN"/>
          </a:p>
        </p:txBody>
      </p:sp>
    </p:spTree>
    <p:extLst>
      <p:ext uri="{BB962C8B-B14F-4D97-AF65-F5344CB8AC3E}">
        <p14:creationId xmlns:p14="http://schemas.microsoft.com/office/powerpoint/2010/main" val="228659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E45C24B4-CE01-4AB6-A62C-7A264A3F073F}" type="datetimeFigureOut">
              <a:rPr lang="en-IN" smtClean="0"/>
              <a:t>03-08-2022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FB0BF6E-FAFB-46B7-AEE3-3DAA4B58C0A6}" type="slidenum">
              <a:rPr lang="en-IN" smtClean="0"/>
              <a:t>‹#›</a:t>
            </a:fld>
            <a:endParaRPr lang="en-IN"/>
          </a:p>
        </p:txBody>
      </p:sp>
    </p:spTree>
    <p:extLst>
      <p:ext uri="{BB962C8B-B14F-4D97-AF65-F5344CB8AC3E}">
        <p14:creationId xmlns:p14="http://schemas.microsoft.com/office/powerpoint/2010/main" val="868034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45C24B4-CE01-4AB6-A62C-7A264A3F073F}" type="datetimeFigureOut">
              <a:rPr lang="en-IN" smtClean="0"/>
              <a:t>03-08-2022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FB0BF6E-FAFB-46B7-AEE3-3DAA4B58C0A6}" type="slidenum">
              <a:rPr lang="en-IN" smtClean="0"/>
              <a:t>‹#›</a:t>
            </a:fld>
            <a:endParaRPr lang="en-IN"/>
          </a:p>
        </p:txBody>
      </p:sp>
    </p:spTree>
    <p:extLst>
      <p:ext uri="{BB962C8B-B14F-4D97-AF65-F5344CB8AC3E}">
        <p14:creationId xmlns:p14="http://schemas.microsoft.com/office/powerpoint/2010/main" val="763868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5C24B4-CE01-4AB6-A62C-7A264A3F073F}" type="datetimeFigureOut">
              <a:rPr lang="en-IN" smtClean="0"/>
              <a:t>03-08-2022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FB0BF6E-FAFB-46B7-AEE3-3DAA4B58C0A6}" type="slidenum">
              <a:rPr lang="en-IN" smtClean="0"/>
              <a:t>‹#›</a:t>
            </a:fld>
            <a:endParaRPr lang="en-IN"/>
          </a:p>
        </p:txBody>
      </p:sp>
    </p:spTree>
    <p:extLst>
      <p:ext uri="{BB962C8B-B14F-4D97-AF65-F5344CB8AC3E}">
        <p14:creationId xmlns:p14="http://schemas.microsoft.com/office/powerpoint/2010/main" val="2404686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5C24B4-CE01-4AB6-A62C-7A264A3F073F}" type="datetimeFigureOut">
              <a:rPr lang="en-IN" smtClean="0"/>
              <a:t>03-08-2022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FB0BF6E-FAFB-46B7-AEE3-3DAA4B58C0A6}" type="slidenum">
              <a:rPr lang="en-IN" smtClean="0"/>
              <a:t>‹#›</a:t>
            </a:fld>
            <a:endParaRPr lang="en-IN"/>
          </a:p>
        </p:txBody>
      </p:sp>
    </p:spTree>
    <p:extLst>
      <p:ext uri="{BB962C8B-B14F-4D97-AF65-F5344CB8AC3E}">
        <p14:creationId xmlns:p14="http://schemas.microsoft.com/office/powerpoint/2010/main" val="1724628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5C24B4-CE01-4AB6-A62C-7A264A3F073F}" type="datetimeFigureOut">
              <a:rPr lang="en-IN" smtClean="0"/>
              <a:t>03-08-2022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FB0BF6E-FAFB-46B7-AEE3-3DAA4B58C0A6}" type="slidenum">
              <a:rPr lang="en-IN" smtClean="0"/>
              <a:t>‹#›</a:t>
            </a:fld>
            <a:endParaRPr lang="en-IN"/>
          </a:p>
        </p:txBody>
      </p:sp>
    </p:spTree>
    <p:extLst>
      <p:ext uri="{BB962C8B-B14F-4D97-AF65-F5344CB8AC3E}">
        <p14:creationId xmlns:p14="http://schemas.microsoft.com/office/powerpoint/2010/main" val="2010510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45C24B4-CE01-4AB6-A62C-7A264A3F073F}" type="datetimeFigureOut">
              <a:rPr lang="en-IN" smtClean="0"/>
              <a:t>03-08-2022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B0BF6E-FAFB-46B7-AEE3-3DAA4B58C0A6}" type="slidenum">
              <a:rPr lang="en-IN" smtClean="0"/>
              <a:t>‹#›</a:t>
            </a:fld>
            <a:endParaRPr lang="en-IN"/>
          </a:p>
        </p:txBody>
      </p:sp>
    </p:spTree>
    <p:extLst>
      <p:ext uri="{BB962C8B-B14F-4D97-AF65-F5344CB8AC3E}">
        <p14:creationId xmlns:p14="http://schemas.microsoft.com/office/powerpoint/2010/main" val="2134134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45C24B4-CE01-4AB6-A62C-7A264A3F073F}" type="datetimeFigureOut">
              <a:rPr lang="en-IN" smtClean="0"/>
              <a:t>03-08-2022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B0BF6E-FAFB-46B7-AEE3-3DAA4B58C0A6}" type="slidenum">
              <a:rPr lang="en-IN" smtClean="0"/>
              <a:t>‹#›</a:t>
            </a:fld>
            <a:endParaRPr lang="en-IN"/>
          </a:p>
        </p:txBody>
      </p:sp>
    </p:spTree>
    <p:extLst>
      <p:ext uri="{BB962C8B-B14F-4D97-AF65-F5344CB8AC3E}">
        <p14:creationId xmlns:p14="http://schemas.microsoft.com/office/powerpoint/2010/main" val="1801917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5C24B4-CE01-4AB6-A62C-7A264A3F073F}" type="datetimeFigureOut">
              <a:rPr lang="en-IN" smtClean="0"/>
              <a:t>03-08-2022</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B0BF6E-FAFB-46B7-AEE3-3DAA4B58C0A6}" type="slidenum">
              <a:rPr lang="en-IN" smtClean="0"/>
              <a:t>‹#›</a:t>
            </a:fld>
            <a:endParaRPr lang="en-IN"/>
          </a:p>
        </p:txBody>
      </p:sp>
    </p:spTree>
    <p:extLst>
      <p:ext uri="{BB962C8B-B14F-4D97-AF65-F5344CB8AC3E}">
        <p14:creationId xmlns:p14="http://schemas.microsoft.com/office/powerpoint/2010/main" val="3255318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0033CC"/>
                </a:solidFill>
              </a:rPr>
              <a:t>Overview and Importance of Algorithms</a:t>
            </a:r>
            <a:endParaRPr lang="en-IN" b="1" dirty="0">
              <a:solidFill>
                <a:srgbClr val="0033CC"/>
              </a:solidFill>
            </a:endParaRP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55258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F3F83-C5CA-60EF-D0BF-6BC8093B7E65}"/>
              </a:ext>
            </a:extLst>
          </p:cNvPr>
          <p:cNvSpPr>
            <a:spLocks noGrp="1"/>
          </p:cNvSpPr>
          <p:nvPr>
            <p:ph type="title"/>
          </p:nvPr>
        </p:nvSpPr>
        <p:spPr/>
        <p:txBody>
          <a:bodyPr/>
          <a:lstStyle/>
          <a:p>
            <a:endParaRPr lang="en-IN"/>
          </a:p>
        </p:txBody>
      </p:sp>
      <p:sp>
        <p:nvSpPr>
          <p:cNvPr id="7" name="Content Placeholder 6">
            <a:extLst>
              <a:ext uri="{FF2B5EF4-FFF2-40B4-BE49-F238E27FC236}">
                <a16:creationId xmlns:a16="http://schemas.microsoft.com/office/drawing/2014/main" id="{FB49BE0A-332E-55C6-BA15-BD145CDF72E9}"/>
              </a:ext>
            </a:extLst>
          </p:cNvPr>
          <p:cNvSpPr>
            <a:spLocks noGrp="1"/>
          </p:cNvSpPr>
          <p:nvPr>
            <p:ph idx="1"/>
          </p:nvPr>
        </p:nvSpPr>
        <p:spPr/>
        <p:txBody>
          <a:bodyPr/>
          <a:lstStyle/>
          <a:p>
            <a:endParaRPr lang="en-IN"/>
          </a:p>
        </p:txBody>
      </p:sp>
      <p:pic>
        <p:nvPicPr>
          <p:cNvPr id="11" name="Picture 10">
            <a:extLst>
              <a:ext uri="{FF2B5EF4-FFF2-40B4-BE49-F238E27FC236}">
                <a16:creationId xmlns:a16="http://schemas.microsoft.com/office/drawing/2014/main" id="{EA517D67-1AC3-48E9-6933-E504210DEFE4}"/>
              </a:ext>
            </a:extLst>
          </p:cNvPr>
          <p:cNvPicPr>
            <a:picLocks noChangeAspect="1"/>
          </p:cNvPicPr>
          <p:nvPr/>
        </p:nvPicPr>
        <p:blipFill>
          <a:blip r:embed="rId2"/>
          <a:stretch>
            <a:fillRect/>
          </a:stretch>
        </p:blipFill>
        <p:spPr>
          <a:xfrm>
            <a:off x="400922" y="570583"/>
            <a:ext cx="8419550" cy="4687217"/>
          </a:xfrm>
          <a:prstGeom prst="rect">
            <a:avLst/>
          </a:prstGeom>
        </p:spPr>
      </p:pic>
    </p:spTree>
    <p:extLst>
      <p:ext uri="{BB962C8B-B14F-4D97-AF65-F5344CB8AC3E}">
        <p14:creationId xmlns:p14="http://schemas.microsoft.com/office/powerpoint/2010/main" val="1817527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4F44C-AE46-1F76-7015-0D0BBAB2941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7DA0F00-69B9-60C9-81E4-3D7AE6AFEA5E}"/>
              </a:ext>
            </a:extLst>
          </p:cNvPr>
          <p:cNvPicPr>
            <a:picLocks noGrp="1" noChangeAspect="1"/>
          </p:cNvPicPr>
          <p:nvPr>
            <p:ph idx="1"/>
          </p:nvPr>
        </p:nvPicPr>
        <p:blipFill>
          <a:blip r:embed="rId2"/>
          <a:stretch>
            <a:fillRect/>
          </a:stretch>
        </p:blipFill>
        <p:spPr>
          <a:xfrm>
            <a:off x="457200" y="274638"/>
            <a:ext cx="8075240" cy="6034682"/>
          </a:xfrm>
        </p:spPr>
      </p:pic>
    </p:spTree>
    <p:extLst>
      <p:ext uri="{BB962C8B-B14F-4D97-AF65-F5344CB8AC3E}">
        <p14:creationId xmlns:p14="http://schemas.microsoft.com/office/powerpoint/2010/main" val="3340518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6AA271D-60DD-D01C-53B5-36B81213FD03}"/>
              </a:ext>
            </a:extLst>
          </p:cNvPr>
          <p:cNvPicPr>
            <a:picLocks noChangeAspect="1"/>
          </p:cNvPicPr>
          <p:nvPr/>
        </p:nvPicPr>
        <p:blipFill>
          <a:blip r:embed="rId2"/>
          <a:stretch>
            <a:fillRect/>
          </a:stretch>
        </p:blipFill>
        <p:spPr>
          <a:xfrm>
            <a:off x="251519" y="612987"/>
            <a:ext cx="8435281" cy="5048261"/>
          </a:xfrm>
          <a:prstGeom prst="rect">
            <a:avLst/>
          </a:prstGeom>
        </p:spPr>
      </p:pic>
    </p:spTree>
    <p:extLst>
      <p:ext uri="{BB962C8B-B14F-4D97-AF65-F5344CB8AC3E}">
        <p14:creationId xmlns:p14="http://schemas.microsoft.com/office/powerpoint/2010/main" val="3053843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FE74496-7399-A83E-C8D0-60490A4B8E02}"/>
              </a:ext>
            </a:extLst>
          </p:cNvPr>
          <p:cNvPicPr>
            <a:picLocks noChangeAspect="1"/>
          </p:cNvPicPr>
          <p:nvPr/>
        </p:nvPicPr>
        <p:blipFill>
          <a:blip r:embed="rId2"/>
          <a:stretch>
            <a:fillRect/>
          </a:stretch>
        </p:blipFill>
        <p:spPr>
          <a:xfrm>
            <a:off x="611560" y="476672"/>
            <a:ext cx="7993194" cy="5851716"/>
          </a:xfrm>
          <a:prstGeom prst="rect">
            <a:avLst/>
          </a:prstGeom>
        </p:spPr>
      </p:pic>
    </p:spTree>
    <p:extLst>
      <p:ext uri="{BB962C8B-B14F-4D97-AF65-F5344CB8AC3E}">
        <p14:creationId xmlns:p14="http://schemas.microsoft.com/office/powerpoint/2010/main" val="1813510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algorithm</a:t>
            </a:r>
            <a:endParaRPr lang="en-IN" dirty="0"/>
          </a:p>
        </p:txBody>
      </p:sp>
      <p:sp>
        <p:nvSpPr>
          <p:cNvPr id="3" name="Content Placeholder 2"/>
          <p:cNvSpPr>
            <a:spLocks noGrp="1"/>
          </p:cNvSpPr>
          <p:nvPr>
            <p:ph idx="1"/>
          </p:nvPr>
        </p:nvSpPr>
        <p:spPr/>
        <p:txBody>
          <a:bodyPr/>
          <a:lstStyle/>
          <a:p>
            <a:r>
              <a:rPr lang="en-US" dirty="0"/>
              <a:t>Data structure is an </a:t>
            </a:r>
            <a:r>
              <a:rPr lang="en-US" dirty="0">
                <a:solidFill>
                  <a:srgbClr val="FF0000"/>
                </a:solidFill>
              </a:rPr>
              <a:t>orderly arrangement </a:t>
            </a:r>
            <a:r>
              <a:rPr lang="en-US" dirty="0"/>
              <a:t>of data in computers to use it in a more efficient manner.  </a:t>
            </a:r>
          </a:p>
          <a:p>
            <a:pPr marL="0" indent="0">
              <a:buNone/>
            </a:pPr>
            <a:endParaRPr lang="en-US" dirty="0"/>
          </a:p>
          <a:p>
            <a:r>
              <a:rPr lang="en-US" dirty="0"/>
              <a:t>It’s a </a:t>
            </a:r>
            <a:r>
              <a:rPr lang="en-US" dirty="0">
                <a:solidFill>
                  <a:srgbClr val="FF0000"/>
                </a:solidFill>
              </a:rPr>
              <a:t>collection of data objects </a:t>
            </a:r>
            <a:r>
              <a:rPr lang="en-US" dirty="0"/>
              <a:t>that allows storing, organizing, and retrieving data on systems</a:t>
            </a:r>
          </a:p>
          <a:p>
            <a:endParaRPr lang="en-IN" dirty="0"/>
          </a:p>
        </p:txBody>
      </p:sp>
    </p:spTree>
    <p:extLst>
      <p:ext uri="{BB962C8B-B14F-4D97-AF65-F5344CB8AC3E}">
        <p14:creationId xmlns:p14="http://schemas.microsoft.com/office/powerpoint/2010/main" val="176680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pPr>
              <a:lnSpc>
                <a:spcPct val="90000"/>
              </a:lnSpc>
            </a:pPr>
            <a:r>
              <a:rPr lang="en-US" sz="3400">
                <a:solidFill>
                  <a:srgbClr val="FFFFFF"/>
                </a:solidFill>
              </a:rPr>
              <a:t>Relationship between Data Structure and Algorithm</a:t>
            </a:r>
            <a:endParaRPr lang="en-IN" sz="3400">
              <a:solidFill>
                <a:srgbClr val="FFFFFF"/>
              </a:solidFill>
            </a:endParaRPr>
          </a:p>
        </p:txBody>
      </p:sp>
      <p:sp>
        <p:nvSpPr>
          <p:cNvPr id="30" name="Arc 29">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pPr>
              <a:lnSpc>
                <a:spcPct val="90000"/>
              </a:lnSpc>
            </a:pPr>
            <a:r>
              <a:rPr lang="en-US" sz="2400" dirty="0"/>
              <a:t>Both are interrelated components</a:t>
            </a:r>
          </a:p>
          <a:p>
            <a:pPr>
              <a:lnSpc>
                <a:spcPct val="90000"/>
              </a:lnSpc>
            </a:pPr>
            <a:r>
              <a:rPr lang="en-US" sz="2400" dirty="0"/>
              <a:t>An algorithm appliers to a particular data structure, while the right data structure helps to drastically improve the performance of the algorithm</a:t>
            </a:r>
          </a:p>
          <a:p>
            <a:pPr marL="0" indent="0">
              <a:lnSpc>
                <a:spcPct val="90000"/>
              </a:lnSpc>
              <a:buNone/>
            </a:pPr>
            <a:r>
              <a:rPr lang="en-US" sz="2400" dirty="0"/>
              <a:t>Major categories of algorithms in relation to DS</a:t>
            </a:r>
          </a:p>
          <a:p>
            <a:pPr lvl="1">
              <a:lnSpc>
                <a:spcPct val="90000"/>
              </a:lnSpc>
            </a:pPr>
            <a:r>
              <a:rPr lang="en-US" sz="2400" dirty="0"/>
              <a:t>Search</a:t>
            </a:r>
          </a:p>
          <a:p>
            <a:pPr lvl="1">
              <a:lnSpc>
                <a:spcPct val="90000"/>
              </a:lnSpc>
            </a:pPr>
            <a:r>
              <a:rPr lang="en-US" sz="2400" dirty="0"/>
              <a:t>Insert</a:t>
            </a:r>
          </a:p>
          <a:p>
            <a:pPr lvl="1">
              <a:lnSpc>
                <a:spcPct val="90000"/>
              </a:lnSpc>
            </a:pPr>
            <a:r>
              <a:rPr lang="en-US" sz="2400" dirty="0"/>
              <a:t>Sort </a:t>
            </a:r>
          </a:p>
          <a:p>
            <a:pPr lvl="1">
              <a:lnSpc>
                <a:spcPct val="90000"/>
              </a:lnSpc>
            </a:pPr>
            <a:r>
              <a:rPr lang="en-US" sz="2400" dirty="0"/>
              <a:t>Update </a:t>
            </a:r>
          </a:p>
          <a:p>
            <a:pPr lvl="1">
              <a:lnSpc>
                <a:spcPct val="90000"/>
              </a:lnSpc>
            </a:pPr>
            <a:r>
              <a:rPr lang="en-US" sz="2400" dirty="0"/>
              <a:t>Delete</a:t>
            </a:r>
            <a:endParaRPr lang="en-IN" sz="2400" dirty="0"/>
          </a:p>
        </p:txBody>
      </p:sp>
    </p:spTree>
    <p:extLst>
      <p:ext uri="{BB962C8B-B14F-4D97-AF65-F5344CB8AC3E}">
        <p14:creationId xmlns:p14="http://schemas.microsoft.com/office/powerpoint/2010/main" val="2559207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1727" y="73801"/>
            <a:ext cx="4939868" cy="1286160"/>
          </a:xfrm>
        </p:spPr>
        <p:txBody>
          <a:bodyPr anchor="b">
            <a:normAutofit/>
          </a:bodyPr>
          <a:lstStyle/>
          <a:p>
            <a:pPr>
              <a:lnSpc>
                <a:spcPct val="90000"/>
              </a:lnSpc>
            </a:pPr>
            <a:r>
              <a:rPr lang="en-US" sz="3700" dirty="0"/>
              <a:t>Importance of Learning DS and Algorithm</a:t>
            </a:r>
            <a:endParaRPr lang="en-IN" sz="3700" dirty="0"/>
          </a:p>
        </p:txBody>
      </p:sp>
      <p:sp>
        <p:nvSpPr>
          <p:cNvPr id="3" name="Content Placeholder 2"/>
          <p:cNvSpPr>
            <a:spLocks noGrp="1"/>
          </p:cNvSpPr>
          <p:nvPr>
            <p:ph idx="1"/>
          </p:nvPr>
        </p:nvSpPr>
        <p:spPr>
          <a:xfrm>
            <a:off x="3724073" y="2438400"/>
            <a:ext cx="4939867" cy="3785419"/>
          </a:xfrm>
        </p:spPr>
        <p:txBody>
          <a:bodyPr>
            <a:noAutofit/>
          </a:bodyPr>
          <a:lstStyle/>
          <a:p>
            <a:r>
              <a:rPr lang="en-US" sz="2000" dirty="0"/>
              <a:t>Most pivotal topics for programmers and computer science graduates.</a:t>
            </a:r>
          </a:p>
          <a:p>
            <a:r>
              <a:rPr lang="en-US" sz="2000" dirty="0">
                <a:solidFill>
                  <a:srgbClr val="FF0000"/>
                </a:solidFill>
              </a:rPr>
              <a:t>Reduces</a:t>
            </a:r>
            <a:r>
              <a:rPr lang="en-US" sz="2000" dirty="0"/>
              <a:t> coding cost &amp; enhances data accuracy</a:t>
            </a:r>
          </a:p>
          <a:p>
            <a:r>
              <a:rPr lang="en-US" sz="2000" dirty="0">
                <a:solidFill>
                  <a:srgbClr val="FF0000"/>
                </a:solidFill>
              </a:rPr>
              <a:t>Improve</a:t>
            </a:r>
            <a:r>
              <a:rPr lang="en-US" sz="2000" dirty="0"/>
              <a:t> problem solving abilities </a:t>
            </a:r>
          </a:p>
          <a:p>
            <a:r>
              <a:rPr lang="en-US" sz="2000" dirty="0">
                <a:solidFill>
                  <a:srgbClr val="FF0000"/>
                </a:solidFill>
              </a:rPr>
              <a:t>Expose</a:t>
            </a:r>
            <a:r>
              <a:rPr lang="en-US" sz="2000" dirty="0"/>
              <a:t> to different problem-solving techniques</a:t>
            </a:r>
          </a:p>
          <a:p>
            <a:r>
              <a:rPr lang="en-US" sz="2000" dirty="0"/>
              <a:t>Competent in DS can</a:t>
            </a:r>
            <a:r>
              <a:rPr lang="en-US" sz="2000" dirty="0">
                <a:solidFill>
                  <a:srgbClr val="FF0000"/>
                </a:solidFill>
              </a:rPr>
              <a:t> resolve</a:t>
            </a:r>
            <a:r>
              <a:rPr lang="en-US" sz="2000" dirty="0"/>
              <a:t> tasks related to data processing, automated reasoning or calculations </a:t>
            </a:r>
            <a:endParaRPr lang="en-IN" sz="2000" dirty="0"/>
          </a:p>
        </p:txBody>
      </p:sp>
      <p:pic>
        <p:nvPicPr>
          <p:cNvPr id="5" name="Picture 4" descr="Computer script on a screen">
            <a:extLst>
              <a:ext uri="{FF2B5EF4-FFF2-40B4-BE49-F238E27FC236}">
                <a16:creationId xmlns:a16="http://schemas.microsoft.com/office/drawing/2014/main" id="{1A245558-E3C0-0638-D5F9-A347F7E0FF98}"/>
              </a:ext>
            </a:extLst>
          </p:cNvPr>
          <p:cNvPicPr>
            <a:picLocks noChangeAspect="1"/>
          </p:cNvPicPr>
          <p:nvPr/>
        </p:nvPicPr>
        <p:blipFill rotWithShape="1">
          <a:blip r:embed="rId2"/>
          <a:srcRect l="13194" r="52966" b="-1"/>
          <a:stretch/>
        </p:blipFill>
        <p:spPr>
          <a:xfrm>
            <a:off x="20" y="10"/>
            <a:ext cx="3476673" cy="6857990"/>
          </a:xfrm>
          <a:prstGeom prst="rect">
            <a:avLst/>
          </a:prstGeom>
          <a:effectLst/>
        </p:spPr>
      </p:pic>
      <p:cxnSp>
        <p:nvCxnSpPr>
          <p:cNvPr id="9" name="Straight Connector 8">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04D3E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5125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24072" y="260648"/>
            <a:ext cx="4939868" cy="1654780"/>
          </a:xfrm>
        </p:spPr>
        <p:txBody>
          <a:bodyPr anchor="b">
            <a:normAutofit fontScale="90000"/>
          </a:bodyPr>
          <a:lstStyle/>
          <a:p>
            <a:pPr>
              <a:lnSpc>
                <a:spcPct val="90000"/>
              </a:lnSpc>
            </a:pPr>
            <a:r>
              <a:rPr lang="en-US" sz="3200" dirty="0"/>
              <a:t>Various stages of algorithm development for solving a problem</a:t>
            </a:r>
            <a:br>
              <a:rPr lang="en-IN" sz="2400" dirty="0"/>
            </a:br>
            <a:endParaRPr lang="en-IN" sz="2400" dirty="0"/>
          </a:p>
        </p:txBody>
      </p:sp>
      <p:pic>
        <p:nvPicPr>
          <p:cNvPr id="6" name="Picture 5">
            <a:extLst>
              <a:ext uri="{FF2B5EF4-FFF2-40B4-BE49-F238E27FC236}">
                <a16:creationId xmlns:a16="http://schemas.microsoft.com/office/drawing/2014/main" id="{FDF6DE25-C122-6E6A-0D67-B7276D1A51FB}"/>
              </a:ext>
            </a:extLst>
          </p:cNvPr>
          <p:cNvPicPr>
            <a:picLocks noChangeAspect="1"/>
          </p:cNvPicPr>
          <p:nvPr/>
        </p:nvPicPr>
        <p:blipFill rotWithShape="1">
          <a:blip r:embed="rId2"/>
          <a:srcRect l="48878" r="18424" b="-1"/>
          <a:stretch/>
        </p:blipFill>
        <p:spPr>
          <a:xfrm>
            <a:off x="21" y="10"/>
            <a:ext cx="3131820" cy="6857990"/>
          </a:xfrm>
          <a:prstGeom prst="rect">
            <a:avLst/>
          </a:prstGeom>
          <a:effectLst/>
        </p:spPr>
      </p:pic>
      <p:cxnSp>
        <p:nvCxnSpPr>
          <p:cNvPr id="10" name="Straight Connector 9">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A2E67B25-05B9-0FEC-8CE3-13AF632EB190}"/>
              </a:ext>
            </a:extLst>
          </p:cNvPr>
          <p:cNvGraphicFramePr>
            <a:graphicFrameLocks noGrp="1"/>
          </p:cNvGraphicFramePr>
          <p:nvPr>
            <p:ph idx="1"/>
            <p:extLst>
              <p:ext uri="{D42A27DB-BD31-4B8C-83A1-F6EECF244321}">
                <p14:modId xmlns:p14="http://schemas.microsoft.com/office/powerpoint/2010/main" val="91687756"/>
              </p:ext>
            </p:extLst>
          </p:nvPr>
        </p:nvGraphicFramePr>
        <p:xfrm>
          <a:off x="3366472" y="1536290"/>
          <a:ext cx="5777528" cy="50610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43759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0B8FA-4F9B-7A27-B5D5-F7FF15572D93}"/>
              </a:ext>
            </a:extLst>
          </p:cNvPr>
          <p:cNvSpPr>
            <a:spLocks noGrp="1"/>
          </p:cNvSpPr>
          <p:nvPr>
            <p:ph type="title"/>
          </p:nvPr>
        </p:nvSpPr>
        <p:spPr/>
        <p:txBody>
          <a:bodyPr/>
          <a:lstStyle/>
          <a:p>
            <a:endParaRPr lang="en-IN"/>
          </a:p>
        </p:txBody>
      </p:sp>
      <p:sp>
        <p:nvSpPr>
          <p:cNvPr id="7" name="Content Placeholder 6">
            <a:extLst>
              <a:ext uri="{FF2B5EF4-FFF2-40B4-BE49-F238E27FC236}">
                <a16:creationId xmlns:a16="http://schemas.microsoft.com/office/drawing/2014/main" id="{77CEA7A9-E018-5F16-6D64-68B05527C144}"/>
              </a:ext>
            </a:extLst>
          </p:cNvPr>
          <p:cNvSpPr>
            <a:spLocks noGrp="1"/>
          </p:cNvSpPr>
          <p:nvPr>
            <p:ph idx="1"/>
          </p:nvPr>
        </p:nvSpPr>
        <p:spPr/>
        <p:txBody>
          <a:bodyPr/>
          <a:lstStyle/>
          <a:p>
            <a:endParaRPr lang="en-IN"/>
          </a:p>
        </p:txBody>
      </p:sp>
      <p:pic>
        <p:nvPicPr>
          <p:cNvPr id="9" name="Picture 8">
            <a:extLst>
              <a:ext uri="{FF2B5EF4-FFF2-40B4-BE49-F238E27FC236}">
                <a16:creationId xmlns:a16="http://schemas.microsoft.com/office/drawing/2014/main" id="{D46E4F42-31FF-8CC0-ADE9-27D3D3CCE32F}"/>
              </a:ext>
            </a:extLst>
          </p:cNvPr>
          <p:cNvPicPr>
            <a:picLocks noChangeAspect="1"/>
          </p:cNvPicPr>
          <p:nvPr/>
        </p:nvPicPr>
        <p:blipFill>
          <a:blip r:embed="rId2"/>
          <a:stretch>
            <a:fillRect/>
          </a:stretch>
        </p:blipFill>
        <p:spPr>
          <a:xfrm>
            <a:off x="457201" y="404664"/>
            <a:ext cx="8329564" cy="5987751"/>
          </a:xfrm>
          <a:prstGeom prst="rect">
            <a:avLst/>
          </a:prstGeom>
        </p:spPr>
      </p:pic>
    </p:spTree>
    <p:extLst>
      <p:ext uri="{BB962C8B-B14F-4D97-AF65-F5344CB8AC3E}">
        <p14:creationId xmlns:p14="http://schemas.microsoft.com/office/powerpoint/2010/main" val="4104203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D557C-9E3B-3445-661A-C4B814E735D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829D0F6-D1E8-C1DC-E098-0835D5B40A6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2DC3833F-8C43-F373-CE34-B3F217223C3B}"/>
              </a:ext>
            </a:extLst>
          </p:cNvPr>
          <p:cNvPicPr>
            <a:picLocks noChangeAspect="1"/>
          </p:cNvPicPr>
          <p:nvPr/>
        </p:nvPicPr>
        <p:blipFill>
          <a:blip r:embed="rId2"/>
          <a:stretch>
            <a:fillRect/>
          </a:stretch>
        </p:blipFill>
        <p:spPr>
          <a:xfrm>
            <a:off x="179512" y="274638"/>
            <a:ext cx="8724054" cy="6353088"/>
          </a:xfrm>
          <a:prstGeom prst="rect">
            <a:avLst/>
          </a:prstGeom>
        </p:spPr>
      </p:pic>
    </p:spTree>
    <p:extLst>
      <p:ext uri="{BB962C8B-B14F-4D97-AF65-F5344CB8AC3E}">
        <p14:creationId xmlns:p14="http://schemas.microsoft.com/office/powerpoint/2010/main" val="1809713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D6951-D4EA-B725-CE71-9FE0E6051F2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F9D8486-A942-8369-B044-E679993F4983}"/>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AE68ABD9-989A-E8EE-3588-7FFE11F28087}"/>
              </a:ext>
            </a:extLst>
          </p:cNvPr>
          <p:cNvPicPr>
            <a:picLocks noChangeAspect="1"/>
          </p:cNvPicPr>
          <p:nvPr/>
        </p:nvPicPr>
        <p:blipFill>
          <a:blip r:embed="rId2"/>
          <a:stretch>
            <a:fillRect/>
          </a:stretch>
        </p:blipFill>
        <p:spPr>
          <a:xfrm>
            <a:off x="135127" y="423856"/>
            <a:ext cx="8829361" cy="6245503"/>
          </a:xfrm>
          <a:prstGeom prst="rect">
            <a:avLst/>
          </a:prstGeom>
        </p:spPr>
      </p:pic>
    </p:spTree>
    <p:extLst>
      <p:ext uri="{BB962C8B-B14F-4D97-AF65-F5344CB8AC3E}">
        <p14:creationId xmlns:p14="http://schemas.microsoft.com/office/powerpoint/2010/main" val="8402510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F8848-74B0-7526-DA5D-33532F5B563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652815A-DDD0-4C8A-4AEC-D1CCB852410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2E46D3D4-3224-70AC-24DD-C9C1BC34C061}"/>
              </a:ext>
            </a:extLst>
          </p:cNvPr>
          <p:cNvPicPr>
            <a:picLocks noChangeAspect="1"/>
          </p:cNvPicPr>
          <p:nvPr/>
        </p:nvPicPr>
        <p:blipFill>
          <a:blip r:embed="rId2"/>
          <a:stretch>
            <a:fillRect/>
          </a:stretch>
        </p:blipFill>
        <p:spPr>
          <a:xfrm>
            <a:off x="179512" y="274638"/>
            <a:ext cx="8729164" cy="6349319"/>
          </a:xfrm>
          <a:prstGeom prst="rect">
            <a:avLst/>
          </a:prstGeom>
        </p:spPr>
      </p:pic>
    </p:spTree>
    <p:extLst>
      <p:ext uri="{BB962C8B-B14F-4D97-AF65-F5344CB8AC3E}">
        <p14:creationId xmlns:p14="http://schemas.microsoft.com/office/powerpoint/2010/main" val="3080841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DE2C1-267F-8E29-397C-E5B1CA6847B6}"/>
              </a:ext>
            </a:extLst>
          </p:cNvPr>
          <p:cNvSpPr>
            <a:spLocks noGrp="1"/>
          </p:cNvSpPr>
          <p:nvPr>
            <p:ph type="title"/>
          </p:nvPr>
        </p:nvSpPr>
        <p:spPr/>
        <p:txBody>
          <a:bodyPr/>
          <a:lstStyle/>
          <a:p>
            <a:r>
              <a:rPr lang="en-US" dirty="0">
                <a:solidFill>
                  <a:srgbClr val="FF0000"/>
                </a:solidFill>
                <a:highlight>
                  <a:srgbClr val="FFFF00"/>
                </a:highlight>
              </a:rPr>
              <a:t>Space and Time Complexity</a:t>
            </a:r>
            <a:endParaRPr lang="en-IN" dirty="0">
              <a:solidFill>
                <a:srgbClr val="FF0000"/>
              </a:solidFill>
              <a:highlight>
                <a:srgbClr val="FFFF00"/>
              </a:highlight>
            </a:endParaRPr>
          </a:p>
        </p:txBody>
      </p:sp>
      <p:sp>
        <p:nvSpPr>
          <p:cNvPr id="3" name="Content Placeholder 2">
            <a:extLst>
              <a:ext uri="{FF2B5EF4-FFF2-40B4-BE49-F238E27FC236}">
                <a16:creationId xmlns:a16="http://schemas.microsoft.com/office/drawing/2014/main" id="{96E4A03B-4FED-BE21-5F5A-D2C835579332}"/>
              </a:ext>
            </a:extLst>
          </p:cNvPr>
          <p:cNvSpPr>
            <a:spLocks noGrp="1"/>
          </p:cNvSpPr>
          <p:nvPr>
            <p:ph idx="1"/>
          </p:nvPr>
        </p:nvSpPr>
        <p:spPr/>
        <p:txBody>
          <a:bodyPr/>
          <a:lstStyle/>
          <a:p>
            <a:pPr algn="just"/>
            <a:r>
              <a:rPr lang="en-US" dirty="0">
                <a:solidFill>
                  <a:srgbClr val="FF0000"/>
                </a:solidFill>
              </a:rPr>
              <a:t>Space complexity </a:t>
            </a:r>
            <a:r>
              <a:rPr lang="en-US" dirty="0"/>
              <a:t>:  is the process of determining a formula for prediction of how much memory space will be required for the successful execution of the algorithm. </a:t>
            </a:r>
          </a:p>
          <a:p>
            <a:pPr algn="just"/>
            <a:r>
              <a:rPr lang="en-US" dirty="0"/>
              <a:t>The memory space we generally consider is the space of primary memory</a:t>
            </a:r>
            <a:endParaRPr lang="en-IN" dirty="0"/>
          </a:p>
        </p:txBody>
      </p:sp>
    </p:spTree>
    <p:extLst>
      <p:ext uri="{BB962C8B-B14F-4D97-AF65-F5344CB8AC3E}">
        <p14:creationId xmlns:p14="http://schemas.microsoft.com/office/powerpoint/2010/main" val="2735738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F06DFB-EE91-E737-A1F6-D48CA248B7C3}"/>
              </a:ext>
            </a:extLst>
          </p:cNvPr>
          <p:cNvSpPr>
            <a:spLocks noGrp="1"/>
          </p:cNvSpPr>
          <p:nvPr>
            <p:ph idx="1"/>
          </p:nvPr>
        </p:nvSpPr>
        <p:spPr/>
        <p:txBody>
          <a:bodyPr/>
          <a:lstStyle/>
          <a:p>
            <a:pPr algn="just"/>
            <a:r>
              <a:rPr lang="en-US" dirty="0">
                <a:solidFill>
                  <a:srgbClr val="FF0000"/>
                </a:solidFill>
              </a:rPr>
              <a:t>Time complexity </a:t>
            </a:r>
            <a:r>
              <a:rPr lang="en-US" dirty="0"/>
              <a:t>is defined as the process of determining a formula for total time required towards execution of that algorithm.  </a:t>
            </a:r>
          </a:p>
          <a:p>
            <a:pPr algn="just"/>
            <a:r>
              <a:rPr lang="en-US" dirty="0"/>
              <a:t>The calculation will be independent of implementation details and programming language.</a:t>
            </a:r>
            <a:endParaRPr lang="en-IN" dirty="0"/>
          </a:p>
        </p:txBody>
      </p:sp>
    </p:spTree>
    <p:extLst>
      <p:ext uri="{BB962C8B-B14F-4D97-AF65-F5344CB8AC3E}">
        <p14:creationId xmlns:p14="http://schemas.microsoft.com/office/powerpoint/2010/main" val="3378902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58536-5204-CBA5-B277-E7DFB1DBB7FA}"/>
              </a:ext>
            </a:extLst>
          </p:cNvPr>
          <p:cNvSpPr>
            <a:spLocks noGrp="1"/>
          </p:cNvSpPr>
          <p:nvPr>
            <p:ph type="title"/>
          </p:nvPr>
        </p:nvSpPr>
        <p:spPr/>
        <p:txBody>
          <a:bodyPr/>
          <a:lstStyle/>
          <a:p>
            <a:r>
              <a:rPr lang="en-US" dirty="0"/>
              <a:t>How to analyze an algorithm</a:t>
            </a:r>
            <a:endParaRPr lang="en-IN" dirty="0"/>
          </a:p>
        </p:txBody>
      </p:sp>
      <p:sp>
        <p:nvSpPr>
          <p:cNvPr id="3" name="Content Placeholder 2">
            <a:extLst>
              <a:ext uri="{FF2B5EF4-FFF2-40B4-BE49-F238E27FC236}">
                <a16:creationId xmlns:a16="http://schemas.microsoft.com/office/drawing/2014/main" id="{779E01C7-577A-61D7-50E9-A2C320E2744A}"/>
              </a:ext>
            </a:extLst>
          </p:cNvPr>
          <p:cNvSpPr>
            <a:spLocks noGrp="1"/>
          </p:cNvSpPr>
          <p:nvPr>
            <p:ph idx="1"/>
          </p:nvPr>
        </p:nvSpPr>
        <p:spPr/>
        <p:txBody>
          <a:bodyPr/>
          <a:lstStyle/>
          <a:p>
            <a:r>
              <a:rPr lang="en-US" dirty="0"/>
              <a:t>Time</a:t>
            </a:r>
          </a:p>
          <a:p>
            <a:r>
              <a:rPr lang="en-US" dirty="0"/>
              <a:t>Space</a:t>
            </a:r>
          </a:p>
          <a:p>
            <a:r>
              <a:rPr lang="en-US" dirty="0"/>
              <a:t>Network</a:t>
            </a:r>
          </a:p>
          <a:p>
            <a:r>
              <a:rPr lang="en-US" dirty="0"/>
              <a:t>Power</a:t>
            </a:r>
          </a:p>
          <a:p>
            <a:r>
              <a:rPr lang="en-US" dirty="0"/>
              <a:t>CPU Registers</a:t>
            </a:r>
          </a:p>
          <a:p>
            <a:pPr marL="0" indent="0">
              <a:buNone/>
            </a:pPr>
            <a:endParaRPr lang="en-IN" dirty="0"/>
          </a:p>
        </p:txBody>
      </p:sp>
    </p:spTree>
    <p:extLst>
      <p:ext uri="{BB962C8B-B14F-4D97-AF65-F5344CB8AC3E}">
        <p14:creationId xmlns:p14="http://schemas.microsoft.com/office/powerpoint/2010/main" val="2472518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A3DCC-8F3D-7717-A235-2681549AD162}"/>
              </a:ext>
            </a:extLst>
          </p:cNvPr>
          <p:cNvSpPr>
            <a:spLocks noGrp="1"/>
          </p:cNvSpPr>
          <p:nvPr>
            <p:ph type="title"/>
          </p:nvPr>
        </p:nvSpPr>
        <p:spPr/>
        <p:txBody>
          <a:bodyPr/>
          <a:lstStyle/>
          <a:p>
            <a:r>
              <a:rPr lang="en-US" dirty="0">
                <a:solidFill>
                  <a:srgbClr val="FF0000"/>
                </a:solidFill>
              </a:rPr>
              <a:t>Analysis of algorithm</a:t>
            </a:r>
            <a:endParaRPr lang="en-IN" dirty="0">
              <a:solidFill>
                <a:srgbClr val="FF0000"/>
              </a:solidFill>
            </a:endParaRPr>
          </a:p>
        </p:txBody>
      </p:sp>
      <p:sp>
        <p:nvSpPr>
          <p:cNvPr id="3" name="Content Placeholder 2">
            <a:extLst>
              <a:ext uri="{FF2B5EF4-FFF2-40B4-BE49-F238E27FC236}">
                <a16:creationId xmlns:a16="http://schemas.microsoft.com/office/drawing/2014/main" id="{0CF1ACA0-1BA5-1A8D-13B4-0B57E2C9A896}"/>
              </a:ext>
            </a:extLst>
          </p:cNvPr>
          <p:cNvSpPr>
            <a:spLocks noGrp="1"/>
          </p:cNvSpPr>
          <p:nvPr>
            <p:ph idx="1"/>
          </p:nvPr>
        </p:nvSpPr>
        <p:spPr/>
        <p:txBody>
          <a:bodyPr/>
          <a:lstStyle/>
          <a:p>
            <a:pPr marL="0" indent="0">
              <a:buNone/>
            </a:pPr>
            <a:r>
              <a:rPr lang="en-US" dirty="0"/>
              <a:t>  Algorithm swap ( A , B )</a:t>
            </a:r>
          </a:p>
          <a:p>
            <a:pPr marL="0" indent="0">
              <a:buNone/>
            </a:pPr>
            <a:r>
              <a:rPr lang="en-US" dirty="0"/>
              <a:t>  {</a:t>
            </a:r>
          </a:p>
          <a:p>
            <a:pPr marL="0" indent="0">
              <a:buNone/>
            </a:pPr>
            <a:r>
              <a:rPr lang="en-US" dirty="0"/>
              <a:t>      Temp = A;</a:t>
            </a:r>
          </a:p>
          <a:p>
            <a:pPr marL="0" indent="0">
              <a:buNone/>
            </a:pPr>
            <a:r>
              <a:rPr lang="en-US" dirty="0"/>
              <a:t>      A = B;</a:t>
            </a:r>
          </a:p>
          <a:p>
            <a:pPr marL="0" indent="0">
              <a:buNone/>
            </a:pPr>
            <a:r>
              <a:rPr lang="en-US" dirty="0"/>
              <a:t>      B= Temp;</a:t>
            </a:r>
          </a:p>
          <a:p>
            <a:pPr marL="0" indent="0">
              <a:buNone/>
            </a:pPr>
            <a:r>
              <a:rPr lang="en-US" dirty="0"/>
              <a:t>  }</a:t>
            </a:r>
            <a:endParaRPr lang="en-IN" dirty="0"/>
          </a:p>
        </p:txBody>
      </p:sp>
      <p:sp>
        <p:nvSpPr>
          <p:cNvPr id="4" name="TextBox 3">
            <a:extLst>
              <a:ext uri="{FF2B5EF4-FFF2-40B4-BE49-F238E27FC236}">
                <a16:creationId xmlns:a16="http://schemas.microsoft.com/office/drawing/2014/main" id="{A70B70E0-3901-1722-3C4A-E0F017E04B98}"/>
              </a:ext>
            </a:extLst>
          </p:cNvPr>
          <p:cNvSpPr txBox="1"/>
          <p:nvPr/>
        </p:nvSpPr>
        <p:spPr>
          <a:xfrm>
            <a:off x="5220072" y="2492896"/>
            <a:ext cx="3600400" cy="523220"/>
          </a:xfrm>
          <a:prstGeom prst="rect">
            <a:avLst/>
          </a:prstGeom>
          <a:noFill/>
        </p:spPr>
        <p:txBody>
          <a:bodyPr wrap="square" rtlCol="0">
            <a:spAutoFit/>
          </a:bodyPr>
          <a:lstStyle/>
          <a:p>
            <a:r>
              <a:rPr lang="en-US" sz="2800" dirty="0"/>
              <a:t>TIME                     SPACE</a:t>
            </a:r>
            <a:endParaRPr lang="en-IN" sz="2800" dirty="0"/>
          </a:p>
        </p:txBody>
      </p:sp>
    </p:spTree>
    <p:extLst>
      <p:ext uri="{BB962C8B-B14F-4D97-AF65-F5344CB8AC3E}">
        <p14:creationId xmlns:p14="http://schemas.microsoft.com/office/powerpoint/2010/main" val="12369754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375</TotalTime>
  <Words>394</Words>
  <Application>Microsoft Office PowerPoint</Application>
  <PresentationFormat>On-screen Show (4:3)</PresentationFormat>
  <Paragraphs>50</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Overview and Importance of Algorithms</vt:lpstr>
      <vt:lpstr>PowerPoint Presentation</vt:lpstr>
      <vt:lpstr>PowerPoint Presentation</vt:lpstr>
      <vt:lpstr>PowerPoint Presentation</vt:lpstr>
      <vt:lpstr>PowerPoint Presentation</vt:lpstr>
      <vt:lpstr>Importance of algorithm</vt:lpstr>
      <vt:lpstr>Relationship between Data Structure and Algorithm</vt:lpstr>
      <vt:lpstr>Importance of Learning DS and Algorithm</vt:lpstr>
      <vt:lpstr>Various stages of algorithm development for solving a problem </vt:lpstr>
      <vt:lpstr>PowerPoint Presentation</vt:lpstr>
      <vt:lpstr>PowerPoint Presentation</vt:lpstr>
      <vt:lpstr>PowerPoint Presentation</vt:lpstr>
      <vt:lpstr>PowerPoint Presentation</vt:lpstr>
      <vt:lpstr>Space and Time Complexity</vt:lpstr>
      <vt:lpstr>PowerPoint Presentation</vt:lpstr>
      <vt:lpstr>How to analyze an algorithm</vt:lpstr>
      <vt:lpstr>Analysis of algorithm</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Algorithms</dc:title>
  <dc:creator>Admin</dc:creator>
  <cp:lastModifiedBy>Joshva Devadas</cp:lastModifiedBy>
  <cp:revision>14</cp:revision>
  <dcterms:created xsi:type="dcterms:W3CDTF">2021-03-16T09:58:30Z</dcterms:created>
  <dcterms:modified xsi:type="dcterms:W3CDTF">2022-08-03T02:53:53Z</dcterms:modified>
</cp:coreProperties>
</file>