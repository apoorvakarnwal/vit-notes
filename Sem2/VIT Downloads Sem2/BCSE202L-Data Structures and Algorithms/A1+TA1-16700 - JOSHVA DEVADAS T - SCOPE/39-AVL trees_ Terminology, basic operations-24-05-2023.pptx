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326" r:id="rId29"/>
    <p:sldId id="322" r:id="rId30"/>
    <p:sldId id="323" r:id="rId31"/>
    <p:sldId id="324" r:id="rId32"/>
    <p:sldId id="325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32" r:id="rId54"/>
    <p:sldId id="304" r:id="rId55"/>
    <p:sldId id="305" r:id="rId56"/>
    <p:sldId id="327" r:id="rId57"/>
    <p:sldId id="328" r:id="rId58"/>
    <p:sldId id="329" r:id="rId59"/>
    <p:sldId id="330" r:id="rId60"/>
    <p:sldId id="331" r:id="rId61"/>
    <p:sldId id="306" r:id="rId62"/>
    <p:sldId id="307" r:id="rId63"/>
    <p:sldId id="308" r:id="rId64"/>
    <p:sldId id="309" r:id="rId65"/>
    <p:sldId id="310" r:id="rId66"/>
    <p:sldId id="311" r:id="rId67"/>
    <p:sldId id="312" r:id="rId68"/>
    <p:sldId id="313" r:id="rId69"/>
    <p:sldId id="314" r:id="rId70"/>
    <p:sldId id="315" r:id="rId71"/>
    <p:sldId id="316" r:id="rId72"/>
    <p:sldId id="317" r:id="rId73"/>
    <p:sldId id="318" r:id="rId74"/>
    <p:sldId id="319" r:id="rId75"/>
    <p:sldId id="320" r:id="rId76"/>
    <p:sldId id="321" r:id="rId77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69" d="100"/>
          <a:sy n="69" d="100"/>
        </p:scale>
        <p:origin x="-1332" y="-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notesMaster" Target="notesMasters/notesMaster1.xml"/><Relationship Id="rId8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C5DA10-9838-4889-8911-C0E511FAB837}" type="datetimeFigureOut">
              <a:rPr lang="en-IN" smtClean="0"/>
              <a:t>22-09-2022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8D6D98-7E5A-4CF6-A26C-459B8DD36F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94074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1371600"/>
            <a:ext cx="9144000" cy="762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237738" y="2494914"/>
            <a:ext cx="2668523" cy="6965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B745D1-0B3B-4E2B-A30C-C07FE2630FDE}" type="datetime1">
              <a:rPr lang="en-US" smtClean="0"/>
              <a:t>9/22/2022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rgbClr val="CC00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BE797D-ED09-41E0-8DC2-6274841BE55A}" type="datetime1">
              <a:rPr lang="en-US" smtClean="0"/>
              <a:t>9/22/2022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rgbClr val="CC00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476719-1690-44D1-9352-E26BB97CEA9C}" type="datetime1">
              <a:rPr lang="en-US" smtClean="0"/>
              <a:t>9/22/2022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rgbClr val="CC00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5A3912-7254-45F5-8A9A-60F29E358FDB}" type="datetime1">
              <a:rPr lang="en-US" smtClean="0"/>
              <a:t>9/22/2022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18341C-E744-432A-BAE7-029461BB4F0D}" type="datetime1">
              <a:rPr lang="en-US" smtClean="0"/>
              <a:t>9/22/2022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480182" y="392633"/>
            <a:ext cx="4183634" cy="635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rgbClr val="CC00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6549" y="1495170"/>
            <a:ext cx="7824470" cy="24961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DE5EEE-3CD8-4122-8BC6-B115D7874D6E}" type="datetime1">
              <a:rPr lang="en-US" smtClean="0"/>
              <a:t>9/22/2022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jp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4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4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jpe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237738" y="2494914"/>
            <a:ext cx="266827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>
                <a:solidFill>
                  <a:srgbClr val="CC0000"/>
                </a:solidFill>
                <a:latin typeface="Arial"/>
                <a:cs typeface="Arial"/>
              </a:rPr>
              <a:t>Algorith</a:t>
            </a:r>
            <a:r>
              <a:rPr sz="4400" spc="5" dirty="0">
                <a:solidFill>
                  <a:srgbClr val="CC0000"/>
                </a:solidFill>
                <a:latin typeface="Arial"/>
                <a:cs typeface="Arial"/>
              </a:rPr>
              <a:t>m</a:t>
            </a:r>
            <a:r>
              <a:rPr sz="4400" dirty="0">
                <a:solidFill>
                  <a:srgbClr val="CC0000"/>
                </a:solidFill>
                <a:latin typeface="Arial"/>
                <a:cs typeface="Arial"/>
              </a:rPr>
              <a:t>s</a:t>
            </a:r>
            <a:endParaRPr sz="4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717797" y="4135373"/>
            <a:ext cx="170688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latin typeface="Times New Roman"/>
                <a:cs typeface="Times New Roman"/>
              </a:rPr>
              <a:t>AVL</a:t>
            </a:r>
            <a:r>
              <a:rPr sz="3200" spc="-9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Tree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1</a:t>
            </a:fld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371600"/>
            <a:ext cx="9144000" cy="762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229992" y="392633"/>
            <a:ext cx="468693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Balanced binary</a:t>
            </a:r>
            <a:r>
              <a:rPr dirty="0"/>
              <a:t> </a:t>
            </a:r>
            <a:r>
              <a:rPr spc="-5" dirty="0"/>
              <a:t>tree</a:t>
            </a:r>
          </a:p>
        </p:txBody>
      </p:sp>
      <p:sp>
        <p:nvSpPr>
          <p:cNvPr id="4" name="object 4"/>
          <p:cNvSpPr/>
          <p:nvPr/>
        </p:nvSpPr>
        <p:spPr>
          <a:xfrm>
            <a:off x="6481826" y="3974338"/>
            <a:ext cx="451713" cy="37338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36549" y="1546986"/>
            <a:ext cx="7825740" cy="44157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27940" indent="-343535">
              <a:lnSpc>
                <a:spcPct val="100000"/>
              </a:lnSpc>
              <a:spcBef>
                <a:spcPts val="100"/>
              </a:spcBef>
              <a:buClr>
                <a:srgbClr val="0033CC"/>
              </a:buClr>
              <a:buSzPct val="85416"/>
              <a:buChar char="●"/>
              <a:tabLst>
                <a:tab pos="355600" algn="l"/>
                <a:tab pos="356235" algn="l"/>
              </a:tabLst>
            </a:pPr>
            <a:r>
              <a:rPr sz="2400" dirty="0">
                <a:latin typeface="Times New Roman"/>
                <a:cs typeface="Times New Roman"/>
              </a:rPr>
              <a:t>The disadvantage of a binary search tree </a:t>
            </a:r>
            <a:r>
              <a:rPr sz="2400" spc="-5" dirty="0">
                <a:latin typeface="Times New Roman"/>
                <a:cs typeface="Times New Roman"/>
              </a:rPr>
              <a:t>is </a:t>
            </a:r>
            <a:r>
              <a:rPr sz="2400" dirty="0">
                <a:latin typeface="Times New Roman"/>
                <a:cs typeface="Times New Roman"/>
              </a:rPr>
              <a:t>that its height</a:t>
            </a:r>
            <a:r>
              <a:rPr sz="2400" spc="-1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can  be as large as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N-1</a:t>
            </a:r>
            <a:endParaRPr sz="2400">
              <a:latin typeface="Times New Roman"/>
              <a:cs typeface="Times New Roman"/>
            </a:endParaRPr>
          </a:p>
          <a:p>
            <a:pPr marL="355600" marR="67945" indent="-343535">
              <a:lnSpc>
                <a:spcPct val="100000"/>
              </a:lnSpc>
              <a:spcBef>
                <a:spcPts val="575"/>
              </a:spcBef>
              <a:buClr>
                <a:srgbClr val="0033CC"/>
              </a:buClr>
              <a:buSzPct val="85416"/>
              <a:buChar char="●"/>
              <a:tabLst>
                <a:tab pos="355600" algn="l"/>
                <a:tab pos="356235" algn="l"/>
              </a:tabLst>
            </a:pPr>
            <a:r>
              <a:rPr sz="2400" dirty="0">
                <a:latin typeface="Times New Roman"/>
                <a:cs typeface="Times New Roman"/>
              </a:rPr>
              <a:t>This </a:t>
            </a:r>
            <a:r>
              <a:rPr sz="2400" spc="-5" dirty="0">
                <a:latin typeface="Times New Roman"/>
                <a:cs typeface="Times New Roman"/>
              </a:rPr>
              <a:t>means </a:t>
            </a:r>
            <a:r>
              <a:rPr sz="2400" dirty="0">
                <a:latin typeface="Times New Roman"/>
                <a:cs typeface="Times New Roman"/>
              </a:rPr>
              <a:t>that the </a:t>
            </a:r>
            <a:r>
              <a:rPr sz="2400" spc="-5" dirty="0">
                <a:latin typeface="Times New Roman"/>
                <a:cs typeface="Times New Roman"/>
              </a:rPr>
              <a:t>time </a:t>
            </a:r>
            <a:r>
              <a:rPr sz="2400" dirty="0">
                <a:latin typeface="Times New Roman"/>
                <a:cs typeface="Times New Roman"/>
              </a:rPr>
              <a:t>needed to perform insertion and  deletion and </a:t>
            </a:r>
            <a:r>
              <a:rPr sz="2400" spc="-5" dirty="0">
                <a:latin typeface="Times New Roman"/>
                <a:cs typeface="Times New Roman"/>
              </a:rPr>
              <a:t>many </a:t>
            </a:r>
            <a:r>
              <a:rPr sz="2400" dirty="0">
                <a:latin typeface="Times New Roman"/>
                <a:cs typeface="Times New Roman"/>
              </a:rPr>
              <a:t>other operations can be </a:t>
            </a:r>
            <a:r>
              <a:rPr sz="2400" spc="-5" dirty="0">
                <a:latin typeface="Times New Roman"/>
                <a:cs typeface="Times New Roman"/>
              </a:rPr>
              <a:t>O(N) </a:t>
            </a:r>
            <a:r>
              <a:rPr sz="2400" dirty="0">
                <a:latin typeface="Times New Roman"/>
                <a:cs typeface="Times New Roman"/>
              </a:rPr>
              <a:t>in the</a:t>
            </a:r>
            <a:r>
              <a:rPr sz="2400" spc="-1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worst  </a:t>
            </a:r>
            <a:r>
              <a:rPr sz="2400" spc="5" dirty="0">
                <a:latin typeface="Times New Roman"/>
                <a:cs typeface="Times New Roman"/>
              </a:rPr>
              <a:t>case</a:t>
            </a:r>
            <a:endParaRPr sz="2400">
              <a:latin typeface="Times New Roman"/>
              <a:cs typeface="Times New Roman"/>
            </a:endParaRPr>
          </a:p>
          <a:p>
            <a:pPr marL="355600" indent="-343535">
              <a:lnSpc>
                <a:spcPct val="100000"/>
              </a:lnSpc>
              <a:spcBef>
                <a:spcPts val="580"/>
              </a:spcBef>
              <a:buClr>
                <a:srgbClr val="0033CC"/>
              </a:buClr>
              <a:buSzPct val="85416"/>
              <a:buChar char="●"/>
              <a:tabLst>
                <a:tab pos="355600" algn="l"/>
                <a:tab pos="356235" algn="l"/>
              </a:tabLst>
            </a:pPr>
            <a:r>
              <a:rPr sz="2400" spc="-15" dirty="0">
                <a:latin typeface="Times New Roman"/>
                <a:cs typeface="Times New Roman"/>
              </a:rPr>
              <a:t>We </a:t>
            </a:r>
            <a:r>
              <a:rPr sz="2400" dirty="0">
                <a:latin typeface="Times New Roman"/>
                <a:cs typeface="Times New Roman"/>
              </a:rPr>
              <a:t>want a tree with </a:t>
            </a:r>
            <a:r>
              <a:rPr sz="2400" spc="-5" dirty="0">
                <a:latin typeface="Times New Roman"/>
                <a:cs typeface="Times New Roman"/>
              </a:rPr>
              <a:t>small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height</a:t>
            </a:r>
            <a:endParaRPr sz="2400">
              <a:latin typeface="Times New Roman"/>
              <a:cs typeface="Times New Roman"/>
            </a:endParaRPr>
          </a:p>
          <a:p>
            <a:pPr marL="355600" indent="-343535">
              <a:lnSpc>
                <a:spcPct val="100000"/>
              </a:lnSpc>
              <a:spcBef>
                <a:spcPts val="590"/>
              </a:spcBef>
              <a:buClr>
                <a:srgbClr val="0033CC"/>
              </a:buClr>
              <a:buSzPct val="85416"/>
              <a:buChar char="●"/>
              <a:tabLst>
                <a:tab pos="355600" algn="l"/>
                <a:tab pos="356235" algn="l"/>
                <a:tab pos="6170295" algn="l"/>
              </a:tabLst>
            </a:pPr>
            <a:r>
              <a:rPr sz="2400" spc="-5" dirty="0">
                <a:latin typeface="Times New Roman"/>
                <a:cs typeface="Times New Roman"/>
              </a:rPr>
              <a:t>A </a:t>
            </a:r>
            <a:r>
              <a:rPr sz="2400" dirty="0">
                <a:latin typeface="Times New Roman"/>
                <a:cs typeface="Times New Roman"/>
              </a:rPr>
              <a:t>binary tree </a:t>
            </a:r>
            <a:r>
              <a:rPr sz="2400" spc="-5" dirty="0">
                <a:latin typeface="Times New Roman"/>
                <a:cs typeface="Times New Roman"/>
              </a:rPr>
              <a:t>with N </a:t>
            </a:r>
            <a:r>
              <a:rPr sz="2400" dirty="0">
                <a:latin typeface="Times New Roman"/>
                <a:cs typeface="Times New Roman"/>
              </a:rPr>
              <a:t>node </a:t>
            </a:r>
            <a:r>
              <a:rPr sz="2400" spc="-5" dirty="0">
                <a:latin typeface="Times New Roman"/>
                <a:cs typeface="Times New Roman"/>
              </a:rPr>
              <a:t>has </a:t>
            </a:r>
            <a:r>
              <a:rPr sz="2400" dirty="0">
                <a:latin typeface="Times New Roman"/>
                <a:cs typeface="Times New Roman"/>
              </a:rPr>
              <a:t>height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FF00"/>
                </a:solidFill>
                <a:latin typeface="Times New Roman"/>
                <a:cs typeface="Times New Roman"/>
              </a:rPr>
              <a:t>at least	</a:t>
            </a:r>
            <a:r>
              <a:rPr sz="2400" dirty="0">
                <a:latin typeface="Times New Roman"/>
                <a:cs typeface="Times New Roman"/>
              </a:rPr>
              <a:t>(log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N)</a:t>
            </a:r>
            <a:endParaRPr sz="2400">
              <a:latin typeface="Times New Roman"/>
              <a:cs typeface="Times New Roman"/>
            </a:endParaRPr>
          </a:p>
          <a:p>
            <a:pPr marL="355600" marR="379095" indent="-343535">
              <a:lnSpc>
                <a:spcPct val="100000"/>
              </a:lnSpc>
              <a:spcBef>
                <a:spcPts val="565"/>
              </a:spcBef>
              <a:buClr>
                <a:srgbClr val="0033CC"/>
              </a:buClr>
              <a:buSzPct val="85416"/>
              <a:buChar char="●"/>
              <a:tabLst>
                <a:tab pos="355600" algn="l"/>
                <a:tab pos="356235" algn="l"/>
              </a:tabLst>
            </a:pPr>
            <a:r>
              <a:rPr sz="2400" dirty="0">
                <a:latin typeface="Times New Roman"/>
                <a:cs typeface="Times New Roman"/>
              </a:rPr>
              <a:t>Thus, our goal </a:t>
            </a:r>
            <a:r>
              <a:rPr sz="2400" spc="-5" dirty="0">
                <a:latin typeface="Times New Roman"/>
                <a:cs typeface="Times New Roman"/>
              </a:rPr>
              <a:t>is </a:t>
            </a:r>
            <a:r>
              <a:rPr sz="2400" dirty="0">
                <a:latin typeface="Times New Roman"/>
                <a:cs typeface="Times New Roman"/>
              </a:rPr>
              <a:t>to keep the height of a binary search</a:t>
            </a:r>
            <a:r>
              <a:rPr sz="2400" spc="-1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tree  O(log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N)</a:t>
            </a:r>
            <a:endParaRPr sz="2400">
              <a:latin typeface="Times New Roman"/>
              <a:cs typeface="Times New Roman"/>
            </a:endParaRPr>
          </a:p>
          <a:p>
            <a:pPr marL="355600" marR="5080" indent="-343535">
              <a:lnSpc>
                <a:spcPct val="100000"/>
              </a:lnSpc>
              <a:spcBef>
                <a:spcPts val="575"/>
              </a:spcBef>
              <a:buClr>
                <a:srgbClr val="0033CC"/>
              </a:buClr>
              <a:buSzPct val="85416"/>
              <a:buChar char="●"/>
              <a:tabLst>
                <a:tab pos="355600" algn="l"/>
                <a:tab pos="356235" algn="l"/>
                <a:tab pos="6610350" algn="l"/>
              </a:tabLst>
            </a:pPr>
            <a:r>
              <a:rPr sz="2400" spc="-5" dirty="0">
                <a:latin typeface="Times New Roman"/>
                <a:cs typeface="Times New Roman"/>
              </a:rPr>
              <a:t>Such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</a:t>
            </a:r>
            <a:r>
              <a:rPr sz="2400" spc="5" dirty="0">
                <a:latin typeface="Times New Roman"/>
                <a:cs typeface="Times New Roman"/>
              </a:rPr>
              <a:t>r</a:t>
            </a:r>
            <a:r>
              <a:rPr sz="2400" dirty="0">
                <a:latin typeface="Times New Roman"/>
                <a:cs typeface="Times New Roman"/>
              </a:rPr>
              <a:t>e</a:t>
            </a:r>
            <a:r>
              <a:rPr sz="2400" spc="5" dirty="0">
                <a:latin typeface="Times New Roman"/>
                <a:cs typeface="Times New Roman"/>
              </a:rPr>
              <a:t>e</a:t>
            </a:r>
            <a:r>
              <a:rPr sz="2400" spc="-5" dirty="0">
                <a:latin typeface="Times New Roman"/>
                <a:cs typeface="Times New Roman"/>
              </a:rPr>
              <a:t>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5" dirty="0">
                <a:latin typeface="Times New Roman"/>
                <a:cs typeface="Times New Roman"/>
              </a:rPr>
              <a:t>r</a:t>
            </a:r>
            <a:r>
              <a:rPr sz="2400" dirty="0">
                <a:latin typeface="Times New Roman"/>
                <a:cs typeface="Times New Roman"/>
              </a:rPr>
              <a:t>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</a:t>
            </a:r>
            <a:r>
              <a:rPr sz="2400" spc="5" dirty="0">
                <a:latin typeface="Times New Roman"/>
                <a:cs typeface="Times New Roman"/>
              </a:rPr>
              <a:t>a</a:t>
            </a:r>
            <a:r>
              <a:rPr sz="2400" dirty="0">
                <a:latin typeface="Times New Roman"/>
                <a:cs typeface="Times New Roman"/>
              </a:rPr>
              <a:t>l</a:t>
            </a:r>
            <a:r>
              <a:rPr sz="2400" spc="5" dirty="0">
                <a:latin typeface="Times New Roman"/>
                <a:cs typeface="Times New Roman"/>
              </a:rPr>
              <a:t>l</a:t>
            </a:r>
            <a:r>
              <a:rPr sz="2400" dirty="0">
                <a:latin typeface="Times New Roman"/>
                <a:cs typeface="Times New Roman"/>
              </a:rPr>
              <a:t>ed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FF00"/>
                </a:solidFill>
                <a:latin typeface="Times New Roman"/>
                <a:cs typeface="Times New Roman"/>
              </a:rPr>
              <a:t>bal</a:t>
            </a:r>
            <a:r>
              <a:rPr sz="2400" spc="5" dirty="0">
                <a:solidFill>
                  <a:srgbClr val="00FF00"/>
                </a:solidFill>
                <a:latin typeface="Times New Roman"/>
                <a:cs typeface="Times New Roman"/>
              </a:rPr>
              <a:t>a</a:t>
            </a:r>
            <a:r>
              <a:rPr sz="2400" dirty="0">
                <a:solidFill>
                  <a:srgbClr val="00FF00"/>
                </a:solidFill>
                <a:latin typeface="Times New Roman"/>
                <a:cs typeface="Times New Roman"/>
              </a:rPr>
              <a:t>nced</a:t>
            </a:r>
            <a:r>
              <a:rPr sz="2400" spc="-40" dirty="0">
                <a:solidFill>
                  <a:srgbClr val="00FF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bi</a:t>
            </a:r>
            <a:r>
              <a:rPr sz="2400" spc="5" dirty="0">
                <a:latin typeface="Times New Roman"/>
                <a:cs typeface="Times New Roman"/>
              </a:rPr>
              <a:t>n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5" dirty="0">
                <a:latin typeface="Times New Roman"/>
                <a:cs typeface="Times New Roman"/>
              </a:rPr>
              <a:t>r</a:t>
            </a:r>
            <a:r>
              <a:rPr sz="2400" dirty="0">
                <a:latin typeface="Times New Roman"/>
                <a:cs typeface="Times New Roman"/>
              </a:rPr>
              <a:t>y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</a:t>
            </a:r>
            <a:r>
              <a:rPr sz="2400" dirty="0">
                <a:latin typeface="Times New Roman"/>
                <a:cs typeface="Times New Roman"/>
              </a:rPr>
              <a:t>ea</a:t>
            </a:r>
            <a:r>
              <a:rPr sz="2400" spc="5" dirty="0">
                <a:latin typeface="Times New Roman"/>
                <a:cs typeface="Times New Roman"/>
              </a:rPr>
              <a:t>r</a:t>
            </a:r>
            <a:r>
              <a:rPr sz="2400" dirty="0">
                <a:latin typeface="Times New Roman"/>
                <a:cs typeface="Times New Roman"/>
              </a:rPr>
              <a:t>ch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</a:t>
            </a:r>
            <a:r>
              <a:rPr sz="2400" spc="5" dirty="0">
                <a:latin typeface="Times New Roman"/>
                <a:cs typeface="Times New Roman"/>
              </a:rPr>
              <a:t>r</a:t>
            </a:r>
            <a:r>
              <a:rPr sz="2400" dirty="0">
                <a:latin typeface="Times New Roman"/>
                <a:cs typeface="Times New Roman"/>
              </a:rPr>
              <a:t>e</a:t>
            </a:r>
            <a:r>
              <a:rPr sz="2400" spc="5" dirty="0">
                <a:latin typeface="Times New Roman"/>
                <a:cs typeface="Times New Roman"/>
              </a:rPr>
              <a:t>e</a:t>
            </a:r>
            <a:r>
              <a:rPr sz="2400" spc="-5" dirty="0">
                <a:latin typeface="Times New Roman"/>
                <a:cs typeface="Times New Roman"/>
              </a:rPr>
              <a:t>s.</a:t>
            </a:r>
            <a:r>
              <a:rPr sz="2400" dirty="0">
                <a:latin typeface="Times New Roman"/>
                <a:cs typeface="Times New Roman"/>
              </a:rPr>
              <a:t>	Exa</a:t>
            </a:r>
            <a:r>
              <a:rPr sz="2400" spc="-10" dirty="0">
                <a:latin typeface="Times New Roman"/>
                <a:cs typeface="Times New Roman"/>
              </a:rPr>
              <a:t>m</a:t>
            </a:r>
            <a:r>
              <a:rPr sz="2400" dirty="0">
                <a:latin typeface="Times New Roman"/>
                <a:cs typeface="Times New Roman"/>
              </a:rPr>
              <a:t>pl</a:t>
            </a:r>
            <a:r>
              <a:rPr sz="2400" spc="5" dirty="0">
                <a:latin typeface="Times New Roman"/>
                <a:cs typeface="Times New Roman"/>
              </a:rPr>
              <a:t>e</a:t>
            </a:r>
            <a:r>
              <a:rPr sz="2400" spc="-5" dirty="0">
                <a:latin typeface="Times New Roman"/>
                <a:cs typeface="Times New Roman"/>
              </a:rPr>
              <a:t>s  </a:t>
            </a:r>
            <a:r>
              <a:rPr sz="2400" dirty="0">
                <a:latin typeface="Times New Roman"/>
                <a:cs typeface="Times New Roman"/>
              </a:rPr>
              <a:t>are </a:t>
            </a:r>
            <a:r>
              <a:rPr sz="2400" spc="-5" dirty="0">
                <a:latin typeface="Times New Roman"/>
                <a:cs typeface="Times New Roman"/>
              </a:rPr>
              <a:t>AVL </a:t>
            </a:r>
            <a:r>
              <a:rPr sz="2400" dirty="0">
                <a:latin typeface="Times New Roman"/>
                <a:cs typeface="Times New Roman"/>
              </a:rPr>
              <a:t>tree, red-black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tree.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2</a:t>
            </a:fld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371600"/>
            <a:ext cx="9144000" cy="762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003198" y="392633"/>
            <a:ext cx="7141209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>
                <a:solidFill>
                  <a:srgbClr val="FF0000"/>
                </a:solidFill>
              </a:rPr>
              <a:t>Binary Search Tree - Best</a:t>
            </a:r>
            <a:r>
              <a:rPr spc="40" dirty="0">
                <a:solidFill>
                  <a:srgbClr val="FF0000"/>
                </a:solidFill>
              </a:rPr>
              <a:t> </a:t>
            </a:r>
            <a:r>
              <a:rPr spc="-5" dirty="0">
                <a:solidFill>
                  <a:srgbClr val="FF0000"/>
                </a:solidFill>
              </a:rPr>
              <a:t>Time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3751457" y="2971553"/>
            <a:ext cx="1681480" cy="619125"/>
            <a:chOff x="3751457" y="2971553"/>
            <a:chExt cx="1681480" cy="619125"/>
          </a:xfrm>
        </p:grpSpPr>
        <p:sp>
          <p:nvSpPr>
            <p:cNvPr id="5" name="object 5"/>
            <p:cNvSpPr/>
            <p:nvPr/>
          </p:nvSpPr>
          <p:spPr>
            <a:xfrm>
              <a:off x="3751457" y="2971553"/>
              <a:ext cx="1636637" cy="50880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077792" y="3003797"/>
              <a:ext cx="1354589" cy="50880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077792" y="3081651"/>
              <a:ext cx="1354589" cy="508800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61949" y="1952320"/>
            <a:ext cx="7816850" cy="3843654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406400" marR="183515" indent="-343535">
              <a:lnSpc>
                <a:spcPts val="3460"/>
              </a:lnSpc>
              <a:spcBef>
                <a:spcPts val="535"/>
              </a:spcBef>
              <a:buClr>
                <a:srgbClr val="0033CC"/>
              </a:buClr>
              <a:buSzPct val="84375"/>
              <a:buChar char="●"/>
              <a:tabLst>
                <a:tab pos="406400" algn="l"/>
                <a:tab pos="407034" algn="l"/>
              </a:tabLst>
            </a:pPr>
            <a:r>
              <a:rPr sz="3200" dirty="0">
                <a:latin typeface="Times New Roman"/>
                <a:cs typeface="Times New Roman"/>
              </a:rPr>
              <a:t>All BST operations are O(h), where d is</a:t>
            </a:r>
            <a:r>
              <a:rPr sz="3200" spc="-9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tree  depth</a:t>
            </a:r>
            <a:endParaRPr sz="3200">
              <a:latin typeface="Times New Roman"/>
              <a:cs typeface="Times New Roman"/>
            </a:endParaRPr>
          </a:p>
          <a:p>
            <a:pPr marL="406400" marR="401955" indent="-343535">
              <a:lnSpc>
                <a:spcPts val="3460"/>
              </a:lnSpc>
              <a:spcBef>
                <a:spcPts val="760"/>
              </a:spcBef>
              <a:buClr>
                <a:srgbClr val="0033CC"/>
              </a:buClr>
              <a:buSzPct val="84375"/>
              <a:buChar char="●"/>
              <a:tabLst>
                <a:tab pos="406400" algn="l"/>
                <a:tab pos="407034" algn="l"/>
                <a:tab pos="2875915" algn="l"/>
                <a:tab pos="3670935" algn="l"/>
              </a:tabLst>
            </a:pPr>
            <a:r>
              <a:rPr sz="3200" dirty="0">
                <a:latin typeface="Times New Roman"/>
                <a:cs typeface="Times New Roman"/>
              </a:rPr>
              <a:t>minimum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d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is	</a:t>
            </a:r>
            <a:r>
              <a:rPr sz="4875" spc="135" baseline="-5982" dirty="0">
                <a:latin typeface="Arial"/>
                <a:cs typeface="Arial"/>
              </a:rPr>
              <a:t>h	</a:t>
            </a:r>
            <a:r>
              <a:rPr sz="4875" spc="-7" baseline="-5982" dirty="0">
                <a:latin typeface="Arial"/>
                <a:cs typeface="Arial"/>
              </a:rPr>
              <a:t>log</a:t>
            </a:r>
            <a:r>
              <a:rPr sz="2850" spc="-7" baseline="-33625" dirty="0">
                <a:latin typeface="Arial"/>
                <a:cs typeface="Arial"/>
              </a:rPr>
              <a:t>2</a:t>
            </a:r>
            <a:r>
              <a:rPr sz="4875" spc="-7" baseline="-5982" dirty="0">
                <a:latin typeface="Arial"/>
                <a:cs typeface="Arial"/>
              </a:rPr>
              <a:t>N </a:t>
            </a:r>
            <a:r>
              <a:rPr sz="3200" dirty="0">
                <a:latin typeface="Times New Roman"/>
                <a:cs typeface="Times New Roman"/>
              </a:rPr>
              <a:t>for a binary tree  with N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nodes</a:t>
            </a:r>
            <a:endParaRPr sz="3200">
              <a:latin typeface="Times New Roman"/>
              <a:cs typeface="Times New Roman"/>
            </a:endParaRPr>
          </a:p>
          <a:p>
            <a:pPr marL="807085" lvl="1" indent="-287020">
              <a:lnSpc>
                <a:spcPct val="100000"/>
              </a:lnSpc>
              <a:spcBef>
                <a:spcPts val="290"/>
              </a:spcBef>
              <a:buClr>
                <a:srgbClr val="CC0000"/>
              </a:buClr>
              <a:buSzPct val="83928"/>
              <a:buChar char="■"/>
              <a:tabLst>
                <a:tab pos="807720" algn="l"/>
              </a:tabLst>
            </a:pPr>
            <a:r>
              <a:rPr sz="2800" spc="-5" dirty="0">
                <a:solidFill>
                  <a:srgbClr val="FF0000"/>
                </a:solidFill>
                <a:latin typeface="Times New Roman"/>
                <a:cs typeface="Times New Roman"/>
              </a:rPr>
              <a:t>What is the best case</a:t>
            </a:r>
            <a:r>
              <a:rPr sz="2800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FF0000"/>
                </a:solidFill>
                <a:latin typeface="Times New Roman"/>
                <a:cs typeface="Times New Roman"/>
              </a:rPr>
              <a:t>tree?</a:t>
            </a:r>
            <a:endParaRPr sz="2800">
              <a:latin typeface="Times New Roman"/>
              <a:cs typeface="Times New Roman"/>
            </a:endParaRPr>
          </a:p>
          <a:p>
            <a:pPr marL="807085" lvl="1" indent="-287020">
              <a:lnSpc>
                <a:spcPct val="100000"/>
              </a:lnSpc>
              <a:spcBef>
                <a:spcPts val="335"/>
              </a:spcBef>
              <a:buClr>
                <a:srgbClr val="CC0000"/>
              </a:buClr>
              <a:buSzPct val="83928"/>
              <a:buChar char="■"/>
              <a:tabLst>
                <a:tab pos="807720" algn="l"/>
              </a:tabLst>
            </a:pPr>
            <a:r>
              <a:rPr sz="2800" spc="-5" dirty="0">
                <a:solidFill>
                  <a:srgbClr val="0066CC"/>
                </a:solidFill>
                <a:latin typeface="Times New Roman"/>
                <a:cs typeface="Times New Roman"/>
              </a:rPr>
              <a:t>What is the </a:t>
            </a:r>
            <a:r>
              <a:rPr sz="2800" dirty="0">
                <a:solidFill>
                  <a:srgbClr val="0066CC"/>
                </a:solidFill>
                <a:latin typeface="Times New Roman"/>
                <a:cs typeface="Times New Roman"/>
              </a:rPr>
              <a:t>worst </a:t>
            </a:r>
            <a:r>
              <a:rPr sz="2800" spc="-5" dirty="0">
                <a:solidFill>
                  <a:srgbClr val="0066CC"/>
                </a:solidFill>
                <a:latin typeface="Times New Roman"/>
                <a:cs typeface="Times New Roman"/>
              </a:rPr>
              <a:t>case</a:t>
            </a:r>
            <a:r>
              <a:rPr sz="2800" spc="-35" dirty="0">
                <a:solidFill>
                  <a:srgbClr val="0066CC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0066CC"/>
                </a:solidFill>
                <a:latin typeface="Times New Roman"/>
                <a:cs typeface="Times New Roman"/>
              </a:rPr>
              <a:t>tree?</a:t>
            </a:r>
            <a:endParaRPr sz="2800">
              <a:latin typeface="Times New Roman"/>
              <a:cs typeface="Times New Roman"/>
            </a:endParaRPr>
          </a:p>
          <a:p>
            <a:pPr marL="406400" marR="30480" indent="-343535">
              <a:lnSpc>
                <a:spcPts val="3460"/>
              </a:lnSpc>
              <a:spcBef>
                <a:spcPts val="815"/>
              </a:spcBef>
              <a:buClr>
                <a:srgbClr val="0033CC"/>
              </a:buClr>
              <a:buSzPct val="84375"/>
              <a:buChar char="●"/>
              <a:tabLst>
                <a:tab pos="406400" algn="l"/>
                <a:tab pos="407034" algn="l"/>
              </a:tabLst>
            </a:pPr>
            <a:r>
              <a:rPr sz="3200" dirty="0">
                <a:latin typeface="Times New Roman"/>
                <a:cs typeface="Times New Roman"/>
              </a:rPr>
              <a:t>So, best case running time of BST operations  is O(log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N)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3</a:t>
            </a:fld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371600"/>
            <a:ext cx="9144000" cy="762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47750" y="392633"/>
            <a:ext cx="745109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>
                <a:solidFill>
                  <a:srgbClr val="FF0000"/>
                </a:solidFill>
              </a:rPr>
              <a:t>Binary Search Tree - Worst</a:t>
            </a:r>
            <a:r>
              <a:rPr spc="45" dirty="0">
                <a:solidFill>
                  <a:srgbClr val="FF0000"/>
                </a:solidFill>
              </a:rPr>
              <a:t> </a:t>
            </a:r>
            <a:r>
              <a:rPr spc="-5" dirty="0">
                <a:solidFill>
                  <a:srgbClr val="FF0000"/>
                </a:solidFill>
              </a:rPr>
              <a:t>Time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36549" y="1445325"/>
            <a:ext cx="6889750" cy="3161665"/>
          </a:xfrm>
          <a:prstGeom prst="rect">
            <a:avLst/>
          </a:prstGeom>
        </p:spPr>
        <p:txBody>
          <a:bodyPr vert="horz" wrap="square" lIns="0" tIns="6286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495"/>
              </a:spcBef>
              <a:buClr>
                <a:srgbClr val="0033CC"/>
              </a:buClr>
              <a:buSzPct val="84375"/>
              <a:buChar char="●"/>
              <a:tabLst>
                <a:tab pos="355600" algn="l"/>
                <a:tab pos="356235" algn="l"/>
              </a:tabLst>
            </a:pPr>
            <a:r>
              <a:rPr sz="3200" dirty="0">
                <a:latin typeface="Times New Roman"/>
                <a:cs typeface="Times New Roman"/>
              </a:rPr>
              <a:t>Worst case running time is</a:t>
            </a:r>
            <a:r>
              <a:rPr sz="3200" spc="-6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O(N)</a:t>
            </a:r>
            <a:endParaRPr sz="3200">
              <a:latin typeface="Times New Roman"/>
              <a:cs typeface="Times New Roman"/>
            </a:endParaRPr>
          </a:p>
          <a:p>
            <a:pPr marL="756285" marR="5080" lvl="1" indent="-287020">
              <a:lnSpc>
                <a:spcPts val="3020"/>
              </a:lnSpc>
              <a:spcBef>
                <a:spcPts val="725"/>
              </a:spcBef>
              <a:buClr>
                <a:srgbClr val="CC0000"/>
              </a:buClr>
              <a:buSzPct val="83928"/>
              <a:buChar char="■"/>
              <a:tabLst>
                <a:tab pos="756920" algn="l"/>
              </a:tabLst>
            </a:pPr>
            <a:r>
              <a:rPr sz="2800" spc="-5" dirty="0">
                <a:latin typeface="Times New Roman"/>
                <a:cs typeface="Times New Roman"/>
              </a:rPr>
              <a:t>What </a:t>
            </a:r>
            <a:r>
              <a:rPr sz="2800" dirty="0">
                <a:latin typeface="Times New Roman"/>
                <a:cs typeface="Times New Roman"/>
              </a:rPr>
              <a:t>happens </a:t>
            </a:r>
            <a:r>
              <a:rPr sz="2800" spc="-5" dirty="0">
                <a:latin typeface="Times New Roman"/>
                <a:cs typeface="Times New Roman"/>
              </a:rPr>
              <a:t>when </a:t>
            </a:r>
            <a:r>
              <a:rPr sz="2800" dirty="0">
                <a:latin typeface="Times New Roman"/>
                <a:cs typeface="Times New Roman"/>
              </a:rPr>
              <a:t>you Insert </a:t>
            </a:r>
            <a:r>
              <a:rPr sz="2800" spc="-5" dirty="0">
                <a:latin typeface="Times New Roman"/>
                <a:cs typeface="Times New Roman"/>
              </a:rPr>
              <a:t>elements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in  ascending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order?</a:t>
            </a:r>
            <a:endParaRPr sz="2800">
              <a:latin typeface="Times New Roman"/>
              <a:cs typeface="Times New Roman"/>
            </a:endParaRPr>
          </a:p>
          <a:p>
            <a:pPr marL="1155700" lvl="2" indent="-229235">
              <a:lnSpc>
                <a:spcPct val="100000"/>
              </a:lnSpc>
              <a:spcBef>
                <a:spcPts val="265"/>
              </a:spcBef>
              <a:buClr>
                <a:srgbClr val="0033CC"/>
              </a:buClr>
              <a:buSzPct val="85416"/>
              <a:buChar char="○"/>
              <a:tabLst>
                <a:tab pos="1156335" algn="l"/>
              </a:tabLst>
            </a:pP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Insert: 2, 4, 6, 8, 10, 12 into an 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empty</a:t>
            </a:r>
            <a:r>
              <a:rPr sz="2400" spc="-10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BST</a:t>
            </a:r>
            <a:endParaRPr sz="2400">
              <a:latin typeface="Times New Roman"/>
              <a:cs typeface="Times New Roman"/>
            </a:endParaRPr>
          </a:p>
          <a:p>
            <a:pPr marL="756285" lvl="1" indent="-287020">
              <a:lnSpc>
                <a:spcPct val="100000"/>
              </a:lnSpc>
              <a:spcBef>
                <a:spcPts val="325"/>
              </a:spcBef>
              <a:buClr>
                <a:srgbClr val="CC0000"/>
              </a:buClr>
              <a:buSzPct val="83928"/>
              <a:buChar char="■"/>
              <a:tabLst>
                <a:tab pos="756920" algn="l"/>
              </a:tabLst>
            </a:pPr>
            <a:r>
              <a:rPr sz="2800" spc="-5" dirty="0">
                <a:latin typeface="Times New Roman"/>
                <a:cs typeface="Times New Roman"/>
              </a:rPr>
              <a:t>Problem: Lack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0000FF"/>
                </a:solidFill>
                <a:latin typeface="Times New Roman"/>
                <a:cs typeface="Times New Roman"/>
              </a:rPr>
              <a:t>“balance”:</a:t>
            </a:r>
            <a:endParaRPr sz="2800">
              <a:latin typeface="Times New Roman"/>
              <a:cs typeface="Times New Roman"/>
            </a:endParaRPr>
          </a:p>
          <a:p>
            <a:pPr marL="1155700" lvl="2" indent="-229235">
              <a:lnSpc>
                <a:spcPct val="100000"/>
              </a:lnSpc>
              <a:spcBef>
                <a:spcPts val="300"/>
              </a:spcBef>
              <a:buClr>
                <a:srgbClr val="0033CC"/>
              </a:buClr>
              <a:buSzPct val="85416"/>
              <a:buChar char="○"/>
              <a:tabLst>
                <a:tab pos="1156335" algn="l"/>
              </a:tabLst>
            </a:pPr>
            <a:r>
              <a:rPr sz="2400" spc="-5" dirty="0">
                <a:latin typeface="Times New Roman"/>
                <a:cs typeface="Times New Roman"/>
              </a:rPr>
              <a:t>compare </a:t>
            </a:r>
            <a:r>
              <a:rPr sz="2400" dirty="0">
                <a:latin typeface="Times New Roman"/>
                <a:cs typeface="Times New Roman"/>
              </a:rPr>
              <a:t>depths of left and right</a:t>
            </a:r>
            <a:r>
              <a:rPr sz="2400" spc="-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subtree</a:t>
            </a:r>
            <a:endParaRPr sz="2400">
              <a:latin typeface="Times New Roman"/>
              <a:cs typeface="Times New Roman"/>
            </a:endParaRPr>
          </a:p>
          <a:p>
            <a:pPr marL="756285" lvl="1" indent="-287020">
              <a:lnSpc>
                <a:spcPct val="100000"/>
              </a:lnSpc>
              <a:spcBef>
                <a:spcPts val="320"/>
              </a:spcBef>
              <a:buClr>
                <a:srgbClr val="CC0000"/>
              </a:buClr>
              <a:buSzPct val="83928"/>
              <a:buChar char="■"/>
              <a:tabLst>
                <a:tab pos="756920" algn="l"/>
              </a:tabLst>
            </a:pPr>
            <a:r>
              <a:rPr sz="2800" spc="-5" dirty="0">
                <a:latin typeface="Times New Roman"/>
                <a:cs typeface="Times New Roman"/>
              </a:rPr>
              <a:t>Unbalanced degenerate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tree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4</a:t>
            </a:fld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371600"/>
            <a:ext cx="9144000" cy="762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058062" y="850137"/>
            <a:ext cx="702627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>
                <a:solidFill>
                  <a:srgbClr val="FF0000"/>
                </a:solidFill>
              </a:rPr>
              <a:t>Balanced and unbalanced</a:t>
            </a:r>
            <a:r>
              <a:rPr spc="-10" dirty="0">
                <a:solidFill>
                  <a:srgbClr val="FF0000"/>
                </a:solidFill>
              </a:rPr>
              <a:t> </a:t>
            </a:r>
            <a:r>
              <a:rPr spc="-5" dirty="0">
                <a:solidFill>
                  <a:srgbClr val="FF0000"/>
                </a:solidFill>
              </a:rPr>
              <a:t>BST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6851650" y="2051050"/>
            <a:ext cx="469900" cy="469900"/>
            <a:chOff x="6851650" y="2051050"/>
            <a:chExt cx="469900" cy="469900"/>
          </a:xfrm>
        </p:grpSpPr>
        <p:sp>
          <p:nvSpPr>
            <p:cNvPr id="5" name="object 5"/>
            <p:cNvSpPr/>
            <p:nvPr/>
          </p:nvSpPr>
          <p:spPr>
            <a:xfrm>
              <a:off x="6858000" y="20574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533" y="4644"/>
                  </a:lnTo>
                  <a:lnTo>
                    <a:pt x="139624" y="17966"/>
                  </a:lnTo>
                  <a:lnTo>
                    <a:pt x="100793" y="39045"/>
                  </a:lnTo>
                  <a:lnTo>
                    <a:pt x="66960" y="66960"/>
                  </a:lnTo>
                  <a:lnTo>
                    <a:pt x="39045" y="100793"/>
                  </a:lnTo>
                  <a:lnTo>
                    <a:pt x="17966" y="139624"/>
                  </a:lnTo>
                  <a:lnTo>
                    <a:pt x="4644" y="182533"/>
                  </a:lnTo>
                  <a:lnTo>
                    <a:pt x="0" y="228600"/>
                  </a:lnTo>
                  <a:lnTo>
                    <a:pt x="4644" y="274666"/>
                  </a:lnTo>
                  <a:lnTo>
                    <a:pt x="17966" y="317575"/>
                  </a:lnTo>
                  <a:lnTo>
                    <a:pt x="39045" y="356406"/>
                  </a:lnTo>
                  <a:lnTo>
                    <a:pt x="66960" y="390239"/>
                  </a:lnTo>
                  <a:lnTo>
                    <a:pt x="100793" y="418154"/>
                  </a:lnTo>
                  <a:lnTo>
                    <a:pt x="139624" y="439233"/>
                  </a:lnTo>
                  <a:lnTo>
                    <a:pt x="182533" y="452555"/>
                  </a:lnTo>
                  <a:lnTo>
                    <a:pt x="228600" y="457200"/>
                  </a:lnTo>
                  <a:lnTo>
                    <a:pt x="274666" y="452555"/>
                  </a:lnTo>
                  <a:lnTo>
                    <a:pt x="317575" y="439233"/>
                  </a:lnTo>
                  <a:lnTo>
                    <a:pt x="356406" y="418154"/>
                  </a:lnTo>
                  <a:lnTo>
                    <a:pt x="390239" y="390239"/>
                  </a:lnTo>
                  <a:lnTo>
                    <a:pt x="418154" y="356406"/>
                  </a:lnTo>
                  <a:lnTo>
                    <a:pt x="439233" y="317575"/>
                  </a:lnTo>
                  <a:lnTo>
                    <a:pt x="452555" y="274666"/>
                  </a:lnTo>
                  <a:lnTo>
                    <a:pt x="457200" y="228600"/>
                  </a:lnTo>
                  <a:lnTo>
                    <a:pt x="452555" y="182533"/>
                  </a:lnTo>
                  <a:lnTo>
                    <a:pt x="439233" y="139624"/>
                  </a:lnTo>
                  <a:lnTo>
                    <a:pt x="418154" y="100793"/>
                  </a:lnTo>
                  <a:lnTo>
                    <a:pt x="390239" y="66960"/>
                  </a:lnTo>
                  <a:lnTo>
                    <a:pt x="356406" y="39045"/>
                  </a:lnTo>
                  <a:lnTo>
                    <a:pt x="317575" y="17966"/>
                  </a:lnTo>
                  <a:lnTo>
                    <a:pt x="274666" y="4644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858000" y="20574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0" y="228600"/>
                  </a:moveTo>
                  <a:lnTo>
                    <a:pt x="4644" y="182533"/>
                  </a:lnTo>
                  <a:lnTo>
                    <a:pt x="17966" y="139624"/>
                  </a:lnTo>
                  <a:lnTo>
                    <a:pt x="39045" y="100793"/>
                  </a:lnTo>
                  <a:lnTo>
                    <a:pt x="66960" y="66960"/>
                  </a:lnTo>
                  <a:lnTo>
                    <a:pt x="100793" y="39045"/>
                  </a:lnTo>
                  <a:lnTo>
                    <a:pt x="139624" y="17966"/>
                  </a:lnTo>
                  <a:lnTo>
                    <a:pt x="182533" y="4644"/>
                  </a:lnTo>
                  <a:lnTo>
                    <a:pt x="228600" y="0"/>
                  </a:lnTo>
                  <a:lnTo>
                    <a:pt x="274666" y="4644"/>
                  </a:lnTo>
                  <a:lnTo>
                    <a:pt x="317575" y="17966"/>
                  </a:lnTo>
                  <a:lnTo>
                    <a:pt x="356406" y="39045"/>
                  </a:lnTo>
                  <a:lnTo>
                    <a:pt x="390239" y="66960"/>
                  </a:lnTo>
                  <a:lnTo>
                    <a:pt x="418154" y="100793"/>
                  </a:lnTo>
                  <a:lnTo>
                    <a:pt x="439233" y="139624"/>
                  </a:lnTo>
                  <a:lnTo>
                    <a:pt x="452555" y="182533"/>
                  </a:lnTo>
                  <a:lnTo>
                    <a:pt x="457200" y="228600"/>
                  </a:lnTo>
                  <a:lnTo>
                    <a:pt x="452555" y="274666"/>
                  </a:lnTo>
                  <a:lnTo>
                    <a:pt x="439233" y="317575"/>
                  </a:lnTo>
                  <a:lnTo>
                    <a:pt x="418154" y="356406"/>
                  </a:lnTo>
                  <a:lnTo>
                    <a:pt x="390239" y="390239"/>
                  </a:lnTo>
                  <a:lnTo>
                    <a:pt x="356406" y="418154"/>
                  </a:lnTo>
                  <a:lnTo>
                    <a:pt x="317575" y="439233"/>
                  </a:lnTo>
                  <a:lnTo>
                    <a:pt x="274666" y="452555"/>
                  </a:lnTo>
                  <a:lnTo>
                    <a:pt x="228600" y="457200"/>
                  </a:lnTo>
                  <a:lnTo>
                    <a:pt x="182533" y="452555"/>
                  </a:lnTo>
                  <a:lnTo>
                    <a:pt x="139624" y="439233"/>
                  </a:lnTo>
                  <a:lnTo>
                    <a:pt x="100793" y="418154"/>
                  </a:lnTo>
                  <a:lnTo>
                    <a:pt x="66960" y="390239"/>
                  </a:lnTo>
                  <a:lnTo>
                    <a:pt x="39045" y="356406"/>
                  </a:lnTo>
                  <a:lnTo>
                    <a:pt x="17966" y="317575"/>
                  </a:lnTo>
                  <a:lnTo>
                    <a:pt x="4644" y="274666"/>
                  </a:lnTo>
                  <a:lnTo>
                    <a:pt x="0" y="2286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6999223" y="2080082"/>
            <a:ext cx="17843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i="1" dirty="0">
                <a:latin typeface="Times New Roman"/>
                <a:cs typeface="Times New Roman"/>
              </a:rPr>
              <a:t>4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5784850" y="2736850"/>
            <a:ext cx="469900" cy="469900"/>
            <a:chOff x="5784850" y="2736850"/>
            <a:chExt cx="469900" cy="469900"/>
          </a:xfrm>
        </p:grpSpPr>
        <p:sp>
          <p:nvSpPr>
            <p:cNvPr id="9" name="object 9"/>
            <p:cNvSpPr/>
            <p:nvPr/>
          </p:nvSpPr>
          <p:spPr>
            <a:xfrm>
              <a:off x="5791200" y="27432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533" y="4644"/>
                  </a:lnTo>
                  <a:lnTo>
                    <a:pt x="139624" y="17966"/>
                  </a:lnTo>
                  <a:lnTo>
                    <a:pt x="100793" y="39045"/>
                  </a:lnTo>
                  <a:lnTo>
                    <a:pt x="66960" y="66960"/>
                  </a:lnTo>
                  <a:lnTo>
                    <a:pt x="39045" y="100793"/>
                  </a:lnTo>
                  <a:lnTo>
                    <a:pt x="17966" y="139624"/>
                  </a:lnTo>
                  <a:lnTo>
                    <a:pt x="4644" y="182533"/>
                  </a:lnTo>
                  <a:lnTo>
                    <a:pt x="0" y="228600"/>
                  </a:lnTo>
                  <a:lnTo>
                    <a:pt x="4644" y="274666"/>
                  </a:lnTo>
                  <a:lnTo>
                    <a:pt x="17966" y="317575"/>
                  </a:lnTo>
                  <a:lnTo>
                    <a:pt x="39045" y="356406"/>
                  </a:lnTo>
                  <a:lnTo>
                    <a:pt x="66960" y="390239"/>
                  </a:lnTo>
                  <a:lnTo>
                    <a:pt x="100793" y="418154"/>
                  </a:lnTo>
                  <a:lnTo>
                    <a:pt x="139624" y="439233"/>
                  </a:lnTo>
                  <a:lnTo>
                    <a:pt x="182533" y="452555"/>
                  </a:lnTo>
                  <a:lnTo>
                    <a:pt x="228600" y="457200"/>
                  </a:lnTo>
                  <a:lnTo>
                    <a:pt x="274666" y="452555"/>
                  </a:lnTo>
                  <a:lnTo>
                    <a:pt x="317575" y="439233"/>
                  </a:lnTo>
                  <a:lnTo>
                    <a:pt x="356406" y="418154"/>
                  </a:lnTo>
                  <a:lnTo>
                    <a:pt x="390239" y="390239"/>
                  </a:lnTo>
                  <a:lnTo>
                    <a:pt x="418154" y="356406"/>
                  </a:lnTo>
                  <a:lnTo>
                    <a:pt x="439233" y="317575"/>
                  </a:lnTo>
                  <a:lnTo>
                    <a:pt x="452555" y="274666"/>
                  </a:lnTo>
                  <a:lnTo>
                    <a:pt x="457200" y="228600"/>
                  </a:lnTo>
                  <a:lnTo>
                    <a:pt x="452555" y="182533"/>
                  </a:lnTo>
                  <a:lnTo>
                    <a:pt x="439233" y="139624"/>
                  </a:lnTo>
                  <a:lnTo>
                    <a:pt x="418154" y="100793"/>
                  </a:lnTo>
                  <a:lnTo>
                    <a:pt x="390239" y="66960"/>
                  </a:lnTo>
                  <a:lnTo>
                    <a:pt x="356406" y="39045"/>
                  </a:lnTo>
                  <a:lnTo>
                    <a:pt x="317575" y="17966"/>
                  </a:lnTo>
                  <a:lnTo>
                    <a:pt x="274666" y="4644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791200" y="27432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0" y="228600"/>
                  </a:moveTo>
                  <a:lnTo>
                    <a:pt x="4644" y="182533"/>
                  </a:lnTo>
                  <a:lnTo>
                    <a:pt x="17966" y="139624"/>
                  </a:lnTo>
                  <a:lnTo>
                    <a:pt x="39045" y="100793"/>
                  </a:lnTo>
                  <a:lnTo>
                    <a:pt x="66960" y="66960"/>
                  </a:lnTo>
                  <a:lnTo>
                    <a:pt x="100793" y="39045"/>
                  </a:lnTo>
                  <a:lnTo>
                    <a:pt x="139624" y="17966"/>
                  </a:lnTo>
                  <a:lnTo>
                    <a:pt x="182533" y="4644"/>
                  </a:lnTo>
                  <a:lnTo>
                    <a:pt x="228600" y="0"/>
                  </a:lnTo>
                  <a:lnTo>
                    <a:pt x="274666" y="4644"/>
                  </a:lnTo>
                  <a:lnTo>
                    <a:pt x="317575" y="17966"/>
                  </a:lnTo>
                  <a:lnTo>
                    <a:pt x="356406" y="39045"/>
                  </a:lnTo>
                  <a:lnTo>
                    <a:pt x="390239" y="66960"/>
                  </a:lnTo>
                  <a:lnTo>
                    <a:pt x="418154" y="100793"/>
                  </a:lnTo>
                  <a:lnTo>
                    <a:pt x="439233" y="139624"/>
                  </a:lnTo>
                  <a:lnTo>
                    <a:pt x="452555" y="182533"/>
                  </a:lnTo>
                  <a:lnTo>
                    <a:pt x="457200" y="228600"/>
                  </a:lnTo>
                  <a:lnTo>
                    <a:pt x="452555" y="274666"/>
                  </a:lnTo>
                  <a:lnTo>
                    <a:pt x="439233" y="317575"/>
                  </a:lnTo>
                  <a:lnTo>
                    <a:pt x="418154" y="356406"/>
                  </a:lnTo>
                  <a:lnTo>
                    <a:pt x="390239" y="390239"/>
                  </a:lnTo>
                  <a:lnTo>
                    <a:pt x="356406" y="418154"/>
                  </a:lnTo>
                  <a:lnTo>
                    <a:pt x="317575" y="439233"/>
                  </a:lnTo>
                  <a:lnTo>
                    <a:pt x="274666" y="452555"/>
                  </a:lnTo>
                  <a:lnTo>
                    <a:pt x="228600" y="457200"/>
                  </a:lnTo>
                  <a:lnTo>
                    <a:pt x="182533" y="452555"/>
                  </a:lnTo>
                  <a:lnTo>
                    <a:pt x="139624" y="439233"/>
                  </a:lnTo>
                  <a:lnTo>
                    <a:pt x="100793" y="418154"/>
                  </a:lnTo>
                  <a:lnTo>
                    <a:pt x="66960" y="390239"/>
                  </a:lnTo>
                  <a:lnTo>
                    <a:pt x="39045" y="356406"/>
                  </a:lnTo>
                  <a:lnTo>
                    <a:pt x="17966" y="317575"/>
                  </a:lnTo>
                  <a:lnTo>
                    <a:pt x="4644" y="274666"/>
                  </a:lnTo>
                  <a:lnTo>
                    <a:pt x="0" y="2286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5932170" y="2766186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i="1" dirty="0">
                <a:latin typeface="Times New Roman"/>
                <a:cs typeface="Times New Roman"/>
              </a:rPr>
              <a:t>2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7766050" y="2736850"/>
            <a:ext cx="469900" cy="469900"/>
            <a:chOff x="7766050" y="2736850"/>
            <a:chExt cx="469900" cy="469900"/>
          </a:xfrm>
        </p:grpSpPr>
        <p:sp>
          <p:nvSpPr>
            <p:cNvPr id="13" name="object 13"/>
            <p:cNvSpPr/>
            <p:nvPr/>
          </p:nvSpPr>
          <p:spPr>
            <a:xfrm>
              <a:off x="7772400" y="27432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533" y="4644"/>
                  </a:lnTo>
                  <a:lnTo>
                    <a:pt x="139624" y="17966"/>
                  </a:lnTo>
                  <a:lnTo>
                    <a:pt x="100793" y="39045"/>
                  </a:lnTo>
                  <a:lnTo>
                    <a:pt x="66960" y="66960"/>
                  </a:lnTo>
                  <a:lnTo>
                    <a:pt x="39045" y="100793"/>
                  </a:lnTo>
                  <a:lnTo>
                    <a:pt x="17966" y="139624"/>
                  </a:lnTo>
                  <a:lnTo>
                    <a:pt x="4644" y="182533"/>
                  </a:lnTo>
                  <a:lnTo>
                    <a:pt x="0" y="228600"/>
                  </a:lnTo>
                  <a:lnTo>
                    <a:pt x="4644" y="274666"/>
                  </a:lnTo>
                  <a:lnTo>
                    <a:pt x="17966" y="317575"/>
                  </a:lnTo>
                  <a:lnTo>
                    <a:pt x="39045" y="356406"/>
                  </a:lnTo>
                  <a:lnTo>
                    <a:pt x="66960" y="390239"/>
                  </a:lnTo>
                  <a:lnTo>
                    <a:pt x="100793" y="418154"/>
                  </a:lnTo>
                  <a:lnTo>
                    <a:pt x="139624" y="439233"/>
                  </a:lnTo>
                  <a:lnTo>
                    <a:pt x="182533" y="452555"/>
                  </a:lnTo>
                  <a:lnTo>
                    <a:pt x="228600" y="457200"/>
                  </a:lnTo>
                  <a:lnTo>
                    <a:pt x="274666" y="452555"/>
                  </a:lnTo>
                  <a:lnTo>
                    <a:pt x="317575" y="439233"/>
                  </a:lnTo>
                  <a:lnTo>
                    <a:pt x="356406" y="418154"/>
                  </a:lnTo>
                  <a:lnTo>
                    <a:pt x="390239" y="390239"/>
                  </a:lnTo>
                  <a:lnTo>
                    <a:pt x="418154" y="356406"/>
                  </a:lnTo>
                  <a:lnTo>
                    <a:pt x="439233" y="317575"/>
                  </a:lnTo>
                  <a:lnTo>
                    <a:pt x="452555" y="274666"/>
                  </a:lnTo>
                  <a:lnTo>
                    <a:pt x="457200" y="228600"/>
                  </a:lnTo>
                  <a:lnTo>
                    <a:pt x="452555" y="182533"/>
                  </a:lnTo>
                  <a:lnTo>
                    <a:pt x="439233" y="139624"/>
                  </a:lnTo>
                  <a:lnTo>
                    <a:pt x="418154" y="100793"/>
                  </a:lnTo>
                  <a:lnTo>
                    <a:pt x="390239" y="66960"/>
                  </a:lnTo>
                  <a:lnTo>
                    <a:pt x="356406" y="39045"/>
                  </a:lnTo>
                  <a:lnTo>
                    <a:pt x="317575" y="17966"/>
                  </a:lnTo>
                  <a:lnTo>
                    <a:pt x="274666" y="4644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7772400" y="27432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0" y="228600"/>
                  </a:moveTo>
                  <a:lnTo>
                    <a:pt x="4644" y="182533"/>
                  </a:lnTo>
                  <a:lnTo>
                    <a:pt x="17966" y="139624"/>
                  </a:lnTo>
                  <a:lnTo>
                    <a:pt x="39045" y="100793"/>
                  </a:lnTo>
                  <a:lnTo>
                    <a:pt x="66960" y="66960"/>
                  </a:lnTo>
                  <a:lnTo>
                    <a:pt x="100793" y="39045"/>
                  </a:lnTo>
                  <a:lnTo>
                    <a:pt x="139624" y="17966"/>
                  </a:lnTo>
                  <a:lnTo>
                    <a:pt x="182533" y="4644"/>
                  </a:lnTo>
                  <a:lnTo>
                    <a:pt x="228600" y="0"/>
                  </a:lnTo>
                  <a:lnTo>
                    <a:pt x="274666" y="4644"/>
                  </a:lnTo>
                  <a:lnTo>
                    <a:pt x="317575" y="17966"/>
                  </a:lnTo>
                  <a:lnTo>
                    <a:pt x="356406" y="39045"/>
                  </a:lnTo>
                  <a:lnTo>
                    <a:pt x="390239" y="66960"/>
                  </a:lnTo>
                  <a:lnTo>
                    <a:pt x="418154" y="100793"/>
                  </a:lnTo>
                  <a:lnTo>
                    <a:pt x="439233" y="139624"/>
                  </a:lnTo>
                  <a:lnTo>
                    <a:pt x="452555" y="182533"/>
                  </a:lnTo>
                  <a:lnTo>
                    <a:pt x="457200" y="228600"/>
                  </a:lnTo>
                  <a:lnTo>
                    <a:pt x="452555" y="274666"/>
                  </a:lnTo>
                  <a:lnTo>
                    <a:pt x="439233" y="317575"/>
                  </a:lnTo>
                  <a:lnTo>
                    <a:pt x="418154" y="356406"/>
                  </a:lnTo>
                  <a:lnTo>
                    <a:pt x="390239" y="390239"/>
                  </a:lnTo>
                  <a:lnTo>
                    <a:pt x="356406" y="418154"/>
                  </a:lnTo>
                  <a:lnTo>
                    <a:pt x="317575" y="439233"/>
                  </a:lnTo>
                  <a:lnTo>
                    <a:pt x="274666" y="452555"/>
                  </a:lnTo>
                  <a:lnTo>
                    <a:pt x="228600" y="457200"/>
                  </a:lnTo>
                  <a:lnTo>
                    <a:pt x="182533" y="452555"/>
                  </a:lnTo>
                  <a:lnTo>
                    <a:pt x="139624" y="439233"/>
                  </a:lnTo>
                  <a:lnTo>
                    <a:pt x="100793" y="418154"/>
                  </a:lnTo>
                  <a:lnTo>
                    <a:pt x="66960" y="390239"/>
                  </a:lnTo>
                  <a:lnTo>
                    <a:pt x="39045" y="356406"/>
                  </a:lnTo>
                  <a:lnTo>
                    <a:pt x="17966" y="317575"/>
                  </a:lnTo>
                  <a:lnTo>
                    <a:pt x="4644" y="274666"/>
                  </a:lnTo>
                  <a:lnTo>
                    <a:pt x="0" y="2286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7913878" y="2766186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i="1" dirty="0">
                <a:latin typeface="Times New Roman"/>
                <a:cs typeface="Times New Roman"/>
              </a:rPr>
              <a:t>5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5099050" y="3498850"/>
            <a:ext cx="469900" cy="469900"/>
            <a:chOff x="5099050" y="3498850"/>
            <a:chExt cx="469900" cy="469900"/>
          </a:xfrm>
        </p:grpSpPr>
        <p:sp>
          <p:nvSpPr>
            <p:cNvPr id="17" name="object 17"/>
            <p:cNvSpPr/>
            <p:nvPr/>
          </p:nvSpPr>
          <p:spPr>
            <a:xfrm>
              <a:off x="5105400" y="35052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533" y="4644"/>
                  </a:lnTo>
                  <a:lnTo>
                    <a:pt x="139624" y="17966"/>
                  </a:lnTo>
                  <a:lnTo>
                    <a:pt x="100793" y="39045"/>
                  </a:lnTo>
                  <a:lnTo>
                    <a:pt x="66960" y="66960"/>
                  </a:lnTo>
                  <a:lnTo>
                    <a:pt x="39045" y="100793"/>
                  </a:lnTo>
                  <a:lnTo>
                    <a:pt x="17966" y="139624"/>
                  </a:lnTo>
                  <a:lnTo>
                    <a:pt x="4644" y="182533"/>
                  </a:lnTo>
                  <a:lnTo>
                    <a:pt x="0" y="228600"/>
                  </a:lnTo>
                  <a:lnTo>
                    <a:pt x="4644" y="274666"/>
                  </a:lnTo>
                  <a:lnTo>
                    <a:pt x="17966" y="317575"/>
                  </a:lnTo>
                  <a:lnTo>
                    <a:pt x="39045" y="356406"/>
                  </a:lnTo>
                  <a:lnTo>
                    <a:pt x="66960" y="390239"/>
                  </a:lnTo>
                  <a:lnTo>
                    <a:pt x="100793" y="418154"/>
                  </a:lnTo>
                  <a:lnTo>
                    <a:pt x="139624" y="439233"/>
                  </a:lnTo>
                  <a:lnTo>
                    <a:pt x="182533" y="452555"/>
                  </a:lnTo>
                  <a:lnTo>
                    <a:pt x="228600" y="457200"/>
                  </a:lnTo>
                  <a:lnTo>
                    <a:pt x="274666" y="452555"/>
                  </a:lnTo>
                  <a:lnTo>
                    <a:pt x="317575" y="439233"/>
                  </a:lnTo>
                  <a:lnTo>
                    <a:pt x="356406" y="418154"/>
                  </a:lnTo>
                  <a:lnTo>
                    <a:pt x="390239" y="390239"/>
                  </a:lnTo>
                  <a:lnTo>
                    <a:pt x="418154" y="356406"/>
                  </a:lnTo>
                  <a:lnTo>
                    <a:pt x="439233" y="317575"/>
                  </a:lnTo>
                  <a:lnTo>
                    <a:pt x="452555" y="274666"/>
                  </a:lnTo>
                  <a:lnTo>
                    <a:pt x="457200" y="228600"/>
                  </a:lnTo>
                  <a:lnTo>
                    <a:pt x="452555" y="182533"/>
                  </a:lnTo>
                  <a:lnTo>
                    <a:pt x="439233" y="139624"/>
                  </a:lnTo>
                  <a:lnTo>
                    <a:pt x="418154" y="100793"/>
                  </a:lnTo>
                  <a:lnTo>
                    <a:pt x="390239" y="66960"/>
                  </a:lnTo>
                  <a:lnTo>
                    <a:pt x="356406" y="39045"/>
                  </a:lnTo>
                  <a:lnTo>
                    <a:pt x="317575" y="17966"/>
                  </a:lnTo>
                  <a:lnTo>
                    <a:pt x="274666" y="4644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105400" y="35052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0" y="228600"/>
                  </a:moveTo>
                  <a:lnTo>
                    <a:pt x="4644" y="182533"/>
                  </a:lnTo>
                  <a:lnTo>
                    <a:pt x="17966" y="139624"/>
                  </a:lnTo>
                  <a:lnTo>
                    <a:pt x="39045" y="100793"/>
                  </a:lnTo>
                  <a:lnTo>
                    <a:pt x="66960" y="66960"/>
                  </a:lnTo>
                  <a:lnTo>
                    <a:pt x="100793" y="39045"/>
                  </a:lnTo>
                  <a:lnTo>
                    <a:pt x="139624" y="17966"/>
                  </a:lnTo>
                  <a:lnTo>
                    <a:pt x="182533" y="4644"/>
                  </a:lnTo>
                  <a:lnTo>
                    <a:pt x="228600" y="0"/>
                  </a:lnTo>
                  <a:lnTo>
                    <a:pt x="274666" y="4644"/>
                  </a:lnTo>
                  <a:lnTo>
                    <a:pt x="317575" y="17966"/>
                  </a:lnTo>
                  <a:lnTo>
                    <a:pt x="356406" y="39045"/>
                  </a:lnTo>
                  <a:lnTo>
                    <a:pt x="390239" y="66960"/>
                  </a:lnTo>
                  <a:lnTo>
                    <a:pt x="418154" y="100793"/>
                  </a:lnTo>
                  <a:lnTo>
                    <a:pt x="439233" y="139624"/>
                  </a:lnTo>
                  <a:lnTo>
                    <a:pt x="452555" y="182533"/>
                  </a:lnTo>
                  <a:lnTo>
                    <a:pt x="457200" y="228600"/>
                  </a:lnTo>
                  <a:lnTo>
                    <a:pt x="452555" y="274666"/>
                  </a:lnTo>
                  <a:lnTo>
                    <a:pt x="439233" y="317575"/>
                  </a:lnTo>
                  <a:lnTo>
                    <a:pt x="418154" y="356406"/>
                  </a:lnTo>
                  <a:lnTo>
                    <a:pt x="390239" y="390239"/>
                  </a:lnTo>
                  <a:lnTo>
                    <a:pt x="356406" y="418154"/>
                  </a:lnTo>
                  <a:lnTo>
                    <a:pt x="317575" y="439233"/>
                  </a:lnTo>
                  <a:lnTo>
                    <a:pt x="274666" y="452555"/>
                  </a:lnTo>
                  <a:lnTo>
                    <a:pt x="228600" y="457200"/>
                  </a:lnTo>
                  <a:lnTo>
                    <a:pt x="182533" y="452555"/>
                  </a:lnTo>
                  <a:lnTo>
                    <a:pt x="139624" y="439233"/>
                  </a:lnTo>
                  <a:lnTo>
                    <a:pt x="100793" y="418154"/>
                  </a:lnTo>
                  <a:lnTo>
                    <a:pt x="66960" y="390239"/>
                  </a:lnTo>
                  <a:lnTo>
                    <a:pt x="39045" y="356406"/>
                  </a:lnTo>
                  <a:lnTo>
                    <a:pt x="17966" y="317575"/>
                  </a:lnTo>
                  <a:lnTo>
                    <a:pt x="4644" y="274666"/>
                  </a:lnTo>
                  <a:lnTo>
                    <a:pt x="0" y="2286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5246370" y="3528136"/>
            <a:ext cx="17843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i="1" dirty="0"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6394450" y="3498850"/>
            <a:ext cx="469900" cy="469900"/>
            <a:chOff x="6394450" y="3498850"/>
            <a:chExt cx="469900" cy="469900"/>
          </a:xfrm>
        </p:grpSpPr>
        <p:sp>
          <p:nvSpPr>
            <p:cNvPr id="21" name="object 21"/>
            <p:cNvSpPr/>
            <p:nvPr/>
          </p:nvSpPr>
          <p:spPr>
            <a:xfrm>
              <a:off x="6400800" y="35052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533" y="4644"/>
                  </a:lnTo>
                  <a:lnTo>
                    <a:pt x="139624" y="17966"/>
                  </a:lnTo>
                  <a:lnTo>
                    <a:pt x="100793" y="39045"/>
                  </a:lnTo>
                  <a:lnTo>
                    <a:pt x="66960" y="66960"/>
                  </a:lnTo>
                  <a:lnTo>
                    <a:pt x="39045" y="100793"/>
                  </a:lnTo>
                  <a:lnTo>
                    <a:pt x="17966" y="139624"/>
                  </a:lnTo>
                  <a:lnTo>
                    <a:pt x="4644" y="182533"/>
                  </a:lnTo>
                  <a:lnTo>
                    <a:pt x="0" y="228600"/>
                  </a:lnTo>
                  <a:lnTo>
                    <a:pt x="4644" y="274666"/>
                  </a:lnTo>
                  <a:lnTo>
                    <a:pt x="17966" y="317575"/>
                  </a:lnTo>
                  <a:lnTo>
                    <a:pt x="39045" y="356406"/>
                  </a:lnTo>
                  <a:lnTo>
                    <a:pt x="66960" y="390239"/>
                  </a:lnTo>
                  <a:lnTo>
                    <a:pt x="100793" y="418154"/>
                  </a:lnTo>
                  <a:lnTo>
                    <a:pt x="139624" y="439233"/>
                  </a:lnTo>
                  <a:lnTo>
                    <a:pt x="182533" y="452555"/>
                  </a:lnTo>
                  <a:lnTo>
                    <a:pt x="228600" y="457200"/>
                  </a:lnTo>
                  <a:lnTo>
                    <a:pt x="274666" y="452555"/>
                  </a:lnTo>
                  <a:lnTo>
                    <a:pt x="317575" y="439233"/>
                  </a:lnTo>
                  <a:lnTo>
                    <a:pt x="356406" y="418154"/>
                  </a:lnTo>
                  <a:lnTo>
                    <a:pt x="390239" y="390239"/>
                  </a:lnTo>
                  <a:lnTo>
                    <a:pt x="418154" y="356406"/>
                  </a:lnTo>
                  <a:lnTo>
                    <a:pt x="439233" y="317575"/>
                  </a:lnTo>
                  <a:lnTo>
                    <a:pt x="452555" y="274666"/>
                  </a:lnTo>
                  <a:lnTo>
                    <a:pt x="457200" y="228600"/>
                  </a:lnTo>
                  <a:lnTo>
                    <a:pt x="452555" y="182533"/>
                  </a:lnTo>
                  <a:lnTo>
                    <a:pt x="439233" y="139624"/>
                  </a:lnTo>
                  <a:lnTo>
                    <a:pt x="418154" y="100793"/>
                  </a:lnTo>
                  <a:lnTo>
                    <a:pt x="390239" y="66960"/>
                  </a:lnTo>
                  <a:lnTo>
                    <a:pt x="356406" y="39045"/>
                  </a:lnTo>
                  <a:lnTo>
                    <a:pt x="317575" y="17966"/>
                  </a:lnTo>
                  <a:lnTo>
                    <a:pt x="274666" y="4644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400800" y="35052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0" y="228600"/>
                  </a:moveTo>
                  <a:lnTo>
                    <a:pt x="4644" y="182533"/>
                  </a:lnTo>
                  <a:lnTo>
                    <a:pt x="17966" y="139624"/>
                  </a:lnTo>
                  <a:lnTo>
                    <a:pt x="39045" y="100793"/>
                  </a:lnTo>
                  <a:lnTo>
                    <a:pt x="66960" y="66960"/>
                  </a:lnTo>
                  <a:lnTo>
                    <a:pt x="100793" y="39045"/>
                  </a:lnTo>
                  <a:lnTo>
                    <a:pt x="139624" y="17966"/>
                  </a:lnTo>
                  <a:lnTo>
                    <a:pt x="182533" y="4644"/>
                  </a:lnTo>
                  <a:lnTo>
                    <a:pt x="228600" y="0"/>
                  </a:lnTo>
                  <a:lnTo>
                    <a:pt x="274666" y="4644"/>
                  </a:lnTo>
                  <a:lnTo>
                    <a:pt x="317575" y="17966"/>
                  </a:lnTo>
                  <a:lnTo>
                    <a:pt x="356406" y="39045"/>
                  </a:lnTo>
                  <a:lnTo>
                    <a:pt x="390239" y="66960"/>
                  </a:lnTo>
                  <a:lnTo>
                    <a:pt x="418154" y="100793"/>
                  </a:lnTo>
                  <a:lnTo>
                    <a:pt x="439233" y="139624"/>
                  </a:lnTo>
                  <a:lnTo>
                    <a:pt x="452555" y="182533"/>
                  </a:lnTo>
                  <a:lnTo>
                    <a:pt x="457200" y="228600"/>
                  </a:lnTo>
                  <a:lnTo>
                    <a:pt x="452555" y="274666"/>
                  </a:lnTo>
                  <a:lnTo>
                    <a:pt x="439233" y="317575"/>
                  </a:lnTo>
                  <a:lnTo>
                    <a:pt x="418154" y="356406"/>
                  </a:lnTo>
                  <a:lnTo>
                    <a:pt x="390239" y="390239"/>
                  </a:lnTo>
                  <a:lnTo>
                    <a:pt x="356406" y="418154"/>
                  </a:lnTo>
                  <a:lnTo>
                    <a:pt x="317575" y="439233"/>
                  </a:lnTo>
                  <a:lnTo>
                    <a:pt x="274666" y="452555"/>
                  </a:lnTo>
                  <a:lnTo>
                    <a:pt x="228600" y="457200"/>
                  </a:lnTo>
                  <a:lnTo>
                    <a:pt x="182533" y="452555"/>
                  </a:lnTo>
                  <a:lnTo>
                    <a:pt x="139624" y="439233"/>
                  </a:lnTo>
                  <a:lnTo>
                    <a:pt x="100793" y="418154"/>
                  </a:lnTo>
                  <a:lnTo>
                    <a:pt x="66960" y="390239"/>
                  </a:lnTo>
                  <a:lnTo>
                    <a:pt x="39045" y="356406"/>
                  </a:lnTo>
                  <a:lnTo>
                    <a:pt x="17966" y="317575"/>
                  </a:lnTo>
                  <a:lnTo>
                    <a:pt x="4644" y="274666"/>
                  </a:lnTo>
                  <a:lnTo>
                    <a:pt x="0" y="2286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6542023" y="3528136"/>
            <a:ext cx="17843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i="1" dirty="0">
                <a:latin typeface="Times New Roman"/>
                <a:cs typeface="Times New Roman"/>
              </a:rPr>
              <a:t>3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527050" y="2051050"/>
            <a:ext cx="7318375" cy="3975100"/>
            <a:chOff x="527050" y="2051050"/>
            <a:chExt cx="7318375" cy="3975100"/>
          </a:xfrm>
        </p:grpSpPr>
        <p:sp>
          <p:nvSpPr>
            <p:cNvPr id="25" name="object 25"/>
            <p:cNvSpPr/>
            <p:nvPr/>
          </p:nvSpPr>
          <p:spPr>
            <a:xfrm>
              <a:off x="5334000" y="2447925"/>
              <a:ext cx="2505075" cy="1057275"/>
            </a:xfrm>
            <a:custGeom>
              <a:avLst/>
              <a:gdLst/>
              <a:ahLst/>
              <a:cxnLst/>
              <a:rect l="l" t="t" r="r" b="b"/>
              <a:pathLst>
                <a:path w="2505075" h="1057275">
                  <a:moveTo>
                    <a:pt x="1590675" y="0"/>
                  </a:moveTo>
                  <a:lnTo>
                    <a:pt x="847725" y="361950"/>
                  </a:lnTo>
                </a:path>
                <a:path w="2505075" h="1057275">
                  <a:moveTo>
                    <a:pt x="1914525" y="0"/>
                  </a:moveTo>
                  <a:lnTo>
                    <a:pt x="2505075" y="361950"/>
                  </a:lnTo>
                </a:path>
                <a:path w="2505075" h="1057275">
                  <a:moveTo>
                    <a:pt x="523875" y="685800"/>
                  </a:moveTo>
                  <a:lnTo>
                    <a:pt x="0" y="1057275"/>
                  </a:lnTo>
                </a:path>
                <a:path w="2505075" h="1057275">
                  <a:moveTo>
                    <a:pt x="847725" y="685800"/>
                  </a:moveTo>
                  <a:lnTo>
                    <a:pt x="1295400" y="1057275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527050" y="2051050"/>
              <a:ext cx="5575300" cy="397510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2731135" y="2080082"/>
            <a:ext cx="17843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i="1" dirty="0"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712970" y="4366641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i="1" dirty="0">
                <a:latin typeface="Times New Roman"/>
                <a:cs typeface="Times New Roman"/>
              </a:rPr>
              <a:t>5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3188589" y="2613786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i="1" dirty="0">
                <a:latin typeface="Times New Roman"/>
                <a:cs typeface="Times New Roman"/>
              </a:rPr>
              <a:t>2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4179189" y="3757041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i="1" dirty="0">
                <a:latin typeface="Times New Roman"/>
                <a:cs typeface="Times New Roman"/>
              </a:rPr>
              <a:t>4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3645789" y="3147186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i="1" dirty="0">
                <a:latin typeface="Times New Roman"/>
                <a:cs typeface="Times New Roman"/>
              </a:rPr>
              <a:t>3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5779770" y="5586171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i="1" dirty="0">
                <a:latin typeface="Times New Roman"/>
                <a:cs typeface="Times New Roman"/>
              </a:rPr>
              <a:t>7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5246370" y="4976317"/>
            <a:ext cx="17843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i="1" dirty="0">
                <a:latin typeface="Times New Roman"/>
                <a:cs typeface="Times New Roman"/>
              </a:rPr>
              <a:t>6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2426335" y="4138041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i="1" dirty="0">
                <a:latin typeface="Times New Roman"/>
                <a:cs typeface="Times New Roman"/>
              </a:rPr>
              <a:t>4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359535" y="4823841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i="1" dirty="0">
                <a:latin typeface="Times New Roman"/>
                <a:cs typeface="Times New Roman"/>
              </a:rPr>
              <a:t>2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3340989" y="4823841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i="1" dirty="0">
                <a:latin typeface="Times New Roman"/>
                <a:cs typeface="Times New Roman"/>
              </a:rPr>
              <a:t>6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2731135" y="5586171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i="1" dirty="0">
                <a:latin typeface="Times New Roman"/>
                <a:cs typeface="Times New Roman"/>
              </a:rPr>
              <a:t>5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3950589" y="5586171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i="1" dirty="0">
                <a:latin typeface="Times New Roman"/>
                <a:cs typeface="Times New Roman"/>
              </a:rPr>
              <a:t>7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673404" y="5586171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i="1" dirty="0"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1969135" y="5586171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i="1" dirty="0">
                <a:latin typeface="Times New Roman"/>
                <a:cs typeface="Times New Roman"/>
              </a:rPr>
              <a:t>3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6160134" y="4228338"/>
            <a:ext cx="209804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i="1" dirty="0">
                <a:solidFill>
                  <a:srgbClr val="339933"/>
                </a:solidFill>
                <a:latin typeface="Arial"/>
                <a:cs typeface="Arial"/>
              </a:rPr>
              <a:t>Is this</a:t>
            </a:r>
            <a:r>
              <a:rPr sz="2000" i="1" spc="-110" dirty="0">
                <a:solidFill>
                  <a:srgbClr val="339933"/>
                </a:solidFill>
                <a:latin typeface="Arial"/>
                <a:cs typeface="Arial"/>
              </a:rPr>
              <a:t> </a:t>
            </a:r>
            <a:r>
              <a:rPr sz="2000" i="1" spc="-5" dirty="0">
                <a:solidFill>
                  <a:srgbClr val="339933"/>
                </a:solidFill>
                <a:latin typeface="Arial"/>
                <a:cs typeface="Arial"/>
              </a:rPr>
              <a:t>“balanced”?</a:t>
            </a:r>
            <a:endParaRPr sz="2000">
              <a:latin typeface="Arial"/>
              <a:cs typeface="Arial"/>
            </a:endParaRPr>
          </a:p>
        </p:txBody>
      </p:sp>
      <p:sp>
        <p:nvSpPr>
          <p:cNvPr id="42" name="Slide Number Placeholder 41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5</a:t>
            </a:fld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371600"/>
            <a:ext cx="9144000" cy="762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128166" y="392633"/>
            <a:ext cx="689292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>
                <a:solidFill>
                  <a:srgbClr val="FF0000"/>
                </a:solidFill>
              </a:rPr>
              <a:t>Approaches to balancing</a:t>
            </a:r>
            <a:r>
              <a:rPr spc="70" dirty="0">
                <a:solidFill>
                  <a:srgbClr val="FF0000"/>
                </a:solidFill>
              </a:rPr>
              <a:t> </a:t>
            </a:r>
            <a:r>
              <a:rPr spc="-5" dirty="0">
                <a:solidFill>
                  <a:srgbClr val="FF0000"/>
                </a:solidFill>
              </a:rPr>
              <a:t>trees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65454" y="1762500"/>
            <a:ext cx="6042660" cy="3834129"/>
          </a:xfrm>
          <a:prstGeom prst="rect">
            <a:avLst/>
          </a:prstGeom>
        </p:spPr>
        <p:txBody>
          <a:bodyPr vert="horz" wrap="square" lIns="0" tIns="10033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790"/>
              </a:spcBef>
              <a:buClr>
                <a:srgbClr val="0033CC"/>
              </a:buClr>
              <a:buSzPct val="83928"/>
              <a:buChar char="●"/>
              <a:tabLst>
                <a:tab pos="354965" algn="l"/>
                <a:tab pos="355600" algn="l"/>
              </a:tabLst>
            </a:pPr>
            <a:r>
              <a:rPr sz="2800" spc="-5" dirty="0">
                <a:solidFill>
                  <a:srgbClr val="339933"/>
                </a:solidFill>
                <a:latin typeface="Times New Roman"/>
                <a:cs typeface="Times New Roman"/>
              </a:rPr>
              <a:t>Don't</a:t>
            </a:r>
            <a:r>
              <a:rPr sz="2800" spc="-10" dirty="0">
                <a:solidFill>
                  <a:srgbClr val="339933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339933"/>
                </a:solidFill>
                <a:latin typeface="Times New Roman"/>
                <a:cs typeface="Times New Roman"/>
              </a:rPr>
              <a:t>balance</a:t>
            </a:r>
            <a:endParaRPr sz="2800">
              <a:latin typeface="Times New Roman"/>
              <a:cs typeface="Times New Roman"/>
            </a:endParaRPr>
          </a:p>
          <a:p>
            <a:pPr marL="756285" lvl="1" indent="-287020">
              <a:lnSpc>
                <a:spcPct val="100000"/>
              </a:lnSpc>
              <a:spcBef>
                <a:spcPts val="590"/>
              </a:spcBef>
              <a:buClr>
                <a:srgbClr val="CC0000"/>
              </a:buClr>
              <a:buSzPct val="85416"/>
              <a:buChar char="■"/>
              <a:tabLst>
                <a:tab pos="756285" algn="l"/>
                <a:tab pos="756920" algn="l"/>
              </a:tabLst>
            </a:pPr>
            <a:r>
              <a:rPr sz="2400" dirty="0">
                <a:latin typeface="Times New Roman"/>
                <a:cs typeface="Times New Roman"/>
              </a:rPr>
              <a:t>May end up with </a:t>
            </a:r>
            <a:r>
              <a:rPr sz="2400" spc="-10" dirty="0">
                <a:latin typeface="Times New Roman"/>
                <a:cs typeface="Times New Roman"/>
              </a:rPr>
              <a:t>some </a:t>
            </a:r>
            <a:r>
              <a:rPr sz="2400" dirty="0">
                <a:latin typeface="Times New Roman"/>
                <a:cs typeface="Times New Roman"/>
              </a:rPr>
              <a:t>nodes very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deep</a:t>
            </a:r>
            <a:endParaRPr sz="24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655"/>
              </a:spcBef>
              <a:buClr>
                <a:srgbClr val="0033CC"/>
              </a:buClr>
              <a:buSzPct val="83928"/>
              <a:buChar char="●"/>
              <a:tabLst>
                <a:tab pos="354965" algn="l"/>
                <a:tab pos="355600" algn="l"/>
              </a:tabLst>
            </a:pPr>
            <a:r>
              <a:rPr sz="2800" dirty="0">
                <a:solidFill>
                  <a:srgbClr val="008000"/>
                </a:solidFill>
                <a:latin typeface="Times New Roman"/>
                <a:cs typeface="Times New Roman"/>
              </a:rPr>
              <a:t>Strict</a:t>
            </a:r>
            <a:r>
              <a:rPr sz="2800" spc="-20" dirty="0">
                <a:solidFill>
                  <a:srgbClr val="008000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008000"/>
                </a:solidFill>
                <a:latin typeface="Times New Roman"/>
                <a:cs typeface="Times New Roman"/>
              </a:rPr>
              <a:t>balance</a:t>
            </a:r>
            <a:endParaRPr sz="2800">
              <a:latin typeface="Times New Roman"/>
              <a:cs typeface="Times New Roman"/>
            </a:endParaRPr>
          </a:p>
          <a:p>
            <a:pPr marL="756285" lvl="1" indent="-287020">
              <a:lnSpc>
                <a:spcPct val="100000"/>
              </a:lnSpc>
              <a:spcBef>
                <a:spcPts val="595"/>
              </a:spcBef>
              <a:buClr>
                <a:srgbClr val="CC0000"/>
              </a:buClr>
              <a:buSzPct val="85416"/>
              <a:buChar char="■"/>
              <a:tabLst>
                <a:tab pos="756285" algn="l"/>
                <a:tab pos="756920" algn="l"/>
              </a:tabLst>
            </a:pPr>
            <a:r>
              <a:rPr sz="2400" dirty="0">
                <a:latin typeface="Times New Roman"/>
                <a:cs typeface="Times New Roman"/>
              </a:rPr>
              <a:t>The tree </a:t>
            </a:r>
            <a:r>
              <a:rPr sz="2400" spc="-10" dirty="0">
                <a:latin typeface="Times New Roman"/>
                <a:cs typeface="Times New Roman"/>
              </a:rPr>
              <a:t>must </a:t>
            </a:r>
            <a:r>
              <a:rPr sz="2400" dirty="0">
                <a:latin typeface="Times New Roman"/>
                <a:cs typeface="Times New Roman"/>
              </a:rPr>
              <a:t>always be balanced</a:t>
            </a:r>
            <a:r>
              <a:rPr sz="2400" spc="-1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perfectly</a:t>
            </a:r>
            <a:endParaRPr sz="24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655"/>
              </a:spcBef>
              <a:buClr>
                <a:srgbClr val="0033CC"/>
              </a:buClr>
              <a:buSzPct val="83928"/>
              <a:buChar char="●"/>
              <a:tabLst>
                <a:tab pos="354965" algn="l"/>
                <a:tab pos="355600" algn="l"/>
              </a:tabLst>
            </a:pPr>
            <a:r>
              <a:rPr sz="2800" spc="-5" dirty="0">
                <a:solidFill>
                  <a:srgbClr val="FF0000"/>
                </a:solidFill>
                <a:latin typeface="Times New Roman"/>
                <a:cs typeface="Times New Roman"/>
              </a:rPr>
              <a:t>Pretty good</a:t>
            </a:r>
            <a:r>
              <a:rPr sz="2800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FF0000"/>
                </a:solidFill>
                <a:latin typeface="Times New Roman"/>
                <a:cs typeface="Times New Roman"/>
              </a:rPr>
              <a:t>balance</a:t>
            </a:r>
            <a:endParaRPr sz="2800">
              <a:latin typeface="Times New Roman"/>
              <a:cs typeface="Times New Roman"/>
            </a:endParaRPr>
          </a:p>
          <a:p>
            <a:pPr marL="756285" lvl="1" indent="-287020">
              <a:lnSpc>
                <a:spcPct val="100000"/>
              </a:lnSpc>
              <a:spcBef>
                <a:spcPts val="595"/>
              </a:spcBef>
              <a:buClr>
                <a:srgbClr val="CC0000"/>
              </a:buClr>
              <a:buSzPct val="85416"/>
              <a:buChar char="■"/>
              <a:tabLst>
                <a:tab pos="756285" algn="l"/>
                <a:tab pos="756920" algn="l"/>
              </a:tabLst>
            </a:pPr>
            <a:r>
              <a:rPr sz="2400" dirty="0">
                <a:latin typeface="Times New Roman"/>
                <a:cs typeface="Times New Roman"/>
              </a:rPr>
              <a:t>Only allow a little out of</a:t>
            </a:r>
            <a:r>
              <a:rPr sz="2400" spc="-1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balance</a:t>
            </a:r>
            <a:endParaRPr sz="24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655"/>
              </a:spcBef>
              <a:buClr>
                <a:srgbClr val="0033CC"/>
              </a:buClr>
              <a:buSzPct val="83928"/>
              <a:buChar char="●"/>
              <a:tabLst>
                <a:tab pos="354965" algn="l"/>
                <a:tab pos="355600" algn="l"/>
              </a:tabLst>
            </a:pPr>
            <a:r>
              <a:rPr sz="2800" spc="-5" dirty="0">
                <a:solidFill>
                  <a:srgbClr val="6600CC"/>
                </a:solidFill>
                <a:latin typeface="Times New Roman"/>
                <a:cs typeface="Times New Roman"/>
              </a:rPr>
              <a:t>Adjust on</a:t>
            </a:r>
            <a:r>
              <a:rPr sz="2800" spc="-20" dirty="0">
                <a:solidFill>
                  <a:srgbClr val="6600CC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6600CC"/>
                </a:solidFill>
                <a:latin typeface="Times New Roman"/>
                <a:cs typeface="Times New Roman"/>
              </a:rPr>
              <a:t>access</a:t>
            </a:r>
            <a:endParaRPr sz="2800">
              <a:latin typeface="Times New Roman"/>
              <a:cs typeface="Times New Roman"/>
            </a:endParaRPr>
          </a:p>
          <a:p>
            <a:pPr marL="756285" lvl="1" indent="-287020">
              <a:lnSpc>
                <a:spcPct val="100000"/>
              </a:lnSpc>
              <a:spcBef>
                <a:spcPts val="595"/>
              </a:spcBef>
              <a:buClr>
                <a:srgbClr val="CC0000"/>
              </a:buClr>
              <a:buSzPct val="85416"/>
              <a:buChar char="■"/>
              <a:tabLst>
                <a:tab pos="756285" algn="l"/>
                <a:tab pos="756920" algn="l"/>
              </a:tabLst>
            </a:pPr>
            <a:r>
              <a:rPr sz="2400" dirty="0">
                <a:latin typeface="Times New Roman"/>
                <a:cs typeface="Times New Roman"/>
              </a:rPr>
              <a:t>Self-adjusting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6</a:t>
            </a:fld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371600"/>
            <a:ext cx="9144000" cy="762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059586" y="392633"/>
            <a:ext cx="702437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>
                <a:solidFill>
                  <a:srgbClr val="FF0000"/>
                </a:solidFill>
              </a:rPr>
              <a:t>Balancing Binary Search</a:t>
            </a:r>
            <a:r>
              <a:rPr spc="5" dirty="0">
                <a:solidFill>
                  <a:srgbClr val="FF0000"/>
                </a:solidFill>
              </a:rPr>
              <a:t> </a:t>
            </a:r>
            <a:r>
              <a:rPr spc="-5" dirty="0">
                <a:solidFill>
                  <a:srgbClr val="FF0000"/>
                </a:solidFill>
              </a:rPr>
              <a:t>Trees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65454" y="2001088"/>
            <a:ext cx="7130415" cy="29654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Clr>
                <a:srgbClr val="0033CC"/>
              </a:buClr>
              <a:buSzPct val="84375"/>
              <a:buChar char="●"/>
              <a:tabLst>
                <a:tab pos="354965" algn="l"/>
                <a:tab pos="355600" algn="l"/>
              </a:tabLst>
            </a:pPr>
            <a:r>
              <a:rPr sz="3200" dirty="0">
                <a:latin typeface="Times New Roman"/>
                <a:cs typeface="Times New Roman"/>
              </a:rPr>
              <a:t>Many algorithms exist for keeping</a:t>
            </a:r>
            <a:r>
              <a:rPr sz="3200" spc="-114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binary  search trees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balanced</a:t>
            </a:r>
            <a:endParaRPr sz="3200">
              <a:latin typeface="Times New Roman"/>
              <a:cs typeface="Times New Roman"/>
            </a:endParaRPr>
          </a:p>
          <a:p>
            <a:pPr marL="756285" marR="561975" lvl="1" indent="-287020">
              <a:lnSpc>
                <a:spcPct val="100000"/>
              </a:lnSpc>
              <a:spcBef>
                <a:spcPts val="675"/>
              </a:spcBef>
              <a:buClr>
                <a:srgbClr val="CC0000"/>
              </a:buClr>
              <a:buSzPct val="83928"/>
              <a:buChar char="■"/>
              <a:tabLst>
                <a:tab pos="756920" algn="l"/>
              </a:tabLst>
            </a:pPr>
            <a:r>
              <a:rPr sz="2800" spc="-5" dirty="0">
                <a:latin typeface="Times New Roman"/>
                <a:cs typeface="Times New Roman"/>
              </a:rPr>
              <a:t>Adelson-Velskii and Landis (</a:t>
            </a:r>
            <a:r>
              <a:rPr sz="2800" spc="-5" dirty="0">
                <a:solidFill>
                  <a:srgbClr val="339933"/>
                </a:solidFill>
                <a:latin typeface="Times New Roman"/>
                <a:cs typeface="Times New Roman"/>
              </a:rPr>
              <a:t>AVL) trees </a:t>
            </a:r>
            <a:r>
              <a:rPr sz="2800" spc="-5" dirty="0">
                <a:latin typeface="Times New Roman"/>
                <a:cs typeface="Times New Roman"/>
              </a:rPr>
              <a:t> (height-balanced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trees)</a:t>
            </a:r>
            <a:endParaRPr sz="2800">
              <a:latin typeface="Times New Roman"/>
              <a:cs typeface="Times New Roman"/>
            </a:endParaRPr>
          </a:p>
          <a:p>
            <a:pPr marL="756285" lvl="1" indent="-287020">
              <a:lnSpc>
                <a:spcPct val="100000"/>
              </a:lnSpc>
              <a:spcBef>
                <a:spcPts val="675"/>
              </a:spcBef>
              <a:buClr>
                <a:srgbClr val="CC0000"/>
              </a:buClr>
              <a:buSzPct val="83928"/>
              <a:buChar char="■"/>
              <a:tabLst>
                <a:tab pos="756920" algn="l"/>
              </a:tabLst>
            </a:pPr>
            <a:r>
              <a:rPr sz="2800" spc="-5" dirty="0">
                <a:solidFill>
                  <a:srgbClr val="339933"/>
                </a:solidFill>
                <a:latin typeface="Times New Roman"/>
                <a:cs typeface="Times New Roman"/>
              </a:rPr>
              <a:t>Splay trees </a:t>
            </a:r>
            <a:r>
              <a:rPr sz="2800" spc="-5" dirty="0">
                <a:latin typeface="Times New Roman"/>
                <a:cs typeface="Times New Roman"/>
              </a:rPr>
              <a:t>and other </a:t>
            </a:r>
            <a:r>
              <a:rPr sz="2800" dirty="0">
                <a:latin typeface="Times New Roman"/>
                <a:cs typeface="Times New Roman"/>
              </a:rPr>
              <a:t>self-adjusting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trees</a:t>
            </a:r>
            <a:endParaRPr sz="2800">
              <a:latin typeface="Times New Roman"/>
              <a:cs typeface="Times New Roman"/>
            </a:endParaRPr>
          </a:p>
          <a:p>
            <a:pPr marL="756285" lvl="1" indent="-287020">
              <a:lnSpc>
                <a:spcPct val="100000"/>
              </a:lnSpc>
              <a:spcBef>
                <a:spcPts val="675"/>
              </a:spcBef>
              <a:buClr>
                <a:srgbClr val="CC0000"/>
              </a:buClr>
              <a:buSzPct val="83928"/>
              <a:buChar char="■"/>
              <a:tabLst>
                <a:tab pos="756920" algn="l"/>
              </a:tabLst>
            </a:pPr>
            <a:r>
              <a:rPr sz="2800" spc="-5" dirty="0">
                <a:solidFill>
                  <a:srgbClr val="339933"/>
                </a:solidFill>
                <a:latin typeface="Times New Roman"/>
                <a:cs typeface="Times New Roman"/>
              </a:rPr>
              <a:t>B-trees </a:t>
            </a:r>
            <a:r>
              <a:rPr sz="2800" spc="-5" dirty="0">
                <a:latin typeface="Times New Roman"/>
                <a:cs typeface="Times New Roman"/>
              </a:rPr>
              <a:t>and </a:t>
            </a:r>
            <a:r>
              <a:rPr sz="2800" dirty="0">
                <a:latin typeface="Times New Roman"/>
                <a:cs typeface="Times New Roman"/>
              </a:rPr>
              <a:t>other </a:t>
            </a:r>
            <a:r>
              <a:rPr sz="2800" spc="-5" dirty="0">
                <a:latin typeface="Times New Roman"/>
                <a:cs typeface="Times New Roman"/>
              </a:rPr>
              <a:t>multiway search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trees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7</a:t>
            </a:fld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371600"/>
            <a:ext cx="9144000" cy="762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980182" y="392633"/>
            <a:ext cx="318452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>
                <a:solidFill>
                  <a:srgbClr val="000099"/>
                </a:solidFill>
              </a:rPr>
              <a:t>AVL Tree</a:t>
            </a:r>
            <a:r>
              <a:rPr spc="-75" dirty="0">
                <a:solidFill>
                  <a:srgbClr val="000099"/>
                </a:solidFill>
              </a:rPr>
              <a:t> </a:t>
            </a:r>
            <a:r>
              <a:rPr spc="-10" dirty="0">
                <a:solidFill>
                  <a:srgbClr val="000099"/>
                </a:solidFill>
              </a:rPr>
              <a:t>is…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36549" y="1447135"/>
            <a:ext cx="7891145" cy="3244850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865"/>
              </a:spcBef>
              <a:buClr>
                <a:srgbClr val="0033CC"/>
              </a:buClr>
              <a:buSzPct val="84375"/>
              <a:buChar char="●"/>
              <a:tabLst>
                <a:tab pos="355600" algn="l"/>
                <a:tab pos="356235" algn="l"/>
              </a:tabLst>
            </a:pPr>
            <a:r>
              <a:rPr sz="3200" dirty="0">
                <a:latin typeface="Times New Roman"/>
                <a:cs typeface="Times New Roman"/>
              </a:rPr>
              <a:t>Named after </a:t>
            </a:r>
            <a:r>
              <a:rPr sz="3200" b="1" dirty="0">
                <a:solidFill>
                  <a:srgbClr val="FF0000"/>
                </a:solidFill>
                <a:latin typeface="Times New Roman"/>
                <a:cs typeface="Times New Roman"/>
              </a:rPr>
              <a:t>A</a:t>
            </a:r>
            <a:r>
              <a:rPr sz="3200" dirty="0">
                <a:latin typeface="Times New Roman"/>
                <a:cs typeface="Times New Roman"/>
              </a:rPr>
              <a:t>delson-</a:t>
            </a:r>
            <a:r>
              <a:rPr sz="3200" b="1" dirty="0">
                <a:solidFill>
                  <a:srgbClr val="FF0000"/>
                </a:solidFill>
                <a:latin typeface="Times New Roman"/>
                <a:cs typeface="Times New Roman"/>
              </a:rPr>
              <a:t>V</a:t>
            </a:r>
            <a:r>
              <a:rPr sz="3200" dirty="0">
                <a:latin typeface="Times New Roman"/>
                <a:cs typeface="Times New Roman"/>
              </a:rPr>
              <a:t>elskii </a:t>
            </a:r>
            <a:r>
              <a:rPr sz="3200" spc="5" dirty="0">
                <a:latin typeface="Times New Roman"/>
                <a:cs typeface="Times New Roman"/>
              </a:rPr>
              <a:t>and</a:t>
            </a:r>
            <a:r>
              <a:rPr sz="3200" spc="-130" dirty="0">
                <a:latin typeface="Times New Roman"/>
                <a:cs typeface="Times New Roman"/>
              </a:rPr>
              <a:t> </a:t>
            </a:r>
            <a:r>
              <a:rPr sz="3200" b="1" dirty="0">
                <a:solidFill>
                  <a:srgbClr val="FF0000"/>
                </a:solidFill>
                <a:latin typeface="Times New Roman"/>
                <a:cs typeface="Times New Roman"/>
              </a:rPr>
              <a:t>L</a:t>
            </a:r>
            <a:r>
              <a:rPr sz="3200" dirty="0">
                <a:latin typeface="Times New Roman"/>
                <a:cs typeface="Times New Roman"/>
              </a:rPr>
              <a:t>andis</a:t>
            </a:r>
          </a:p>
          <a:p>
            <a:pPr marL="12065" marR="836930">
              <a:lnSpc>
                <a:spcPct val="100000"/>
              </a:lnSpc>
              <a:spcBef>
                <a:spcPts val="770"/>
              </a:spcBef>
              <a:buClr>
                <a:srgbClr val="0033CC"/>
              </a:buClr>
              <a:buSzPct val="84375"/>
              <a:tabLst>
                <a:tab pos="355600" algn="l"/>
                <a:tab pos="356235" algn="l"/>
              </a:tabLst>
            </a:pPr>
            <a:r>
              <a:rPr lang="en-IN" sz="3200" dirty="0" smtClean="0">
                <a:latin typeface="Times New Roman"/>
                <a:cs typeface="Times New Roman"/>
              </a:rPr>
              <a:t>	</a:t>
            </a:r>
            <a:r>
              <a:rPr sz="3200" dirty="0" smtClean="0">
                <a:latin typeface="Times New Roman"/>
                <a:cs typeface="Times New Roman"/>
              </a:rPr>
              <a:t>the </a:t>
            </a:r>
            <a:r>
              <a:rPr sz="3200" dirty="0">
                <a:latin typeface="Times New Roman"/>
                <a:cs typeface="Times New Roman"/>
              </a:rPr>
              <a:t>first dynamically balanced trees to</a:t>
            </a:r>
            <a:r>
              <a:rPr sz="3200" spc="-7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be  </a:t>
            </a:r>
            <a:r>
              <a:rPr lang="en-IN" sz="3200" dirty="0" smtClean="0">
                <a:latin typeface="Times New Roman"/>
                <a:cs typeface="Times New Roman"/>
              </a:rPr>
              <a:t>	</a:t>
            </a:r>
            <a:r>
              <a:rPr sz="3200" dirty="0" smtClean="0">
                <a:latin typeface="Times New Roman"/>
                <a:cs typeface="Times New Roman"/>
              </a:rPr>
              <a:t>propose</a:t>
            </a:r>
            <a:endParaRPr sz="3200" dirty="0">
              <a:latin typeface="Times New Roman"/>
              <a:cs typeface="Times New Roman"/>
            </a:endParaRPr>
          </a:p>
          <a:p>
            <a:pPr marL="355600" marR="5080" indent="-343535">
              <a:lnSpc>
                <a:spcPct val="100000"/>
              </a:lnSpc>
              <a:spcBef>
                <a:spcPts val="770"/>
              </a:spcBef>
              <a:buClr>
                <a:srgbClr val="0033CC"/>
              </a:buClr>
              <a:buSzPct val="84375"/>
              <a:buChar char="●"/>
              <a:tabLst>
                <a:tab pos="355600" algn="l"/>
                <a:tab pos="356235" algn="l"/>
              </a:tabLst>
            </a:pPr>
            <a:r>
              <a:rPr sz="3200" dirty="0">
                <a:latin typeface="Times New Roman"/>
                <a:cs typeface="Times New Roman"/>
              </a:rPr>
              <a:t>Binary search tree with </a:t>
            </a:r>
            <a:r>
              <a:rPr sz="3200" b="1" dirty="0">
                <a:solidFill>
                  <a:srgbClr val="FF0000"/>
                </a:solidFill>
                <a:latin typeface="Times New Roman"/>
                <a:cs typeface="Times New Roman"/>
              </a:rPr>
              <a:t>balance condition </a:t>
            </a:r>
            <a:r>
              <a:rPr sz="3200" dirty="0">
                <a:latin typeface="Times New Roman"/>
                <a:cs typeface="Times New Roman"/>
              </a:rPr>
              <a:t>in  which the sub-trees of each node </a:t>
            </a:r>
            <a:r>
              <a:rPr sz="3200" spc="5" dirty="0">
                <a:latin typeface="Times New Roman"/>
                <a:cs typeface="Times New Roman"/>
              </a:rPr>
              <a:t>can </a:t>
            </a:r>
            <a:r>
              <a:rPr sz="3200" dirty="0">
                <a:latin typeface="Times New Roman"/>
                <a:cs typeface="Times New Roman"/>
              </a:rPr>
              <a:t>differ</a:t>
            </a:r>
            <a:r>
              <a:rPr sz="3200" spc="-1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by </a:t>
            </a:r>
            <a:r>
              <a:rPr sz="3200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at most 1</a:t>
            </a:r>
            <a:r>
              <a:rPr sz="3200" dirty="0">
                <a:latin typeface="Times New Roman"/>
                <a:cs typeface="Times New Roman"/>
              </a:rPr>
              <a:t> in their</a:t>
            </a:r>
            <a:r>
              <a:rPr sz="3200" spc="-60" dirty="0">
                <a:latin typeface="Times New Roman"/>
                <a:cs typeface="Times New Roman"/>
              </a:rPr>
              <a:t> </a:t>
            </a:r>
            <a:r>
              <a:rPr sz="3200" spc="5" dirty="0">
                <a:latin typeface="Times New Roman"/>
                <a:cs typeface="Times New Roman"/>
              </a:rPr>
              <a:t>height</a:t>
            </a:r>
            <a:endParaRPr sz="3200" dirty="0">
              <a:latin typeface="Times New Roman"/>
              <a:cs typeface="Times New Roman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8</a:t>
            </a:fld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371600"/>
            <a:ext cx="9144000" cy="762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396364" y="392633"/>
            <a:ext cx="635571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>
                <a:solidFill>
                  <a:srgbClr val="000099"/>
                </a:solidFill>
              </a:rPr>
              <a:t>Definition of a balanced</a:t>
            </a:r>
            <a:r>
              <a:rPr spc="60" dirty="0">
                <a:solidFill>
                  <a:srgbClr val="000099"/>
                </a:solidFill>
              </a:rPr>
              <a:t> </a:t>
            </a:r>
            <a:r>
              <a:rPr spc="-5" dirty="0">
                <a:solidFill>
                  <a:srgbClr val="000099"/>
                </a:solidFill>
              </a:rPr>
              <a:t>tree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36549" y="1447135"/>
            <a:ext cx="7933055" cy="2757170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865"/>
              </a:spcBef>
              <a:buClr>
                <a:srgbClr val="0033CC"/>
              </a:buClr>
              <a:buSzPct val="84375"/>
              <a:buChar char="●"/>
              <a:tabLst>
                <a:tab pos="355600" algn="l"/>
                <a:tab pos="356235" algn="l"/>
              </a:tabLst>
            </a:pPr>
            <a:r>
              <a:rPr sz="3200" dirty="0">
                <a:latin typeface="Times New Roman"/>
                <a:cs typeface="Times New Roman"/>
              </a:rPr>
              <a:t>Ensure the depth = O(log</a:t>
            </a:r>
            <a:r>
              <a:rPr sz="3200" spc="-7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N)</a:t>
            </a:r>
            <a:endParaRPr sz="3200">
              <a:latin typeface="Times New Roman"/>
              <a:cs typeface="Times New Roman"/>
            </a:endParaRPr>
          </a:p>
          <a:p>
            <a:pPr marL="355600" marR="380365" indent="-343535">
              <a:lnSpc>
                <a:spcPct val="100000"/>
              </a:lnSpc>
              <a:spcBef>
                <a:spcPts val="770"/>
              </a:spcBef>
              <a:buClr>
                <a:srgbClr val="0033CC"/>
              </a:buClr>
              <a:buSzPct val="84375"/>
              <a:buChar char="●"/>
              <a:tabLst>
                <a:tab pos="355600" algn="l"/>
                <a:tab pos="356235" algn="l"/>
              </a:tabLst>
            </a:pPr>
            <a:r>
              <a:rPr sz="3200" dirty="0">
                <a:latin typeface="Times New Roman"/>
                <a:cs typeface="Times New Roman"/>
              </a:rPr>
              <a:t>Take O(log N) time for searching,</a:t>
            </a:r>
            <a:r>
              <a:rPr sz="3200" spc="-6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insertion,  </a:t>
            </a:r>
            <a:r>
              <a:rPr sz="3200" spc="5" dirty="0">
                <a:latin typeface="Times New Roman"/>
                <a:cs typeface="Times New Roman"/>
              </a:rPr>
              <a:t>and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deletion</a:t>
            </a:r>
            <a:endParaRPr sz="3200">
              <a:latin typeface="Times New Roman"/>
              <a:cs typeface="Times New Roman"/>
            </a:endParaRPr>
          </a:p>
          <a:p>
            <a:pPr marL="355600" marR="5080" indent="-343535">
              <a:lnSpc>
                <a:spcPct val="100000"/>
              </a:lnSpc>
              <a:spcBef>
                <a:spcPts val="770"/>
              </a:spcBef>
              <a:buClr>
                <a:srgbClr val="0033CC"/>
              </a:buClr>
              <a:buSzPct val="84375"/>
              <a:buChar char="●"/>
              <a:tabLst>
                <a:tab pos="355600" algn="l"/>
                <a:tab pos="356235" algn="l"/>
              </a:tabLst>
            </a:pPr>
            <a:r>
              <a:rPr sz="3200" dirty="0">
                <a:latin typeface="Times New Roman"/>
                <a:cs typeface="Times New Roman"/>
              </a:rPr>
              <a:t>Every node must have left &amp; right sub-trees</a:t>
            </a:r>
            <a:r>
              <a:rPr sz="3200" spc="-1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of  the same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spc="5" dirty="0">
                <a:latin typeface="Times New Roman"/>
                <a:cs typeface="Times New Roman"/>
              </a:rPr>
              <a:t>height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9</a:t>
            </a:fld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371600"/>
            <a:ext cx="9144000" cy="762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903857" y="71203"/>
            <a:ext cx="6021070" cy="12204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929764" marR="5080" indent="-1917700">
              <a:lnSpc>
                <a:spcPct val="108900"/>
              </a:lnSpc>
              <a:spcBef>
                <a:spcPts val="95"/>
              </a:spcBef>
            </a:pPr>
            <a:r>
              <a:rPr sz="3600" u="heavy" spc="-5" dirty="0">
                <a:solidFill>
                  <a:srgbClr val="000099"/>
                </a:solidFill>
                <a:uFill>
                  <a:solidFill>
                    <a:srgbClr val="000099"/>
                  </a:solidFill>
                </a:uFill>
              </a:rPr>
              <a:t>An AVL tree has </a:t>
            </a:r>
            <a:r>
              <a:rPr sz="3600" u="heavy" spc="-10" dirty="0">
                <a:solidFill>
                  <a:srgbClr val="000099"/>
                </a:solidFill>
                <a:uFill>
                  <a:solidFill>
                    <a:srgbClr val="000099"/>
                  </a:solidFill>
                </a:uFill>
              </a:rPr>
              <a:t>the </a:t>
            </a:r>
            <a:r>
              <a:rPr sz="3600" u="heavy" dirty="0">
                <a:solidFill>
                  <a:srgbClr val="000099"/>
                </a:solidFill>
                <a:uFill>
                  <a:solidFill>
                    <a:srgbClr val="000099"/>
                  </a:solidFill>
                </a:uFill>
              </a:rPr>
              <a:t>following </a:t>
            </a:r>
            <a:r>
              <a:rPr sz="3600" dirty="0">
                <a:solidFill>
                  <a:srgbClr val="000099"/>
                </a:solidFill>
              </a:rPr>
              <a:t> </a:t>
            </a:r>
            <a:r>
              <a:rPr sz="3600" u="heavy" dirty="0">
                <a:solidFill>
                  <a:srgbClr val="000099"/>
                </a:solidFill>
                <a:uFill>
                  <a:solidFill>
                    <a:srgbClr val="000099"/>
                  </a:solidFill>
                </a:uFill>
              </a:rPr>
              <a:t>properties:</a:t>
            </a:r>
            <a:endParaRPr sz="3600"/>
          </a:p>
        </p:txBody>
      </p:sp>
      <p:sp>
        <p:nvSpPr>
          <p:cNvPr id="4" name="object 4"/>
          <p:cNvSpPr txBox="1"/>
          <p:nvPr/>
        </p:nvSpPr>
        <p:spPr>
          <a:xfrm>
            <a:off x="689254" y="2077288"/>
            <a:ext cx="3601085" cy="30505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621665" marR="5080" indent="-609600">
              <a:lnSpc>
                <a:spcPct val="100000"/>
              </a:lnSpc>
              <a:spcBef>
                <a:spcPts val="105"/>
              </a:spcBef>
              <a:buClr>
                <a:srgbClr val="0033CC"/>
              </a:buClr>
              <a:buSzPct val="84375"/>
              <a:buAutoNum type="arabicPeriod"/>
              <a:tabLst>
                <a:tab pos="621665" algn="l"/>
                <a:tab pos="622300" algn="l"/>
              </a:tabLst>
            </a:pPr>
            <a:r>
              <a:rPr sz="3200" dirty="0">
                <a:latin typeface="Times New Roman"/>
                <a:cs typeface="Times New Roman"/>
              </a:rPr>
              <a:t>Sub-trees of each  node can differ</a:t>
            </a:r>
            <a:r>
              <a:rPr sz="3200" spc="-1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by  at most 1 in </a:t>
            </a:r>
            <a:r>
              <a:rPr sz="3200" spc="-5" dirty="0">
                <a:latin typeface="Times New Roman"/>
                <a:cs typeface="Times New Roman"/>
              </a:rPr>
              <a:t>their  </a:t>
            </a:r>
            <a:r>
              <a:rPr sz="3200" dirty="0">
                <a:latin typeface="Times New Roman"/>
                <a:cs typeface="Times New Roman"/>
              </a:rPr>
              <a:t>height</a:t>
            </a:r>
            <a:endParaRPr sz="3200">
              <a:latin typeface="Times New Roman"/>
              <a:cs typeface="Times New Roman"/>
            </a:endParaRPr>
          </a:p>
          <a:p>
            <a:pPr marL="621665" marR="59690" indent="-609600">
              <a:lnSpc>
                <a:spcPct val="100000"/>
              </a:lnSpc>
              <a:spcBef>
                <a:spcPts val="770"/>
              </a:spcBef>
              <a:buClr>
                <a:srgbClr val="0033CC"/>
              </a:buClr>
              <a:buSzPct val="84375"/>
              <a:buAutoNum type="arabicPeriod"/>
              <a:tabLst>
                <a:tab pos="621665" algn="l"/>
                <a:tab pos="622300" algn="l"/>
              </a:tabLst>
            </a:pPr>
            <a:r>
              <a:rPr sz="3200" dirty="0">
                <a:latin typeface="Times New Roman"/>
                <a:cs typeface="Times New Roman"/>
              </a:rPr>
              <a:t>Every sub-trees</a:t>
            </a:r>
            <a:r>
              <a:rPr sz="3200" spc="-114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is  an AVL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tree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055068" y="2485652"/>
            <a:ext cx="3826308" cy="250438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10</a:t>
            </a:fld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371600"/>
            <a:ext cx="9144000" cy="762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431285" y="545033"/>
            <a:ext cx="228155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>
                <a:solidFill>
                  <a:srgbClr val="000099"/>
                </a:solidFill>
              </a:rPr>
              <a:t>AVL</a:t>
            </a:r>
            <a:r>
              <a:rPr spc="-85" dirty="0">
                <a:solidFill>
                  <a:srgbClr val="000099"/>
                </a:solidFill>
              </a:rPr>
              <a:t> </a:t>
            </a:r>
            <a:r>
              <a:rPr spc="-5" dirty="0">
                <a:solidFill>
                  <a:srgbClr val="000099"/>
                </a:solidFill>
              </a:rPr>
              <a:t>tree?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88340" y="4901641"/>
            <a:ext cx="2989580" cy="13690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i="1" u="heavy" spc="-1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YES</a:t>
            </a:r>
            <a:endParaRPr sz="28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20"/>
              </a:spcBef>
            </a:pPr>
            <a:r>
              <a:rPr sz="2000" i="1" dirty="0">
                <a:latin typeface="Arial"/>
                <a:cs typeface="Arial"/>
              </a:rPr>
              <a:t>Each left sub-tree has  height 1 greater than</a:t>
            </a:r>
            <a:r>
              <a:rPr sz="2000" i="1" spc="-135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each  right</a:t>
            </a:r>
            <a:r>
              <a:rPr sz="2000" i="1" spc="-35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sub-tree</a:t>
            </a:r>
            <a:endParaRPr sz="20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261228" y="4901641"/>
            <a:ext cx="3183890" cy="13690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i="1" u="heavy" spc="-1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NO</a:t>
            </a:r>
            <a:endParaRPr sz="28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20"/>
              </a:spcBef>
            </a:pPr>
            <a:r>
              <a:rPr sz="2000" i="1" dirty="0">
                <a:latin typeface="Arial"/>
                <a:cs typeface="Arial"/>
              </a:rPr>
              <a:t>Left sub-tree has height 3,  but right sub-tree has</a:t>
            </a:r>
            <a:r>
              <a:rPr sz="2000" i="1" spc="-160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height  1</a:t>
            </a:r>
            <a:endParaRPr sz="20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842782" y="1849506"/>
            <a:ext cx="2552739" cy="269723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428756" y="1937282"/>
            <a:ext cx="2448270" cy="260273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11</a:t>
            </a:fld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371600"/>
            <a:ext cx="9144000" cy="762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573017" y="392633"/>
            <a:ext cx="1999614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AVL</a:t>
            </a:r>
            <a:r>
              <a:rPr spc="-90" dirty="0"/>
              <a:t> </a:t>
            </a:r>
            <a:r>
              <a:rPr spc="-5" dirty="0"/>
              <a:t>tree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36549" y="1447135"/>
            <a:ext cx="8008620" cy="4662170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65"/>
              </a:spcBef>
            </a:pPr>
            <a:r>
              <a:rPr sz="3200" dirty="0">
                <a:latin typeface="Times New Roman"/>
                <a:cs typeface="Times New Roman"/>
              </a:rPr>
              <a:t>Height of a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node</a:t>
            </a:r>
            <a:endParaRPr sz="3200">
              <a:latin typeface="Times New Roman"/>
              <a:cs typeface="Times New Roman"/>
            </a:endParaRPr>
          </a:p>
          <a:p>
            <a:pPr marL="355600" marR="267335" indent="-343535">
              <a:lnSpc>
                <a:spcPct val="100000"/>
              </a:lnSpc>
              <a:spcBef>
                <a:spcPts val="770"/>
              </a:spcBef>
              <a:buClr>
                <a:srgbClr val="0033CC"/>
              </a:buClr>
              <a:buSzPct val="84375"/>
              <a:buChar char="●"/>
              <a:tabLst>
                <a:tab pos="355600" algn="l"/>
                <a:tab pos="356235" algn="l"/>
                <a:tab pos="4524375" algn="l"/>
              </a:tabLst>
            </a:pPr>
            <a:r>
              <a:rPr sz="3200" dirty="0">
                <a:latin typeface="Times New Roman"/>
                <a:cs typeface="Times New Roman"/>
              </a:rPr>
              <a:t>The height of a leaf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is</a:t>
            </a:r>
            <a:r>
              <a:rPr sz="3200" spc="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1.	The height of a</a:t>
            </a:r>
            <a:r>
              <a:rPr sz="3200" spc="-120" dirty="0">
                <a:latin typeface="Times New Roman"/>
                <a:cs typeface="Times New Roman"/>
              </a:rPr>
              <a:t> </a:t>
            </a:r>
            <a:r>
              <a:rPr sz="3200" spc="5" dirty="0">
                <a:latin typeface="Times New Roman"/>
                <a:cs typeface="Times New Roman"/>
              </a:rPr>
              <a:t>null  </a:t>
            </a:r>
            <a:r>
              <a:rPr sz="3200" dirty="0">
                <a:latin typeface="Times New Roman"/>
                <a:cs typeface="Times New Roman"/>
              </a:rPr>
              <a:t>pointer is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zero.</a:t>
            </a:r>
            <a:endParaRPr sz="3200">
              <a:latin typeface="Times New Roman"/>
              <a:cs typeface="Times New Roman"/>
            </a:endParaRPr>
          </a:p>
          <a:p>
            <a:pPr marL="355600" marR="5080" indent="-343535">
              <a:lnSpc>
                <a:spcPct val="100000"/>
              </a:lnSpc>
              <a:spcBef>
                <a:spcPts val="770"/>
              </a:spcBef>
              <a:buClr>
                <a:srgbClr val="0033CC"/>
              </a:buClr>
              <a:buSzPct val="84375"/>
              <a:buChar char="●"/>
              <a:tabLst>
                <a:tab pos="355600" algn="l"/>
                <a:tab pos="356235" algn="l"/>
              </a:tabLst>
            </a:pPr>
            <a:r>
              <a:rPr sz="3200" dirty="0">
                <a:latin typeface="Times New Roman"/>
                <a:cs typeface="Times New Roman"/>
              </a:rPr>
              <a:t>The </a:t>
            </a:r>
            <a:r>
              <a:rPr sz="3200" spc="5" dirty="0">
                <a:latin typeface="Times New Roman"/>
                <a:cs typeface="Times New Roman"/>
              </a:rPr>
              <a:t>height </a:t>
            </a:r>
            <a:r>
              <a:rPr sz="3200" dirty="0">
                <a:latin typeface="Times New Roman"/>
                <a:cs typeface="Times New Roman"/>
              </a:rPr>
              <a:t>of an internal node is the</a:t>
            </a:r>
            <a:r>
              <a:rPr sz="3200" spc="-10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maximum  </a:t>
            </a:r>
            <a:r>
              <a:rPr sz="3200" spc="5" dirty="0">
                <a:latin typeface="Times New Roman"/>
                <a:cs typeface="Times New Roman"/>
              </a:rPr>
              <a:t>height </a:t>
            </a:r>
            <a:r>
              <a:rPr sz="3200" dirty="0">
                <a:latin typeface="Times New Roman"/>
                <a:cs typeface="Times New Roman"/>
              </a:rPr>
              <a:t>of </a:t>
            </a:r>
            <a:r>
              <a:rPr sz="3200" spc="-5" dirty="0">
                <a:latin typeface="Times New Roman"/>
                <a:cs typeface="Times New Roman"/>
              </a:rPr>
              <a:t>its </a:t>
            </a:r>
            <a:r>
              <a:rPr sz="3200" dirty="0">
                <a:latin typeface="Times New Roman"/>
                <a:cs typeface="Times New Roman"/>
              </a:rPr>
              <a:t>children plus</a:t>
            </a:r>
            <a:r>
              <a:rPr sz="3200" spc="-7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1</a:t>
            </a:r>
            <a:endParaRPr sz="3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500">
              <a:latin typeface="Times New Roman"/>
              <a:cs typeface="Times New Roman"/>
            </a:endParaRPr>
          </a:p>
          <a:p>
            <a:pPr marL="355600" marR="46990" indent="62230">
              <a:lnSpc>
                <a:spcPct val="103099"/>
              </a:lnSpc>
              <a:spcBef>
                <a:spcPts val="2065"/>
              </a:spcBef>
            </a:pPr>
            <a:r>
              <a:rPr sz="2400" spc="-5" dirty="0">
                <a:solidFill>
                  <a:srgbClr val="9900CC"/>
                </a:solidFill>
                <a:latin typeface="Times New Roman"/>
                <a:cs typeface="Times New Roman"/>
              </a:rPr>
              <a:t>Note </a:t>
            </a:r>
            <a:r>
              <a:rPr sz="2400" dirty="0">
                <a:solidFill>
                  <a:srgbClr val="9900CC"/>
                </a:solidFill>
                <a:latin typeface="Times New Roman"/>
                <a:cs typeface="Times New Roman"/>
              </a:rPr>
              <a:t>that this definition of height </a:t>
            </a:r>
            <a:r>
              <a:rPr sz="2400" spc="-5" dirty="0">
                <a:solidFill>
                  <a:srgbClr val="9900CC"/>
                </a:solidFill>
                <a:latin typeface="Times New Roman"/>
                <a:cs typeface="Times New Roman"/>
              </a:rPr>
              <a:t>is different </a:t>
            </a:r>
            <a:r>
              <a:rPr sz="2400" dirty="0">
                <a:solidFill>
                  <a:srgbClr val="9900CC"/>
                </a:solidFill>
                <a:latin typeface="Times New Roman"/>
                <a:cs typeface="Times New Roman"/>
              </a:rPr>
              <a:t>from the one</a:t>
            </a:r>
            <a:r>
              <a:rPr sz="2400" spc="-100" dirty="0">
                <a:solidFill>
                  <a:srgbClr val="9900CC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9900CC"/>
                </a:solidFill>
                <a:latin typeface="Times New Roman"/>
                <a:cs typeface="Times New Roman"/>
              </a:rPr>
              <a:t>we  </a:t>
            </a:r>
            <a:r>
              <a:rPr sz="2400" dirty="0">
                <a:solidFill>
                  <a:srgbClr val="9900CC"/>
                </a:solidFill>
                <a:latin typeface="Times New Roman"/>
                <a:cs typeface="Times New Roman"/>
              </a:rPr>
              <a:t>defined previously </a:t>
            </a:r>
            <a:r>
              <a:rPr sz="2400" spc="-5" dirty="0">
                <a:solidFill>
                  <a:srgbClr val="9900CC"/>
                </a:solidFill>
                <a:latin typeface="Times New Roman"/>
                <a:cs typeface="Times New Roman"/>
              </a:rPr>
              <a:t>(we </a:t>
            </a:r>
            <a:r>
              <a:rPr sz="2400" dirty="0">
                <a:solidFill>
                  <a:srgbClr val="9900CC"/>
                </a:solidFill>
                <a:latin typeface="Times New Roman"/>
                <a:cs typeface="Times New Roman"/>
              </a:rPr>
              <a:t>defined the height of a leaf </a:t>
            </a:r>
            <a:r>
              <a:rPr sz="2400" spc="-5" dirty="0">
                <a:solidFill>
                  <a:srgbClr val="9900CC"/>
                </a:solidFill>
                <a:latin typeface="Times New Roman"/>
                <a:cs typeface="Times New Roman"/>
              </a:rPr>
              <a:t>as </a:t>
            </a:r>
            <a:r>
              <a:rPr sz="2400" dirty="0">
                <a:solidFill>
                  <a:srgbClr val="9900CC"/>
                </a:solidFill>
                <a:latin typeface="Times New Roman"/>
                <a:cs typeface="Times New Roman"/>
              </a:rPr>
              <a:t>zero  previously).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12</a:t>
            </a:fld>
            <a:endParaRPr lang="en-IN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371600"/>
            <a:ext cx="9144000" cy="762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361182" y="392633"/>
            <a:ext cx="242125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AVL</a:t>
            </a:r>
            <a:r>
              <a:rPr spc="-100" dirty="0"/>
              <a:t> </a:t>
            </a:r>
            <a:r>
              <a:rPr spc="-5" dirty="0"/>
              <a:t>Trees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914400" y="1208087"/>
            <a:ext cx="1383030" cy="1992630"/>
            <a:chOff x="914400" y="1208087"/>
            <a:chExt cx="1383030" cy="1992630"/>
          </a:xfrm>
        </p:grpSpPr>
        <p:sp>
          <p:nvSpPr>
            <p:cNvPr id="5" name="object 5"/>
            <p:cNvSpPr/>
            <p:nvPr/>
          </p:nvSpPr>
          <p:spPr>
            <a:xfrm>
              <a:off x="1447800" y="1737233"/>
              <a:ext cx="320675" cy="473075"/>
            </a:xfrm>
            <a:custGeom>
              <a:avLst/>
              <a:gdLst/>
              <a:ahLst/>
              <a:cxnLst/>
              <a:rect l="l" t="t" r="r" b="b"/>
              <a:pathLst>
                <a:path w="320675" h="473075">
                  <a:moveTo>
                    <a:pt x="17653" y="331724"/>
                  </a:moveTo>
                  <a:lnTo>
                    <a:pt x="0" y="472566"/>
                  </a:lnTo>
                  <a:lnTo>
                    <a:pt x="123316" y="402081"/>
                  </a:lnTo>
                  <a:lnTo>
                    <a:pt x="95661" y="383666"/>
                  </a:lnTo>
                  <a:lnTo>
                    <a:pt x="72643" y="383666"/>
                  </a:lnTo>
                  <a:lnTo>
                    <a:pt x="54102" y="371347"/>
                  </a:lnTo>
                  <a:lnTo>
                    <a:pt x="61192" y="360715"/>
                  </a:lnTo>
                  <a:lnTo>
                    <a:pt x="17653" y="331724"/>
                  </a:lnTo>
                  <a:close/>
                </a:path>
                <a:path w="320675" h="473075">
                  <a:moveTo>
                    <a:pt x="61192" y="360715"/>
                  </a:moveTo>
                  <a:lnTo>
                    <a:pt x="54102" y="371347"/>
                  </a:lnTo>
                  <a:lnTo>
                    <a:pt x="72643" y="383666"/>
                  </a:lnTo>
                  <a:lnTo>
                    <a:pt x="79719" y="373051"/>
                  </a:lnTo>
                  <a:lnTo>
                    <a:pt x="61192" y="360715"/>
                  </a:lnTo>
                  <a:close/>
                </a:path>
                <a:path w="320675" h="473075">
                  <a:moveTo>
                    <a:pt x="79719" y="373051"/>
                  </a:moveTo>
                  <a:lnTo>
                    <a:pt x="72643" y="383666"/>
                  </a:lnTo>
                  <a:lnTo>
                    <a:pt x="95661" y="383666"/>
                  </a:lnTo>
                  <a:lnTo>
                    <a:pt x="79719" y="373051"/>
                  </a:lnTo>
                  <a:close/>
                </a:path>
                <a:path w="320675" h="473075">
                  <a:moveTo>
                    <a:pt x="301751" y="0"/>
                  </a:moveTo>
                  <a:lnTo>
                    <a:pt x="61192" y="360715"/>
                  </a:lnTo>
                  <a:lnTo>
                    <a:pt x="79719" y="373051"/>
                  </a:lnTo>
                  <a:lnTo>
                    <a:pt x="320167" y="12318"/>
                  </a:lnTo>
                  <a:lnTo>
                    <a:pt x="30175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676400" y="1219200"/>
              <a:ext cx="609600" cy="609600"/>
            </a:xfrm>
            <a:custGeom>
              <a:avLst/>
              <a:gdLst/>
              <a:ahLst/>
              <a:cxnLst/>
              <a:rect l="l" t="t" r="r" b="b"/>
              <a:pathLst>
                <a:path w="609600" h="609600">
                  <a:moveTo>
                    <a:pt x="304800" y="0"/>
                  </a:moveTo>
                  <a:lnTo>
                    <a:pt x="255374" y="3990"/>
                  </a:lnTo>
                  <a:lnTo>
                    <a:pt x="208483" y="15544"/>
                  </a:lnTo>
                  <a:lnTo>
                    <a:pt x="164753" y="34032"/>
                  </a:lnTo>
                  <a:lnTo>
                    <a:pt x="124815" y="58826"/>
                  </a:lnTo>
                  <a:lnTo>
                    <a:pt x="89296" y="89296"/>
                  </a:lnTo>
                  <a:lnTo>
                    <a:pt x="58826" y="124815"/>
                  </a:lnTo>
                  <a:lnTo>
                    <a:pt x="34032" y="164753"/>
                  </a:lnTo>
                  <a:lnTo>
                    <a:pt x="15544" y="208483"/>
                  </a:lnTo>
                  <a:lnTo>
                    <a:pt x="3990" y="255374"/>
                  </a:lnTo>
                  <a:lnTo>
                    <a:pt x="0" y="304800"/>
                  </a:lnTo>
                  <a:lnTo>
                    <a:pt x="3990" y="354225"/>
                  </a:lnTo>
                  <a:lnTo>
                    <a:pt x="15544" y="401116"/>
                  </a:lnTo>
                  <a:lnTo>
                    <a:pt x="34032" y="444846"/>
                  </a:lnTo>
                  <a:lnTo>
                    <a:pt x="58826" y="484784"/>
                  </a:lnTo>
                  <a:lnTo>
                    <a:pt x="89296" y="520303"/>
                  </a:lnTo>
                  <a:lnTo>
                    <a:pt x="124815" y="550773"/>
                  </a:lnTo>
                  <a:lnTo>
                    <a:pt x="164753" y="575567"/>
                  </a:lnTo>
                  <a:lnTo>
                    <a:pt x="208483" y="594055"/>
                  </a:lnTo>
                  <a:lnTo>
                    <a:pt x="255374" y="605609"/>
                  </a:lnTo>
                  <a:lnTo>
                    <a:pt x="304800" y="609600"/>
                  </a:lnTo>
                  <a:lnTo>
                    <a:pt x="354225" y="605609"/>
                  </a:lnTo>
                  <a:lnTo>
                    <a:pt x="401116" y="594055"/>
                  </a:lnTo>
                  <a:lnTo>
                    <a:pt x="444846" y="575567"/>
                  </a:lnTo>
                  <a:lnTo>
                    <a:pt x="484784" y="550773"/>
                  </a:lnTo>
                  <a:lnTo>
                    <a:pt x="520303" y="520303"/>
                  </a:lnTo>
                  <a:lnTo>
                    <a:pt x="550773" y="484784"/>
                  </a:lnTo>
                  <a:lnTo>
                    <a:pt x="575567" y="444846"/>
                  </a:lnTo>
                  <a:lnTo>
                    <a:pt x="594055" y="401116"/>
                  </a:lnTo>
                  <a:lnTo>
                    <a:pt x="605609" y="354225"/>
                  </a:lnTo>
                  <a:lnTo>
                    <a:pt x="609600" y="304800"/>
                  </a:lnTo>
                  <a:lnTo>
                    <a:pt x="605609" y="255374"/>
                  </a:lnTo>
                  <a:lnTo>
                    <a:pt x="594055" y="208483"/>
                  </a:lnTo>
                  <a:lnTo>
                    <a:pt x="575567" y="164753"/>
                  </a:lnTo>
                  <a:lnTo>
                    <a:pt x="550773" y="124815"/>
                  </a:lnTo>
                  <a:lnTo>
                    <a:pt x="520303" y="89296"/>
                  </a:lnTo>
                  <a:lnTo>
                    <a:pt x="484784" y="58826"/>
                  </a:lnTo>
                  <a:lnTo>
                    <a:pt x="444846" y="34032"/>
                  </a:lnTo>
                  <a:lnTo>
                    <a:pt x="401116" y="15544"/>
                  </a:lnTo>
                  <a:lnTo>
                    <a:pt x="354225" y="3990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00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676400" y="1219200"/>
              <a:ext cx="609600" cy="609600"/>
            </a:xfrm>
            <a:custGeom>
              <a:avLst/>
              <a:gdLst/>
              <a:ahLst/>
              <a:cxnLst/>
              <a:rect l="l" t="t" r="r" b="b"/>
              <a:pathLst>
                <a:path w="609600" h="609600">
                  <a:moveTo>
                    <a:pt x="0" y="304800"/>
                  </a:moveTo>
                  <a:lnTo>
                    <a:pt x="3990" y="255374"/>
                  </a:lnTo>
                  <a:lnTo>
                    <a:pt x="15544" y="208483"/>
                  </a:lnTo>
                  <a:lnTo>
                    <a:pt x="34032" y="164753"/>
                  </a:lnTo>
                  <a:lnTo>
                    <a:pt x="58826" y="124815"/>
                  </a:lnTo>
                  <a:lnTo>
                    <a:pt x="89296" y="89296"/>
                  </a:lnTo>
                  <a:lnTo>
                    <a:pt x="124815" y="58826"/>
                  </a:lnTo>
                  <a:lnTo>
                    <a:pt x="164753" y="34032"/>
                  </a:lnTo>
                  <a:lnTo>
                    <a:pt x="208483" y="15544"/>
                  </a:lnTo>
                  <a:lnTo>
                    <a:pt x="255374" y="3990"/>
                  </a:lnTo>
                  <a:lnTo>
                    <a:pt x="304800" y="0"/>
                  </a:lnTo>
                  <a:lnTo>
                    <a:pt x="354225" y="3990"/>
                  </a:lnTo>
                  <a:lnTo>
                    <a:pt x="401116" y="15544"/>
                  </a:lnTo>
                  <a:lnTo>
                    <a:pt x="444846" y="34032"/>
                  </a:lnTo>
                  <a:lnTo>
                    <a:pt x="484784" y="58826"/>
                  </a:lnTo>
                  <a:lnTo>
                    <a:pt x="520303" y="89296"/>
                  </a:lnTo>
                  <a:lnTo>
                    <a:pt x="550773" y="124815"/>
                  </a:lnTo>
                  <a:lnTo>
                    <a:pt x="575567" y="164753"/>
                  </a:lnTo>
                  <a:lnTo>
                    <a:pt x="594055" y="208483"/>
                  </a:lnTo>
                  <a:lnTo>
                    <a:pt x="605609" y="255374"/>
                  </a:lnTo>
                  <a:lnTo>
                    <a:pt x="609600" y="304800"/>
                  </a:lnTo>
                  <a:lnTo>
                    <a:pt x="605609" y="354225"/>
                  </a:lnTo>
                  <a:lnTo>
                    <a:pt x="594055" y="401116"/>
                  </a:lnTo>
                  <a:lnTo>
                    <a:pt x="575567" y="444846"/>
                  </a:lnTo>
                  <a:lnTo>
                    <a:pt x="550773" y="484784"/>
                  </a:lnTo>
                  <a:lnTo>
                    <a:pt x="520303" y="520303"/>
                  </a:lnTo>
                  <a:lnTo>
                    <a:pt x="484784" y="550773"/>
                  </a:lnTo>
                  <a:lnTo>
                    <a:pt x="444846" y="575567"/>
                  </a:lnTo>
                  <a:lnTo>
                    <a:pt x="401116" y="594055"/>
                  </a:lnTo>
                  <a:lnTo>
                    <a:pt x="354225" y="605609"/>
                  </a:lnTo>
                  <a:lnTo>
                    <a:pt x="304800" y="609600"/>
                  </a:lnTo>
                  <a:lnTo>
                    <a:pt x="255374" y="605609"/>
                  </a:lnTo>
                  <a:lnTo>
                    <a:pt x="208483" y="594055"/>
                  </a:lnTo>
                  <a:lnTo>
                    <a:pt x="164753" y="575567"/>
                  </a:lnTo>
                  <a:lnTo>
                    <a:pt x="124815" y="550773"/>
                  </a:lnTo>
                  <a:lnTo>
                    <a:pt x="89296" y="520303"/>
                  </a:lnTo>
                  <a:lnTo>
                    <a:pt x="58826" y="484784"/>
                  </a:lnTo>
                  <a:lnTo>
                    <a:pt x="34032" y="444846"/>
                  </a:lnTo>
                  <a:lnTo>
                    <a:pt x="15544" y="401116"/>
                  </a:lnTo>
                  <a:lnTo>
                    <a:pt x="3990" y="354225"/>
                  </a:lnTo>
                  <a:lnTo>
                    <a:pt x="0" y="304800"/>
                  </a:lnTo>
                  <a:close/>
                </a:path>
              </a:pathLst>
            </a:custGeom>
            <a:ln w="222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914400" y="2575941"/>
              <a:ext cx="320040" cy="624840"/>
            </a:xfrm>
            <a:custGeom>
              <a:avLst/>
              <a:gdLst/>
              <a:ahLst/>
              <a:cxnLst/>
              <a:rect l="l" t="t" r="r" b="b"/>
              <a:pathLst>
                <a:path w="320040" h="624839">
                  <a:moveTo>
                    <a:pt x="0" y="482473"/>
                  </a:moveTo>
                  <a:lnTo>
                    <a:pt x="0" y="624459"/>
                  </a:lnTo>
                  <a:lnTo>
                    <a:pt x="113588" y="539242"/>
                  </a:lnTo>
                  <a:lnTo>
                    <a:pt x="89448" y="527176"/>
                  </a:lnTo>
                  <a:lnTo>
                    <a:pt x="61061" y="527176"/>
                  </a:lnTo>
                  <a:lnTo>
                    <a:pt x="41173" y="517271"/>
                  </a:lnTo>
                  <a:lnTo>
                    <a:pt x="46862" y="505893"/>
                  </a:lnTo>
                  <a:lnTo>
                    <a:pt x="0" y="482473"/>
                  </a:lnTo>
                  <a:close/>
                </a:path>
                <a:path w="320040" h="624839">
                  <a:moveTo>
                    <a:pt x="46862" y="505893"/>
                  </a:moveTo>
                  <a:lnTo>
                    <a:pt x="41173" y="517271"/>
                  </a:lnTo>
                  <a:lnTo>
                    <a:pt x="61061" y="527176"/>
                  </a:lnTo>
                  <a:lnTo>
                    <a:pt x="66737" y="515826"/>
                  </a:lnTo>
                  <a:lnTo>
                    <a:pt x="46862" y="505893"/>
                  </a:lnTo>
                  <a:close/>
                </a:path>
                <a:path w="320040" h="624839">
                  <a:moveTo>
                    <a:pt x="66737" y="515826"/>
                  </a:moveTo>
                  <a:lnTo>
                    <a:pt x="61061" y="527176"/>
                  </a:lnTo>
                  <a:lnTo>
                    <a:pt x="89448" y="527176"/>
                  </a:lnTo>
                  <a:lnTo>
                    <a:pt x="66737" y="515826"/>
                  </a:lnTo>
                  <a:close/>
                </a:path>
                <a:path w="320040" h="624839">
                  <a:moveTo>
                    <a:pt x="299834" y="0"/>
                  </a:moveTo>
                  <a:lnTo>
                    <a:pt x="46862" y="505893"/>
                  </a:lnTo>
                  <a:lnTo>
                    <a:pt x="66737" y="515826"/>
                  </a:lnTo>
                  <a:lnTo>
                    <a:pt x="319709" y="9906"/>
                  </a:lnTo>
                  <a:lnTo>
                    <a:pt x="29983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771904" y="1289049"/>
            <a:ext cx="42164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i="1" dirty="0">
                <a:latin typeface="Arial"/>
                <a:cs typeface="Arial"/>
              </a:rPr>
              <a:t>10</a:t>
            </a:r>
            <a:endParaRPr sz="2800"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979487" y="2122487"/>
            <a:ext cx="631825" cy="631825"/>
            <a:chOff x="979487" y="2122487"/>
            <a:chExt cx="631825" cy="631825"/>
          </a:xfrm>
        </p:grpSpPr>
        <p:sp>
          <p:nvSpPr>
            <p:cNvPr id="11" name="object 11"/>
            <p:cNvSpPr/>
            <p:nvPr/>
          </p:nvSpPr>
          <p:spPr>
            <a:xfrm>
              <a:off x="990600" y="2133600"/>
              <a:ext cx="609600" cy="609600"/>
            </a:xfrm>
            <a:custGeom>
              <a:avLst/>
              <a:gdLst/>
              <a:ahLst/>
              <a:cxnLst/>
              <a:rect l="l" t="t" r="r" b="b"/>
              <a:pathLst>
                <a:path w="609600" h="609600">
                  <a:moveTo>
                    <a:pt x="304800" y="0"/>
                  </a:moveTo>
                  <a:lnTo>
                    <a:pt x="255359" y="3990"/>
                  </a:lnTo>
                  <a:lnTo>
                    <a:pt x="208458" y="15544"/>
                  </a:lnTo>
                  <a:lnTo>
                    <a:pt x="164725" y="34032"/>
                  </a:lnTo>
                  <a:lnTo>
                    <a:pt x="124788" y="58826"/>
                  </a:lnTo>
                  <a:lnTo>
                    <a:pt x="89273" y="89296"/>
                  </a:lnTo>
                  <a:lnTo>
                    <a:pt x="58808" y="124815"/>
                  </a:lnTo>
                  <a:lnTo>
                    <a:pt x="34020" y="164753"/>
                  </a:lnTo>
                  <a:lnTo>
                    <a:pt x="15538" y="208483"/>
                  </a:lnTo>
                  <a:lnTo>
                    <a:pt x="3989" y="255374"/>
                  </a:lnTo>
                  <a:lnTo>
                    <a:pt x="0" y="304800"/>
                  </a:lnTo>
                  <a:lnTo>
                    <a:pt x="3989" y="354225"/>
                  </a:lnTo>
                  <a:lnTo>
                    <a:pt x="15538" y="401116"/>
                  </a:lnTo>
                  <a:lnTo>
                    <a:pt x="34020" y="444846"/>
                  </a:lnTo>
                  <a:lnTo>
                    <a:pt x="58808" y="484784"/>
                  </a:lnTo>
                  <a:lnTo>
                    <a:pt x="89273" y="520303"/>
                  </a:lnTo>
                  <a:lnTo>
                    <a:pt x="124788" y="550773"/>
                  </a:lnTo>
                  <a:lnTo>
                    <a:pt x="164725" y="575567"/>
                  </a:lnTo>
                  <a:lnTo>
                    <a:pt x="208458" y="594055"/>
                  </a:lnTo>
                  <a:lnTo>
                    <a:pt x="255359" y="605609"/>
                  </a:lnTo>
                  <a:lnTo>
                    <a:pt x="304800" y="609600"/>
                  </a:lnTo>
                  <a:lnTo>
                    <a:pt x="354225" y="605609"/>
                  </a:lnTo>
                  <a:lnTo>
                    <a:pt x="401116" y="594055"/>
                  </a:lnTo>
                  <a:lnTo>
                    <a:pt x="444846" y="575567"/>
                  </a:lnTo>
                  <a:lnTo>
                    <a:pt x="484784" y="550773"/>
                  </a:lnTo>
                  <a:lnTo>
                    <a:pt x="520303" y="520303"/>
                  </a:lnTo>
                  <a:lnTo>
                    <a:pt x="550773" y="484784"/>
                  </a:lnTo>
                  <a:lnTo>
                    <a:pt x="575567" y="444846"/>
                  </a:lnTo>
                  <a:lnTo>
                    <a:pt x="594055" y="401116"/>
                  </a:lnTo>
                  <a:lnTo>
                    <a:pt x="605609" y="354225"/>
                  </a:lnTo>
                  <a:lnTo>
                    <a:pt x="609600" y="304800"/>
                  </a:lnTo>
                  <a:lnTo>
                    <a:pt x="605609" y="255374"/>
                  </a:lnTo>
                  <a:lnTo>
                    <a:pt x="594055" y="208483"/>
                  </a:lnTo>
                  <a:lnTo>
                    <a:pt x="575567" y="164753"/>
                  </a:lnTo>
                  <a:lnTo>
                    <a:pt x="550773" y="124815"/>
                  </a:lnTo>
                  <a:lnTo>
                    <a:pt x="520303" y="89296"/>
                  </a:lnTo>
                  <a:lnTo>
                    <a:pt x="484784" y="58826"/>
                  </a:lnTo>
                  <a:lnTo>
                    <a:pt x="444846" y="34032"/>
                  </a:lnTo>
                  <a:lnTo>
                    <a:pt x="401116" y="15544"/>
                  </a:lnTo>
                  <a:lnTo>
                    <a:pt x="354225" y="3990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00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990600" y="2133600"/>
              <a:ext cx="609600" cy="609600"/>
            </a:xfrm>
            <a:custGeom>
              <a:avLst/>
              <a:gdLst/>
              <a:ahLst/>
              <a:cxnLst/>
              <a:rect l="l" t="t" r="r" b="b"/>
              <a:pathLst>
                <a:path w="609600" h="609600">
                  <a:moveTo>
                    <a:pt x="0" y="304800"/>
                  </a:moveTo>
                  <a:lnTo>
                    <a:pt x="3989" y="255374"/>
                  </a:lnTo>
                  <a:lnTo>
                    <a:pt x="15538" y="208483"/>
                  </a:lnTo>
                  <a:lnTo>
                    <a:pt x="34020" y="164753"/>
                  </a:lnTo>
                  <a:lnTo>
                    <a:pt x="58808" y="124815"/>
                  </a:lnTo>
                  <a:lnTo>
                    <a:pt x="89273" y="89296"/>
                  </a:lnTo>
                  <a:lnTo>
                    <a:pt x="124788" y="58826"/>
                  </a:lnTo>
                  <a:lnTo>
                    <a:pt x="164725" y="34032"/>
                  </a:lnTo>
                  <a:lnTo>
                    <a:pt x="208458" y="15544"/>
                  </a:lnTo>
                  <a:lnTo>
                    <a:pt x="255359" y="3990"/>
                  </a:lnTo>
                  <a:lnTo>
                    <a:pt x="304800" y="0"/>
                  </a:lnTo>
                  <a:lnTo>
                    <a:pt x="354225" y="3990"/>
                  </a:lnTo>
                  <a:lnTo>
                    <a:pt x="401116" y="15544"/>
                  </a:lnTo>
                  <a:lnTo>
                    <a:pt x="444846" y="34032"/>
                  </a:lnTo>
                  <a:lnTo>
                    <a:pt x="484784" y="58826"/>
                  </a:lnTo>
                  <a:lnTo>
                    <a:pt x="520303" y="89296"/>
                  </a:lnTo>
                  <a:lnTo>
                    <a:pt x="550773" y="124815"/>
                  </a:lnTo>
                  <a:lnTo>
                    <a:pt x="575567" y="164753"/>
                  </a:lnTo>
                  <a:lnTo>
                    <a:pt x="594055" y="208483"/>
                  </a:lnTo>
                  <a:lnTo>
                    <a:pt x="605609" y="255374"/>
                  </a:lnTo>
                  <a:lnTo>
                    <a:pt x="609600" y="304800"/>
                  </a:lnTo>
                  <a:lnTo>
                    <a:pt x="605609" y="354225"/>
                  </a:lnTo>
                  <a:lnTo>
                    <a:pt x="594055" y="401116"/>
                  </a:lnTo>
                  <a:lnTo>
                    <a:pt x="575567" y="444846"/>
                  </a:lnTo>
                  <a:lnTo>
                    <a:pt x="550773" y="484784"/>
                  </a:lnTo>
                  <a:lnTo>
                    <a:pt x="520303" y="520303"/>
                  </a:lnTo>
                  <a:lnTo>
                    <a:pt x="484784" y="550773"/>
                  </a:lnTo>
                  <a:lnTo>
                    <a:pt x="444846" y="575567"/>
                  </a:lnTo>
                  <a:lnTo>
                    <a:pt x="401116" y="594055"/>
                  </a:lnTo>
                  <a:lnTo>
                    <a:pt x="354225" y="605609"/>
                  </a:lnTo>
                  <a:lnTo>
                    <a:pt x="304800" y="609600"/>
                  </a:lnTo>
                  <a:lnTo>
                    <a:pt x="255359" y="605609"/>
                  </a:lnTo>
                  <a:lnTo>
                    <a:pt x="208458" y="594055"/>
                  </a:lnTo>
                  <a:lnTo>
                    <a:pt x="164725" y="575567"/>
                  </a:lnTo>
                  <a:lnTo>
                    <a:pt x="124788" y="550773"/>
                  </a:lnTo>
                  <a:lnTo>
                    <a:pt x="89273" y="520303"/>
                  </a:lnTo>
                  <a:lnTo>
                    <a:pt x="58808" y="484784"/>
                  </a:lnTo>
                  <a:lnTo>
                    <a:pt x="34020" y="444846"/>
                  </a:lnTo>
                  <a:lnTo>
                    <a:pt x="15538" y="401116"/>
                  </a:lnTo>
                  <a:lnTo>
                    <a:pt x="3989" y="354225"/>
                  </a:lnTo>
                  <a:lnTo>
                    <a:pt x="0" y="304800"/>
                  </a:lnTo>
                  <a:close/>
                </a:path>
              </a:pathLst>
            </a:custGeom>
            <a:ln w="222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1183639" y="2203830"/>
            <a:ext cx="22288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i="1" spc="-5" dirty="0">
                <a:latin typeface="Arial"/>
                <a:cs typeface="Arial"/>
              </a:rPr>
              <a:t>5</a:t>
            </a:r>
            <a:endParaRPr sz="2800">
              <a:latin typeface="Arial"/>
              <a:cs typeface="Arial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446087" y="3189287"/>
            <a:ext cx="631825" cy="631825"/>
            <a:chOff x="446087" y="3189287"/>
            <a:chExt cx="631825" cy="631825"/>
          </a:xfrm>
        </p:grpSpPr>
        <p:sp>
          <p:nvSpPr>
            <p:cNvPr id="15" name="object 15"/>
            <p:cNvSpPr/>
            <p:nvPr/>
          </p:nvSpPr>
          <p:spPr>
            <a:xfrm>
              <a:off x="457200" y="3200400"/>
              <a:ext cx="609600" cy="609600"/>
            </a:xfrm>
            <a:custGeom>
              <a:avLst/>
              <a:gdLst/>
              <a:ahLst/>
              <a:cxnLst/>
              <a:rect l="l" t="t" r="r" b="b"/>
              <a:pathLst>
                <a:path w="609600" h="609600">
                  <a:moveTo>
                    <a:pt x="304800" y="0"/>
                  </a:moveTo>
                  <a:lnTo>
                    <a:pt x="255359" y="3990"/>
                  </a:lnTo>
                  <a:lnTo>
                    <a:pt x="208458" y="15544"/>
                  </a:lnTo>
                  <a:lnTo>
                    <a:pt x="164725" y="34032"/>
                  </a:lnTo>
                  <a:lnTo>
                    <a:pt x="124788" y="58826"/>
                  </a:lnTo>
                  <a:lnTo>
                    <a:pt x="89273" y="89296"/>
                  </a:lnTo>
                  <a:lnTo>
                    <a:pt x="58808" y="124815"/>
                  </a:lnTo>
                  <a:lnTo>
                    <a:pt x="34020" y="164753"/>
                  </a:lnTo>
                  <a:lnTo>
                    <a:pt x="15538" y="208483"/>
                  </a:lnTo>
                  <a:lnTo>
                    <a:pt x="3989" y="255374"/>
                  </a:lnTo>
                  <a:lnTo>
                    <a:pt x="0" y="304800"/>
                  </a:lnTo>
                  <a:lnTo>
                    <a:pt x="3989" y="354225"/>
                  </a:lnTo>
                  <a:lnTo>
                    <a:pt x="15538" y="401116"/>
                  </a:lnTo>
                  <a:lnTo>
                    <a:pt x="34020" y="444846"/>
                  </a:lnTo>
                  <a:lnTo>
                    <a:pt x="58808" y="484784"/>
                  </a:lnTo>
                  <a:lnTo>
                    <a:pt x="89273" y="520303"/>
                  </a:lnTo>
                  <a:lnTo>
                    <a:pt x="124788" y="550773"/>
                  </a:lnTo>
                  <a:lnTo>
                    <a:pt x="164725" y="575567"/>
                  </a:lnTo>
                  <a:lnTo>
                    <a:pt x="208458" y="594055"/>
                  </a:lnTo>
                  <a:lnTo>
                    <a:pt x="255359" y="605609"/>
                  </a:lnTo>
                  <a:lnTo>
                    <a:pt x="304800" y="609600"/>
                  </a:lnTo>
                  <a:lnTo>
                    <a:pt x="354240" y="605609"/>
                  </a:lnTo>
                  <a:lnTo>
                    <a:pt x="401141" y="594055"/>
                  </a:lnTo>
                  <a:lnTo>
                    <a:pt x="444874" y="575567"/>
                  </a:lnTo>
                  <a:lnTo>
                    <a:pt x="484811" y="550773"/>
                  </a:lnTo>
                  <a:lnTo>
                    <a:pt x="520326" y="520303"/>
                  </a:lnTo>
                  <a:lnTo>
                    <a:pt x="550791" y="484784"/>
                  </a:lnTo>
                  <a:lnTo>
                    <a:pt x="575579" y="444846"/>
                  </a:lnTo>
                  <a:lnTo>
                    <a:pt x="594061" y="401116"/>
                  </a:lnTo>
                  <a:lnTo>
                    <a:pt x="605610" y="354225"/>
                  </a:lnTo>
                  <a:lnTo>
                    <a:pt x="609600" y="304800"/>
                  </a:lnTo>
                  <a:lnTo>
                    <a:pt x="605610" y="255374"/>
                  </a:lnTo>
                  <a:lnTo>
                    <a:pt x="594061" y="208483"/>
                  </a:lnTo>
                  <a:lnTo>
                    <a:pt x="575579" y="164753"/>
                  </a:lnTo>
                  <a:lnTo>
                    <a:pt x="550791" y="124815"/>
                  </a:lnTo>
                  <a:lnTo>
                    <a:pt x="520326" y="89296"/>
                  </a:lnTo>
                  <a:lnTo>
                    <a:pt x="484811" y="58826"/>
                  </a:lnTo>
                  <a:lnTo>
                    <a:pt x="444874" y="34032"/>
                  </a:lnTo>
                  <a:lnTo>
                    <a:pt x="401141" y="15544"/>
                  </a:lnTo>
                  <a:lnTo>
                    <a:pt x="354240" y="3990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00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57200" y="3200400"/>
              <a:ext cx="609600" cy="609600"/>
            </a:xfrm>
            <a:custGeom>
              <a:avLst/>
              <a:gdLst/>
              <a:ahLst/>
              <a:cxnLst/>
              <a:rect l="l" t="t" r="r" b="b"/>
              <a:pathLst>
                <a:path w="609600" h="609600">
                  <a:moveTo>
                    <a:pt x="0" y="304800"/>
                  </a:moveTo>
                  <a:lnTo>
                    <a:pt x="3989" y="255374"/>
                  </a:lnTo>
                  <a:lnTo>
                    <a:pt x="15538" y="208483"/>
                  </a:lnTo>
                  <a:lnTo>
                    <a:pt x="34020" y="164753"/>
                  </a:lnTo>
                  <a:lnTo>
                    <a:pt x="58808" y="124815"/>
                  </a:lnTo>
                  <a:lnTo>
                    <a:pt x="89273" y="89296"/>
                  </a:lnTo>
                  <a:lnTo>
                    <a:pt x="124788" y="58826"/>
                  </a:lnTo>
                  <a:lnTo>
                    <a:pt x="164725" y="34032"/>
                  </a:lnTo>
                  <a:lnTo>
                    <a:pt x="208458" y="15544"/>
                  </a:lnTo>
                  <a:lnTo>
                    <a:pt x="255359" y="3990"/>
                  </a:lnTo>
                  <a:lnTo>
                    <a:pt x="304800" y="0"/>
                  </a:lnTo>
                  <a:lnTo>
                    <a:pt x="354240" y="3990"/>
                  </a:lnTo>
                  <a:lnTo>
                    <a:pt x="401141" y="15544"/>
                  </a:lnTo>
                  <a:lnTo>
                    <a:pt x="444874" y="34032"/>
                  </a:lnTo>
                  <a:lnTo>
                    <a:pt x="484811" y="58826"/>
                  </a:lnTo>
                  <a:lnTo>
                    <a:pt x="520326" y="89296"/>
                  </a:lnTo>
                  <a:lnTo>
                    <a:pt x="550791" y="124815"/>
                  </a:lnTo>
                  <a:lnTo>
                    <a:pt x="575579" y="164753"/>
                  </a:lnTo>
                  <a:lnTo>
                    <a:pt x="594061" y="208483"/>
                  </a:lnTo>
                  <a:lnTo>
                    <a:pt x="605610" y="255374"/>
                  </a:lnTo>
                  <a:lnTo>
                    <a:pt x="609600" y="304800"/>
                  </a:lnTo>
                  <a:lnTo>
                    <a:pt x="605610" y="354225"/>
                  </a:lnTo>
                  <a:lnTo>
                    <a:pt x="594061" y="401116"/>
                  </a:lnTo>
                  <a:lnTo>
                    <a:pt x="575579" y="444846"/>
                  </a:lnTo>
                  <a:lnTo>
                    <a:pt x="550791" y="484784"/>
                  </a:lnTo>
                  <a:lnTo>
                    <a:pt x="520326" y="520303"/>
                  </a:lnTo>
                  <a:lnTo>
                    <a:pt x="484811" y="550773"/>
                  </a:lnTo>
                  <a:lnTo>
                    <a:pt x="444874" y="575567"/>
                  </a:lnTo>
                  <a:lnTo>
                    <a:pt x="401141" y="594055"/>
                  </a:lnTo>
                  <a:lnTo>
                    <a:pt x="354240" y="605609"/>
                  </a:lnTo>
                  <a:lnTo>
                    <a:pt x="304800" y="609600"/>
                  </a:lnTo>
                  <a:lnTo>
                    <a:pt x="255359" y="605609"/>
                  </a:lnTo>
                  <a:lnTo>
                    <a:pt x="208458" y="594055"/>
                  </a:lnTo>
                  <a:lnTo>
                    <a:pt x="164725" y="575567"/>
                  </a:lnTo>
                  <a:lnTo>
                    <a:pt x="124788" y="550773"/>
                  </a:lnTo>
                  <a:lnTo>
                    <a:pt x="89273" y="520303"/>
                  </a:lnTo>
                  <a:lnTo>
                    <a:pt x="58808" y="484784"/>
                  </a:lnTo>
                  <a:lnTo>
                    <a:pt x="34020" y="444846"/>
                  </a:lnTo>
                  <a:lnTo>
                    <a:pt x="15538" y="401116"/>
                  </a:lnTo>
                  <a:lnTo>
                    <a:pt x="3989" y="354225"/>
                  </a:lnTo>
                  <a:lnTo>
                    <a:pt x="0" y="304800"/>
                  </a:lnTo>
                  <a:close/>
                </a:path>
              </a:pathLst>
            </a:custGeom>
            <a:ln w="222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649935" y="3270630"/>
            <a:ext cx="22288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i="1" spc="-5" dirty="0">
                <a:latin typeface="Arial"/>
                <a:cs typeface="Arial"/>
              </a:rPr>
              <a:t>3</a:t>
            </a:r>
            <a:endParaRPr sz="2800">
              <a:latin typeface="Arial"/>
              <a:cs typeface="Arial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2194432" y="1737232"/>
            <a:ext cx="788670" cy="1017269"/>
            <a:chOff x="2194432" y="1737232"/>
            <a:chExt cx="788670" cy="1017269"/>
          </a:xfrm>
        </p:grpSpPr>
        <p:sp>
          <p:nvSpPr>
            <p:cNvPr id="19" name="object 19"/>
            <p:cNvSpPr/>
            <p:nvPr/>
          </p:nvSpPr>
          <p:spPr>
            <a:xfrm>
              <a:off x="2194432" y="1737232"/>
              <a:ext cx="320675" cy="473075"/>
            </a:xfrm>
            <a:custGeom>
              <a:avLst/>
              <a:gdLst/>
              <a:ahLst/>
              <a:cxnLst/>
              <a:rect l="l" t="t" r="r" b="b"/>
              <a:pathLst>
                <a:path w="320675" h="473075">
                  <a:moveTo>
                    <a:pt x="240447" y="373051"/>
                  </a:moveTo>
                  <a:lnTo>
                    <a:pt x="196850" y="402081"/>
                  </a:lnTo>
                  <a:lnTo>
                    <a:pt x="320167" y="472566"/>
                  </a:lnTo>
                  <a:lnTo>
                    <a:pt x="309024" y="383666"/>
                  </a:lnTo>
                  <a:lnTo>
                    <a:pt x="247523" y="383666"/>
                  </a:lnTo>
                  <a:lnTo>
                    <a:pt x="240447" y="373051"/>
                  </a:lnTo>
                  <a:close/>
                </a:path>
                <a:path w="320675" h="473075">
                  <a:moveTo>
                    <a:pt x="258974" y="360715"/>
                  </a:moveTo>
                  <a:lnTo>
                    <a:pt x="240447" y="373051"/>
                  </a:lnTo>
                  <a:lnTo>
                    <a:pt x="247523" y="383666"/>
                  </a:lnTo>
                  <a:lnTo>
                    <a:pt x="266065" y="371347"/>
                  </a:lnTo>
                  <a:lnTo>
                    <a:pt x="258974" y="360715"/>
                  </a:lnTo>
                  <a:close/>
                </a:path>
                <a:path w="320675" h="473075">
                  <a:moveTo>
                    <a:pt x="302514" y="331724"/>
                  </a:moveTo>
                  <a:lnTo>
                    <a:pt x="258974" y="360715"/>
                  </a:lnTo>
                  <a:lnTo>
                    <a:pt x="266065" y="371347"/>
                  </a:lnTo>
                  <a:lnTo>
                    <a:pt x="247523" y="383666"/>
                  </a:lnTo>
                  <a:lnTo>
                    <a:pt x="309024" y="383666"/>
                  </a:lnTo>
                  <a:lnTo>
                    <a:pt x="302514" y="331724"/>
                  </a:lnTo>
                  <a:close/>
                </a:path>
                <a:path w="320675" h="473075">
                  <a:moveTo>
                    <a:pt x="18415" y="0"/>
                  </a:moveTo>
                  <a:lnTo>
                    <a:pt x="0" y="12318"/>
                  </a:lnTo>
                  <a:lnTo>
                    <a:pt x="240447" y="373051"/>
                  </a:lnTo>
                  <a:lnTo>
                    <a:pt x="258974" y="360715"/>
                  </a:lnTo>
                  <a:lnTo>
                    <a:pt x="1841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362199" y="2133599"/>
              <a:ext cx="609600" cy="609600"/>
            </a:xfrm>
            <a:custGeom>
              <a:avLst/>
              <a:gdLst/>
              <a:ahLst/>
              <a:cxnLst/>
              <a:rect l="l" t="t" r="r" b="b"/>
              <a:pathLst>
                <a:path w="609600" h="609600">
                  <a:moveTo>
                    <a:pt x="304800" y="0"/>
                  </a:moveTo>
                  <a:lnTo>
                    <a:pt x="255374" y="3990"/>
                  </a:lnTo>
                  <a:lnTo>
                    <a:pt x="208483" y="15544"/>
                  </a:lnTo>
                  <a:lnTo>
                    <a:pt x="164753" y="34032"/>
                  </a:lnTo>
                  <a:lnTo>
                    <a:pt x="124815" y="58826"/>
                  </a:lnTo>
                  <a:lnTo>
                    <a:pt x="89296" y="89296"/>
                  </a:lnTo>
                  <a:lnTo>
                    <a:pt x="58826" y="124815"/>
                  </a:lnTo>
                  <a:lnTo>
                    <a:pt x="34032" y="164753"/>
                  </a:lnTo>
                  <a:lnTo>
                    <a:pt x="15544" y="208483"/>
                  </a:lnTo>
                  <a:lnTo>
                    <a:pt x="3990" y="255374"/>
                  </a:lnTo>
                  <a:lnTo>
                    <a:pt x="0" y="304800"/>
                  </a:lnTo>
                  <a:lnTo>
                    <a:pt x="3990" y="354225"/>
                  </a:lnTo>
                  <a:lnTo>
                    <a:pt x="15544" y="401116"/>
                  </a:lnTo>
                  <a:lnTo>
                    <a:pt x="34032" y="444846"/>
                  </a:lnTo>
                  <a:lnTo>
                    <a:pt x="58826" y="484784"/>
                  </a:lnTo>
                  <a:lnTo>
                    <a:pt x="89296" y="520303"/>
                  </a:lnTo>
                  <a:lnTo>
                    <a:pt x="124815" y="550773"/>
                  </a:lnTo>
                  <a:lnTo>
                    <a:pt x="164753" y="575567"/>
                  </a:lnTo>
                  <a:lnTo>
                    <a:pt x="208483" y="594055"/>
                  </a:lnTo>
                  <a:lnTo>
                    <a:pt x="255374" y="605609"/>
                  </a:lnTo>
                  <a:lnTo>
                    <a:pt x="304800" y="609600"/>
                  </a:lnTo>
                  <a:lnTo>
                    <a:pt x="354225" y="605609"/>
                  </a:lnTo>
                  <a:lnTo>
                    <a:pt x="401116" y="594055"/>
                  </a:lnTo>
                  <a:lnTo>
                    <a:pt x="444846" y="575567"/>
                  </a:lnTo>
                  <a:lnTo>
                    <a:pt x="484784" y="550773"/>
                  </a:lnTo>
                  <a:lnTo>
                    <a:pt x="520303" y="520303"/>
                  </a:lnTo>
                  <a:lnTo>
                    <a:pt x="550773" y="484784"/>
                  </a:lnTo>
                  <a:lnTo>
                    <a:pt x="575567" y="444846"/>
                  </a:lnTo>
                  <a:lnTo>
                    <a:pt x="594055" y="401116"/>
                  </a:lnTo>
                  <a:lnTo>
                    <a:pt x="605609" y="354225"/>
                  </a:lnTo>
                  <a:lnTo>
                    <a:pt x="609600" y="304800"/>
                  </a:lnTo>
                  <a:lnTo>
                    <a:pt x="605609" y="255374"/>
                  </a:lnTo>
                  <a:lnTo>
                    <a:pt x="594055" y="208483"/>
                  </a:lnTo>
                  <a:lnTo>
                    <a:pt x="575567" y="164753"/>
                  </a:lnTo>
                  <a:lnTo>
                    <a:pt x="550773" y="124815"/>
                  </a:lnTo>
                  <a:lnTo>
                    <a:pt x="520303" y="89296"/>
                  </a:lnTo>
                  <a:lnTo>
                    <a:pt x="484784" y="58826"/>
                  </a:lnTo>
                  <a:lnTo>
                    <a:pt x="444846" y="34032"/>
                  </a:lnTo>
                  <a:lnTo>
                    <a:pt x="401116" y="15544"/>
                  </a:lnTo>
                  <a:lnTo>
                    <a:pt x="354225" y="3990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00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362199" y="2133599"/>
              <a:ext cx="609600" cy="609600"/>
            </a:xfrm>
            <a:custGeom>
              <a:avLst/>
              <a:gdLst/>
              <a:ahLst/>
              <a:cxnLst/>
              <a:rect l="l" t="t" r="r" b="b"/>
              <a:pathLst>
                <a:path w="609600" h="609600">
                  <a:moveTo>
                    <a:pt x="0" y="304800"/>
                  </a:moveTo>
                  <a:lnTo>
                    <a:pt x="3990" y="255374"/>
                  </a:lnTo>
                  <a:lnTo>
                    <a:pt x="15544" y="208483"/>
                  </a:lnTo>
                  <a:lnTo>
                    <a:pt x="34032" y="164753"/>
                  </a:lnTo>
                  <a:lnTo>
                    <a:pt x="58826" y="124815"/>
                  </a:lnTo>
                  <a:lnTo>
                    <a:pt x="89296" y="89296"/>
                  </a:lnTo>
                  <a:lnTo>
                    <a:pt x="124815" y="58826"/>
                  </a:lnTo>
                  <a:lnTo>
                    <a:pt x="164753" y="34032"/>
                  </a:lnTo>
                  <a:lnTo>
                    <a:pt x="208483" y="15544"/>
                  </a:lnTo>
                  <a:lnTo>
                    <a:pt x="255374" y="3990"/>
                  </a:lnTo>
                  <a:lnTo>
                    <a:pt x="304800" y="0"/>
                  </a:lnTo>
                  <a:lnTo>
                    <a:pt x="354225" y="3990"/>
                  </a:lnTo>
                  <a:lnTo>
                    <a:pt x="401116" y="15544"/>
                  </a:lnTo>
                  <a:lnTo>
                    <a:pt x="444846" y="34032"/>
                  </a:lnTo>
                  <a:lnTo>
                    <a:pt x="484784" y="58826"/>
                  </a:lnTo>
                  <a:lnTo>
                    <a:pt x="520303" y="89296"/>
                  </a:lnTo>
                  <a:lnTo>
                    <a:pt x="550773" y="124815"/>
                  </a:lnTo>
                  <a:lnTo>
                    <a:pt x="575567" y="164753"/>
                  </a:lnTo>
                  <a:lnTo>
                    <a:pt x="594055" y="208483"/>
                  </a:lnTo>
                  <a:lnTo>
                    <a:pt x="605609" y="255374"/>
                  </a:lnTo>
                  <a:lnTo>
                    <a:pt x="609600" y="304800"/>
                  </a:lnTo>
                  <a:lnTo>
                    <a:pt x="605609" y="354225"/>
                  </a:lnTo>
                  <a:lnTo>
                    <a:pt x="594055" y="401116"/>
                  </a:lnTo>
                  <a:lnTo>
                    <a:pt x="575567" y="444846"/>
                  </a:lnTo>
                  <a:lnTo>
                    <a:pt x="550773" y="484784"/>
                  </a:lnTo>
                  <a:lnTo>
                    <a:pt x="520303" y="520303"/>
                  </a:lnTo>
                  <a:lnTo>
                    <a:pt x="484784" y="550773"/>
                  </a:lnTo>
                  <a:lnTo>
                    <a:pt x="444846" y="575567"/>
                  </a:lnTo>
                  <a:lnTo>
                    <a:pt x="401116" y="594055"/>
                  </a:lnTo>
                  <a:lnTo>
                    <a:pt x="354225" y="605609"/>
                  </a:lnTo>
                  <a:lnTo>
                    <a:pt x="304800" y="609600"/>
                  </a:lnTo>
                  <a:lnTo>
                    <a:pt x="255374" y="605609"/>
                  </a:lnTo>
                  <a:lnTo>
                    <a:pt x="208483" y="594055"/>
                  </a:lnTo>
                  <a:lnTo>
                    <a:pt x="164753" y="575567"/>
                  </a:lnTo>
                  <a:lnTo>
                    <a:pt x="124815" y="550773"/>
                  </a:lnTo>
                  <a:lnTo>
                    <a:pt x="89296" y="520303"/>
                  </a:lnTo>
                  <a:lnTo>
                    <a:pt x="58826" y="484784"/>
                  </a:lnTo>
                  <a:lnTo>
                    <a:pt x="34032" y="444846"/>
                  </a:lnTo>
                  <a:lnTo>
                    <a:pt x="15544" y="401116"/>
                  </a:lnTo>
                  <a:lnTo>
                    <a:pt x="3990" y="354225"/>
                  </a:lnTo>
                  <a:lnTo>
                    <a:pt x="0" y="304800"/>
                  </a:lnTo>
                  <a:close/>
                </a:path>
              </a:pathLst>
            </a:custGeom>
            <a:ln w="222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2457704" y="2203830"/>
            <a:ext cx="42164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i="1" dirty="0">
                <a:latin typeface="Arial"/>
                <a:cs typeface="Arial"/>
              </a:rPr>
              <a:t>20</a:t>
            </a:r>
            <a:endParaRPr sz="2800">
              <a:latin typeface="Arial"/>
              <a:cs typeface="Arial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979487" y="4637087"/>
            <a:ext cx="1535430" cy="1546225"/>
            <a:chOff x="979487" y="4637087"/>
            <a:chExt cx="1535430" cy="1546225"/>
          </a:xfrm>
        </p:grpSpPr>
        <p:sp>
          <p:nvSpPr>
            <p:cNvPr id="24" name="object 24"/>
            <p:cNvSpPr/>
            <p:nvPr/>
          </p:nvSpPr>
          <p:spPr>
            <a:xfrm>
              <a:off x="1447800" y="5090286"/>
              <a:ext cx="1066800" cy="548640"/>
            </a:xfrm>
            <a:custGeom>
              <a:avLst/>
              <a:gdLst/>
              <a:ahLst/>
              <a:cxnLst/>
              <a:rect l="l" t="t" r="r" b="b"/>
              <a:pathLst>
                <a:path w="1066800" h="548639">
                  <a:moveTo>
                    <a:pt x="320167" y="88265"/>
                  </a:moveTo>
                  <a:lnTo>
                    <a:pt x="301752" y="75946"/>
                  </a:lnTo>
                  <a:lnTo>
                    <a:pt x="61188" y="436664"/>
                  </a:lnTo>
                  <a:lnTo>
                    <a:pt x="17653" y="407670"/>
                  </a:lnTo>
                  <a:lnTo>
                    <a:pt x="0" y="548513"/>
                  </a:lnTo>
                  <a:lnTo>
                    <a:pt x="123317" y="478028"/>
                  </a:lnTo>
                  <a:lnTo>
                    <a:pt x="95656" y="459613"/>
                  </a:lnTo>
                  <a:lnTo>
                    <a:pt x="79717" y="449008"/>
                  </a:lnTo>
                  <a:lnTo>
                    <a:pt x="320167" y="88265"/>
                  </a:lnTo>
                  <a:close/>
                </a:path>
                <a:path w="1066800" h="548639">
                  <a:moveTo>
                    <a:pt x="1066800" y="548513"/>
                  </a:moveTo>
                  <a:lnTo>
                    <a:pt x="1061593" y="454787"/>
                  </a:lnTo>
                  <a:lnTo>
                    <a:pt x="1058926" y="406781"/>
                  </a:lnTo>
                  <a:lnTo>
                    <a:pt x="1013421" y="432790"/>
                  </a:lnTo>
                  <a:lnTo>
                    <a:pt x="766191" y="0"/>
                  </a:lnTo>
                  <a:lnTo>
                    <a:pt x="746887" y="10922"/>
                  </a:lnTo>
                  <a:lnTo>
                    <a:pt x="994105" y="443826"/>
                  </a:lnTo>
                  <a:lnTo>
                    <a:pt x="948690" y="469773"/>
                  </a:lnTo>
                  <a:lnTo>
                    <a:pt x="1066800" y="548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676400" y="4648200"/>
              <a:ext cx="609600" cy="609600"/>
            </a:xfrm>
            <a:custGeom>
              <a:avLst/>
              <a:gdLst/>
              <a:ahLst/>
              <a:cxnLst/>
              <a:rect l="l" t="t" r="r" b="b"/>
              <a:pathLst>
                <a:path w="609600" h="609600">
                  <a:moveTo>
                    <a:pt x="304800" y="0"/>
                  </a:moveTo>
                  <a:lnTo>
                    <a:pt x="255374" y="3990"/>
                  </a:lnTo>
                  <a:lnTo>
                    <a:pt x="208483" y="15544"/>
                  </a:lnTo>
                  <a:lnTo>
                    <a:pt x="164753" y="34032"/>
                  </a:lnTo>
                  <a:lnTo>
                    <a:pt x="124815" y="58826"/>
                  </a:lnTo>
                  <a:lnTo>
                    <a:pt x="89296" y="89296"/>
                  </a:lnTo>
                  <a:lnTo>
                    <a:pt x="58826" y="124815"/>
                  </a:lnTo>
                  <a:lnTo>
                    <a:pt x="34032" y="164753"/>
                  </a:lnTo>
                  <a:lnTo>
                    <a:pt x="15544" y="208483"/>
                  </a:lnTo>
                  <a:lnTo>
                    <a:pt x="3990" y="255374"/>
                  </a:lnTo>
                  <a:lnTo>
                    <a:pt x="0" y="304800"/>
                  </a:lnTo>
                  <a:lnTo>
                    <a:pt x="3990" y="354225"/>
                  </a:lnTo>
                  <a:lnTo>
                    <a:pt x="15544" y="401116"/>
                  </a:lnTo>
                  <a:lnTo>
                    <a:pt x="34032" y="444846"/>
                  </a:lnTo>
                  <a:lnTo>
                    <a:pt x="58826" y="484784"/>
                  </a:lnTo>
                  <a:lnTo>
                    <a:pt x="89296" y="520303"/>
                  </a:lnTo>
                  <a:lnTo>
                    <a:pt x="124815" y="550773"/>
                  </a:lnTo>
                  <a:lnTo>
                    <a:pt x="164753" y="575567"/>
                  </a:lnTo>
                  <a:lnTo>
                    <a:pt x="208483" y="594055"/>
                  </a:lnTo>
                  <a:lnTo>
                    <a:pt x="255374" y="605609"/>
                  </a:lnTo>
                  <a:lnTo>
                    <a:pt x="304800" y="609600"/>
                  </a:lnTo>
                  <a:lnTo>
                    <a:pt x="354225" y="605609"/>
                  </a:lnTo>
                  <a:lnTo>
                    <a:pt x="401116" y="594055"/>
                  </a:lnTo>
                  <a:lnTo>
                    <a:pt x="444846" y="575567"/>
                  </a:lnTo>
                  <a:lnTo>
                    <a:pt x="484784" y="550773"/>
                  </a:lnTo>
                  <a:lnTo>
                    <a:pt x="520303" y="520303"/>
                  </a:lnTo>
                  <a:lnTo>
                    <a:pt x="550773" y="484784"/>
                  </a:lnTo>
                  <a:lnTo>
                    <a:pt x="575567" y="444846"/>
                  </a:lnTo>
                  <a:lnTo>
                    <a:pt x="594055" y="401116"/>
                  </a:lnTo>
                  <a:lnTo>
                    <a:pt x="605609" y="354225"/>
                  </a:lnTo>
                  <a:lnTo>
                    <a:pt x="609600" y="304800"/>
                  </a:lnTo>
                  <a:lnTo>
                    <a:pt x="605609" y="255374"/>
                  </a:lnTo>
                  <a:lnTo>
                    <a:pt x="594055" y="208483"/>
                  </a:lnTo>
                  <a:lnTo>
                    <a:pt x="575567" y="164753"/>
                  </a:lnTo>
                  <a:lnTo>
                    <a:pt x="550773" y="124815"/>
                  </a:lnTo>
                  <a:lnTo>
                    <a:pt x="520303" y="89296"/>
                  </a:lnTo>
                  <a:lnTo>
                    <a:pt x="484784" y="58826"/>
                  </a:lnTo>
                  <a:lnTo>
                    <a:pt x="444846" y="34032"/>
                  </a:lnTo>
                  <a:lnTo>
                    <a:pt x="401116" y="15544"/>
                  </a:lnTo>
                  <a:lnTo>
                    <a:pt x="354225" y="3990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00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676400" y="4648200"/>
              <a:ext cx="609600" cy="609600"/>
            </a:xfrm>
            <a:custGeom>
              <a:avLst/>
              <a:gdLst/>
              <a:ahLst/>
              <a:cxnLst/>
              <a:rect l="l" t="t" r="r" b="b"/>
              <a:pathLst>
                <a:path w="609600" h="609600">
                  <a:moveTo>
                    <a:pt x="0" y="304800"/>
                  </a:moveTo>
                  <a:lnTo>
                    <a:pt x="3990" y="255374"/>
                  </a:lnTo>
                  <a:lnTo>
                    <a:pt x="15544" y="208483"/>
                  </a:lnTo>
                  <a:lnTo>
                    <a:pt x="34032" y="164753"/>
                  </a:lnTo>
                  <a:lnTo>
                    <a:pt x="58826" y="124815"/>
                  </a:lnTo>
                  <a:lnTo>
                    <a:pt x="89296" y="89296"/>
                  </a:lnTo>
                  <a:lnTo>
                    <a:pt x="124815" y="58826"/>
                  </a:lnTo>
                  <a:lnTo>
                    <a:pt x="164753" y="34032"/>
                  </a:lnTo>
                  <a:lnTo>
                    <a:pt x="208483" y="15544"/>
                  </a:lnTo>
                  <a:lnTo>
                    <a:pt x="255374" y="3990"/>
                  </a:lnTo>
                  <a:lnTo>
                    <a:pt x="304800" y="0"/>
                  </a:lnTo>
                  <a:lnTo>
                    <a:pt x="354225" y="3990"/>
                  </a:lnTo>
                  <a:lnTo>
                    <a:pt x="401116" y="15544"/>
                  </a:lnTo>
                  <a:lnTo>
                    <a:pt x="444846" y="34032"/>
                  </a:lnTo>
                  <a:lnTo>
                    <a:pt x="484784" y="58826"/>
                  </a:lnTo>
                  <a:lnTo>
                    <a:pt x="520303" y="89296"/>
                  </a:lnTo>
                  <a:lnTo>
                    <a:pt x="550773" y="124815"/>
                  </a:lnTo>
                  <a:lnTo>
                    <a:pt x="575567" y="164753"/>
                  </a:lnTo>
                  <a:lnTo>
                    <a:pt x="594055" y="208483"/>
                  </a:lnTo>
                  <a:lnTo>
                    <a:pt x="605609" y="255374"/>
                  </a:lnTo>
                  <a:lnTo>
                    <a:pt x="609600" y="304800"/>
                  </a:lnTo>
                  <a:lnTo>
                    <a:pt x="605609" y="354225"/>
                  </a:lnTo>
                  <a:lnTo>
                    <a:pt x="594055" y="401116"/>
                  </a:lnTo>
                  <a:lnTo>
                    <a:pt x="575567" y="444846"/>
                  </a:lnTo>
                  <a:lnTo>
                    <a:pt x="550773" y="484784"/>
                  </a:lnTo>
                  <a:lnTo>
                    <a:pt x="520303" y="520303"/>
                  </a:lnTo>
                  <a:lnTo>
                    <a:pt x="484784" y="550773"/>
                  </a:lnTo>
                  <a:lnTo>
                    <a:pt x="444846" y="575567"/>
                  </a:lnTo>
                  <a:lnTo>
                    <a:pt x="401116" y="594055"/>
                  </a:lnTo>
                  <a:lnTo>
                    <a:pt x="354225" y="605609"/>
                  </a:lnTo>
                  <a:lnTo>
                    <a:pt x="304800" y="609600"/>
                  </a:lnTo>
                  <a:lnTo>
                    <a:pt x="255374" y="605609"/>
                  </a:lnTo>
                  <a:lnTo>
                    <a:pt x="208483" y="594055"/>
                  </a:lnTo>
                  <a:lnTo>
                    <a:pt x="164753" y="575567"/>
                  </a:lnTo>
                  <a:lnTo>
                    <a:pt x="124815" y="550773"/>
                  </a:lnTo>
                  <a:lnTo>
                    <a:pt x="89296" y="520303"/>
                  </a:lnTo>
                  <a:lnTo>
                    <a:pt x="58826" y="484784"/>
                  </a:lnTo>
                  <a:lnTo>
                    <a:pt x="34032" y="444846"/>
                  </a:lnTo>
                  <a:lnTo>
                    <a:pt x="15544" y="401116"/>
                  </a:lnTo>
                  <a:lnTo>
                    <a:pt x="3990" y="354225"/>
                  </a:lnTo>
                  <a:lnTo>
                    <a:pt x="0" y="304800"/>
                  </a:lnTo>
                  <a:close/>
                </a:path>
              </a:pathLst>
            </a:custGeom>
            <a:ln w="222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990600" y="5562600"/>
              <a:ext cx="609600" cy="609600"/>
            </a:xfrm>
            <a:custGeom>
              <a:avLst/>
              <a:gdLst/>
              <a:ahLst/>
              <a:cxnLst/>
              <a:rect l="l" t="t" r="r" b="b"/>
              <a:pathLst>
                <a:path w="609600" h="609600">
                  <a:moveTo>
                    <a:pt x="304800" y="0"/>
                  </a:moveTo>
                  <a:lnTo>
                    <a:pt x="255359" y="3989"/>
                  </a:lnTo>
                  <a:lnTo>
                    <a:pt x="208458" y="15538"/>
                  </a:lnTo>
                  <a:lnTo>
                    <a:pt x="164725" y="34020"/>
                  </a:lnTo>
                  <a:lnTo>
                    <a:pt x="124788" y="58808"/>
                  </a:lnTo>
                  <a:lnTo>
                    <a:pt x="89273" y="89273"/>
                  </a:lnTo>
                  <a:lnTo>
                    <a:pt x="58808" y="124788"/>
                  </a:lnTo>
                  <a:lnTo>
                    <a:pt x="34020" y="164725"/>
                  </a:lnTo>
                  <a:lnTo>
                    <a:pt x="15538" y="208458"/>
                  </a:lnTo>
                  <a:lnTo>
                    <a:pt x="3989" y="255359"/>
                  </a:lnTo>
                  <a:lnTo>
                    <a:pt x="0" y="304800"/>
                  </a:lnTo>
                  <a:lnTo>
                    <a:pt x="3989" y="354240"/>
                  </a:lnTo>
                  <a:lnTo>
                    <a:pt x="15538" y="401141"/>
                  </a:lnTo>
                  <a:lnTo>
                    <a:pt x="34020" y="444874"/>
                  </a:lnTo>
                  <a:lnTo>
                    <a:pt x="58808" y="484811"/>
                  </a:lnTo>
                  <a:lnTo>
                    <a:pt x="89273" y="520326"/>
                  </a:lnTo>
                  <a:lnTo>
                    <a:pt x="124788" y="550791"/>
                  </a:lnTo>
                  <a:lnTo>
                    <a:pt x="164725" y="575579"/>
                  </a:lnTo>
                  <a:lnTo>
                    <a:pt x="208458" y="594061"/>
                  </a:lnTo>
                  <a:lnTo>
                    <a:pt x="255359" y="605610"/>
                  </a:lnTo>
                  <a:lnTo>
                    <a:pt x="304800" y="609600"/>
                  </a:lnTo>
                  <a:lnTo>
                    <a:pt x="354225" y="605610"/>
                  </a:lnTo>
                  <a:lnTo>
                    <a:pt x="401116" y="594061"/>
                  </a:lnTo>
                  <a:lnTo>
                    <a:pt x="444846" y="575579"/>
                  </a:lnTo>
                  <a:lnTo>
                    <a:pt x="484784" y="550791"/>
                  </a:lnTo>
                  <a:lnTo>
                    <a:pt x="520303" y="520326"/>
                  </a:lnTo>
                  <a:lnTo>
                    <a:pt x="550773" y="484811"/>
                  </a:lnTo>
                  <a:lnTo>
                    <a:pt x="575567" y="444874"/>
                  </a:lnTo>
                  <a:lnTo>
                    <a:pt x="594055" y="401141"/>
                  </a:lnTo>
                  <a:lnTo>
                    <a:pt x="605609" y="354240"/>
                  </a:lnTo>
                  <a:lnTo>
                    <a:pt x="609600" y="304800"/>
                  </a:lnTo>
                  <a:lnTo>
                    <a:pt x="605609" y="255359"/>
                  </a:lnTo>
                  <a:lnTo>
                    <a:pt x="594055" y="208458"/>
                  </a:lnTo>
                  <a:lnTo>
                    <a:pt x="575567" y="164725"/>
                  </a:lnTo>
                  <a:lnTo>
                    <a:pt x="550773" y="124788"/>
                  </a:lnTo>
                  <a:lnTo>
                    <a:pt x="520303" y="89273"/>
                  </a:lnTo>
                  <a:lnTo>
                    <a:pt x="484784" y="58808"/>
                  </a:lnTo>
                  <a:lnTo>
                    <a:pt x="444846" y="34020"/>
                  </a:lnTo>
                  <a:lnTo>
                    <a:pt x="401116" y="15538"/>
                  </a:lnTo>
                  <a:lnTo>
                    <a:pt x="354225" y="3989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00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990600" y="5562600"/>
              <a:ext cx="609600" cy="609600"/>
            </a:xfrm>
            <a:custGeom>
              <a:avLst/>
              <a:gdLst/>
              <a:ahLst/>
              <a:cxnLst/>
              <a:rect l="l" t="t" r="r" b="b"/>
              <a:pathLst>
                <a:path w="609600" h="609600">
                  <a:moveTo>
                    <a:pt x="0" y="304800"/>
                  </a:moveTo>
                  <a:lnTo>
                    <a:pt x="3989" y="255359"/>
                  </a:lnTo>
                  <a:lnTo>
                    <a:pt x="15538" y="208458"/>
                  </a:lnTo>
                  <a:lnTo>
                    <a:pt x="34020" y="164725"/>
                  </a:lnTo>
                  <a:lnTo>
                    <a:pt x="58808" y="124788"/>
                  </a:lnTo>
                  <a:lnTo>
                    <a:pt x="89273" y="89273"/>
                  </a:lnTo>
                  <a:lnTo>
                    <a:pt x="124788" y="58808"/>
                  </a:lnTo>
                  <a:lnTo>
                    <a:pt x="164725" y="34020"/>
                  </a:lnTo>
                  <a:lnTo>
                    <a:pt x="208458" y="15538"/>
                  </a:lnTo>
                  <a:lnTo>
                    <a:pt x="255359" y="3989"/>
                  </a:lnTo>
                  <a:lnTo>
                    <a:pt x="304800" y="0"/>
                  </a:lnTo>
                  <a:lnTo>
                    <a:pt x="354225" y="3989"/>
                  </a:lnTo>
                  <a:lnTo>
                    <a:pt x="401116" y="15538"/>
                  </a:lnTo>
                  <a:lnTo>
                    <a:pt x="444846" y="34020"/>
                  </a:lnTo>
                  <a:lnTo>
                    <a:pt x="484784" y="58808"/>
                  </a:lnTo>
                  <a:lnTo>
                    <a:pt x="520303" y="89273"/>
                  </a:lnTo>
                  <a:lnTo>
                    <a:pt x="550773" y="124788"/>
                  </a:lnTo>
                  <a:lnTo>
                    <a:pt x="575567" y="164725"/>
                  </a:lnTo>
                  <a:lnTo>
                    <a:pt x="594055" y="208458"/>
                  </a:lnTo>
                  <a:lnTo>
                    <a:pt x="605609" y="255359"/>
                  </a:lnTo>
                  <a:lnTo>
                    <a:pt x="609600" y="304800"/>
                  </a:lnTo>
                  <a:lnTo>
                    <a:pt x="605609" y="354240"/>
                  </a:lnTo>
                  <a:lnTo>
                    <a:pt x="594055" y="401141"/>
                  </a:lnTo>
                  <a:lnTo>
                    <a:pt x="575567" y="444874"/>
                  </a:lnTo>
                  <a:lnTo>
                    <a:pt x="550773" y="484811"/>
                  </a:lnTo>
                  <a:lnTo>
                    <a:pt x="520303" y="520326"/>
                  </a:lnTo>
                  <a:lnTo>
                    <a:pt x="484784" y="550791"/>
                  </a:lnTo>
                  <a:lnTo>
                    <a:pt x="444846" y="575579"/>
                  </a:lnTo>
                  <a:lnTo>
                    <a:pt x="401116" y="594061"/>
                  </a:lnTo>
                  <a:lnTo>
                    <a:pt x="354225" y="605610"/>
                  </a:lnTo>
                  <a:lnTo>
                    <a:pt x="304800" y="609600"/>
                  </a:lnTo>
                  <a:lnTo>
                    <a:pt x="255359" y="605610"/>
                  </a:lnTo>
                  <a:lnTo>
                    <a:pt x="208458" y="594061"/>
                  </a:lnTo>
                  <a:lnTo>
                    <a:pt x="164725" y="575579"/>
                  </a:lnTo>
                  <a:lnTo>
                    <a:pt x="124788" y="550791"/>
                  </a:lnTo>
                  <a:lnTo>
                    <a:pt x="89273" y="520326"/>
                  </a:lnTo>
                  <a:lnTo>
                    <a:pt x="58808" y="484811"/>
                  </a:lnTo>
                  <a:lnTo>
                    <a:pt x="34020" y="444874"/>
                  </a:lnTo>
                  <a:lnTo>
                    <a:pt x="15538" y="401141"/>
                  </a:lnTo>
                  <a:lnTo>
                    <a:pt x="3989" y="354240"/>
                  </a:lnTo>
                  <a:lnTo>
                    <a:pt x="0" y="304800"/>
                  </a:lnTo>
                  <a:close/>
                </a:path>
              </a:pathLst>
            </a:custGeom>
            <a:ln w="222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1183639" y="5633415"/>
            <a:ext cx="22288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i="1" spc="-5" dirty="0">
                <a:latin typeface="Arial"/>
                <a:cs typeface="Arial"/>
              </a:rPr>
              <a:t>1</a:t>
            </a:r>
            <a:endParaRPr sz="2800">
              <a:latin typeface="Arial"/>
              <a:cs typeface="Arial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2351087" y="5551487"/>
            <a:ext cx="631825" cy="631825"/>
            <a:chOff x="2351087" y="5551487"/>
            <a:chExt cx="631825" cy="631825"/>
          </a:xfrm>
        </p:grpSpPr>
        <p:sp>
          <p:nvSpPr>
            <p:cNvPr id="31" name="object 31"/>
            <p:cNvSpPr/>
            <p:nvPr/>
          </p:nvSpPr>
          <p:spPr>
            <a:xfrm>
              <a:off x="2362200" y="5562600"/>
              <a:ext cx="609600" cy="609600"/>
            </a:xfrm>
            <a:custGeom>
              <a:avLst/>
              <a:gdLst/>
              <a:ahLst/>
              <a:cxnLst/>
              <a:rect l="l" t="t" r="r" b="b"/>
              <a:pathLst>
                <a:path w="609600" h="609600">
                  <a:moveTo>
                    <a:pt x="304800" y="0"/>
                  </a:moveTo>
                  <a:lnTo>
                    <a:pt x="255374" y="3989"/>
                  </a:lnTo>
                  <a:lnTo>
                    <a:pt x="208483" y="15538"/>
                  </a:lnTo>
                  <a:lnTo>
                    <a:pt x="164753" y="34020"/>
                  </a:lnTo>
                  <a:lnTo>
                    <a:pt x="124815" y="58808"/>
                  </a:lnTo>
                  <a:lnTo>
                    <a:pt x="89296" y="89273"/>
                  </a:lnTo>
                  <a:lnTo>
                    <a:pt x="58826" y="124788"/>
                  </a:lnTo>
                  <a:lnTo>
                    <a:pt x="34032" y="164725"/>
                  </a:lnTo>
                  <a:lnTo>
                    <a:pt x="15544" y="208458"/>
                  </a:lnTo>
                  <a:lnTo>
                    <a:pt x="3990" y="255359"/>
                  </a:lnTo>
                  <a:lnTo>
                    <a:pt x="0" y="304800"/>
                  </a:lnTo>
                  <a:lnTo>
                    <a:pt x="3990" y="354240"/>
                  </a:lnTo>
                  <a:lnTo>
                    <a:pt x="15544" y="401141"/>
                  </a:lnTo>
                  <a:lnTo>
                    <a:pt x="34032" y="444874"/>
                  </a:lnTo>
                  <a:lnTo>
                    <a:pt x="58826" y="484811"/>
                  </a:lnTo>
                  <a:lnTo>
                    <a:pt x="89296" y="520326"/>
                  </a:lnTo>
                  <a:lnTo>
                    <a:pt x="124815" y="550791"/>
                  </a:lnTo>
                  <a:lnTo>
                    <a:pt x="164753" y="575579"/>
                  </a:lnTo>
                  <a:lnTo>
                    <a:pt x="208483" y="594061"/>
                  </a:lnTo>
                  <a:lnTo>
                    <a:pt x="255374" y="605610"/>
                  </a:lnTo>
                  <a:lnTo>
                    <a:pt x="304800" y="609600"/>
                  </a:lnTo>
                  <a:lnTo>
                    <a:pt x="354225" y="605610"/>
                  </a:lnTo>
                  <a:lnTo>
                    <a:pt x="401116" y="594061"/>
                  </a:lnTo>
                  <a:lnTo>
                    <a:pt x="444846" y="575579"/>
                  </a:lnTo>
                  <a:lnTo>
                    <a:pt x="484784" y="550791"/>
                  </a:lnTo>
                  <a:lnTo>
                    <a:pt x="520303" y="520326"/>
                  </a:lnTo>
                  <a:lnTo>
                    <a:pt x="550773" y="484811"/>
                  </a:lnTo>
                  <a:lnTo>
                    <a:pt x="575567" y="444874"/>
                  </a:lnTo>
                  <a:lnTo>
                    <a:pt x="594055" y="401141"/>
                  </a:lnTo>
                  <a:lnTo>
                    <a:pt x="605609" y="354240"/>
                  </a:lnTo>
                  <a:lnTo>
                    <a:pt x="609600" y="304800"/>
                  </a:lnTo>
                  <a:lnTo>
                    <a:pt x="605609" y="255359"/>
                  </a:lnTo>
                  <a:lnTo>
                    <a:pt x="594055" y="208458"/>
                  </a:lnTo>
                  <a:lnTo>
                    <a:pt x="575567" y="164725"/>
                  </a:lnTo>
                  <a:lnTo>
                    <a:pt x="550773" y="124788"/>
                  </a:lnTo>
                  <a:lnTo>
                    <a:pt x="520303" y="89273"/>
                  </a:lnTo>
                  <a:lnTo>
                    <a:pt x="484784" y="58808"/>
                  </a:lnTo>
                  <a:lnTo>
                    <a:pt x="444846" y="34020"/>
                  </a:lnTo>
                  <a:lnTo>
                    <a:pt x="401116" y="15538"/>
                  </a:lnTo>
                  <a:lnTo>
                    <a:pt x="354225" y="3989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00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2362200" y="5562600"/>
              <a:ext cx="609600" cy="609600"/>
            </a:xfrm>
            <a:custGeom>
              <a:avLst/>
              <a:gdLst/>
              <a:ahLst/>
              <a:cxnLst/>
              <a:rect l="l" t="t" r="r" b="b"/>
              <a:pathLst>
                <a:path w="609600" h="609600">
                  <a:moveTo>
                    <a:pt x="0" y="304800"/>
                  </a:moveTo>
                  <a:lnTo>
                    <a:pt x="3990" y="255359"/>
                  </a:lnTo>
                  <a:lnTo>
                    <a:pt x="15544" y="208458"/>
                  </a:lnTo>
                  <a:lnTo>
                    <a:pt x="34032" y="164725"/>
                  </a:lnTo>
                  <a:lnTo>
                    <a:pt x="58826" y="124788"/>
                  </a:lnTo>
                  <a:lnTo>
                    <a:pt x="89296" y="89273"/>
                  </a:lnTo>
                  <a:lnTo>
                    <a:pt x="124815" y="58808"/>
                  </a:lnTo>
                  <a:lnTo>
                    <a:pt x="164753" y="34020"/>
                  </a:lnTo>
                  <a:lnTo>
                    <a:pt x="208483" y="15538"/>
                  </a:lnTo>
                  <a:lnTo>
                    <a:pt x="255374" y="3989"/>
                  </a:lnTo>
                  <a:lnTo>
                    <a:pt x="304800" y="0"/>
                  </a:lnTo>
                  <a:lnTo>
                    <a:pt x="354225" y="3989"/>
                  </a:lnTo>
                  <a:lnTo>
                    <a:pt x="401116" y="15538"/>
                  </a:lnTo>
                  <a:lnTo>
                    <a:pt x="444846" y="34020"/>
                  </a:lnTo>
                  <a:lnTo>
                    <a:pt x="484784" y="58808"/>
                  </a:lnTo>
                  <a:lnTo>
                    <a:pt x="520303" y="89273"/>
                  </a:lnTo>
                  <a:lnTo>
                    <a:pt x="550773" y="124788"/>
                  </a:lnTo>
                  <a:lnTo>
                    <a:pt x="575567" y="164725"/>
                  </a:lnTo>
                  <a:lnTo>
                    <a:pt x="594055" y="208458"/>
                  </a:lnTo>
                  <a:lnTo>
                    <a:pt x="605609" y="255359"/>
                  </a:lnTo>
                  <a:lnTo>
                    <a:pt x="609600" y="304800"/>
                  </a:lnTo>
                  <a:lnTo>
                    <a:pt x="605609" y="354240"/>
                  </a:lnTo>
                  <a:lnTo>
                    <a:pt x="594055" y="401141"/>
                  </a:lnTo>
                  <a:lnTo>
                    <a:pt x="575567" y="444874"/>
                  </a:lnTo>
                  <a:lnTo>
                    <a:pt x="550773" y="484811"/>
                  </a:lnTo>
                  <a:lnTo>
                    <a:pt x="520303" y="520326"/>
                  </a:lnTo>
                  <a:lnTo>
                    <a:pt x="484784" y="550791"/>
                  </a:lnTo>
                  <a:lnTo>
                    <a:pt x="444846" y="575579"/>
                  </a:lnTo>
                  <a:lnTo>
                    <a:pt x="401116" y="594061"/>
                  </a:lnTo>
                  <a:lnTo>
                    <a:pt x="354225" y="605610"/>
                  </a:lnTo>
                  <a:lnTo>
                    <a:pt x="304800" y="609600"/>
                  </a:lnTo>
                  <a:lnTo>
                    <a:pt x="255374" y="605610"/>
                  </a:lnTo>
                  <a:lnTo>
                    <a:pt x="208483" y="594061"/>
                  </a:lnTo>
                  <a:lnTo>
                    <a:pt x="164753" y="575579"/>
                  </a:lnTo>
                  <a:lnTo>
                    <a:pt x="124815" y="550791"/>
                  </a:lnTo>
                  <a:lnTo>
                    <a:pt x="89296" y="520326"/>
                  </a:lnTo>
                  <a:lnTo>
                    <a:pt x="58826" y="484811"/>
                  </a:lnTo>
                  <a:lnTo>
                    <a:pt x="34032" y="444874"/>
                  </a:lnTo>
                  <a:lnTo>
                    <a:pt x="15544" y="401141"/>
                  </a:lnTo>
                  <a:lnTo>
                    <a:pt x="3990" y="354240"/>
                  </a:lnTo>
                  <a:lnTo>
                    <a:pt x="0" y="304800"/>
                  </a:lnTo>
                  <a:close/>
                </a:path>
              </a:pathLst>
            </a:custGeom>
            <a:ln w="222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2555239" y="5633415"/>
            <a:ext cx="22288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i="1" spc="-5" dirty="0">
                <a:latin typeface="Arial"/>
                <a:cs typeface="Arial"/>
              </a:rPr>
              <a:t>3</a:t>
            </a:r>
            <a:endParaRPr sz="2800">
              <a:latin typeface="Arial"/>
              <a:cs typeface="Arial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1768475" y="4614314"/>
            <a:ext cx="425957" cy="551433"/>
          </a:xfrm>
          <a:prstGeom prst="rect">
            <a:avLst/>
          </a:prstGeom>
        </p:spPr>
        <p:txBody>
          <a:bodyPr vert="horz" wrap="square" lIns="0" tIns="1193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sz="2800" b="1" i="1" spc="-5" dirty="0" smtClean="0">
                <a:latin typeface="Arial"/>
                <a:cs typeface="Arial"/>
              </a:rPr>
              <a:t>2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65" name="Slide Number Placeholder 64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13</a:t>
            </a:fld>
            <a:endParaRPr lang="en-IN"/>
          </a:p>
        </p:txBody>
      </p:sp>
      <p:grpSp>
        <p:nvGrpSpPr>
          <p:cNvPr id="69" name="Group 68"/>
          <p:cNvGrpSpPr/>
          <p:nvPr/>
        </p:nvGrpSpPr>
        <p:grpSpPr>
          <a:xfrm>
            <a:off x="4087413" y="1240344"/>
            <a:ext cx="3913587" cy="4550856"/>
            <a:chOff x="3933632" y="1143898"/>
            <a:chExt cx="3913587" cy="4550856"/>
          </a:xfrm>
        </p:grpSpPr>
        <p:grpSp>
          <p:nvGrpSpPr>
            <p:cNvPr id="68" name="Group 67"/>
            <p:cNvGrpSpPr/>
            <p:nvPr/>
          </p:nvGrpSpPr>
          <p:grpSpPr>
            <a:xfrm>
              <a:off x="3933632" y="1656714"/>
              <a:ext cx="3821113" cy="4038040"/>
              <a:chOff x="3695877" y="1052246"/>
              <a:chExt cx="3821113" cy="4038040"/>
            </a:xfrm>
          </p:grpSpPr>
          <p:grpSp>
            <p:nvGrpSpPr>
              <p:cNvPr id="67" name="Group 66"/>
              <p:cNvGrpSpPr/>
              <p:nvPr/>
            </p:nvGrpSpPr>
            <p:grpSpPr>
              <a:xfrm>
                <a:off x="3695877" y="1052246"/>
                <a:ext cx="3821113" cy="4038040"/>
                <a:chOff x="3695877" y="1052246"/>
                <a:chExt cx="3821113" cy="4038040"/>
              </a:xfrm>
            </p:grpSpPr>
            <p:grpSp>
              <p:nvGrpSpPr>
                <p:cNvPr id="34" name="object 34"/>
                <p:cNvGrpSpPr/>
                <p:nvPr/>
              </p:nvGrpSpPr>
              <p:grpSpPr>
                <a:xfrm>
                  <a:off x="4697589" y="1052246"/>
                  <a:ext cx="1630463" cy="2426981"/>
                  <a:chOff x="4953000" y="1131887"/>
                  <a:chExt cx="1383030" cy="1992630"/>
                </a:xfrm>
              </p:grpSpPr>
              <p:sp>
                <p:nvSpPr>
                  <p:cNvPr id="35" name="object 35"/>
                  <p:cNvSpPr/>
                  <p:nvPr/>
                </p:nvSpPr>
                <p:spPr>
                  <a:xfrm>
                    <a:off x="4953000" y="1661032"/>
                    <a:ext cx="854075" cy="14636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54075" h="1463675">
                        <a:moveTo>
                          <a:pt x="319659" y="848614"/>
                        </a:moveTo>
                        <a:lnTo>
                          <a:pt x="299847" y="838708"/>
                        </a:lnTo>
                        <a:lnTo>
                          <a:pt x="46837" y="1344612"/>
                        </a:lnTo>
                        <a:lnTo>
                          <a:pt x="0" y="1321181"/>
                        </a:lnTo>
                        <a:lnTo>
                          <a:pt x="0" y="1463167"/>
                        </a:lnTo>
                        <a:lnTo>
                          <a:pt x="113538" y="1377950"/>
                        </a:lnTo>
                        <a:lnTo>
                          <a:pt x="89395" y="1365885"/>
                        </a:lnTo>
                        <a:lnTo>
                          <a:pt x="66738" y="1354556"/>
                        </a:lnTo>
                        <a:lnTo>
                          <a:pt x="319659" y="848614"/>
                        </a:lnTo>
                        <a:close/>
                      </a:path>
                      <a:path w="854075" h="1463675">
                        <a:moveTo>
                          <a:pt x="853567" y="12319"/>
                        </a:moveTo>
                        <a:lnTo>
                          <a:pt x="835152" y="0"/>
                        </a:lnTo>
                        <a:lnTo>
                          <a:pt x="594588" y="360718"/>
                        </a:lnTo>
                        <a:lnTo>
                          <a:pt x="551053" y="331724"/>
                        </a:lnTo>
                        <a:lnTo>
                          <a:pt x="533400" y="472567"/>
                        </a:lnTo>
                        <a:lnTo>
                          <a:pt x="656717" y="402082"/>
                        </a:lnTo>
                        <a:lnTo>
                          <a:pt x="629056" y="383667"/>
                        </a:lnTo>
                        <a:lnTo>
                          <a:pt x="613117" y="373062"/>
                        </a:lnTo>
                        <a:lnTo>
                          <a:pt x="853567" y="12319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</p:spPr>
                <p:txBody>
                  <a:bodyPr wrap="square" lIns="0" tIns="0" rIns="0" bIns="0" rtlCol="0"/>
                  <a:lstStyle/>
                  <a:p>
                    <a:endParaRPr/>
                  </a:p>
                </p:txBody>
              </p:sp>
              <p:sp>
                <p:nvSpPr>
                  <p:cNvPr id="36" name="object 36"/>
                  <p:cNvSpPr/>
                  <p:nvPr/>
                </p:nvSpPr>
                <p:spPr>
                  <a:xfrm>
                    <a:off x="5715000" y="1143000"/>
                    <a:ext cx="609600" cy="6096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09600" h="609600">
                        <a:moveTo>
                          <a:pt x="304800" y="0"/>
                        </a:moveTo>
                        <a:lnTo>
                          <a:pt x="255374" y="3990"/>
                        </a:lnTo>
                        <a:lnTo>
                          <a:pt x="208483" y="15544"/>
                        </a:lnTo>
                        <a:lnTo>
                          <a:pt x="164753" y="34032"/>
                        </a:lnTo>
                        <a:lnTo>
                          <a:pt x="124815" y="58826"/>
                        </a:lnTo>
                        <a:lnTo>
                          <a:pt x="89296" y="89296"/>
                        </a:lnTo>
                        <a:lnTo>
                          <a:pt x="58826" y="124815"/>
                        </a:lnTo>
                        <a:lnTo>
                          <a:pt x="34032" y="164753"/>
                        </a:lnTo>
                        <a:lnTo>
                          <a:pt x="15544" y="208483"/>
                        </a:lnTo>
                        <a:lnTo>
                          <a:pt x="3990" y="255374"/>
                        </a:lnTo>
                        <a:lnTo>
                          <a:pt x="0" y="304800"/>
                        </a:lnTo>
                        <a:lnTo>
                          <a:pt x="3990" y="354225"/>
                        </a:lnTo>
                        <a:lnTo>
                          <a:pt x="15544" y="401116"/>
                        </a:lnTo>
                        <a:lnTo>
                          <a:pt x="34032" y="444846"/>
                        </a:lnTo>
                        <a:lnTo>
                          <a:pt x="58826" y="484784"/>
                        </a:lnTo>
                        <a:lnTo>
                          <a:pt x="89296" y="520303"/>
                        </a:lnTo>
                        <a:lnTo>
                          <a:pt x="124815" y="550773"/>
                        </a:lnTo>
                        <a:lnTo>
                          <a:pt x="164753" y="575567"/>
                        </a:lnTo>
                        <a:lnTo>
                          <a:pt x="208483" y="594055"/>
                        </a:lnTo>
                        <a:lnTo>
                          <a:pt x="255374" y="605609"/>
                        </a:lnTo>
                        <a:lnTo>
                          <a:pt x="304800" y="609600"/>
                        </a:lnTo>
                        <a:lnTo>
                          <a:pt x="354225" y="605609"/>
                        </a:lnTo>
                        <a:lnTo>
                          <a:pt x="401116" y="594055"/>
                        </a:lnTo>
                        <a:lnTo>
                          <a:pt x="444846" y="575567"/>
                        </a:lnTo>
                        <a:lnTo>
                          <a:pt x="484784" y="550773"/>
                        </a:lnTo>
                        <a:lnTo>
                          <a:pt x="520303" y="520303"/>
                        </a:lnTo>
                        <a:lnTo>
                          <a:pt x="550773" y="484784"/>
                        </a:lnTo>
                        <a:lnTo>
                          <a:pt x="575567" y="444846"/>
                        </a:lnTo>
                        <a:lnTo>
                          <a:pt x="594055" y="401116"/>
                        </a:lnTo>
                        <a:lnTo>
                          <a:pt x="605609" y="354225"/>
                        </a:lnTo>
                        <a:lnTo>
                          <a:pt x="609600" y="304800"/>
                        </a:lnTo>
                        <a:lnTo>
                          <a:pt x="605609" y="255374"/>
                        </a:lnTo>
                        <a:lnTo>
                          <a:pt x="594055" y="208483"/>
                        </a:lnTo>
                        <a:lnTo>
                          <a:pt x="575567" y="164753"/>
                        </a:lnTo>
                        <a:lnTo>
                          <a:pt x="550773" y="124815"/>
                        </a:lnTo>
                        <a:lnTo>
                          <a:pt x="520303" y="89296"/>
                        </a:lnTo>
                        <a:lnTo>
                          <a:pt x="484784" y="58826"/>
                        </a:lnTo>
                        <a:lnTo>
                          <a:pt x="444846" y="34032"/>
                        </a:lnTo>
                        <a:lnTo>
                          <a:pt x="401116" y="15544"/>
                        </a:lnTo>
                        <a:lnTo>
                          <a:pt x="354225" y="3990"/>
                        </a:lnTo>
                        <a:lnTo>
                          <a:pt x="304800" y="0"/>
                        </a:lnTo>
                        <a:close/>
                      </a:path>
                    </a:pathLst>
                  </a:custGeom>
                  <a:solidFill>
                    <a:srgbClr val="0033CC"/>
                  </a:solidFill>
                </p:spPr>
                <p:txBody>
                  <a:bodyPr wrap="square" lIns="0" tIns="0" rIns="0" bIns="0" rtlCol="0"/>
                  <a:lstStyle/>
                  <a:p>
                    <a:endParaRPr/>
                  </a:p>
                </p:txBody>
              </p:sp>
              <p:sp>
                <p:nvSpPr>
                  <p:cNvPr id="37" name="object 37"/>
                  <p:cNvSpPr/>
                  <p:nvPr/>
                </p:nvSpPr>
                <p:spPr>
                  <a:xfrm>
                    <a:off x="5715000" y="1143000"/>
                    <a:ext cx="609600" cy="6096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09600" h="609600">
                        <a:moveTo>
                          <a:pt x="0" y="304800"/>
                        </a:moveTo>
                        <a:lnTo>
                          <a:pt x="3990" y="255374"/>
                        </a:lnTo>
                        <a:lnTo>
                          <a:pt x="15544" y="208483"/>
                        </a:lnTo>
                        <a:lnTo>
                          <a:pt x="34032" y="164753"/>
                        </a:lnTo>
                        <a:lnTo>
                          <a:pt x="58826" y="124815"/>
                        </a:lnTo>
                        <a:lnTo>
                          <a:pt x="89296" y="89296"/>
                        </a:lnTo>
                        <a:lnTo>
                          <a:pt x="124815" y="58826"/>
                        </a:lnTo>
                        <a:lnTo>
                          <a:pt x="164753" y="34032"/>
                        </a:lnTo>
                        <a:lnTo>
                          <a:pt x="208483" y="15544"/>
                        </a:lnTo>
                        <a:lnTo>
                          <a:pt x="255374" y="3990"/>
                        </a:lnTo>
                        <a:lnTo>
                          <a:pt x="304800" y="0"/>
                        </a:lnTo>
                        <a:lnTo>
                          <a:pt x="354225" y="3990"/>
                        </a:lnTo>
                        <a:lnTo>
                          <a:pt x="401116" y="15544"/>
                        </a:lnTo>
                        <a:lnTo>
                          <a:pt x="444846" y="34032"/>
                        </a:lnTo>
                        <a:lnTo>
                          <a:pt x="484784" y="58826"/>
                        </a:lnTo>
                        <a:lnTo>
                          <a:pt x="520303" y="89296"/>
                        </a:lnTo>
                        <a:lnTo>
                          <a:pt x="550773" y="124815"/>
                        </a:lnTo>
                        <a:lnTo>
                          <a:pt x="575567" y="164753"/>
                        </a:lnTo>
                        <a:lnTo>
                          <a:pt x="594055" y="208483"/>
                        </a:lnTo>
                        <a:lnTo>
                          <a:pt x="605609" y="255374"/>
                        </a:lnTo>
                        <a:lnTo>
                          <a:pt x="609600" y="304800"/>
                        </a:lnTo>
                        <a:lnTo>
                          <a:pt x="605609" y="354225"/>
                        </a:lnTo>
                        <a:lnTo>
                          <a:pt x="594055" y="401116"/>
                        </a:lnTo>
                        <a:lnTo>
                          <a:pt x="575567" y="444846"/>
                        </a:lnTo>
                        <a:lnTo>
                          <a:pt x="550773" y="484784"/>
                        </a:lnTo>
                        <a:lnTo>
                          <a:pt x="520303" y="520303"/>
                        </a:lnTo>
                        <a:lnTo>
                          <a:pt x="484784" y="550773"/>
                        </a:lnTo>
                        <a:lnTo>
                          <a:pt x="444846" y="575567"/>
                        </a:lnTo>
                        <a:lnTo>
                          <a:pt x="401116" y="594055"/>
                        </a:lnTo>
                        <a:lnTo>
                          <a:pt x="354225" y="605609"/>
                        </a:lnTo>
                        <a:lnTo>
                          <a:pt x="304800" y="609600"/>
                        </a:lnTo>
                        <a:lnTo>
                          <a:pt x="255374" y="605609"/>
                        </a:lnTo>
                        <a:lnTo>
                          <a:pt x="208483" y="594055"/>
                        </a:lnTo>
                        <a:lnTo>
                          <a:pt x="164753" y="575567"/>
                        </a:lnTo>
                        <a:lnTo>
                          <a:pt x="124815" y="550773"/>
                        </a:lnTo>
                        <a:lnTo>
                          <a:pt x="89296" y="520303"/>
                        </a:lnTo>
                        <a:lnTo>
                          <a:pt x="58826" y="484784"/>
                        </a:lnTo>
                        <a:lnTo>
                          <a:pt x="34032" y="444846"/>
                        </a:lnTo>
                        <a:lnTo>
                          <a:pt x="15544" y="401116"/>
                        </a:lnTo>
                        <a:lnTo>
                          <a:pt x="3990" y="354225"/>
                        </a:lnTo>
                        <a:lnTo>
                          <a:pt x="0" y="304800"/>
                        </a:lnTo>
                        <a:close/>
                      </a:path>
                    </a:pathLst>
                  </a:custGeom>
                  <a:ln w="22225">
                    <a:solidFill>
                      <a:srgbClr val="000000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/>
                  </a:p>
                </p:txBody>
              </p:sp>
            </p:grpSp>
            <p:sp>
              <p:nvSpPr>
                <p:cNvPr id="38" name="object 38"/>
                <p:cNvSpPr txBox="1"/>
                <p:nvPr/>
              </p:nvSpPr>
              <p:spPr>
                <a:xfrm>
                  <a:off x="5678331" y="1188165"/>
                  <a:ext cx="497074" cy="443070"/>
                </a:xfrm>
                <a:prstGeom prst="rect">
                  <a:avLst/>
                </a:prstGeom>
              </p:spPr>
              <p:txBody>
                <a:bodyPr vert="horz" wrap="square" lIns="0" tIns="12065" rIns="0" bIns="0" rtlCol="0">
                  <a:spAutoFit/>
                </a:bodyPr>
                <a:lstStyle/>
                <a:p>
                  <a:pPr marL="12700">
                    <a:lnSpc>
                      <a:spcPct val="100000"/>
                    </a:lnSpc>
                    <a:spcBef>
                      <a:spcPts val="95"/>
                    </a:spcBef>
                  </a:pPr>
                  <a:r>
                    <a:rPr sz="2800" b="1" i="1" dirty="0">
                      <a:latin typeface="Arial"/>
                      <a:cs typeface="Arial"/>
                    </a:rPr>
                    <a:t>10</a:t>
                  </a:r>
                  <a:endParaRPr sz="2800" dirty="0">
                    <a:latin typeface="Arial"/>
                    <a:cs typeface="Arial"/>
                  </a:endParaRPr>
                </a:p>
              </p:txBody>
            </p:sp>
            <p:grpSp>
              <p:nvGrpSpPr>
                <p:cNvPr id="39" name="object 39"/>
                <p:cNvGrpSpPr/>
                <p:nvPr/>
              </p:nvGrpSpPr>
              <p:grpSpPr>
                <a:xfrm>
                  <a:off x="4229277" y="2030733"/>
                  <a:ext cx="1373691" cy="2068889"/>
                  <a:chOff x="4484687" y="2046287"/>
                  <a:chExt cx="1165225" cy="1698625"/>
                </a:xfrm>
              </p:grpSpPr>
              <p:sp>
                <p:nvSpPr>
                  <p:cNvPr id="40" name="object 40"/>
                  <p:cNvSpPr/>
                  <p:nvPr/>
                </p:nvSpPr>
                <p:spPr>
                  <a:xfrm>
                    <a:off x="5029200" y="2057400"/>
                    <a:ext cx="609600" cy="6096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09600" h="609600">
                        <a:moveTo>
                          <a:pt x="304800" y="0"/>
                        </a:moveTo>
                        <a:lnTo>
                          <a:pt x="255374" y="3990"/>
                        </a:lnTo>
                        <a:lnTo>
                          <a:pt x="208483" y="15544"/>
                        </a:lnTo>
                        <a:lnTo>
                          <a:pt x="164753" y="34032"/>
                        </a:lnTo>
                        <a:lnTo>
                          <a:pt x="124815" y="58826"/>
                        </a:lnTo>
                        <a:lnTo>
                          <a:pt x="89296" y="89296"/>
                        </a:lnTo>
                        <a:lnTo>
                          <a:pt x="58826" y="124815"/>
                        </a:lnTo>
                        <a:lnTo>
                          <a:pt x="34032" y="164753"/>
                        </a:lnTo>
                        <a:lnTo>
                          <a:pt x="15544" y="208483"/>
                        </a:lnTo>
                        <a:lnTo>
                          <a:pt x="3990" y="255374"/>
                        </a:lnTo>
                        <a:lnTo>
                          <a:pt x="0" y="304800"/>
                        </a:lnTo>
                        <a:lnTo>
                          <a:pt x="3990" y="354225"/>
                        </a:lnTo>
                        <a:lnTo>
                          <a:pt x="15544" y="401116"/>
                        </a:lnTo>
                        <a:lnTo>
                          <a:pt x="34032" y="444846"/>
                        </a:lnTo>
                        <a:lnTo>
                          <a:pt x="58826" y="484784"/>
                        </a:lnTo>
                        <a:lnTo>
                          <a:pt x="89296" y="520303"/>
                        </a:lnTo>
                        <a:lnTo>
                          <a:pt x="124815" y="550773"/>
                        </a:lnTo>
                        <a:lnTo>
                          <a:pt x="164753" y="575567"/>
                        </a:lnTo>
                        <a:lnTo>
                          <a:pt x="208483" y="594055"/>
                        </a:lnTo>
                        <a:lnTo>
                          <a:pt x="255374" y="605609"/>
                        </a:lnTo>
                        <a:lnTo>
                          <a:pt x="304800" y="609600"/>
                        </a:lnTo>
                        <a:lnTo>
                          <a:pt x="354225" y="605609"/>
                        </a:lnTo>
                        <a:lnTo>
                          <a:pt x="401116" y="594055"/>
                        </a:lnTo>
                        <a:lnTo>
                          <a:pt x="444846" y="575567"/>
                        </a:lnTo>
                        <a:lnTo>
                          <a:pt x="484784" y="550773"/>
                        </a:lnTo>
                        <a:lnTo>
                          <a:pt x="520303" y="520303"/>
                        </a:lnTo>
                        <a:lnTo>
                          <a:pt x="550773" y="484784"/>
                        </a:lnTo>
                        <a:lnTo>
                          <a:pt x="575567" y="444846"/>
                        </a:lnTo>
                        <a:lnTo>
                          <a:pt x="594055" y="401116"/>
                        </a:lnTo>
                        <a:lnTo>
                          <a:pt x="605609" y="354225"/>
                        </a:lnTo>
                        <a:lnTo>
                          <a:pt x="609600" y="304800"/>
                        </a:lnTo>
                        <a:lnTo>
                          <a:pt x="605609" y="255374"/>
                        </a:lnTo>
                        <a:lnTo>
                          <a:pt x="594055" y="208483"/>
                        </a:lnTo>
                        <a:lnTo>
                          <a:pt x="575567" y="164753"/>
                        </a:lnTo>
                        <a:lnTo>
                          <a:pt x="550773" y="124815"/>
                        </a:lnTo>
                        <a:lnTo>
                          <a:pt x="520303" y="89296"/>
                        </a:lnTo>
                        <a:lnTo>
                          <a:pt x="484784" y="58826"/>
                        </a:lnTo>
                        <a:lnTo>
                          <a:pt x="444846" y="34032"/>
                        </a:lnTo>
                        <a:lnTo>
                          <a:pt x="401116" y="15544"/>
                        </a:lnTo>
                        <a:lnTo>
                          <a:pt x="354225" y="3990"/>
                        </a:lnTo>
                        <a:lnTo>
                          <a:pt x="304800" y="0"/>
                        </a:lnTo>
                        <a:close/>
                      </a:path>
                    </a:pathLst>
                  </a:custGeom>
                  <a:solidFill>
                    <a:srgbClr val="0033CC"/>
                  </a:solidFill>
                </p:spPr>
                <p:txBody>
                  <a:bodyPr wrap="square" lIns="0" tIns="0" rIns="0" bIns="0" rtlCol="0"/>
                  <a:lstStyle/>
                  <a:p>
                    <a:endParaRPr/>
                  </a:p>
                </p:txBody>
              </p:sp>
              <p:sp>
                <p:nvSpPr>
                  <p:cNvPr id="41" name="object 41"/>
                  <p:cNvSpPr/>
                  <p:nvPr/>
                </p:nvSpPr>
                <p:spPr>
                  <a:xfrm>
                    <a:off x="5029200" y="2057400"/>
                    <a:ext cx="609600" cy="6096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09600" h="609600">
                        <a:moveTo>
                          <a:pt x="0" y="304800"/>
                        </a:moveTo>
                        <a:lnTo>
                          <a:pt x="3990" y="255374"/>
                        </a:lnTo>
                        <a:lnTo>
                          <a:pt x="15544" y="208483"/>
                        </a:lnTo>
                        <a:lnTo>
                          <a:pt x="34032" y="164753"/>
                        </a:lnTo>
                        <a:lnTo>
                          <a:pt x="58826" y="124815"/>
                        </a:lnTo>
                        <a:lnTo>
                          <a:pt x="89296" y="89296"/>
                        </a:lnTo>
                        <a:lnTo>
                          <a:pt x="124815" y="58826"/>
                        </a:lnTo>
                        <a:lnTo>
                          <a:pt x="164753" y="34032"/>
                        </a:lnTo>
                        <a:lnTo>
                          <a:pt x="208483" y="15544"/>
                        </a:lnTo>
                        <a:lnTo>
                          <a:pt x="255374" y="3990"/>
                        </a:lnTo>
                        <a:lnTo>
                          <a:pt x="304800" y="0"/>
                        </a:lnTo>
                        <a:lnTo>
                          <a:pt x="354225" y="3990"/>
                        </a:lnTo>
                        <a:lnTo>
                          <a:pt x="401116" y="15544"/>
                        </a:lnTo>
                        <a:lnTo>
                          <a:pt x="444846" y="34032"/>
                        </a:lnTo>
                        <a:lnTo>
                          <a:pt x="484784" y="58826"/>
                        </a:lnTo>
                        <a:lnTo>
                          <a:pt x="520303" y="89296"/>
                        </a:lnTo>
                        <a:lnTo>
                          <a:pt x="550773" y="124815"/>
                        </a:lnTo>
                        <a:lnTo>
                          <a:pt x="575567" y="164753"/>
                        </a:lnTo>
                        <a:lnTo>
                          <a:pt x="594055" y="208483"/>
                        </a:lnTo>
                        <a:lnTo>
                          <a:pt x="605609" y="255374"/>
                        </a:lnTo>
                        <a:lnTo>
                          <a:pt x="609600" y="304800"/>
                        </a:lnTo>
                        <a:lnTo>
                          <a:pt x="605609" y="354225"/>
                        </a:lnTo>
                        <a:lnTo>
                          <a:pt x="594055" y="401116"/>
                        </a:lnTo>
                        <a:lnTo>
                          <a:pt x="575567" y="444846"/>
                        </a:lnTo>
                        <a:lnTo>
                          <a:pt x="550773" y="484784"/>
                        </a:lnTo>
                        <a:lnTo>
                          <a:pt x="520303" y="520303"/>
                        </a:lnTo>
                        <a:lnTo>
                          <a:pt x="484784" y="550773"/>
                        </a:lnTo>
                        <a:lnTo>
                          <a:pt x="444846" y="575567"/>
                        </a:lnTo>
                        <a:lnTo>
                          <a:pt x="401116" y="594055"/>
                        </a:lnTo>
                        <a:lnTo>
                          <a:pt x="354225" y="605609"/>
                        </a:lnTo>
                        <a:lnTo>
                          <a:pt x="304800" y="609600"/>
                        </a:lnTo>
                        <a:lnTo>
                          <a:pt x="255374" y="605609"/>
                        </a:lnTo>
                        <a:lnTo>
                          <a:pt x="208483" y="594055"/>
                        </a:lnTo>
                        <a:lnTo>
                          <a:pt x="164753" y="575567"/>
                        </a:lnTo>
                        <a:lnTo>
                          <a:pt x="124815" y="550773"/>
                        </a:lnTo>
                        <a:lnTo>
                          <a:pt x="89296" y="520303"/>
                        </a:lnTo>
                        <a:lnTo>
                          <a:pt x="58826" y="484784"/>
                        </a:lnTo>
                        <a:lnTo>
                          <a:pt x="34032" y="444846"/>
                        </a:lnTo>
                        <a:lnTo>
                          <a:pt x="15544" y="401116"/>
                        </a:lnTo>
                        <a:lnTo>
                          <a:pt x="3990" y="354225"/>
                        </a:lnTo>
                        <a:lnTo>
                          <a:pt x="0" y="304800"/>
                        </a:lnTo>
                        <a:close/>
                      </a:path>
                    </a:pathLst>
                  </a:custGeom>
                  <a:ln w="22225">
                    <a:solidFill>
                      <a:srgbClr val="000000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/>
                  </a:p>
                </p:txBody>
              </p:sp>
              <p:sp>
                <p:nvSpPr>
                  <p:cNvPr id="42" name="object 42"/>
                  <p:cNvSpPr/>
                  <p:nvPr/>
                </p:nvSpPr>
                <p:spPr>
                  <a:xfrm>
                    <a:off x="4495800" y="3124200"/>
                    <a:ext cx="609600" cy="6096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09600" h="609600">
                        <a:moveTo>
                          <a:pt x="304800" y="0"/>
                        </a:moveTo>
                        <a:lnTo>
                          <a:pt x="255374" y="3990"/>
                        </a:lnTo>
                        <a:lnTo>
                          <a:pt x="208483" y="15544"/>
                        </a:lnTo>
                        <a:lnTo>
                          <a:pt x="164753" y="34032"/>
                        </a:lnTo>
                        <a:lnTo>
                          <a:pt x="124815" y="58826"/>
                        </a:lnTo>
                        <a:lnTo>
                          <a:pt x="89296" y="89296"/>
                        </a:lnTo>
                        <a:lnTo>
                          <a:pt x="58826" y="124815"/>
                        </a:lnTo>
                        <a:lnTo>
                          <a:pt x="34032" y="164753"/>
                        </a:lnTo>
                        <a:lnTo>
                          <a:pt x="15544" y="208483"/>
                        </a:lnTo>
                        <a:lnTo>
                          <a:pt x="3990" y="255374"/>
                        </a:lnTo>
                        <a:lnTo>
                          <a:pt x="0" y="304800"/>
                        </a:lnTo>
                        <a:lnTo>
                          <a:pt x="3990" y="354225"/>
                        </a:lnTo>
                        <a:lnTo>
                          <a:pt x="15544" y="401116"/>
                        </a:lnTo>
                        <a:lnTo>
                          <a:pt x="34032" y="444846"/>
                        </a:lnTo>
                        <a:lnTo>
                          <a:pt x="58826" y="484784"/>
                        </a:lnTo>
                        <a:lnTo>
                          <a:pt x="89296" y="520303"/>
                        </a:lnTo>
                        <a:lnTo>
                          <a:pt x="124815" y="550773"/>
                        </a:lnTo>
                        <a:lnTo>
                          <a:pt x="164753" y="575567"/>
                        </a:lnTo>
                        <a:lnTo>
                          <a:pt x="208483" y="594055"/>
                        </a:lnTo>
                        <a:lnTo>
                          <a:pt x="255374" y="605609"/>
                        </a:lnTo>
                        <a:lnTo>
                          <a:pt x="304800" y="609600"/>
                        </a:lnTo>
                        <a:lnTo>
                          <a:pt x="354225" y="605609"/>
                        </a:lnTo>
                        <a:lnTo>
                          <a:pt x="401116" y="594055"/>
                        </a:lnTo>
                        <a:lnTo>
                          <a:pt x="444846" y="575567"/>
                        </a:lnTo>
                        <a:lnTo>
                          <a:pt x="484784" y="550773"/>
                        </a:lnTo>
                        <a:lnTo>
                          <a:pt x="520303" y="520303"/>
                        </a:lnTo>
                        <a:lnTo>
                          <a:pt x="550773" y="484784"/>
                        </a:lnTo>
                        <a:lnTo>
                          <a:pt x="575567" y="444846"/>
                        </a:lnTo>
                        <a:lnTo>
                          <a:pt x="594055" y="401116"/>
                        </a:lnTo>
                        <a:lnTo>
                          <a:pt x="605609" y="354225"/>
                        </a:lnTo>
                        <a:lnTo>
                          <a:pt x="609600" y="304800"/>
                        </a:lnTo>
                        <a:lnTo>
                          <a:pt x="605609" y="255374"/>
                        </a:lnTo>
                        <a:lnTo>
                          <a:pt x="594055" y="208483"/>
                        </a:lnTo>
                        <a:lnTo>
                          <a:pt x="575567" y="164753"/>
                        </a:lnTo>
                        <a:lnTo>
                          <a:pt x="550773" y="124815"/>
                        </a:lnTo>
                        <a:lnTo>
                          <a:pt x="520303" y="89296"/>
                        </a:lnTo>
                        <a:lnTo>
                          <a:pt x="484784" y="58826"/>
                        </a:lnTo>
                        <a:lnTo>
                          <a:pt x="444846" y="34032"/>
                        </a:lnTo>
                        <a:lnTo>
                          <a:pt x="401116" y="15544"/>
                        </a:lnTo>
                        <a:lnTo>
                          <a:pt x="354225" y="3990"/>
                        </a:lnTo>
                        <a:lnTo>
                          <a:pt x="304800" y="0"/>
                        </a:lnTo>
                        <a:close/>
                      </a:path>
                    </a:pathLst>
                  </a:custGeom>
                  <a:solidFill>
                    <a:srgbClr val="0033CC"/>
                  </a:solidFill>
                </p:spPr>
                <p:txBody>
                  <a:bodyPr wrap="square" lIns="0" tIns="0" rIns="0" bIns="0" rtlCol="0"/>
                  <a:lstStyle/>
                  <a:p>
                    <a:endParaRPr/>
                  </a:p>
                </p:txBody>
              </p:sp>
              <p:sp>
                <p:nvSpPr>
                  <p:cNvPr id="43" name="object 43"/>
                  <p:cNvSpPr/>
                  <p:nvPr/>
                </p:nvSpPr>
                <p:spPr>
                  <a:xfrm>
                    <a:off x="4495800" y="3124200"/>
                    <a:ext cx="609600" cy="6096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09600" h="609600">
                        <a:moveTo>
                          <a:pt x="0" y="304800"/>
                        </a:moveTo>
                        <a:lnTo>
                          <a:pt x="3990" y="255374"/>
                        </a:lnTo>
                        <a:lnTo>
                          <a:pt x="15544" y="208483"/>
                        </a:lnTo>
                        <a:lnTo>
                          <a:pt x="34032" y="164753"/>
                        </a:lnTo>
                        <a:lnTo>
                          <a:pt x="58826" y="124815"/>
                        </a:lnTo>
                        <a:lnTo>
                          <a:pt x="89296" y="89296"/>
                        </a:lnTo>
                        <a:lnTo>
                          <a:pt x="124815" y="58826"/>
                        </a:lnTo>
                        <a:lnTo>
                          <a:pt x="164753" y="34032"/>
                        </a:lnTo>
                        <a:lnTo>
                          <a:pt x="208483" y="15544"/>
                        </a:lnTo>
                        <a:lnTo>
                          <a:pt x="255374" y="3990"/>
                        </a:lnTo>
                        <a:lnTo>
                          <a:pt x="304800" y="0"/>
                        </a:lnTo>
                        <a:lnTo>
                          <a:pt x="354225" y="3990"/>
                        </a:lnTo>
                        <a:lnTo>
                          <a:pt x="401116" y="15544"/>
                        </a:lnTo>
                        <a:lnTo>
                          <a:pt x="444846" y="34032"/>
                        </a:lnTo>
                        <a:lnTo>
                          <a:pt x="484784" y="58826"/>
                        </a:lnTo>
                        <a:lnTo>
                          <a:pt x="520303" y="89296"/>
                        </a:lnTo>
                        <a:lnTo>
                          <a:pt x="550773" y="124815"/>
                        </a:lnTo>
                        <a:lnTo>
                          <a:pt x="575567" y="164753"/>
                        </a:lnTo>
                        <a:lnTo>
                          <a:pt x="594055" y="208483"/>
                        </a:lnTo>
                        <a:lnTo>
                          <a:pt x="605609" y="255374"/>
                        </a:lnTo>
                        <a:lnTo>
                          <a:pt x="609600" y="304800"/>
                        </a:lnTo>
                        <a:lnTo>
                          <a:pt x="605609" y="354225"/>
                        </a:lnTo>
                        <a:lnTo>
                          <a:pt x="594055" y="401116"/>
                        </a:lnTo>
                        <a:lnTo>
                          <a:pt x="575567" y="444846"/>
                        </a:lnTo>
                        <a:lnTo>
                          <a:pt x="550773" y="484784"/>
                        </a:lnTo>
                        <a:lnTo>
                          <a:pt x="520303" y="520303"/>
                        </a:lnTo>
                        <a:lnTo>
                          <a:pt x="484784" y="550773"/>
                        </a:lnTo>
                        <a:lnTo>
                          <a:pt x="444846" y="575567"/>
                        </a:lnTo>
                        <a:lnTo>
                          <a:pt x="401116" y="594055"/>
                        </a:lnTo>
                        <a:lnTo>
                          <a:pt x="354225" y="605609"/>
                        </a:lnTo>
                        <a:lnTo>
                          <a:pt x="304800" y="609600"/>
                        </a:lnTo>
                        <a:lnTo>
                          <a:pt x="255374" y="605609"/>
                        </a:lnTo>
                        <a:lnTo>
                          <a:pt x="208483" y="594055"/>
                        </a:lnTo>
                        <a:lnTo>
                          <a:pt x="164753" y="575567"/>
                        </a:lnTo>
                        <a:lnTo>
                          <a:pt x="124815" y="550773"/>
                        </a:lnTo>
                        <a:lnTo>
                          <a:pt x="89296" y="520303"/>
                        </a:lnTo>
                        <a:lnTo>
                          <a:pt x="58826" y="484784"/>
                        </a:lnTo>
                        <a:lnTo>
                          <a:pt x="34032" y="444846"/>
                        </a:lnTo>
                        <a:lnTo>
                          <a:pt x="15544" y="401116"/>
                        </a:lnTo>
                        <a:lnTo>
                          <a:pt x="3990" y="354225"/>
                        </a:lnTo>
                        <a:lnTo>
                          <a:pt x="0" y="304800"/>
                        </a:lnTo>
                        <a:close/>
                      </a:path>
                    </a:pathLst>
                  </a:custGeom>
                  <a:ln w="22225">
                    <a:solidFill>
                      <a:srgbClr val="000000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/>
                  </a:p>
                </p:txBody>
              </p:sp>
            </p:grpSp>
            <p:sp>
              <p:nvSpPr>
                <p:cNvPr id="44" name="object 44"/>
                <p:cNvSpPr txBox="1"/>
                <p:nvPr/>
              </p:nvSpPr>
              <p:spPr>
                <a:xfrm>
                  <a:off x="4434064" y="3456293"/>
                  <a:ext cx="262761" cy="443070"/>
                </a:xfrm>
                <a:prstGeom prst="rect">
                  <a:avLst/>
                </a:prstGeom>
              </p:spPr>
              <p:txBody>
                <a:bodyPr vert="horz" wrap="square" lIns="0" tIns="12065" rIns="0" bIns="0" rtlCol="0">
                  <a:spAutoFit/>
                </a:bodyPr>
                <a:lstStyle/>
                <a:p>
                  <a:pPr marL="12700">
                    <a:lnSpc>
                      <a:spcPct val="100000"/>
                    </a:lnSpc>
                    <a:spcBef>
                      <a:spcPts val="95"/>
                    </a:spcBef>
                  </a:pPr>
                  <a:r>
                    <a:rPr sz="2800" b="1" i="1" spc="-5" dirty="0">
                      <a:latin typeface="Arial"/>
                      <a:cs typeface="Arial"/>
                    </a:rPr>
                    <a:t>3</a:t>
                  </a:r>
                  <a:endParaRPr sz="2800">
                    <a:latin typeface="Arial"/>
                    <a:cs typeface="Arial"/>
                  </a:endParaRPr>
                </a:p>
              </p:txBody>
            </p:sp>
            <p:grpSp>
              <p:nvGrpSpPr>
                <p:cNvPr id="45" name="object 45"/>
                <p:cNvGrpSpPr/>
                <p:nvPr/>
              </p:nvGrpSpPr>
              <p:grpSpPr>
                <a:xfrm>
                  <a:off x="5977623" y="1794000"/>
                  <a:ext cx="929768" cy="1239012"/>
                  <a:chOff x="6233033" y="1661032"/>
                  <a:chExt cx="788670" cy="1017269"/>
                </a:xfrm>
              </p:grpSpPr>
              <p:sp>
                <p:nvSpPr>
                  <p:cNvPr id="46" name="object 46"/>
                  <p:cNvSpPr/>
                  <p:nvPr/>
                </p:nvSpPr>
                <p:spPr>
                  <a:xfrm>
                    <a:off x="6233033" y="1661032"/>
                    <a:ext cx="320675" cy="4730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20675" h="473075">
                        <a:moveTo>
                          <a:pt x="240447" y="373051"/>
                        </a:moveTo>
                        <a:lnTo>
                          <a:pt x="196850" y="402081"/>
                        </a:lnTo>
                        <a:lnTo>
                          <a:pt x="320166" y="472566"/>
                        </a:lnTo>
                        <a:lnTo>
                          <a:pt x="309024" y="383666"/>
                        </a:lnTo>
                        <a:lnTo>
                          <a:pt x="247522" y="383666"/>
                        </a:lnTo>
                        <a:lnTo>
                          <a:pt x="240447" y="373051"/>
                        </a:lnTo>
                        <a:close/>
                      </a:path>
                      <a:path w="320675" h="473075">
                        <a:moveTo>
                          <a:pt x="258974" y="360715"/>
                        </a:moveTo>
                        <a:lnTo>
                          <a:pt x="240447" y="373051"/>
                        </a:lnTo>
                        <a:lnTo>
                          <a:pt x="247522" y="383666"/>
                        </a:lnTo>
                        <a:lnTo>
                          <a:pt x="266064" y="371347"/>
                        </a:lnTo>
                        <a:lnTo>
                          <a:pt x="258974" y="360715"/>
                        </a:lnTo>
                        <a:close/>
                      </a:path>
                      <a:path w="320675" h="473075">
                        <a:moveTo>
                          <a:pt x="302513" y="331724"/>
                        </a:moveTo>
                        <a:lnTo>
                          <a:pt x="258974" y="360715"/>
                        </a:lnTo>
                        <a:lnTo>
                          <a:pt x="266064" y="371347"/>
                        </a:lnTo>
                        <a:lnTo>
                          <a:pt x="247522" y="383666"/>
                        </a:lnTo>
                        <a:lnTo>
                          <a:pt x="309024" y="383666"/>
                        </a:lnTo>
                        <a:lnTo>
                          <a:pt x="302513" y="331724"/>
                        </a:lnTo>
                        <a:close/>
                      </a:path>
                      <a:path w="320675" h="473075">
                        <a:moveTo>
                          <a:pt x="18414" y="0"/>
                        </a:moveTo>
                        <a:lnTo>
                          <a:pt x="0" y="12318"/>
                        </a:lnTo>
                        <a:lnTo>
                          <a:pt x="240447" y="373051"/>
                        </a:lnTo>
                        <a:lnTo>
                          <a:pt x="258974" y="360715"/>
                        </a:lnTo>
                        <a:lnTo>
                          <a:pt x="18414" y="0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</p:spPr>
                <p:txBody>
                  <a:bodyPr wrap="square" lIns="0" tIns="0" rIns="0" bIns="0" rtlCol="0"/>
                  <a:lstStyle/>
                  <a:p>
                    <a:endParaRPr/>
                  </a:p>
                </p:txBody>
              </p:sp>
              <p:sp>
                <p:nvSpPr>
                  <p:cNvPr id="47" name="object 47"/>
                  <p:cNvSpPr/>
                  <p:nvPr/>
                </p:nvSpPr>
                <p:spPr>
                  <a:xfrm>
                    <a:off x="6400800" y="2057399"/>
                    <a:ext cx="609600" cy="6096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09600" h="609600">
                        <a:moveTo>
                          <a:pt x="304800" y="0"/>
                        </a:moveTo>
                        <a:lnTo>
                          <a:pt x="255374" y="3990"/>
                        </a:lnTo>
                        <a:lnTo>
                          <a:pt x="208483" y="15544"/>
                        </a:lnTo>
                        <a:lnTo>
                          <a:pt x="164753" y="34032"/>
                        </a:lnTo>
                        <a:lnTo>
                          <a:pt x="124815" y="58826"/>
                        </a:lnTo>
                        <a:lnTo>
                          <a:pt x="89296" y="89296"/>
                        </a:lnTo>
                        <a:lnTo>
                          <a:pt x="58826" y="124815"/>
                        </a:lnTo>
                        <a:lnTo>
                          <a:pt x="34032" y="164753"/>
                        </a:lnTo>
                        <a:lnTo>
                          <a:pt x="15544" y="208483"/>
                        </a:lnTo>
                        <a:lnTo>
                          <a:pt x="3990" y="255374"/>
                        </a:lnTo>
                        <a:lnTo>
                          <a:pt x="0" y="304800"/>
                        </a:lnTo>
                        <a:lnTo>
                          <a:pt x="3990" y="354225"/>
                        </a:lnTo>
                        <a:lnTo>
                          <a:pt x="15544" y="401116"/>
                        </a:lnTo>
                        <a:lnTo>
                          <a:pt x="34032" y="444846"/>
                        </a:lnTo>
                        <a:lnTo>
                          <a:pt x="58826" y="484784"/>
                        </a:lnTo>
                        <a:lnTo>
                          <a:pt x="89296" y="520303"/>
                        </a:lnTo>
                        <a:lnTo>
                          <a:pt x="124815" y="550773"/>
                        </a:lnTo>
                        <a:lnTo>
                          <a:pt x="164753" y="575567"/>
                        </a:lnTo>
                        <a:lnTo>
                          <a:pt x="208483" y="594055"/>
                        </a:lnTo>
                        <a:lnTo>
                          <a:pt x="255374" y="605609"/>
                        </a:lnTo>
                        <a:lnTo>
                          <a:pt x="304800" y="609600"/>
                        </a:lnTo>
                        <a:lnTo>
                          <a:pt x="354225" y="605609"/>
                        </a:lnTo>
                        <a:lnTo>
                          <a:pt x="401116" y="594055"/>
                        </a:lnTo>
                        <a:lnTo>
                          <a:pt x="444846" y="575567"/>
                        </a:lnTo>
                        <a:lnTo>
                          <a:pt x="484784" y="550773"/>
                        </a:lnTo>
                        <a:lnTo>
                          <a:pt x="520303" y="520303"/>
                        </a:lnTo>
                        <a:lnTo>
                          <a:pt x="550773" y="484784"/>
                        </a:lnTo>
                        <a:lnTo>
                          <a:pt x="575567" y="444846"/>
                        </a:lnTo>
                        <a:lnTo>
                          <a:pt x="594055" y="401116"/>
                        </a:lnTo>
                        <a:lnTo>
                          <a:pt x="605609" y="354225"/>
                        </a:lnTo>
                        <a:lnTo>
                          <a:pt x="609600" y="304800"/>
                        </a:lnTo>
                        <a:lnTo>
                          <a:pt x="605609" y="255374"/>
                        </a:lnTo>
                        <a:lnTo>
                          <a:pt x="594055" y="208483"/>
                        </a:lnTo>
                        <a:lnTo>
                          <a:pt x="575567" y="164753"/>
                        </a:lnTo>
                        <a:lnTo>
                          <a:pt x="550773" y="124815"/>
                        </a:lnTo>
                        <a:lnTo>
                          <a:pt x="520303" y="89296"/>
                        </a:lnTo>
                        <a:lnTo>
                          <a:pt x="484784" y="58826"/>
                        </a:lnTo>
                        <a:lnTo>
                          <a:pt x="444846" y="34032"/>
                        </a:lnTo>
                        <a:lnTo>
                          <a:pt x="401116" y="15544"/>
                        </a:lnTo>
                        <a:lnTo>
                          <a:pt x="354225" y="3990"/>
                        </a:lnTo>
                        <a:lnTo>
                          <a:pt x="304800" y="0"/>
                        </a:lnTo>
                        <a:close/>
                      </a:path>
                    </a:pathLst>
                  </a:custGeom>
                  <a:solidFill>
                    <a:srgbClr val="0033CC"/>
                  </a:solidFill>
                </p:spPr>
                <p:txBody>
                  <a:bodyPr wrap="square" lIns="0" tIns="0" rIns="0" bIns="0" rtlCol="0"/>
                  <a:lstStyle/>
                  <a:p>
                    <a:endParaRPr/>
                  </a:p>
                </p:txBody>
              </p:sp>
              <p:sp>
                <p:nvSpPr>
                  <p:cNvPr id="48" name="object 48"/>
                  <p:cNvSpPr/>
                  <p:nvPr/>
                </p:nvSpPr>
                <p:spPr>
                  <a:xfrm>
                    <a:off x="6400800" y="2057399"/>
                    <a:ext cx="609600" cy="6096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09600" h="609600">
                        <a:moveTo>
                          <a:pt x="0" y="304800"/>
                        </a:moveTo>
                        <a:lnTo>
                          <a:pt x="3990" y="255374"/>
                        </a:lnTo>
                        <a:lnTo>
                          <a:pt x="15544" y="208483"/>
                        </a:lnTo>
                        <a:lnTo>
                          <a:pt x="34032" y="164753"/>
                        </a:lnTo>
                        <a:lnTo>
                          <a:pt x="58826" y="124815"/>
                        </a:lnTo>
                        <a:lnTo>
                          <a:pt x="89296" y="89296"/>
                        </a:lnTo>
                        <a:lnTo>
                          <a:pt x="124815" y="58826"/>
                        </a:lnTo>
                        <a:lnTo>
                          <a:pt x="164753" y="34032"/>
                        </a:lnTo>
                        <a:lnTo>
                          <a:pt x="208483" y="15544"/>
                        </a:lnTo>
                        <a:lnTo>
                          <a:pt x="255374" y="3990"/>
                        </a:lnTo>
                        <a:lnTo>
                          <a:pt x="304800" y="0"/>
                        </a:lnTo>
                        <a:lnTo>
                          <a:pt x="354225" y="3990"/>
                        </a:lnTo>
                        <a:lnTo>
                          <a:pt x="401116" y="15544"/>
                        </a:lnTo>
                        <a:lnTo>
                          <a:pt x="444846" y="34032"/>
                        </a:lnTo>
                        <a:lnTo>
                          <a:pt x="484784" y="58826"/>
                        </a:lnTo>
                        <a:lnTo>
                          <a:pt x="520303" y="89296"/>
                        </a:lnTo>
                        <a:lnTo>
                          <a:pt x="550773" y="124815"/>
                        </a:lnTo>
                        <a:lnTo>
                          <a:pt x="575567" y="164753"/>
                        </a:lnTo>
                        <a:lnTo>
                          <a:pt x="594055" y="208483"/>
                        </a:lnTo>
                        <a:lnTo>
                          <a:pt x="605609" y="255374"/>
                        </a:lnTo>
                        <a:lnTo>
                          <a:pt x="609600" y="304800"/>
                        </a:lnTo>
                        <a:lnTo>
                          <a:pt x="605609" y="354225"/>
                        </a:lnTo>
                        <a:lnTo>
                          <a:pt x="594055" y="401116"/>
                        </a:lnTo>
                        <a:lnTo>
                          <a:pt x="575567" y="444846"/>
                        </a:lnTo>
                        <a:lnTo>
                          <a:pt x="550773" y="484784"/>
                        </a:lnTo>
                        <a:lnTo>
                          <a:pt x="520303" y="520303"/>
                        </a:lnTo>
                        <a:lnTo>
                          <a:pt x="484784" y="550773"/>
                        </a:lnTo>
                        <a:lnTo>
                          <a:pt x="444846" y="575567"/>
                        </a:lnTo>
                        <a:lnTo>
                          <a:pt x="401116" y="594055"/>
                        </a:lnTo>
                        <a:lnTo>
                          <a:pt x="354225" y="605609"/>
                        </a:lnTo>
                        <a:lnTo>
                          <a:pt x="304800" y="609600"/>
                        </a:lnTo>
                        <a:lnTo>
                          <a:pt x="255374" y="605609"/>
                        </a:lnTo>
                        <a:lnTo>
                          <a:pt x="208483" y="594055"/>
                        </a:lnTo>
                        <a:lnTo>
                          <a:pt x="164753" y="575567"/>
                        </a:lnTo>
                        <a:lnTo>
                          <a:pt x="124815" y="550773"/>
                        </a:lnTo>
                        <a:lnTo>
                          <a:pt x="89296" y="520303"/>
                        </a:lnTo>
                        <a:lnTo>
                          <a:pt x="58826" y="484784"/>
                        </a:lnTo>
                        <a:lnTo>
                          <a:pt x="34032" y="444846"/>
                        </a:lnTo>
                        <a:lnTo>
                          <a:pt x="15544" y="401116"/>
                        </a:lnTo>
                        <a:lnTo>
                          <a:pt x="3990" y="354225"/>
                        </a:lnTo>
                        <a:lnTo>
                          <a:pt x="0" y="304800"/>
                        </a:lnTo>
                        <a:close/>
                      </a:path>
                    </a:pathLst>
                  </a:custGeom>
                  <a:ln w="22225">
                    <a:solidFill>
                      <a:srgbClr val="000000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/>
                  </a:p>
                </p:txBody>
              </p:sp>
            </p:grpSp>
            <p:grpSp>
              <p:nvGrpSpPr>
                <p:cNvPr id="50" name="object 50"/>
                <p:cNvGrpSpPr/>
                <p:nvPr/>
              </p:nvGrpSpPr>
              <p:grpSpPr>
                <a:xfrm>
                  <a:off x="3695877" y="3759236"/>
                  <a:ext cx="839186" cy="1331050"/>
                  <a:chOff x="3951287" y="3642740"/>
                  <a:chExt cx="711835" cy="1092835"/>
                </a:xfrm>
              </p:grpSpPr>
              <p:sp>
                <p:nvSpPr>
                  <p:cNvPr id="51" name="object 51"/>
                  <p:cNvSpPr/>
                  <p:nvPr/>
                </p:nvSpPr>
                <p:spPr>
                  <a:xfrm>
                    <a:off x="4419600" y="3642740"/>
                    <a:ext cx="243840" cy="47244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3839" h="472439">
                        <a:moveTo>
                          <a:pt x="0" y="330072"/>
                        </a:moveTo>
                        <a:lnTo>
                          <a:pt x="0" y="472058"/>
                        </a:lnTo>
                        <a:lnTo>
                          <a:pt x="113537" y="386841"/>
                        </a:lnTo>
                        <a:lnTo>
                          <a:pt x="89408" y="374776"/>
                        </a:lnTo>
                        <a:lnTo>
                          <a:pt x="61087" y="374776"/>
                        </a:lnTo>
                        <a:lnTo>
                          <a:pt x="41148" y="364870"/>
                        </a:lnTo>
                        <a:lnTo>
                          <a:pt x="46839" y="353492"/>
                        </a:lnTo>
                        <a:lnTo>
                          <a:pt x="0" y="330072"/>
                        </a:lnTo>
                        <a:close/>
                      </a:path>
                      <a:path w="243839" h="472439">
                        <a:moveTo>
                          <a:pt x="46839" y="353492"/>
                        </a:moveTo>
                        <a:lnTo>
                          <a:pt x="41148" y="364870"/>
                        </a:lnTo>
                        <a:lnTo>
                          <a:pt x="61087" y="374776"/>
                        </a:lnTo>
                        <a:lnTo>
                          <a:pt x="66749" y="363447"/>
                        </a:lnTo>
                        <a:lnTo>
                          <a:pt x="46839" y="353492"/>
                        </a:lnTo>
                        <a:close/>
                      </a:path>
                      <a:path w="243839" h="472439">
                        <a:moveTo>
                          <a:pt x="66749" y="363447"/>
                        </a:moveTo>
                        <a:lnTo>
                          <a:pt x="61087" y="374776"/>
                        </a:lnTo>
                        <a:lnTo>
                          <a:pt x="89408" y="374776"/>
                        </a:lnTo>
                        <a:lnTo>
                          <a:pt x="66749" y="363447"/>
                        </a:lnTo>
                        <a:close/>
                      </a:path>
                      <a:path w="243839" h="472439">
                        <a:moveTo>
                          <a:pt x="223647" y="0"/>
                        </a:moveTo>
                        <a:lnTo>
                          <a:pt x="46839" y="353492"/>
                        </a:lnTo>
                        <a:lnTo>
                          <a:pt x="66749" y="363447"/>
                        </a:lnTo>
                        <a:lnTo>
                          <a:pt x="243459" y="9905"/>
                        </a:lnTo>
                        <a:lnTo>
                          <a:pt x="223647" y="0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</p:spPr>
                <p:txBody>
                  <a:bodyPr wrap="square" lIns="0" tIns="0" rIns="0" bIns="0" rtlCol="0"/>
                  <a:lstStyle/>
                  <a:p>
                    <a:endParaRPr/>
                  </a:p>
                </p:txBody>
              </p:sp>
              <p:sp>
                <p:nvSpPr>
                  <p:cNvPr id="52" name="object 52"/>
                  <p:cNvSpPr/>
                  <p:nvPr/>
                </p:nvSpPr>
                <p:spPr>
                  <a:xfrm>
                    <a:off x="3962400" y="4114799"/>
                    <a:ext cx="609600" cy="6096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09600" h="609600">
                        <a:moveTo>
                          <a:pt x="304800" y="0"/>
                        </a:moveTo>
                        <a:lnTo>
                          <a:pt x="255374" y="3990"/>
                        </a:lnTo>
                        <a:lnTo>
                          <a:pt x="208483" y="15544"/>
                        </a:lnTo>
                        <a:lnTo>
                          <a:pt x="164753" y="34032"/>
                        </a:lnTo>
                        <a:lnTo>
                          <a:pt x="124815" y="58826"/>
                        </a:lnTo>
                        <a:lnTo>
                          <a:pt x="89296" y="89296"/>
                        </a:lnTo>
                        <a:lnTo>
                          <a:pt x="58826" y="124815"/>
                        </a:lnTo>
                        <a:lnTo>
                          <a:pt x="34032" y="164753"/>
                        </a:lnTo>
                        <a:lnTo>
                          <a:pt x="15544" y="208483"/>
                        </a:lnTo>
                        <a:lnTo>
                          <a:pt x="3990" y="255374"/>
                        </a:lnTo>
                        <a:lnTo>
                          <a:pt x="0" y="304800"/>
                        </a:lnTo>
                        <a:lnTo>
                          <a:pt x="3990" y="354225"/>
                        </a:lnTo>
                        <a:lnTo>
                          <a:pt x="15544" y="401116"/>
                        </a:lnTo>
                        <a:lnTo>
                          <a:pt x="34032" y="444846"/>
                        </a:lnTo>
                        <a:lnTo>
                          <a:pt x="58826" y="484784"/>
                        </a:lnTo>
                        <a:lnTo>
                          <a:pt x="89296" y="520303"/>
                        </a:lnTo>
                        <a:lnTo>
                          <a:pt x="124815" y="550773"/>
                        </a:lnTo>
                        <a:lnTo>
                          <a:pt x="164753" y="575567"/>
                        </a:lnTo>
                        <a:lnTo>
                          <a:pt x="208483" y="594055"/>
                        </a:lnTo>
                        <a:lnTo>
                          <a:pt x="255374" y="605609"/>
                        </a:lnTo>
                        <a:lnTo>
                          <a:pt x="304800" y="609600"/>
                        </a:lnTo>
                        <a:lnTo>
                          <a:pt x="354225" y="605609"/>
                        </a:lnTo>
                        <a:lnTo>
                          <a:pt x="401116" y="594055"/>
                        </a:lnTo>
                        <a:lnTo>
                          <a:pt x="444846" y="575567"/>
                        </a:lnTo>
                        <a:lnTo>
                          <a:pt x="484784" y="550773"/>
                        </a:lnTo>
                        <a:lnTo>
                          <a:pt x="520303" y="520303"/>
                        </a:lnTo>
                        <a:lnTo>
                          <a:pt x="550773" y="484784"/>
                        </a:lnTo>
                        <a:lnTo>
                          <a:pt x="575567" y="444846"/>
                        </a:lnTo>
                        <a:lnTo>
                          <a:pt x="594055" y="401116"/>
                        </a:lnTo>
                        <a:lnTo>
                          <a:pt x="605609" y="354225"/>
                        </a:lnTo>
                        <a:lnTo>
                          <a:pt x="609600" y="304800"/>
                        </a:lnTo>
                        <a:lnTo>
                          <a:pt x="605609" y="255374"/>
                        </a:lnTo>
                        <a:lnTo>
                          <a:pt x="594055" y="208483"/>
                        </a:lnTo>
                        <a:lnTo>
                          <a:pt x="575567" y="164753"/>
                        </a:lnTo>
                        <a:lnTo>
                          <a:pt x="550773" y="124815"/>
                        </a:lnTo>
                        <a:lnTo>
                          <a:pt x="520303" y="89296"/>
                        </a:lnTo>
                        <a:lnTo>
                          <a:pt x="484784" y="58826"/>
                        </a:lnTo>
                        <a:lnTo>
                          <a:pt x="444846" y="34032"/>
                        </a:lnTo>
                        <a:lnTo>
                          <a:pt x="401116" y="15544"/>
                        </a:lnTo>
                        <a:lnTo>
                          <a:pt x="354225" y="3990"/>
                        </a:lnTo>
                        <a:lnTo>
                          <a:pt x="304800" y="0"/>
                        </a:lnTo>
                        <a:close/>
                      </a:path>
                    </a:pathLst>
                  </a:custGeom>
                  <a:solidFill>
                    <a:srgbClr val="0033CC"/>
                  </a:solidFill>
                </p:spPr>
                <p:txBody>
                  <a:bodyPr wrap="square" lIns="0" tIns="0" rIns="0" bIns="0" rtlCol="0"/>
                  <a:lstStyle/>
                  <a:p>
                    <a:endParaRPr/>
                  </a:p>
                </p:txBody>
              </p:sp>
              <p:sp>
                <p:nvSpPr>
                  <p:cNvPr id="53" name="object 53"/>
                  <p:cNvSpPr/>
                  <p:nvPr/>
                </p:nvSpPr>
                <p:spPr>
                  <a:xfrm>
                    <a:off x="3962400" y="4114799"/>
                    <a:ext cx="609600" cy="6096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09600" h="609600">
                        <a:moveTo>
                          <a:pt x="0" y="304800"/>
                        </a:moveTo>
                        <a:lnTo>
                          <a:pt x="3990" y="255374"/>
                        </a:lnTo>
                        <a:lnTo>
                          <a:pt x="15544" y="208483"/>
                        </a:lnTo>
                        <a:lnTo>
                          <a:pt x="34032" y="164753"/>
                        </a:lnTo>
                        <a:lnTo>
                          <a:pt x="58826" y="124815"/>
                        </a:lnTo>
                        <a:lnTo>
                          <a:pt x="89296" y="89296"/>
                        </a:lnTo>
                        <a:lnTo>
                          <a:pt x="124815" y="58826"/>
                        </a:lnTo>
                        <a:lnTo>
                          <a:pt x="164753" y="34032"/>
                        </a:lnTo>
                        <a:lnTo>
                          <a:pt x="208483" y="15544"/>
                        </a:lnTo>
                        <a:lnTo>
                          <a:pt x="255374" y="3990"/>
                        </a:lnTo>
                        <a:lnTo>
                          <a:pt x="304800" y="0"/>
                        </a:lnTo>
                        <a:lnTo>
                          <a:pt x="354225" y="3990"/>
                        </a:lnTo>
                        <a:lnTo>
                          <a:pt x="401116" y="15544"/>
                        </a:lnTo>
                        <a:lnTo>
                          <a:pt x="444846" y="34032"/>
                        </a:lnTo>
                        <a:lnTo>
                          <a:pt x="484784" y="58826"/>
                        </a:lnTo>
                        <a:lnTo>
                          <a:pt x="520303" y="89296"/>
                        </a:lnTo>
                        <a:lnTo>
                          <a:pt x="550773" y="124815"/>
                        </a:lnTo>
                        <a:lnTo>
                          <a:pt x="575567" y="164753"/>
                        </a:lnTo>
                        <a:lnTo>
                          <a:pt x="594055" y="208483"/>
                        </a:lnTo>
                        <a:lnTo>
                          <a:pt x="605609" y="255374"/>
                        </a:lnTo>
                        <a:lnTo>
                          <a:pt x="609600" y="304800"/>
                        </a:lnTo>
                        <a:lnTo>
                          <a:pt x="605609" y="354225"/>
                        </a:lnTo>
                        <a:lnTo>
                          <a:pt x="594055" y="401116"/>
                        </a:lnTo>
                        <a:lnTo>
                          <a:pt x="575567" y="444846"/>
                        </a:lnTo>
                        <a:lnTo>
                          <a:pt x="550773" y="484784"/>
                        </a:lnTo>
                        <a:lnTo>
                          <a:pt x="520303" y="520303"/>
                        </a:lnTo>
                        <a:lnTo>
                          <a:pt x="484784" y="550773"/>
                        </a:lnTo>
                        <a:lnTo>
                          <a:pt x="444846" y="575567"/>
                        </a:lnTo>
                        <a:lnTo>
                          <a:pt x="401116" y="594055"/>
                        </a:lnTo>
                        <a:lnTo>
                          <a:pt x="354225" y="605609"/>
                        </a:lnTo>
                        <a:lnTo>
                          <a:pt x="304800" y="609600"/>
                        </a:lnTo>
                        <a:lnTo>
                          <a:pt x="255374" y="605609"/>
                        </a:lnTo>
                        <a:lnTo>
                          <a:pt x="208483" y="594055"/>
                        </a:lnTo>
                        <a:lnTo>
                          <a:pt x="164753" y="575567"/>
                        </a:lnTo>
                        <a:lnTo>
                          <a:pt x="124815" y="550773"/>
                        </a:lnTo>
                        <a:lnTo>
                          <a:pt x="89296" y="520303"/>
                        </a:lnTo>
                        <a:lnTo>
                          <a:pt x="58826" y="484784"/>
                        </a:lnTo>
                        <a:lnTo>
                          <a:pt x="34032" y="444846"/>
                        </a:lnTo>
                        <a:lnTo>
                          <a:pt x="15544" y="401116"/>
                        </a:lnTo>
                        <a:lnTo>
                          <a:pt x="3990" y="354225"/>
                        </a:lnTo>
                        <a:lnTo>
                          <a:pt x="0" y="304800"/>
                        </a:lnTo>
                        <a:close/>
                      </a:path>
                    </a:pathLst>
                  </a:custGeom>
                  <a:ln w="22225">
                    <a:solidFill>
                      <a:srgbClr val="000000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/>
                  </a:p>
                </p:txBody>
              </p:sp>
            </p:grpSp>
            <p:grpSp>
              <p:nvGrpSpPr>
                <p:cNvPr id="55" name="object 55"/>
                <p:cNvGrpSpPr/>
                <p:nvPr/>
              </p:nvGrpSpPr>
              <p:grpSpPr>
                <a:xfrm>
                  <a:off x="6587222" y="2784600"/>
                  <a:ext cx="929768" cy="1239012"/>
                  <a:chOff x="6842632" y="2651632"/>
                  <a:chExt cx="788670" cy="1017269"/>
                </a:xfrm>
              </p:grpSpPr>
              <p:sp>
                <p:nvSpPr>
                  <p:cNvPr id="56" name="object 56"/>
                  <p:cNvSpPr/>
                  <p:nvPr/>
                </p:nvSpPr>
                <p:spPr>
                  <a:xfrm>
                    <a:off x="6842632" y="2651632"/>
                    <a:ext cx="320675" cy="4730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20675" h="473075">
                        <a:moveTo>
                          <a:pt x="240447" y="373051"/>
                        </a:moveTo>
                        <a:lnTo>
                          <a:pt x="196850" y="402081"/>
                        </a:lnTo>
                        <a:lnTo>
                          <a:pt x="320167" y="472566"/>
                        </a:lnTo>
                        <a:lnTo>
                          <a:pt x="309024" y="383666"/>
                        </a:lnTo>
                        <a:lnTo>
                          <a:pt x="247523" y="383666"/>
                        </a:lnTo>
                        <a:lnTo>
                          <a:pt x="240447" y="373051"/>
                        </a:lnTo>
                        <a:close/>
                      </a:path>
                      <a:path w="320675" h="473075">
                        <a:moveTo>
                          <a:pt x="258974" y="360715"/>
                        </a:moveTo>
                        <a:lnTo>
                          <a:pt x="240447" y="373051"/>
                        </a:lnTo>
                        <a:lnTo>
                          <a:pt x="247523" y="383666"/>
                        </a:lnTo>
                        <a:lnTo>
                          <a:pt x="266065" y="371347"/>
                        </a:lnTo>
                        <a:lnTo>
                          <a:pt x="258974" y="360715"/>
                        </a:lnTo>
                        <a:close/>
                      </a:path>
                      <a:path w="320675" h="473075">
                        <a:moveTo>
                          <a:pt x="302514" y="331724"/>
                        </a:moveTo>
                        <a:lnTo>
                          <a:pt x="258974" y="360715"/>
                        </a:lnTo>
                        <a:lnTo>
                          <a:pt x="266065" y="371347"/>
                        </a:lnTo>
                        <a:lnTo>
                          <a:pt x="247523" y="383666"/>
                        </a:lnTo>
                        <a:lnTo>
                          <a:pt x="309024" y="383666"/>
                        </a:lnTo>
                        <a:lnTo>
                          <a:pt x="302514" y="331724"/>
                        </a:lnTo>
                        <a:close/>
                      </a:path>
                      <a:path w="320675" h="473075">
                        <a:moveTo>
                          <a:pt x="18415" y="0"/>
                        </a:moveTo>
                        <a:lnTo>
                          <a:pt x="0" y="12318"/>
                        </a:lnTo>
                        <a:lnTo>
                          <a:pt x="240447" y="373051"/>
                        </a:lnTo>
                        <a:lnTo>
                          <a:pt x="258974" y="360715"/>
                        </a:lnTo>
                        <a:lnTo>
                          <a:pt x="18415" y="0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</p:spPr>
                <p:txBody>
                  <a:bodyPr wrap="square" lIns="0" tIns="0" rIns="0" bIns="0" rtlCol="0"/>
                  <a:lstStyle/>
                  <a:p>
                    <a:endParaRPr/>
                  </a:p>
                </p:txBody>
              </p:sp>
              <p:sp>
                <p:nvSpPr>
                  <p:cNvPr id="57" name="object 57"/>
                  <p:cNvSpPr/>
                  <p:nvPr/>
                </p:nvSpPr>
                <p:spPr>
                  <a:xfrm>
                    <a:off x="7010399" y="3047999"/>
                    <a:ext cx="609600" cy="6096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09600" h="609600">
                        <a:moveTo>
                          <a:pt x="304800" y="0"/>
                        </a:moveTo>
                        <a:lnTo>
                          <a:pt x="255374" y="3990"/>
                        </a:lnTo>
                        <a:lnTo>
                          <a:pt x="208483" y="15544"/>
                        </a:lnTo>
                        <a:lnTo>
                          <a:pt x="164753" y="34032"/>
                        </a:lnTo>
                        <a:lnTo>
                          <a:pt x="124815" y="58826"/>
                        </a:lnTo>
                        <a:lnTo>
                          <a:pt x="89296" y="89296"/>
                        </a:lnTo>
                        <a:lnTo>
                          <a:pt x="58826" y="124815"/>
                        </a:lnTo>
                        <a:lnTo>
                          <a:pt x="34032" y="164753"/>
                        </a:lnTo>
                        <a:lnTo>
                          <a:pt x="15544" y="208483"/>
                        </a:lnTo>
                        <a:lnTo>
                          <a:pt x="3990" y="255374"/>
                        </a:lnTo>
                        <a:lnTo>
                          <a:pt x="0" y="304800"/>
                        </a:lnTo>
                        <a:lnTo>
                          <a:pt x="3990" y="354225"/>
                        </a:lnTo>
                        <a:lnTo>
                          <a:pt x="15544" y="401116"/>
                        </a:lnTo>
                        <a:lnTo>
                          <a:pt x="34032" y="444846"/>
                        </a:lnTo>
                        <a:lnTo>
                          <a:pt x="58826" y="484784"/>
                        </a:lnTo>
                        <a:lnTo>
                          <a:pt x="89296" y="520303"/>
                        </a:lnTo>
                        <a:lnTo>
                          <a:pt x="124815" y="550773"/>
                        </a:lnTo>
                        <a:lnTo>
                          <a:pt x="164753" y="575567"/>
                        </a:lnTo>
                        <a:lnTo>
                          <a:pt x="208483" y="594055"/>
                        </a:lnTo>
                        <a:lnTo>
                          <a:pt x="255374" y="605609"/>
                        </a:lnTo>
                        <a:lnTo>
                          <a:pt x="304800" y="609600"/>
                        </a:lnTo>
                        <a:lnTo>
                          <a:pt x="354225" y="605609"/>
                        </a:lnTo>
                        <a:lnTo>
                          <a:pt x="401116" y="594055"/>
                        </a:lnTo>
                        <a:lnTo>
                          <a:pt x="444846" y="575567"/>
                        </a:lnTo>
                        <a:lnTo>
                          <a:pt x="484784" y="550773"/>
                        </a:lnTo>
                        <a:lnTo>
                          <a:pt x="520303" y="520303"/>
                        </a:lnTo>
                        <a:lnTo>
                          <a:pt x="550773" y="484784"/>
                        </a:lnTo>
                        <a:lnTo>
                          <a:pt x="575567" y="444846"/>
                        </a:lnTo>
                        <a:lnTo>
                          <a:pt x="594055" y="401116"/>
                        </a:lnTo>
                        <a:lnTo>
                          <a:pt x="605609" y="354225"/>
                        </a:lnTo>
                        <a:lnTo>
                          <a:pt x="609600" y="304800"/>
                        </a:lnTo>
                        <a:lnTo>
                          <a:pt x="605609" y="255374"/>
                        </a:lnTo>
                        <a:lnTo>
                          <a:pt x="594055" y="208483"/>
                        </a:lnTo>
                        <a:lnTo>
                          <a:pt x="575567" y="164753"/>
                        </a:lnTo>
                        <a:lnTo>
                          <a:pt x="550773" y="124815"/>
                        </a:lnTo>
                        <a:lnTo>
                          <a:pt x="520303" y="89296"/>
                        </a:lnTo>
                        <a:lnTo>
                          <a:pt x="484784" y="58826"/>
                        </a:lnTo>
                        <a:lnTo>
                          <a:pt x="444846" y="34032"/>
                        </a:lnTo>
                        <a:lnTo>
                          <a:pt x="401116" y="15544"/>
                        </a:lnTo>
                        <a:lnTo>
                          <a:pt x="354225" y="3990"/>
                        </a:lnTo>
                        <a:lnTo>
                          <a:pt x="304800" y="0"/>
                        </a:lnTo>
                        <a:close/>
                      </a:path>
                    </a:pathLst>
                  </a:custGeom>
                  <a:solidFill>
                    <a:srgbClr val="0033CC"/>
                  </a:solidFill>
                </p:spPr>
                <p:txBody>
                  <a:bodyPr wrap="square" lIns="0" tIns="0" rIns="0" bIns="0" rtlCol="0"/>
                  <a:lstStyle/>
                  <a:p>
                    <a:endParaRPr/>
                  </a:p>
                </p:txBody>
              </p:sp>
              <p:sp>
                <p:nvSpPr>
                  <p:cNvPr id="58" name="object 58"/>
                  <p:cNvSpPr/>
                  <p:nvPr/>
                </p:nvSpPr>
                <p:spPr>
                  <a:xfrm>
                    <a:off x="7010399" y="3047999"/>
                    <a:ext cx="609600" cy="6096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09600" h="609600">
                        <a:moveTo>
                          <a:pt x="0" y="304800"/>
                        </a:moveTo>
                        <a:lnTo>
                          <a:pt x="3990" y="255374"/>
                        </a:lnTo>
                        <a:lnTo>
                          <a:pt x="15544" y="208483"/>
                        </a:lnTo>
                        <a:lnTo>
                          <a:pt x="34032" y="164753"/>
                        </a:lnTo>
                        <a:lnTo>
                          <a:pt x="58826" y="124815"/>
                        </a:lnTo>
                        <a:lnTo>
                          <a:pt x="89296" y="89296"/>
                        </a:lnTo>
                        <a:lnTo>
                          <a:pt x="124815" y="58826"/>
                        </a:lnTo>
                        <a:lnTo>
                          <a:pt x="164753" y="34032"/>
                        </a:lnTo>
                        <a:lnTo>
                          <a:pt x="208483" y="15544"/>
                        </a:lnTo>
                        <a:lnTo>
                          <a:pt x="255374" y="3990"/>
                        </a:lnTo>
                        <a:lnTo>
                          <a:pt x="304800" y="0"/>
                        </a:lnTo>
                        <a:lnTo>
                          <a:pt x="354225" y="3990"/>
                        </a:lnTo>
                        <a:lnTo>
                          <a:pt x="401116" y="15544"/>
                        </a:lnTo>
                        <a:lnTo>
                          <a:pt x="444846" y="34032"/>
                        </a:lnTo>
                        <a:lnTo>
                          <a:pt x="484784" y="58826"/>
                        </a:lnTo>
                        <a:lnTo>
                          <a:pt x="520303" y="89296"/>
                        </a:lnTo>
                        <a:lnTo>
                          <a:pt x="550773" y="124815"/>
                        </a:lnTo>
                        <a:lnTo>
                          <a:pt x="575567" y="164753"/>
                        </a:lnTo>
                        <a:lnTo>
                          <a:pt x="594055" y="208483"/>
                        </a:lnTo>
                        <a:lnTo>
                          <a:pt x="605609" y="255374"/>
                        </a:lnTo>
                        <a:lnTo>
                          <a:pt x="609600" y="304800"/>
                        </a:lnTo>
                        <a:lnTo>
                          <a:pt x="605609" y="354225"/>
                        </a:lnTo>
                        <a:lnTo>
                          <a:pt x="594055" y="401116"/>
                        </a:lnTo>
                        <a:lnTo>
                          <a:pt x="575567" y="444846"/>
                        </a:lnTo>
                        <a:lnTo>
                          <a:pt x="550773" y="484784"/>
                        </a:lnTo>
                        <a:lnTo>
                          <a:pt x="520303" y="520303"/>
                        </a:lnTo>
                        <a:lnTo>
                          <a:pt x="484784" y="550773"/>
                        </a:lnTo>
                        <a:lnTo>
                          <a:pt x="444846" y="575567"/>
                        </a:lnTo>
                        <a:lnTo>
                          <a:pt x="401116" y="594055"/>
                        </a:lnTo>
                        <a:lnTo>
                          <a:pt x="354225" y="605609"/>
                        </a:lnTo>
                        <a:lnTo>
                          <a:pt x="304800" y="609600"/>
                        </a:lnTo>
                        <a:lnTo>
                          <a:pt x="255374" y="605609"/>
                        </a:lnTo>
                        <a:lnTo>
                          <a:pt x="208483" y="594055"/>
                        </a:lnTo>
                        <a:lnTo>
                          <a:pt x="164753" y="575567"/>
                        </a:lnTo>
                        <a:lnTo>
                          <a:pt x="124815" y="550773"/>
                        </a:lnTo>
                        <a:lnTo>
                          <a:pt x="89296" y="520303"/>
                        </a:lnTo>
                        <a:lnTo>
                          <a:pt x="58826" y="484784"/>
                        </a:lnTo>
                        <a:lnTo>
                          <a:pt x="34032" y="444846"/>
                        </a:lnTo>
                        <a:lnTo>
                          <a:pt x="15544" y="401116"/>
                        </a:lnTo>
                        <a:lnTo>
                          <a:pt x="3990" y="354225"/>
                        </a:lnTo>
                        <a:lnTo>
                          <a:pt x="0" y="304800"/>
                        </a:lnTo>
                        <a:close/>
                      </a:path>
                    </a:pathLst>
                  </a:custGeom>
                  <a:ln w="22225">
                    <a:solidFill>
                      <a:srgbClr val="000000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/>
                  </a:p>
                </p:txBody>
              </p:sp>
            </p:grpSp>
            <p:sp>
              <p:nvSpPr>
                <p:cNvPr id="59" name="object 59"/>
                <p:cNvSpPr txBox="1"/>
                <p:nvPr/>
              </p:nvSpPr>
              <p:spPr>
                <a:xfrm>
                  <a:off x="6933514" y="3412547"/>
                  <a:ext cx="421640" cy="452120"/>
                </a:xfrm>
                <a:prstGeom prst="rect">
                  <a:avLst/>
                </a:prstGeom>
              </p:spPr>
              <p:txBody>
                <a:bodyPr vert="horz" wrap="square" lIns="0" tIns="12065" rIns="0" bIns="0" rtlCol="0">
                  <a:spAutoFit/>
                </a:bodyPr>
                <a:lstStyle/>
                <a:p>
                  <a:pPr marL="12700">
                    <a:lnSpc>
                      <a:spcPct val="100000"/>
                    </a:lnSpc>
                    <a:spcBef>
                      <a:spcPts val="95"/>
                    </a:spcBef>
                  </a:pPr>
                  <a:r>
                    <a:rPr sz="2800" b="1" i="1" dirty="0">
                      <a:latin typeface="Arial"/>
                      <a:cs typeface="Arial"/>
                    </a:rPr>
                    <a:t>43</a:t>
                  </a:r>
                  <a:endParaRPr sz="2800" dirty="0">
                    <a:latin typeface="Arial"/>
                    <a:cs typeface="Arial"/>
                  </a:endParaRPr>
                </a:p>
              </p:txBody>
            </p:sp>
          </p:grpSp>
          <p:grpSp>
            <p:nvGrpSpPr>
              <p:cNvPr id="60" name="object 60"/>
              <p:cNvGrpSpPr/>
              <p:nvPr/>
            </p:nvGrpSpPr>
            <p:grpSpPr>
              <a:xfrm>
                <a:off x="4871207" y="2044269"/>
                <a:ext cx="833257" cy="742480"/>
                <a:chOff x="5018087" y="2046287"/>
                <a:chExt cx="631825" cy="631825"/>
              </a:xfrm>
            </p:grpSpPr>
            <p:sp>
              <p:nvSpPr>
                <p:cNvPr id="61" name="object 61"/>
                <p:cNvSpPr/>
                <p:nvPr/>
              </p:nvSpPr>
              <p:spPr>
                <a:xfrm>
                  <a:off x="5029200" y="2057400"/>
                  <a:ext cx="609600" cy="609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09600" h="609600">
                      <a:moveTo>
                        <a:pt x="304800" y="0"/>
                      </a:moveTo>
                      <a:lnTo>
                        <a:pt x="255374" y="3990"/>
                      </a:lnTo>
                      <a:lnTo>
                        <a:pt x="208483" y="15544"/>
                      </a:lnTo>
                      <a:lnTo>
                        <a:pt x="164753" y="34032"/>
                      </a:lnTo>
                      <a:lnTo>
                        <a:pt x="124815" y="58826"/>
                      </a:lnTo>
                      <a:lnTo>
                        <a:pt x="89296" y="89296"/>
                      </a:lnTo>
                      <a:lnTo>
                        <a:pt x="58826" y="124815"/>
                      </a:lnTo>
                      <a:lnTo>
                        <a:pt x="34032" y="164753"/>
                      </a:lnTo>
                      <a:lnTo>
                        <a:pt x="15544" y="208483"/>
                      </a:lnTo>
                      <a:lnTo>
                        <a:pt x="3990" y="255374"/>
                      </a:lnTo>
                      <a:lnTo>
                        <a:pt x="0" y="304800"/>
                      </a:lnTo>
                      <a:lnTo>
                        <a:pt x="3990" y="354225"/>
                      </a:lnTo>
                      <a:lnTo>
                        <a:pt x="15544" y="401116"/>
                      </a:lnTo>
                      <a:lnTo>
                        <a:pt x="34032" y="444846"/>
                      </a:lnTo>
                      <a:lnTo>
                        <a:pt x="58826" y="484784"/>
                      </a:lnTo>
                      <a:lnTo>
                        <a:pt x="89296" y="520303"/>
                      </a:lnTo>
                      <a:lnTo>
                        <a:pt x="124815" y="550773"/>
                      </a:lnTo>
                      <a:lnTo>
                        <a:pt x="164753" y="575567"/>
                      </a:lnTo>
                      <a:lnTo>
                        <a:pt x="208483" y="594055"/>
                      </a:lnTo>
                      <a:lnTo>
                        <a:pt x="255374" y="605609"/>
                      </a:lnTo>
                      <a:lnTo>
                        <a:pt x="304800" y="609600"/>
                      </a:lnTo>
                      <a:lnTo>
                        <a:pt x="354225" y="605609"/>
                      </a:lnTo>
                      <a:lnTo>
                        <a:pt x="401116" y="594055"/>
                      </a:lnTo>
                      <a:lnTo>
                        <a:pt x="444846" y="575567"/>
                      </a:lnTo>
                      <a:lnTo>
                        <a:pt x="484784" y="550773"/>
                      </a:lnTo>
                      <a:lnTo>
                        <a:pt x="520303" y="520303"/>
                      </a:lnTo>
                      <a:lnTo>
                        <a:pt x="550773" y="484784"/>
                      </a:lnTo>
                      <a:lnTo>
                        <a:pt x="575567" y="444846"/>
                      </a:lnTo>
                      <a:lnTo>
                        <a:pt x="594055" y="401116"/>
                      </a:lnTo>
                      <a:lnTo>
                        <a:pt x="605609" y="354225"/>
                      </a:lnTo>
                      <a:lnTo>
                        <a:pt x="609600" y="304800"/>
                      </a:lnTo>
                      <a:lnTo>
                        <a:pt x="605609" y="255374"/>
                      </a:lnTo>
                      <a:lnTo>
                        <a:pt x="594055" y="208483"/>
                      </a:lnTo>
                      <a:lnTo>
                        <a:pt x="575567" y="164753"/>
                      </a:lnTo>
                      <a:lnTo>
                        <a:pt x="550773" y="124815"/>
                      </a:lnTo>
                      <a:lnTo>
                        <a:pt x="520303" y="89296"/>
                      </a:lnTo>
                      <a:lnTo>
                        <a:pt x="484784" y="58826"/>
                      </a:lnTo>
                      <a:lnTo>
                        <a:pt x="444846" y="34032"/>
                      </a:lnTo>
                      <a:lnTo>
                        <a:pt x="401116" y="15544"/>
                      </a:lnTo>
                      <a:lnTo>
                        <a:pt x="354225" y="3990"/>
                      </a:lnTo>
                      <a:lnTo>
                        <a:pt x="304800" y="0"/>
                      </a:lnTo>
                      <a:close/>
                    </a:path>
                  </a:pathLst>
                </a:custGeom>
                <a:solidFill>
                  <a:srgbClr val="FF7373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62" name="object 62"/>
                <p:cNvSpPr/>
                <p:nvPr/>
              </p:nvSpPr>
              <p:spPr>
                <a:xfrm>
                  <a:off x="5029200" y="2057400"/>
                  <a:ext cx="609600" cy="609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09600" h="609600">
                      <a:moveTo>
                        <a:pt x="0" y="304800"/>
                      </a:moveTo>
                      <a:lnTo>
                        <a:pt x="3990" y="255374"/>
                      </a:lnTo>
                      <a:lnTo>
                        <a:pt x="15544" y="208483"/>
                      </a:lnTo>
                      <a:lnTo>
                        <a:pt x="34032" y="164753"/>
                      </a:lnTo>
                      <a:lnTo>
                        <a:pt x="58826" y="124815"/>
                      </a:lnTo>
                      <a:lnTo>
                        <a:pt x="89296" y="89296"/>
                      </a:lnTo>
                      <a:lnTo>
                        <a:pt x="124815" y="58826"/>
                      </a:lnTo>
                      <a:lnTo>
                        <a:pt x="164753" y="34032"/>
                      </a:lnTo>
                      <a:lnTo>
                        <a:pt x="208483" y="15544"/>
                      </a:lnTo>
                      <a:lnTo>
                        <a:pt x="255374" y="3990"/>
                      </a:lnTo>
                      <a:lnTo>
                        <a:pt x="304800" y="0"/>
                      </a:lnTo>
                      <a:lnTo>
                        <a:pt x="354225" y="3990"/>
                      </a:lnTo>
                      <a:lnTo>
                        <a:pt x="401116" y="15544"/>
                      </a:lnTo>
                      <a:lnTo>
                        <a:pt x="444846" y="34032"/>
                      </a:lnTo>
                      <a:lnTo>
                        <a:pt x="484784" y="58826"/>
                      </a:lnTo>
                      <a:lnTo>
                        <a:pt x="520303" y="89296"/>
                      </a:lnTo>
                      <a:lnTo>
                        <a:pt x="550773" y="124815"/>
                      </a:lnTo>
                      <a:lnTo>
                        <a:pt x="575567" y="164753"/>
                      </a:lnTo>
                      <a:lnTo>
                        <a:pt x="594055" y="208483"/>
                      </a:lnTo>
                      <a:lnTo>
                        <a:pt x="605609" y="255374"/>
                      </a:lnTo>
                      <a:lnTo>
                        <a:pt x="609600" y="304800"/>
                      </a:lnTo>
                      <a:lnTo>
                        <a:pt x="605609" y="354225"/>
                      </a:lnTo>
                      <a:lnTo>
                        <a:pt x="594055" y="401116"/>
                      </a:lnTo>
                      <a:lnTo>
                        <a:pt x="575567" y="444846"/>
                      </a:lnTo>
                      <a:lnTo>
                        <a:pt x="550773" y="484784"/>
                      </a:lnTo>
                      <a:lnTo>
                        <a:pt x="520303" y="520303"/>
                      </a:lnTo>
                      <a:lnTo>
                        <a:pt x="484784" y="550773"/>
                      </a:lnTo>
                      <a:lnTo>
                        <a:pt x="444846" y="575567"/>
                      </a:lnTo>
                      <a:lnTo>
                        <a:pt x="401116" y="594055"/>
                      </a:lnTo>
                      <a:lnTo>
                        <a:pt x="354225" y="605609"/>
                      </a:lnTo>
                      <a:lnTo>
                        <a:pt x="304800" y="609600"/>
                      </a:lnTo>
                      <a:lnTo>
                        <a:pt x="255374" y="605609"/>
                      </a:lnTo>
                      <a:lnTo>
                        <a:pt x="208483" y="594055"/>
                      </a:lnTo>
                      <a:lnTo>
                        <a:pt x="164753" y="575567"/>
                      </a:lnTo>
                      <a:lnTo>
                        <a:pt x="124815" y="550773"/>
                      </a:lnTo>
                      <a:lnTo>
                        <a:pt x="89296" y="520303"/>
                      </a:lnTo>
                      <a:lnTo>
                        <a:pt x="58826" y="484784"/>
                      </a:lnTo>
                      <a:lnTo>
                        <a:pt x="34032" y="444846"/>
                      </a:lnTo>
                      <a:lnTo>
                        <a:pt x="15544" y="401116"/>
                      </a:lnTo>
                      <a:lnTo>
                        <a:pt x="3990" y="354225"/>
                      </a:lnTo>
                      <a:lnTo>
                        <a:pt x="0" y="304800"/>
                      </a:lnTo>
                      <a:close/>
                    </a:path>
                  </a:pathLst>
                </a:custGeom>
                <a:ln w="22225">
                  <a:solidFill>
                    <a:srgbClr val="000000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</p:grpSp>
        </p:grpSp>
        <p:sp>
          <p:nvSpPr>
            <p:cNvPr id="63" name="object 63"/>
            <p:cNvSpPr txBox="1"/>
            <p:nvPr/>
          </p:nvSpPr>
          <p:spPr>
            <a:xfrm>
              <a:off x="5355093" y="2772646"/>
              <a:ext cx="340995" cy="452120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95"/>
                </a:spcBef>
              </a:pPr>
              <a:r>
                <a:rPr sz="2800" b="1" i="1" spc="-5" dirty="0">
                  <a:latin typeface="Arial"/>
                  <a:cs typeface="Arial"/>
                </a:rPr>
                <a:t>5</a:t>
              </a:r>
              <a:endParaRPr sz="2800" dirty="0">
                <a:latin typeface="Arial"/>
                <a:cs typeface="Arial"/>
              </a:endParaRPr>
            </a:p>
          </p:txBody>
        </p:sp>
        <p:sp>
          <p:nvSpPr>
            <p:cNvPr id="64" name="object 64"/>
            <p:cNvSpPr/>
            <p:nvPr/>
          </p:nvSpPr>
          <p:spPr>
            <a:xfrm>
              <a:off x="4037219" y="1143898"/>
              <a:ext cx="3810000" cy="4038600"/>
            </a:xfrm>
            <a:custGeom>
              <a:avLst/>
              <a:gdLst/>
              <a:ahLst/>
              <a:cxnLst/>
              <a:rect l="l" t="t" r="r" b="b"/>
              <a:pathLst>
                <a:path w="3810000" h="4038600">
                  <a:moveTo>
                    <a:pt x="76200" y="0"/>
                  </a:moveTo>
                  <a:lnTo>
                    <a:pt x="3810000" y="4038600"/>
                  </a:lnTo>
                </a:path>
                <a:path w="3810000" h="4038600">
                  <a:moveTo>
                    <a:pt x="3810000" y="152400"/>
                  </a:moveTo>
                  <a:lnTo>
                    <a:pt x="0" y="4038600"/>
                  </a:lnTo>
                </a:path>
              </a:pathLst>
            </a:custGeom>
            <a:ln w="127000">
              <a:solidFill>
                <a:srgbClr val="E62D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54"/>
            <p:cNvSpPr txBox="1"/>
            <p:nvPr/>
          </p:nvSpPr>
          <p:spPr>
            <a:xfrm>
              <a:off x="4146043" y="4982083"/>
              <a:ext cx="425957" cy="551433"/>
            </a:xfrm>
            <a:prstGeom prst="rect">
              <a:avLst/>
            </a:prstGeom>
          </p:spPr>
          <p:txBody>
            <a:bodyPr vert="horz" wrap="square" lIns="0" tIns="11938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840"/>
                </a:spcBef>
              </a:pPr>
              <a:r>
                <a:rPr lang="en-US" sz="2800" b="1" i="1" spc="-5" dirty="0">
                  <a:latin typeface="Arial"/>
                  <a:cs typeface="Arial"/>
                </a:rPr>
                <a:t>1</a:t>
              </a:r>
              <a:endParaRPr sz="2800" dirty="0">
                <a:latin typeface="Arial"/>
                <a:cs typeface="Arial"/>
              </a:endParaRPr>
            </a:p>
          </p:txBody>
        </p:sp>
        <p:sp>
          <p:nvSpPr>
            <p:cNvPr id="49" name="object 49"/>
            <p:cNvSpPr txBox="1"/>
            <p:nvPr/>
          </p:nvSpPr>
          <p:spPr>
            <a:xfrm>
              <a:off x="6561670" y="2998706"/>
              <a:ext cx="421640" cy="452120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95"/>
                </a:spcBef>
              </a:pPr>
              <a:r>
                <a:rPr sz="2800" b="1" i="1" spc="-5" dirty="0">
                  <a:latin typeface="Arial"/>
                  <a:cs typeface="Arial"/>
                </a:rPr>
                <a:t>20</a:t>
              </a:r>
              <a:endParaRPr sz="2800" dirty="0">
                <a:latin typeface="Arial"/>
                <a:cs typeface="Arial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371600"/>
            <a:ext cx="9144000" cy="762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361182" y="392633"/>
            <a:ext cx="242125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AVL</a:t>
            </a:r>
            <a:r>
              <a:rPr spc="-100" dirty="0"/>
              <a:t> </a:t>
            </a:r>
            <a:r>
              <a:rPr spc="-5" dirty="0"/>
              <a:t>Trees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3189287" y="1665287"/>
            <a:ext cx="2613025" cy="3032125"/>
            <a:chOff x="3189287" y="1665287"/>
            <a:chExt cx="2613025" cy="3032125"/>
          </a:xfrm>
        </p:grpSpPr>
        <p:sp>
          <p:nvSpPr>
            <p:cNvPr id="5" name="object 5"/>
            <p:cNvSpPr/>
            <p:nvPr/>
          </p:nvSpPr>
          <p:spPr>
            <a:xfrm>
              <a:off x="3657600" y="2019300"/>
              <a:ext cx="2133600" cy="1676400"/>
            </a:xfrm>
            <a:custGeom>
              <a:avLst/>
              <a:gdLst/>
              <a:ahLst/>
              <a:cxnLst/>
              <a:rect l="l" t="t" r="r" b="b"/>
              <a:pathLst>
                <a:path w="2133600" h="1676400">
                  <a:moveTo>
                    <a:pt x="2133600" y="990600"/>
                  </a:moveTo>
                  <a:lnTo>
                    <a:pt x="1828800" y="1676400"/>
                  </a:lnTo>
                </a:path>
                <a:path w="2133600" h="1676400">
                  <a:moveTo>
                    <a:pt x="609600" y="990600"/>
                  </a:moveTo>
                  <a:lnTo>
                    <a:pt x="990600" y="1676400"/>
                  </a:lnTo>
                </a:path>
                <a:path w="2133600" h="1676400">
                  <a:moveTo>
                    <a:pt x="457200" y="990600"/>
                  </a:moveTo>
                  <a:lnTo>
                    <a:pt x="0" y="1676400"/>
                  </a:lnTo>
                </a:path>
                <a:path w="2133600" h="1676400">
                  <a:moveTo>
                    <a:pt x="1524000" y="0"/>
                  </a:moveTo>
                  <a:lnTo>
                    <a:pt x="2057400" y="685800"/>
                  </a:lnTo>
                </a:path>
                <a:path w="2133600" h="1676400">
                  <a:moveTo>
                    <a:pt x="1066800" y="76200"/>
                  </a:moveTo>
                  <a:lnTo>
                    <a:pt x="609600" y="685800"/>
                  </a:lnTo>
                </a:path>
              </a:pathLst>
            </a:custGeom>
            <a:ln w="222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724400" y="1676400"/>
              <a:ext cx="609600" cy="609600"/>
            </a:xfrm>
            <a:custGeom>
              <a:avLst/>
              <a:gdLst/>
              <a:ahLst/>
              <a:cxnLst/>
              <a:rect l="l" t="t" r="r" b="b"/>
              <a:pathLst>
                <a:path w="609600" h="609600">
                  <a:moveTo>
                    <a:pt x="304800" y="0"/>
                  </a:moveTo>
                  <a:lnTo>
                    <a:pt x="255374" y="3990"/>
                  </a:lnTo>
                  <a:lnTo>
                    <a:pt x="208483" y="15544"/>
                  </a:lnTo>
                  <a:lnTo>
                    <a:pt x="164753" y="34032"/>
                  </a:lnTo>
                  <a:lnTo>
                    <a:pt x="124815" y="58826"/>
                  </a:lnTo>
                  <a:lnTo>
                    <a:pt x="89296" y="89296"/>
                  </a:lnTo>
                  <a:lnTo>
                    <a:pt x="58826" y="124815"/>
                  </a:lnTo>
                  <a:lnTo>
                    <a:pt x="34032" y="164753"/>
                  </a:lnTo>
                  <a:lnTo>
                    <a:pt x="15544" y="208483"/>
                  </a:lnTo>
                  <a:lnTo>
                    <a:pt x="3990" y="255374"/>
                  </a:lnTo>
                  <a:lnTo>
                    <a:pt x="0" y="304800"/>
                  </a:lnTo>
                  <a:lnTo>
                    <a:pt x="3990" y="354225"/>
                  </a:lnTo>
                  <a:lnTo>
                    <a:pt x="15544" y="401116"/>
                  </a:lnTo>
                  <a:lnTo>
                    <a:pt x="34032" y="444846"/>
                  </a:lnTo>
                  <a:lnTo>
                    <a:pt x="58826" y="484784"/>
                  </a:lnTo>
                  <a:lnTo>
                    <a:pt x="89296" y="520303"/>
                  </a:lnTo>
                  <a:lnTo>
                    <a:pt x="124815" y="550773"/>
                  </a:lnTo>
                  <a:lnTo>
                    <a:pt x="164753" y="575567"/>
                  </a:lnTo>
                  <a:lnTo>
                    <a:pt x="208483" y="594055"/>
                  </a:lnTo>
                  <a:lnTo>
                    <a:pt x="255374" y="605609"/>
                  </a:lnTo>
                  <a:lnTo>
                    <a:pt x="304800" y="609600"/>
                  </a:lnTo>
                  <a:lnTo>
                    <a:pt x="354225" y="605609"/>
                  </a:lnTo>
                  <a:lnTo>
                    <a:pt x="401116" y="594055"/>
                  </a:lnTo>
                  <a:lnTo>
                    <a:pt x="444846" y="575567"/>
                  </a:lnTo>
                  <a:lnTo>
                    <a:pt x="484784" y="550773"/>
                  </a:lnTo>
                  <a:lnTo>
                    <a:pt x="520303" y="520303"/>
                  </a:lnTo>
                  <a:lnTo>
                    <a:pt x="550773" y="484784"/>
                  </a:lnTo>
                  <a:lnTo>
                    <a:pt x="575567" y="444846"/>
                  </a:lnTo>
                  <a:lnTo>
                    <a:pt x="594055" y="401116"/>
                  </a:lnTo>
                  <a:lnTo>
                    <a:pt x="605609" y="354225"/>
                  </a:lnTo>
                  <a:lnTo>
                    <a:pt x="609600" y="304800"/>
                  </a:lnTo>
                  <a:lnTo>
                    <a:pt x="605609" y="255374"/>
                  </a:lnTo>
                  <a:lnTo>
                    <a:pt x="594055" y="208483"/>
                  </a:lnTo>
                  <a:lnTo>
                    <a:pt x="575567" y="164753"/>
                  </a:lnTo>
                  <a:lnTo>
                    <a:pt x="550773" y="124815"/>
                  </a:lnTo>
                  <a:lnTo>
                    <a:pt x="520303" y="89296"/>
                  </a:lnTo>
                  <a:lnTo>
                    <a:pt x="484784" y="58826"/>
                  </a:lnTo>
                  <a:lnTo>
                    <a:pt x="444846" y="34032"/>
                  </a:lnTo>
                  <a:lnTo>
                    <a:pt x="401116" y="15544"/>
                  </a:lnTo>
                  <a:lnTo>
                    <a:pt x="354225" y="3990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00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200400" y="1676400"/>
              <a:ext cx="2133600" cy="3009900"/>
            </a:xfrm>
            <a:custGeom>
              <a:avLst/>
              <a:gdLst/>
              <a:ahLst/>
              <a:cxnLst/>
              <a:rect l="l" t="t" r="r" b="b"/>
              <a:pathLst>
                <a:path w="2133600" h="3009900">
                  <a:moveTo>
                    <a:pt x="1524000" y="304800"/>
                  </a:moveTo>
                  <a:lnTo>
                    <a:pt x="1527990" y="255374"/>
                  </a:lnTo>
                  <a:lnTo>
                    <a:pt x="1539544" y="208483"/>
                  </a:lnTo>
                  <a:lnTo>
                    <a:pt x="1558032" y="164753"/>
                  </a:lnTo>
                  <a:lnTo>
                    <a:pt x="1582826" y="124815"/>
                  </a:lnTo>
                  <a:lnTo>
                    <a:pt x="1613296" y="89296"/>
                  </a:lnTo>
                  <a:lnTo>
                    <a:pt x="1648815" y="58826"/>
                  </a:lnTo>
                  <a:lnTo>
                    <a:pt x="1688753" y="34032"/>
                  </a:lnTo>
                  <a:lnTo>
                    <a:pt x="1732483" y="15544"/>
                  </a:lnTo>
                  <a:lnTo>
                    <a:pt x="1779374" y="3990"/>
                  </a:lnTo>
                  <a:lnTo>
                    <a:pt x="1828800" y="0"/>
                  </a:lnTo>
                  <a:lnTo>
                    <a:pt x="1878225" y="3990"/>
                  </a:lnTo>
                  <a:lnTo>
                    <a:pt x="1925116" y="15544"/>
                  </a:lnTo>
                  <a:lnTo>
                    <a:pt x="1968846" y="34032"/>
                  </a:lnTo>
                  <a:lnTo>
                    <a:pt x="2008784" y="58826"/>
                  </a:lnTo>
                  <a:lnTo>
                    <a:pt x="2044303" y="89296"/>
                  </a:lnTo>
                  <a:lnTo>
                    <a:pt x="2074773" y="124815"/>
                  </a:lnTo>
                  <a:lnTo>
                    <a:pt x="2099567" y="164753"/>
                  </a:lnTo>
                  <a:lnTo>
                    <a:pt x="2118055" y="208483"/>
                  </a:lnTo>
                  <a:lnTo>
                    <a:pt x="2129609" y="255374"/>
                  </a:lnTo>
                  <a:lnTo>
                    <a:pt x="2133600" y="304800"/>
                  </a:lnTo>
                  <a:lnTo>
                    <a:pt x="2129609" y="354225"/>
                  </a:lnTo>
                  <a:lnTo>
                    <a:pt x="2118055" y="401116"/>
                  </a:lnTo>
                  <a:lnTo>
                    <a:pt x="2099567" y="444846"/>
                  </a:lnTo>
                  <a:lnTo>
                    <a:pt x="2074773" y="484784"/>
                  </a:lnTo>
                  <a:lnTo>
                    <a:pt x="2044303" y="520303"/>
                  </a:lnTo>
                  <a:lnTo>
                    <a:pt x="2008784" y="550773"/>
                  </a:lnTo>
                  <a:lnTo>
                    <a:pt x="1968846" y="575567"/>
                  </a:lnTo>
                  <a:lnTo>
                    <a:pt x="1925116" y="594055"/>
                  </a:lnTo>
                  <a:lnTo>
                    <a:pt x="1878225" y="605609"/>
                  </a:lnTo>
                  <a:lnTo>
                    <a:pt x="1828800" y="609600"/>
                  </a:lnTo>
                  <a:lnTo>
                    <a:pt x="1779374" y="605609"/>
                  </a:lnTo>
                  <a:lnTo>
                    <a:pt x="1732483" y="594055"/>
                  </a:lnTo>
                  <a:lnTo>
                    <a:pt x="1688753" y="575567"/>
                  </a:lnTo>
                  <a:lnTo>
                    <a:pt x="1648815" y="550773"/>
                  </a:lnTo>
                  <a:lnTo>
                    <a:pt x="1613296" y="520303"/>
                  </a:lnTo>
                  <a:lnTo>
                    <a:pt x="1582826" y="484784"/>
                  </a:lnTo>
                  <a:lnTo>
                    <a:pt x="1558032" y="444846"/>
                  </a:lnTo>
                  <a:lnTo>
                    <a:pt x="1539544" y="401116"/>
                  </a:lnTo>
                  <a:lnTo>
                    <a:pt x="1527990" y="354225"/>
                  </a:lnTo>
                  <a:lnTo>
                    <a:pt x="1524000" y="304800"/>
                  </a:lnTo>
                  <a:close/>
                </a:path>
                <a:path w="2133600" h="3009900">
                  <a:moveTo>
                    <a:pt x="457200" y="2324100"/>
                  </a:moveTo>
                  <a:lnTo>
                    <a:pt x="762000" y="3009900"/>
                  </a:lnTo>
                </a:path>
                <a:path w="2133600" h="3009900">
                  <a:moveTo>
                    <a:pt x="304800" y="2400300"/>
                  </a:moveTo>
                  <a:lnTo>
                    <a:pt x="0" y="3009900"/>
                  </a:lnTo>
                </a:path>
              </a:pathLst>
            </a:custGeom>
            <a:ln w="222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4876927" y="1808733"/>
            <a:ext cx="30924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i="1" dirty="0">
                <a:latin typeface="Arial"/>
                <a:cs typeface="Arial"/>
              </a:rPr>
              <a:t>12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3875087" y="2617787"/>
            <a:ext cx="631825" cy="631825"/>
            <a:chOff x="3875087" y="2617787"/>
            <a:chExt cx="631825" cy="631825"/>
          </a:xfrm>
        </p:grpSpPr>
        <p:sp>
          <p:nvSpPr>
            <p:cNvPr id="10" name="object 10"/>
            <p:cNvSpPr/>
            <p:nvPr/>
          </p:nvSpPr>
          <p:spPr>
            <a:xfrm>
              <a:off x="3886200" y="2628900"/>
              <a:ext cx="609600" cy="609600"/>
            </a:xfrm>
            <a:custGeom>
              <a:avLst/>
              <a:gdLst/>
              <a:ahLst/>
              <a:cxnLst/>
              <a:rect l="l" t="t" r="r" b="b"/>
              <a:pathLst>
                <a:path w="609600" h="609600">
                  <a:moveTo>
                    <a:pt x="304800" y="0"/>
                  </a:moveTo>
                  <a:lnTo>
                    <a:pt x="255374" y="3990"/>
                  </a:lnTo>
                  <a:lnTo>
                    <a:pt x="208483" y="15544"/>
                  </a:lnTo>
                  <a:lnTo>
                    <a:pt x="164753" y="34032"/>
                  </a:lnTo>
                  <a:lnTo>
                    <a:pt x="124815" y="58826"/>
                  </a:lnTo>
                  <a:lnTo>
                    <a:pt x="89296" y="89296"/>
                  </a:lnTo>
                  <a:lnTo>
                    <a:pt x="58826" y="124815"/>
                  </a:lnTo>
                  <a:lnTo>
                    <a:pt x="34032" y="164753"/>
                  </a:lnTo>
                  <a:lnTo>
                    <a:pt x="15544" y="208483"/>
                  </a:lnTo>
                  <a:lnTo>
                    <a:pt x="3990" y="255374"/>
                  </a:lnTo>
                  <a:lnTo>
                    <a:pt x="0" y="304800"/>
                  </a:lnTo>
                  <a:lnTo>
                    <a:pt x="3990" y="354225"/>
                  </a:lnTo>
                  <a:lnTo>
                    <a:pt x="15544" y="401116"/>
                  </a:lnTo>
                  <a:lnTo>
                    <a:pt x="34032" y="444846"/>
                  </a:lnTo>
                  <a:lnTo>
                    <a:pt x="58826" y="484784"/>
                  </a:lnTo>
                  <a:lnTo>
                    <a:pt x="89296" y="520303"/>
                  </a:lnTo>
                  <a:lnTo>
                    <a:pt x="124815" y="550773"/>
                  </a:lnTo>
                  <a:lnTo>
                    <a:pt x="164753" y="575567"/>
                  </a:lnTo>
                  <a:lnTo>
                    <a:pt x="208483" y="594055"/>
                  </a:lnTo>
                  <a:lnTo>
                    <a:pt x="255374" y="605609"/>
                  </a:lnTo>
                  <a:lnTo>
                    <a:pt x="304800" y="609600"/>
                  </a:lnTo>
                  <a:lnTo>
                    <a:pt x="354225" y="605609"/>
                  </a:lnTo>
                  <a:lnTo>
                    <a:pt x="401116" y="594055"/>
                  </a:lnTo>
                  <a:lnTo>
                    <a:pt x="444846" y="575567"/>
                  </a:lnTo>
                  <a:lnTo>
                    <a:pt x="484784" y="550773"/>
                  </a:lnTo>
                  <a:lnTo>
                    <a:pt x="520303" y="520303"/>
                  </a:lnTo>
                  <a:lnTo>
                    <a:pt x="550773" y="484784"/>
                  </a:lnTo>
                  <a:lnTo>
                    <a:pt x="575567" y="444846"/>
                  </a:lnTo>
                  <a:lnTo>
                    <a:pt x="594055" y="401116"/>
                  </a:lnTo>
                  <a:lnTo>
                    <a:pt x="605609" y="354225"/>
                  </a:lnTo>
                  <a:lnTo>
                    <a:pt x="609600" y="304800"/>
                  </a:lnTo>
                  <a:lnTo>
                    <a:pt x="605609" y="255374"/>
                  </a:lnTo>
                  <a:lnTo>
                    <a:pt x="594055" y="208483"/>
                  </a:lnTo>
                  <a:lnTo>
                    <a:pt x="575567" y="164753"/>
                  </a:lnTo>
                  <a:lnTo>
                    <a:pt x="550773" y="124815"/>
                  </a:lnTo>
                  <a:lnTo>
                    <a:pt x="520303" y="89296"/>
                  </a:lnTo>
                  <a:lnTo>
                    <a:pt x="484784" y="58826"/>
                  </a:lnTo>
                  <a:lnTo>
                    <a:pt x="444846" y="34032"/>
                  </a:lnTo>
                  <a:lnTo>
                    <a:pt x="401116" y="15544"/>
                  </a:lnTo>
                  <a:lnTo>
                    <a:pt x="354225" y="3990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00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886200" y="2628900"/>
              <a:ext cx="609600" cy="609600"/>
            </a:xfrm>
            <a:custGeom>
              <a:avLst/>
              <a:gdLst/>
              <a:ahLst/>
              <a:cxnLst/>
              <a:rect l="l" t="t" r="r" b="b"/>
              <a:pathLst>
                <a:path w="609600" h="609600">
                  <a:moveTo>
                    <a:pt x="0" y="304800"/>
                  </a:moveTo>
                  <a:lnTo>
                    <a:pt x="3990" y="255374"/>
                  </a:lnTo>
                  <a:lnTo>
                    <a:pt x="15544" y="208483"/>
                  </a:lnTo>
                  <a:lnTo>
                    <a:pt x="34032" y="164753"/>
                  </a:lnTo>
                  <a:lnTo>
                    <a:pt x="58826" y="124815"/>
                  </a:lnTo>
                  <a:lnTo>
                    <a:pt x="89296" y="89296"/>
                  </a:lnTo>
                  <a:lnTo>
                    <a:pt x="124815" y="58826"/>
                  </a:lnTo>
                  <a:lnTo>
                    <a:pt x="164753" y="34032"/>
                  </a:lnTo>
                  <a:lnTo>
                    <a:pt x="208483" y="15544"/>
                  </a:lnTo>
                  <a:lnTo>
                    <a:pt x="255374" y="3990"/>
                  </a:lnTo>
                  <a:lnTo>
                    <a:pt x="304800" y="0"/>
                  </a:lnTo>
                  <a:lnTo>
                    <a:pt x="354225" y="3990"/>
                  </a:lnTo>
                  <a:lnTo>
                    <a:pt x="401116" y="15544"/>
                  </a:lnTo>
                  <a:lnTo>
                    <a:pt x="444846" y="34032"/>
                  </a:lnTo>
                  <a:lnTo>
                    <a:pt x="484784" y="58826"/>
                  </a:lnTo>
                  <a:lnTo>
                    <a:pt x="520303" y="89296"/>
                  </a:lnTo>
                  <a:lnTo>
                    <a:pt x="550773" y="124815"/>
                  </a:lnTo>
                  <a:lnTo>
                    <a:pt x="575567" y="164753"/>
                  </a:lnTo>
                  <a:lnTo>
                    <a:pt x="594055" y="208483"/>
                  </a:lnTo>
                  <a:lnTo>
                    <a:pt x="605609" y="255374"/>
                  </a:lnTo>
                  <a:lnTo>
                    <a:pt x="609600" y="304800"/>
                  </a:lnTo>
                  <a:lnTo>
                    <a:pt x="605609" y="354225"/>
                  </a:lnTo>
                  <a:lnTo>
                    <a:pt x="594055" y="401116"/>
                  </a:lnTo>
                  <a:lnTo>
                    <a:pt x="575567" y="444846"/>
                  </a:lnTo>
                  <a:lnTo>
                    <a:pt x="550773" y="484784"/>
                  </a:lnTo>
                  <a:lnTo>
                    <a:pt x="520303" y="520303"/>
                  </a:lnTo>
                  <a:lnTo>
                    <a:pt x="484784" y="550773"/>
                  </a:lnTo>
                  <a:lnTo>
                    <a:pt x="444846" y="575567"/>
                  </a:lnTo>
                  <a:lnTo>
                    <a:pt x="401116" y="594055"/>
                  </a:lnTo>
                  <a:lnTo>
                    <a:pt x="354225" y="605609"/>
                  </a:lnTo>
                  <a:lnTo>
                    <a:pt x="304800" y="609600"/>
                  </a:lnTo>
                  <a:lnTo>
                    <a:pt x="255374" y="605609"/>
                  </a:lnTo>
                  <a:lnTo>
                    <a:pt x="208483" y="594055"/>
                  </a:lnTo>
                  <a:lnTo>
                    <a:pt x="164753" y="575567"/>
                  </a:lnTo>
                  <a:lnTo>
                    <a:pt x="124815" y="550773"/>
                  </a:lnTo>
                  <a:lnTo>
                    <a:pt x="89296" y="520303"/>
                  </a:lnTo>
                  <a:lnTo>
                    <a:pt x="58826" y="484784"/>
                  </a:lnTo>
                  <a:lnTo>
                    <a:pt x="34032" y="444846"/>
                  </a:lnTo>
                  <a:lnTo>
                    <a:pt x="15544" y="401116"/>
                  </a:lnTo>
                  <a:lnTo>
                    <a:pt x="3990" y="354225"/>
                  </a:lnTo>
                  <a:lnTo>
                    <a:pt x="0" y="304800"/>
                  </a:lnTo>
                  <a:close/>
                </a:path>
              </a:pathLst>
            </a:custGeom>
            <a:ln w="222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4108450" y="2761614"/>
            <a:ext cx="16700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i="1" dirty="0">
                <a:latin typeface="Arial"/>
                <a:cs typeface="Arial"/>
              </a:rPr>
              <a:t>8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5551487" y="2617787"/>
            <a:ext cx="631825" cy="631825"/>
            <a:chOff x="5551487" y="2617787"/>
            <a:chExt cx="631825" cy="631825"/>
          </a:xfrm>
        </p:grpSpPr>
        <p:sp>
          <p:nvSpPr>
            <p:cNvPr id="14" name="object 14"/>
            <p:cNvSpPr/>
            <p:nvPr/>
          </p:nvSpPr>
          <p:spPr>
            <a:xfrm>
              <a:off x="5562600" y="2628900"/>
              <a:ext cx="609600" cy="609600"/>
            </a:xfrm>
            <a:custGeom>
              <a:avLst/>
              <a:gdLst/>
              <a:ahLst/>
              <a:cxnLst/>
              <a:rect l="l" t="t" r="r" b="b"/>
              <a:pathLst>
                <a:path w="609600" h="609600">
                  <a:moveTo>
                    <a:pt x="304800" y="0"/>
                  </a:moveTo>
                  <a:lnTo>
                    <a:pt x="255374" y="3990"/>
                  </a:lnTo>
                  <a:lnTo>
                    <a:pt x="208483" y="15544"/>
                  </a:lnTo>
                  <a:lnTo>
                    <a:pt x="164753" y="34032"/>
                  </a:lnTo>
                  <a:lnTo>
                    <a:pt x="124815" y="58826"/>
                  </a:lnTo>
                  <a:lnTo>
                    <a:pt x="89296" y="89296"/>
                  </a:lnTo>
                  <a:lnTo>
                    <a:pt x="58826" y="124815"/>
                  </a:lnTo>
                  <a:lnTo>
                    <a:pt x="34032" y="164753"/>
                  </a:lnTo>
                  <a:lnTo>
                    <a:pt x="15544" y="208483"/>
                  </a:lnTo>
                  <a:lnTo>
                    <a:pt x="3990" y="255374"/>
                  </a:lnTo>
                  <a:lnTo>
                    <a:pt x="0" y="304800"/>
                  </a:lnTo>
                  <a:lnTo>
                    <a:pt x="3990" y="354225"/>
                  </a:lnTo>
                  <a:lnTo>
                    <a:pt x="15544" y="401116"/>
                  </a:lnTo>
                  <a:lnTo>
                    <a:pt x="34032" y="444846"/>
                  </a:lnTo>
                  <a:lnTo>
                    <a:pt x="58826" y="484784"/>
                  </a:lnTo>
                  <a:lnTo>
                    <a:pt x="89296" y="520303"/>
                  </a:lnTo>
                  <a:lnTo>
                    <a:pt x="124815" y="550773"/>
                  </a:lnTo>
                  <a:lnTo>
                    <a:pt x="164753" y="575567"/>
                  </a:lnTo>
                  <a:lnTo>
                    <a:pt x="208483" y="594055"/>
                  </a:lnTo>
                  <a:lnTo>
                    <a:pt x="255374" y="605609"/>
                  </a:lnTo>
                  <a:lnTo>
                    <a:pt x="304800" y="609600"/>
                  </a:lnTo>
                  <a:lnTo>
                    <a:pt x="354225" y="605609"/>
                  </a:lnTo>
                  <a:lnTo>
                    <a:pt x="401116" y="594055"/>
                  </a:lnTo>
                  <a:lnTo>
                    <a:pt x="444846" y="575567"/>
                  </a:lnTo>
                  <a:lnTo>
                    <a:pt x="484784" y="550773"/>
                  </a:lnTo>
                  <a:lnTo>
                    <a:pt x="520303" y="520303"/>
                  </a:lnTo>
                  <a:lnTo>
                    <a:pt x="550773" y="484784"/>
                  </a:lnTo>
                  <a:lnTo>
                    <a:pt x="575567" y="444846"/>
                  </a:lnTo>
                  <a:lnTo>
                    <a:pt x="594055" y="401116"/>
                  </a:lnTo>
                  <a:lnTo>
                    <a:pt x="605609" y="354225"/>
                  </a:lnTo>
                  <a:lnTo>
                    <a:pt x="609600" y="304800"/>
                  </a:lnTo>
                  <a:lnTo>
                    <a:pt x="605609" y="255374"/>
                  </a:lnTo>
                  <a:lnTo>
                    <a:pt x="594055" y="208483"/>
                  </a:lnTo>
                  <a:lnTo>
                    <a:pt x="575567" y="164753"/>
                  </a:lnTo>
                  <a:lnTo>
                    <a:pt x="550773" y="124815"/>
                  </a:lnTo>
                  <a:lnTo>
                    <a:pt x="520303" y="89296"/>
                  </a:lnTo>
                  <a:lnTo>
                    <a:pt x="484784" y="58826"/>
                  </a:lnTo>
                  <a:lnTo>
                    <a:pt x="444846" y="34032"/>
                  </a:lnTo>
                  <a:lnTo>
                    <a:pt x="401116" y="15544"/>
                  </a:lnTo>
                  <a:lnTo>
                    <a:pt x="354225" y="3990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00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562600" y="2628900"/>
              <a:ext cx="609600" cy="609600"/>
            </a:xfrm>
            <a:custGeom>
              <a:avLst/>
              <a:gdLst/>
              <a:ahLst/>
              <a:cxnLst/>
              <a:rect l="l" t="t" r="r" b="b"/>
              <a:pathLst>
                <a:path w="609600" h="609600">
                  <a:moveTo>
                    <a:pt x="0" y="304800"/>
                  </a:moveTo>
                  <a:lnTo>
                    <a:pt x="3990" y="255374"/>
                  </a:lnTo>
                  <a:lnTo>
                    <a:pt x="15544" y="208483"/>
                  </a:lnTo>
                  <a:lnTo>
                    <a:pt x="34032" y="164753"/>
                  </a:lnTo>
                  <a:lnTo>
                    <a:pt x="58826" y="124815"/>
                  </a:lnTo>
                  <a:lnTo>
                    <a:pt x="89296" y="89296"/>
                  </a:lnTo>
                  <a:lnTo>
                    <a:pt x="124815" y="58826"/>
                  </a:lnTo>
                  <a:lnTo>
                    <a:pt x="164753" y="34032"/>
                  </a:lnTo>
                  <a:lnTo>
                    <a:pt x="208483" y="15544"/>
                  </a:lnTo>
                  <a:lnTo>
                    <a:pt x="255374" y="3990"/>
                  </a:lnTo>
                  <a:lnTo>
                    <a:pt x="304800" y="0"/>
                  </a:lnTo>
                  <a:lnTo>
                    <a:pt x="354225" y="3990"/>
                  </a:lnTo>
                  <a:lnTo>
                    <a:pt x="401116" y="15544"/>
                  </a:lnTo>
                  <a:lnTo>
                    <a:pt x="444846" y="34032"/>
                  </a:lnTo>
                  <a:lnTo>
                    <a:pt x="484784" y="58826"/>
                  </a:lnTo>
                  <a:lnTo>
                    <a:pt x="520303" y="89296"/>
                  </a:lnTo>
                  <a:lnTo>
                    <a:pt x="550773" y="124815"/>
                  </a:lnTo>
                  <a:lnTo>
                    <a:pt x="575567" y="164753"/>
                  </a:lnTo>
                  <a:lnTo>
                    <a:pt x="594055" y="208483"/>
                  </a:lnTo>
                  <a:lnTo>
                    <a:pt x="605609" y="255374"/>
                  </a:lnTo>
                  <a:lnTo>
                    <a:pt x="609600" y="304800"/>
                  </a:lnTo>
                  <a:lnTo>
                    <a:pt x="605609" y="354225"/>
                  </a:lnTo>
                  <a:lnTo>
                    <a:pt x="594055" y="401116"/>
                  </a:lnTo>
                  <a:lnTo>
                    <a:pt x="575567" y="444846"/>
                  </a:lnTo>
                  <a:lnTo>
                    <a:pt x="550773" y="484784"/>
                  </a:lnTo>
                  <a:lnTo>
                    <a:pt x="520303" y="520303"/>
                  </a:lnTo>
                  <a:lnTo>
                    <a:pt x="484784" y="550773"/>
                  </a:lnTo>
                  <a:lnTo>
                    <a:pt x="444846" y="575567"/>
                  </a:lnTo>
                  <a:lnTo>
                    <a:pt x="401116" y="594055"/>
                  </a:lnTo>
                  <a:lnTo>
                    <a:pt x="354225" y="605609"/>
                  </a:lnTo>
                  <a:lnTo>
                    <a:pt x="304800" y="609600"/>
                  </a:lnTo>
                  <a:lnTo>
                    <a:pt x="255374" y="605609"/>
                  </a:lnTo>
                  <a:lnTo>
                    <a:pt x="208483" y="594055"/>
                  </a:lnTo>
                  <a:lnTo>
                    <a:pt x="164753" y="575567"/>
                  </a:lnTo>
                  <a:lnTo>
                    <a:pt x="124815" y="550773"/>
                  </a:lnTo>
                  <a:lnTo>
                    <a:pt x="89296" y="520303"/>
                  </a:lnTo>
                  <a:lnTo>
                    <a:pt x="58826" y="484784"/>
                  </a:lnTo>
                  <a:lnTo>
                    <a:pt x="34032" y="444846"/>
                  </a:lnTo>
                  <a:lnTo>
                    <a:pt x="15544" y="401116"/>
                  </a:lnTo>
                  <a:lnTo>
                    <a:pt x="3990" y="354225"/>
                  </a:lnTo>
                  <a:lnTo>
                    <a:pt x="0" y="304800"/>
                  </a:lnTo>
                  <a:close/>
                </a:path>
              </a:pathLst>
            </a:custGeom>
            <a:ln w="222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5715127" y="2761614"/>
            <a:ext cx="30924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i="1" dirty="0">
                <a:latin typeface="Arial"/>
                <a:cs typeface="Arial"/>
              </a:rPr>
              <a:t>16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3265487" y="3532187"/>
            <a:ext cx="631825" cy="631825"/>
            <a:chOff x="3265487" y="3532187"/>
            <a:chExt cx="631825" cy="631825"/>
          </a:xfrm>
        </p:grpSpPr>
        <p:sp>
          <p:nvSpPr>
            <p:cNvPr id="18" name="object 18"/>
            <p:cNvSpPr/>
            <p:nvPr/>
          </p:nvSpPr>
          <p:spPr>
            <a:xfrm>
              <a:off x="3276600" y="3543300"/>
              <a:ext cx="609600" cy="609600"/>
            </a:xfrm>
            <a:custGeom>
              <a:avLst/>
              <a:gdLst/>
              <a:ahLst/>
              <a:cxnLst/>
              <a:rect l="l" t="t" r="r" b="b"/>
              <a:pathLst>
                <a:path w="609600" h="609600">
                  <a:moveTo>
                    <a:pt x="304800" y="0"/>
                  </a:moveTo>
                  <a:lnTo>
                    <a:pt x="255374" y="3990"/>
                  </a:lnTo>
                  <a:lnTo>
                    <a:pt x="208483" y="15544"/>
                  </a:lnTo>
                  <a:lnTo>
                    <a:pt x="164753" y="34032"/>
                  </a:lnTo>
                  <a:lnTo>
                    <a:pt x="124815" y="58826"/>
                  </a:lnTo>
                  <a:lnTo>
                    <a:pt x="89296" y="89296"/>
                  </a:lnTo>
                  <a:lnTo>
                    <a:pt x="58826" y="124815"/>
                  </a:lnTo>
                  <a:lnTo>
                    <a:pt x="34032" y="164753"/>
                  </a:lnTo>
                  <a:lnTo>
                    <a:pt x="15544" y="208483"/>
                  </a:lnTo>
                  <a:lnTo>
                    <a:pt x="3990" y="255374"/>
                  </a:lnTo>
                  <a:lnTo>
                    <a:pt x="0" y="304800"/>
                  </a:lnTo>
                  <a:lnTo>
                    <a:pt x="3990" y="354225"/>
                  </a:lnTo>
                  <a:lnTo>
                    <a:pt x="15544" y="401116"/>
                  </a:lnTo>
                  <a:lnTo>
                    <a:pt x="34032" y="444846"/>
                  </a:lnTo>
                  <a:lnTo>
                    <a:pt x="58826" y="484784"/>
                  </a:lnTo>
                  <a:lnTo>
                    <a:pt x="89296" y="520303"/>
                  </a:lnTo>
                  <a:lnTo>
                    <a:pt x="124815" y="550773"/>
                  </a:lnTo>
                  <a:lnTo>
                    <a:pt x="164753" y="575567"/>
                  </a:lnTo>
                  <a:lnTo>
                    <a:pt x="208483" y="594055"/>
                  </a:lnTo>
                  <a:lnTo>
                    <a:pt x="255374" y="605609"/>
                  </a:lnTo>
                  <a:lnTo>
                    <a:pt x="304800" y="609600"/>
                  </a:lnTo>
                  <a:lnTo>
                    <a:pt x="354225" y="605609"/>
                  </a:lnTo>
                  <a:lnTo>
                    <a:pt x="401116" y="594055"/>
                  </a:lnTo>
                  <a:lnTo>
                    <a:pt x="444846" y="575567"/>
                  </a:lnTo>
                  <a:lnTo>
                    <a:pt x="484784" y="550773"/>
                  </a:lnTo>
                  <a:lnTo>
                    <a:pt x="520303" y="520303"/>
                  </a:lnTo>
                  <a:lnTo>
                    <a:pt x="550773" y="484784"/>
                  </a:lnTo>
                  <a:lnTo>
                    <a:pt x="575567" y="444846"/>
                  </a:lnTo>
                  <a:lnTo>
                    <a:pt x="594055" y="401116"/>
                  </a:lnTo>
                  <a:lnTo>
                    <a:pt x="605609" y="354225"/>
                  </a:lnTo>
                  <a:lnTo>
                    <a:pt x="609600" y="304800"/>
                  </a:lnTo>
                  <a:lnTo>
                    <a:pt x="605609" y="255374"/>
                  </a:lnTo>
                  <a:lnTo>
                    <a:pt x="594055" y="208483"/>
                  </a:lnTo>
                  <a:lnTo>
                    <a:pt x="575567" y="164753"/>
                  </a:lnTo>
                  <a:lnTo>
                    <a:pt x="550773" y="124815"/>
                  </a:lnTo>
                  <a:lnTo>
                    <a:pt x="520303" y="89296"/>
                  </a:lnTo>
                  <a:lnTo>
                    <a:pt x="484784" y="58826"/>
                  </a:lnTo>
                  <a:lnTo>
                    <a:pt x="444846" y="34032"/>
                  </a:lnTo>
                  <a:lnTo>
                    <a:pt x="401116" y="15544"/>
                  </a:lnTo>
                  <a:lnTo>
                    <a:pt x="354225" y="3990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00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276600" y="3543300"/>
              <a:ext cx="609600" cy="609600"/>
            </a:xfrm>
            <a:custGeom>
              <a:avLst/>
              <a:gdLst/>
              <a:ahLst/>
              <a:cxnLst/>
              <a:rect l="l" t="t" r="r" b="b"/>
              <a:pathLst>
                <a:path w="609600" h="609600">
                  <a:moveTo>
                    <a:pt x="0" y="304800"/>
                  </a:moveTo>
                  <a:lnTo>
                    <a:pt x="3990" y="255374"/>
                  </a:lnTo>
                  <a:lnTo>
                    <a:pt x="15544" y="208483"/>
                  </a:lnTo>
                  <a:lnTo>
                    <a:pt x="34032" y="164753"/>
                  </a:lnTo>
                  <a:lnTo>
                    <a:pt x="58826" y="124815"/>
                  </a:lnTo>
                  <a:lnTo>
                    <a:pt x="89296" y="89296"/>
                  </a:lnTo>
                  <a:lnTo>
                    <a:pt x="124815" y="58826"/>
                  </a:lnTo>
                  <a:lnTo>
                    <a:pt x="164753" y="34032"/>
                  </a:lnTo>
                  <a:lnTo>
                    <a:pt x="208483" y="15544"/>
                  </a:lnTo>
                  <a:lnTo>
                    <a:pt x="255374" y="3990"/>
                  </a:lnTo>
                  <a:lnTo>
                    <a:pt x="304800" y="0"/>
                  </a:lnTo>
                  <a:lnTo>
                    <a:pt x="354225" y="3990"/>
                  </a:lnTo>
                  <a:lnTo>
                    <a:pt x="401116" y="15544"/>
                  </a:lnTo>
                  <a:lnTo>
                    <a:pt x="444846" y="34032"/>
                  </a:lnTo>
                  <a:lnTo>
                    <a:pt x="484784" y="58826"/>
                  </a:lnTo>
                  <a:lnTo>
                    <a:pt x="520303" y="89296"/>
                  </a:lnTo>
                  <a:lnTo>
                    <a:pt x="550773" y="124815"/>
                  </a:lnTo>
                  <a:lnTo>
                    <a:pt x="575567" y="164753"/>
                  </a:lnTo>
                  <a:lnTo>
                    <a:pt x="594055" y="208483"/>
                  </a:lnTo>
                  <a:lnTo>
                    <a:pt x="605609" y="255374"/>
                  </a:lnTo>
                  <a:lnTo>
                    <a:pt x="609600" y="304800"/>
                  </a:lnTo>
                  <a:lnTo>
                    <a:pt x="605609" y="354225"/>
                  </a:lnTo>
                  <a:lnTo>
                    <a:pt x="594055" y="401116"/>
                  </a:lnTo>
                  <a:lnTo>
                    <a:pt x="575567" y="444846"/>
                  </a:lnTo>
                  <a:lnTo>
                    <a:pt x="550773" y="484784"/>
                  </a:lnTo>
                  <a:lnTo>
                    <a:pt x="520303" y="520303"/>
                  </a:lnTo>
                  <a:lnTo>
                    <a:pt x="484784" y="550773"/>
                  </a:lnTo>
                  <a:lnTo>
                    <a:pt x="444846" y="575567"/>
                  </a:lnTo>
                  <a:lnTo>
                    <a:pt x="401116" y="594055"/>
                  </a:lnTo>
                  <a:lnTo>
                    <a:pt x="354225" y="605609"/>
                  </a:lnTo>
                  <a:lnTo>
                    <a:pt x="304800" y="609600"/>
                  </a:lnTo>
                  <a:lnTo>
                    <a:pt x="255374" y="605609"/>
                  </a:lnTo>
                  <a:lnTo>
                    <a:pt x="208483" y="594055"/>
                  </a:lnTo>
                  <a:lnTo>
                    <a:pt x="164753" y="575567"/>
                  </a:lnTo>
                  <a:lnTo>
                    <a:pt x="124815" y="550773"/>
                  </a:lnTo>
                  <a:lnTo>
                    <a:pt x="89296" y="520303"/>
                  </a:lnTo>
                  <a:lnTo>
                    <a:pt x="58826" y="484784"/>
                  </a:lnTo>
                  <a:lnTo>
                    <a:pt x="34032" y="444846"/>
                  </a:lnTo>
                  <a:lnTo>
                    <a:pt x="15544" y="401116"/>
                  </a:lnTo>
                  <a:lnTo>
                    <a:pt x="3990" y="354225"/>
                  </a:lnTo>
                  <a:lnTo>
                    <a:pt x="0" y="304800"/>
                  </a:lnTo>
                  <a:close/>
                </a:path>
              </a:pathLst>
            </a:custGeom>
            <a:ln w="222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3498850" y="3676269"/>
            <a:ext cx="16700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i="1" dirty="0">
                <a:latin typeface="Arial"/>
                <a:cs typeface="Arial"/>
              </a:rPr>
              <a:t>4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2808287" y="3532187"/>
            <a:ext cx="2155825" cy="1698625"/>
            <a:chOff x="2808287" y="3532187"/>
            <a:chExt cx="2155825" cy="1698625"/>
          </a:xfrm>
        </p:grpSpPr>
        <p:sp>
          <p:nvSpPr>
            <p:cNvPr id="22" name="object 22"/>
            <p:cNvSpPr/>
            <p:nvPr/>
          </p:nvSpPr>
          <p:spPr>
            <a:xfrm>
              <a:off x="4343400" y="3543300"/>
              <a:ext cx="609600" cy="609600"/>
            </a:xfrm>
            <a:custGeom>
              <a:avLst/>
              <a:gdLst/>
              <a:ahLst/>
              <a:cxnLst/>
              <a:rect l="l" t="t" r="r" b="b"/>
              <a:pathLst>
                <a:path w="609600" h="609600">
                  <a:moveTo>
                    <a:pt x="304800" y="0"/>
                  </a:moveTo>
                  <a:lnTo>
                    <a:pt x="255374" y="3990"/>
                  </a:lnTo>
                  <a:lnTo>
                    <a:pt x="208483" y="15544"/>
                  </a:lnTo>
                  <a:lnTo>
                    <a:pt x="164753" y="34032"/>
                  </a:lnTo>
                  <a:lnTo>
                    <a:pt x="124815" y="58826"/>
                  </a:lnTo>
                  <a:lnTo>
                    <a:pt x="89296" y="89296"/>
                  </a:lnTo>
                  <a:lnTo>
                    <a:pt x="58826" y="124815"/>
                  </a:lnTo>
                  <a:lnTo>
                    <a:pt x="34032" y="164753"/>
                  </a:lnTo>
                  <a:lnTo>
                    <a:pt x="15544" y="208483"/>
                  </a:lnTo>
                  <a:lnTo>
                    <a:pt x="3990" y="255374"/>
                  </a:lnTo>
                  <a:lnTo>
                    <a:pt x="0" y="304800"/>
                  </a:lnTo>
                  <a:lnTo>
                    <a:pt x="3990" y="354225"/>
                  </a:lnTo>
                  <a:lnTo>
                    <a:pt x="15544" y="401116"/>
                  </a:lnTo>
                  <a:lnTo>
                    <a:pt x="34032" y="444846"/>
                  </a:lnTo>
                  <a:lnTo>
                    <a:pt x="58826" y="484784"/>
                  </a:lnTo>
                  <a:lnTo>
                    <a:pt x="89296" y="520303"/>
                  </a:lnTo>
                  <a:lnTo>
                    <a:pt x="124815" y="550773"/>
                  </a:lnTo>
                  <a:lnTo>
                    <a:pt x="164753" y="575567"/>
                  </a:lnTo>
                  <a:lnTo>
                    <a:pt x="208483" y="594055"/>
                  </a:lnTo>
                  <a:lnTo>
                    <a:pt x="255374" y="605609"/>
                  </a:lnTo>
                  <a:lnTo>
                    <a:pt x="304800" y="609600"/>
                  </a:lnTo>
                  <a:lnTo>
                    <a:pt x="354225" y="605609"/>
                  </a:lnTo>
                  <a:lnTo>
                    <a:pt x="401116" y="594055"/>
                  </a:lnTo>
                  <a:lnTo>
                    <a:pt x="444846" y="575567"/>
                  </a:lnTo>
                  <a:lnTo>
                    <a:pt x="484784" y="550773"/>
                  </a:lnTo>
                  <a:lnTo>
                    <a:pt x="520303" y="520303"/>
                  </a:lnTo>
                  <a:lnTo>
                    <a:pt x="550773" y="484784"/>
                  </a:lnTo>
                  <a:lnTo>
                    <a:pt x="575567" y="444846"/>
                  </a:lnTo>
                  <a:lnTo>
                    <a:pt x="594055" y="401116"/>
                  </a:lnTo>
                  <a:lnTo>
                    <a:pt x="605609" y="354225"/>
                  </a:lnTo>
                  <a:lnTo>
                    <a:pt x="609600" y="304800"/>
                  </a:lnTo>
                  <a:lnTo>
                    <a:pt x="605609" y="255374"/>
                  </a:lnTo>
                  <a:lnTo>
                    <a:pt x="594055" y="208483"/>
                  </a:lnTo>
                  <a:lnTo>
                    <a:pt x="575567" y="164753"/>
                  </a:lnTo>
                  <a:lnTo>
                    <a:pt x="550773" y="124815"/>
                  </a:lnTo>
                  <a:lnTo>
                    <a:pt x="520303" y="89296"/>
                  </a:lnTo>
                  <a:lnTo>
                    <a:pt x="484784" y="58826"/>
                  </a:lnTo>
                  <a:lnTo>
                    <a:pt x="444846" y="34032"/>
                  </a:lnTo>
                  <a:lnTo>
                    <a:pt x="401116" y="15544"/>
                  </a:lnTo>
                  <a:lnTo>
                    <a:pt x="354225" y="3990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00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343400" y="3543300"/>
              <a:ext cx="609600" cy="609600"/>
            </a:xfrm>
            <a:custGeom>
              <a:avLst/>
              <a:gdLst/>
              <a:ahLst/>
              <a:cxnLst/>
              <a:rect l="l" t="t" r="r" b="b"/>
              <a:pathLst>
                <a:path w="609600" h="609600">
                  <a:moveTo>
                    <a:pt x="0" y="304800"/>
                  </a:moveTo>
                  <a:lnTo>
                    <a:pt x="3990" y="255374"/>
                  </a:lnTo>
                  <a:lnTo>
                    <a:pt x="15544" y="208483"/>
                  </a:lnTo>
                  <a:lnTo>
                    <a:pt x="34032" y="164753"/>
                  </a:lnTo>
                  <a:lnTo>
                    <a:pt x="58826" y="124815"/>
                  </a:lnTo>
                  <a:lnTo>
                    <a:pt x="89296" y="89296"/>
                  </a:lnTo>
                  <a:lnTo>
                    <a:pt x="124815" y="58826"/>
                  </a:lnTo>
                  <a:lnTo>
                    <a:pt x="164753" y="34032"/>
                  </a:lnTo>
                  <a:lnTo>
                    <a:pt x="208483" y="15544"/>
                  </a:lnTo>
                  <a:lnTo>
                    <a:pt x="255374" y="3990"/>
                  </a:lnTo>
                  <a:lnTo>
                    <a:pt x="304800" y="0"/>
                  </a:lnTo>
                  <a:lnTo>
                    <a:pt x="354225" y="3990"/>
                  </a:lnTo>
                  <a:lnTo>
                    <a:pt x="401116" y="15544"/>
                  </a:lnTo>
                  <a:lnTo>
                    <a:pt x="444846" y="34032"/>
                  </a:lnTo>
                  <a:lnTo>
                    <a:pt x="484784" y="58826"/>
                  </a:lnTo>
                  <a:lnTo>
                    <a:pt x="520303" y="89296"/>
                  </a:lnTo>
                  <a:lnTo>
                    <a:pt x="550773" y="124815"/>
                  </a:lnTo>
                  <a:lnTo>
                    <a:pt x="575567" y="164753"/>
                  </a:lnTo>
                  <a:lnTo>
                    <a:pt x="594055" y="208483"/>
                  </a:lnTo>
                  <a:lnTo>
                    <a:pt x="605609" y="255374"/>
                  </a:lnTo>
                  <a:lnTo>
                    <a:pt x="609600" y="304800"/>
                  </a:lnTo>
                  <a:lnTo>
                    <a:pt x="605609" y="354225"/>
                  </a:lnTo>
                  <a:lnTo>
                    <a:pt x="594055" y="401116"/>
                  </a:lnTo>
                  <a:lnTo>
                    <a:pt x="575567" y="444846"/>
                  </a:lnTo>
                  <a:lnTo>
                    <a:pt x="550773" y="484784"/>
                  </a:lnTo>
                  <a:lnTo>
                    <a:pt x="520303" y="520303"/>
                  </a:lnTo>
                  <a:lnTo>
                    <a:pt x="484784" y="550773"/>
                  </a:lnTo>
                  <a:lnTo>
                    <a:pt x="444846" y="575567"/>
                  </a:lnTo>
                  <a:lnTo>
                    <a:pt x="401116" y="594055"/>
                  </a:lnTo>
                  <a:lnTo>
                    <a:pt x="354225" y="605609"/>
                  </a:lnTo>
                  <a:lnTo>
                    <a:pt x="304800" y="609600"/>
                  </a:lnTo>
                  <a:lnTo>
                    <a:pt x="255374" y="605609"/>
                  </a:lnTo>
                  <a:lnTo>
                    <a:pt x="208483" y="594055"/>
                  </a:lnTo>
                  <a:lnTo>
                    <a:pt x="164753" y="575567"/>
                  </a:lnTo>
                  <a:lnTo>
                    <a:pt x="124815" y="550773"/>
                  </a:lnTo>
                  <a:lnTo>
                    <a:pt x="89296" y="520303"/>
                  </a:lnTo>
                  <a:lnTo>
                    <a:pt x="58826" y="484784"/>
                  </a:lnTo>
                  <a:lnTo>
                    <a:pt x="34032" y="444846"/>
                  </a:lnTo>
                  <a:lnTo>
                    <a:pt x="15544" y="401116"/>
                  </a:lnTo>
                  <a:lnTo>
                    <a:pt x="3990" y="354225"/>
                  </a:lnTo>
                  <a:lnTo>
                    <a:pt x="0" y="304800"/>
                  </a:lnTo>
                  <a:close/>
                </a:path>
              </a:pathLst>
            </a:custGeom>
            <a:ln w="222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2819400" y="4610100"/>
              <a:ext cx="609600" cy="609600"/>
            </a:xfrm>
            <a:custGeom>
              <a:avLst/>
              <a:gdLst/>
              <a:ahLst/>
              <a:cxnLst/>
              <a:rect l="l" t="t" r="r" b="b"/>
              <a:pathLst>
                <a:path w="609600" h="609600">
                  <a:moveTo>
                    <a:pt x="304800" y="0"/>
                  </a:moveTo>
                  <a:lnTo>
                    <a:pt x="255374" y="3990"/>
                  </a:lnTo>
                  <a:lnTo>
                    <a:pt x="208483" y="15544"/>
                  </a:lnTo>
                  <a:lnTo>
                    <a:pt x="164753" y="34032"/>
                  </a:lnTo>
                  <a:lnTo>
                    <a:pt x="124815" y="58826"/>
                  </a:lnTo>
                  <a:lnTo>
                    <a:pt x="89296" y="89296"/>
                  </a:lnTo>
                  <a:lnTo>
                    <a:pt x="58826" y="124815"/>
                  </a:lnTo>
                  <a:lnTo>
                    <a:pt x="34032" y="164753"/>
                  </a:lnTo>
                  <a:lnTo>
                    <a:pt x="15544" y="208483"/>
                  </a:lnTo>
                  <a:lnTo>
                    <a:pt x="3990" y="255374"/>
                  </a:lnTo>
                  <a:lnTo>
                    <a:pt x="0" y="304800"/>
                  </a:lnTo>
                  <a:lnTo>
                    <a:pt x="3990" y="354225"/>
                  </a:lnTo>
                  <a:lnTo>
                    <a:pt x="15544" y="401116"/>
                  </a:lnTo>
                  <a:lnTo>
                    <a:pt x="34032" y="444846"/>
                  </a:lnTo>
                  <a:lnTo>
                    <a:pt x="58826" y="484784"/>
                  </a:lnTo>
                  <a:lnTo>
                    <a:pt x="89296" y="520303"/>
                  </a:lnTo>
                  <a:lnTo>
                    <a:pt x="124815" y="550773"/>
                  </a:lnTo>
                  <a:lnTo>
                    <a:pt x="164753" y="575567"/>
                  </a:lnTo>
                  <a:lnTo>
                    <a:pt x="208483" y="594055"/>
                  </a:lnTo>
                  <a:lnTo>
                    <a:pt x="255374" y="605609"/>
                  </a:lnTo>
                  <a:lnTo>
                    <a:pt x="304800" y="609600"/>
                  </a:lnTo>
                  <a:lnTo>
                    <a:pt x="354225" y="605609"/>
                  </a:lnTo>
                  <a:lnTo>
                    <a:pt x="401116" y="594055"/>
                  </a:lnTo>
                  <a:lnTo>
                    <a:pt x="444846" y="575567"/>
                  </a:lnTo>
                  <a:lnTo>
                    <a:pt x="484784" y="550773"/>
                  </a:lnTo>
                  <a:lnTo>
                    <a:pt x="520303" y="520303"/>
                  </a:lnTo>
                  <a:lnTo>
                    <a:pt x="550773" y="484784"/>
                  </a:lnTo>
                  <a:lnTo>
                    <a:pt x="575567" y="444846"/>
                  </a:lnTo>
                  <a:lnTo>
                    <a:pt x="594055" y="401116"/>
                  </a:lnTo>
                  <a:lnTo>
                    <a:pt x="605609" y="354225"/>
                  </a:lnTo>
                  <a:lnTo>
                    <a:pt x="609600" y="304800"/>
                  </a:lnTo>
                  <a:lnTo>
                    <a:pt x="605609" y="255374"/>
                  </a:lnTo>
                  <a:lnTo>
                    <a:pt x="594055" y="208483"/>
                  </a:lnTo>
                  <a:lnTo>
                    <a:pt x="575567" y="164753"/>
                  </a:lnTo>
                  <a:lnTo>
                    <a:pt x="550773" y="124815"/>
                  </a:lnTo>
                  <a:lnTo>
                    <a:pt x="520303" y="89296"/>
                  </a:lnTo>
                  <a:lnTo>
                    <a:pt x="484784" y="58826"/>
                  </a:lnTo>
                  <a:lnTo>
                    <a:pt x="444846" y="34032"/>
                  </a:lnTo>
                  <a:lnTo>
                    <a:pt x="401116" y="15544"/>
                  </a:lnTo>
                  <a:lnTo>
                    <a:pt x="354225" y="3990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00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2819400" y="4610100"/>
              <a:ext cx="609600" cy="609600"/>
            </a:xfrm>
            <a:custGeom>
              <a:avLst/>
              <a:gdLst/>
              <a:ahLst/>
              <a:cxnLst/>
              <a:rect l="l" t="t" r="r" b="b"/>
              <a:pathLst>
                <a:path w="609600" h="609600">
                  <a:moveTo>
                    <a:pt x="0" y="304800"/>
                  </a:moveTo>
                  <a:lnTo>
                    <a:pt x="3990" y="255374"/>
                  </a:lnTo>
                  <a:lnTo>
                    <a:pt x="15544" y="208483"/>
                  </a:lnTo>
                  <a:lnTo>
                    <a:pt x="34032" y="164753"/>
                  </a:lnTo>
                  <a:lnTo>
                    <a:pt x="58826" y="124815"/>
                  </a:lnTo>
                  <a:lnTo>
                    <a:pt x="89296" y="89296"/>
                  </a:lnTo>
                  <a:lnTo>
                    <a:pt x="124815" y="58826"/>
                  </a:lnTo>
                  <a:lnTo>
                    <a:pt x="164753" y="34032"/>
                  </a:lnTo>
                  <a:lnTo>
                    <a:pt x="208483" y="15544"/>
                  </a:lnTo>
                  <a:lnTo>
                    <a:pt x="255374" y="3990"/>
                  </a:lnTo>
                  <a:lnTo>
                    <a:pt x="304800" y="0"/>
                  </a:lnTo>
                  <a:lnTo>
                    <a:pt x="354225" y="3990"/>
                  </a:lnTo>
                  <a:lnTo>
                    <a:pt x="401116" y="15544"/>
                  </a:lnTo>
                  <a:lnTo>
                    <a:pt x="444846" y="34032"/>
                  </a:lnTo>
                  <a:lnTo>
                    <a:pt x="484784" y="58826"/>
                  </a:lnTo>
                  <a:lnTo>
                    <a:pt x="520303" y="89296"/>
                  </a:lnTo>
                  <a:lnTo>
                    <a:pt x="550773" y="124815"/>
                  </a:lnTo>
                  <a:lnTo>
                    <a:pt x="575567" y="164753"/>
                  </a:lnTo>
                  <a:lnTo>
                    <a:pt x="594055" y="208483"/>
                  </a:lnTo>
                  <a:lnTo>
                    <a:pt x="605609" y="255374"/>
                  </a:lnTo>
                  <a:lnTo>
                    <a:pt x="609600" y="304800"/>
                  </a:lnTo>
                  <a:lnTo>
                    <a:pt x="605609" y="354225"/>
                  </a:lnTo>
                  <a:lnTo>
                    <a:pt x="594055" y="401116"/>
                  </a:lnTo>
                  <a:lnTo>
                    <a:pt x="575567" y="444846"/>
                  </a:lnTo>
                  <a:lnTo>
                    <a:pt x="550773" y="484784"/>
                  </a:lnTo>
                  <a:lnTo>
                    <a:pt x="520303" y="520303"/>
                  </a:lnTo>
                  <a:lnTo>
                    <a:pt x="484784" y="550773"/>
                  </a:lnTo>
                  <a:lnTo>
                    <a:pt x="444846" y="575567"/>
                  </a:lnTo>
                  <a:lnTo>
                    <a:pt x="401116" y="594055"/>
                  </a:lnTo>
                  <a:lnTo>
                    <a:pt x="354225" y="605609"/>
                  </a:lnTo>
                  <a:lnTo>
                    <a:pt x="304800" y="609600"/>
                  </a:lnTo>
                  <a:lnTo>
                    <a:pt x="255374" y="605609"/>
                  </a:lnTo>
                  <a:lnTo>
                    <a:pt x="208483" y="594055"/>
                  </a:lnTo>
                  <a:lnTo>
                    <a:pt x="164753" y="575567"/>
                  </a:lnTo>
                  <a:lnTo>
                    <a:pt x="124815" y="550773"/>
                  </a:lnTo>
                  <a:lnTo>
                    <a:pt x="89296" y="520303"/>
                  </a:lnTo>
                  <a:lnTo>
                    <a:pt x="58826" y="484784"/>
                  </a:lnTo>
                  <a:lnTo>
                    <a:pt x="34032" y="444846"/>
                  </a:lnTo>
                  <a:lnTo>
                    <a:pt x="15544" y="401116"/>
                  </a:lnTo>
                  <a:lnTo>
                    <a:pt x="3990" y="354225"/>
                  </a:lnTo>
                  <a:lnTo>
                    <a:pt x="0" y="304800"/>
                  </a:lnTo>
                  <a:close/>
                </a:path>
              </a:pathLst>
            </a:custGeom>
            <a:ln w="222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3041650" y="4743069"/>
            <a:ext cx="16700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i="1" dirty="0">
                <a:latin typeface="Arial"/>
                <a:cs typeface="Arial"/>
              </a:rPr>
              <a:t>2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3646487" y="4598987"/>
            <a:ext cx="631825" cy="631825"/>
            <a:chOff x="3646487" y="4598987"/>
            <a:chExt cx="631825" cy="631825"/>
          </a:xfrm>
        </p:grpSpPr>
        <p:sp>
          <p:nvSpPr>
            <p:cNvPr id="28" name="object 28"/>
            <p:cNvSpPr/>
            <p:nvPr/>
          </p:nvSpPr>
          <p:spPr>
            <a:xfrm>
              <a:off x="3657600" y="4610100"/>
              <a:ext cx="609600" cy="609600"/>
            </a:xfrm>
            <a:custGeom>
              <a:avLst/>
              <a:gdLst/>
              <a:ahLst/>
              <a:cxnLst/>
              <a:rect l="l" t="t" r="r" b="b"/>
              <a:pathLst>
                <a:path w="609600" h="609600">
                  <a:moveTo>
                    <a:pt x="304800" y="0"/>
                  </a:moveTo>
                  <a:lnTo>
                    <a:pt x="255374" y="3990"/>
                  </a:lnTo>
                  <a:lnTo>
                    <a:pt x="208483" y="15544"/>
                  </a:lnTo>
                  <a:lnTo>
                    <a:pt x="164753" y="34032"/>
                  </a:lnTo>
                  <a:lnTo>
                    <a:pt x="124815" y="58826"/>
                  </a:lnTo>
                  <a:lnTo>
                    <a:pt x="89296" y="89296"/>
                  </a:lnTo>
                  <a:lnTo>
                    <a:pt x="58826" y="124815"/>
                  </a:lnTo>
                  <a:lnTo>
                    <a:pt x="34032" y="164753"/>
                  </a:lnTo>
                  <a:lnTo>
                    <a:pt x="15544" y="208483"/>
                  </a:lnTo>
                  <a:lnTo>
                    <a:pt x="3990" y="255374"/>
                  </a:lnTo>
                  <a:lnTo>
                    <a:pt x="0" y="304800"/>
                  </a:lnTo>
                  <a:lnTo>
                    <a:pt x="3990" y="354225"/>
                  </a:lnTo>
                  <a:lnTo>
                    <a:pt x="15544" y="401116"/>
                  </a:lnTo>
                  <a:lnTo>
                    <a:pt x="34032" y="444846"/>
                  </a:lnTo>
                  <a:lnTo>
                    <a:pt x="58826" y="484784"/>
                  </a:lnTo>
                  <a:lnTo>
                    <a:pt x="89296" y="520303"/>
                  </a:lnTo>
                  <a:lnTo>
                    <a:pt x="124815" y="550773"/>
                  </a:lnTo>
                  <a:lnTo>
                    <a:pt x="164753" y="575567"/>
                  </a:lnTo>
                  <a:lnTo>
                    <a:pt x="208483" y="594055"/>
                  </a:lnTo>
                  <a:lnTo>
                    <a:pt x="255374" y="605609"/>
                  </a:lnTo>
                  <a:lnTo>
                    <a:pt x="304800" y="609600"/>
                  </a:lnTo>
                  <a:lnTo>
                    <a:pt x="354225" y="605609"/>
                  </a:lnTo>
                  <a:lnTo>
                    <a:pt x="401116" y="594055"/>
                  </a:lnTo>
                  <a:lnTo>
                    <a:pt x="444846" y="575567"/>
                  </a:lnTo>
                  <a:lnTo>
                    <a:pt x="484784" y="550773"/>
                  </a:lnTo>
                  <a:lnTo>
                    <a:pt x="520303" y="520303"/>
                  </a:lnTo>
                  <a:lnTo>
                    <a:pt x="550773" y="484784"/>
                  </a:lnTo>
                  <a:lnTo>
                    <a:pt x="575567" y="444846"/>
                  </a:lnTo>
                  <a:lnTo>
                    <a:pt x="594055" y="401116"/>
                  </a:lnTo>
                  <a:lnTo>
                    <a:pt x="605609" y="354225"/>
                  </a:lnTo>
                  <a:lnTo>
                    <a:pt x="609600" y="304800"/>
                  </a:lnTo>
                  <a:lnTo>
                    <a:pt x="605609" y="255374"/>
                  </a:lnTo>
                  <a:lnTo>
                    <a:pt x="594055" y="208483"/>
                  </a:lnTo>
                  <a:lnTo>
                    <a:pt x="575567" y="164753"/>
                  </a:lnTo>
                  <a:lnTo>
                    <a:pt x="550773" y="124815"/>
                  </a:lnTo>
                  <a:lnTo>
                    <a:pt x="520303" y="89296"/>
                  </a:lnTo>
                  <a:lnTo>
                    <a:pt x="484784" y="58826"/>
                  </a:lnTo>
                  <a:lnTo>
                    <a:pt x="444846" y="34032"/>
                  </a:lnTo>
                  <a:lnTo>
                    <a:pt x="401116" y="15544"/>
                  </a:lnTo>
                  <a:lnTo>
                    <a:pt x="354225" y="3990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00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3657600" y="4610100"/>
              <a:ext cx="609600" cy="609600"/>
            </a:xfrm>
            <a:custGeom>
              <a:avLst/>
              <a:gdLst/>
              <a:ahLst/>
              <a:cxnLst/>
              <a:rect l="l" t="t" r="r" b="b"/>
              <a:pathLst>
                <a:path w="609600" h="609600">
                  <a:moveTo>
                    <a:pt x="0" y="304800"/>
                  </a:moveTo>
                  <a:lnTo>
                    <a:pt x="3990" y="255374"/>
                  </a:lnTo>
                  <a:lnTo>
                    <a:pt x="15544" y="208483"/>
                  </a:lnTo>
                  <a:lnTo>
                    <a:pt x="34032" y="164753"/>
                  </a:lnTo>
                  <a:lnTo>
                    <a:pt x="58826" y="124815"/>
                  </a:lnTo>
                  <a:lnTo>
                    <a:pt x="89296" y="89296"/>
                  </a:lnTo>
                  <a:lnTo>
                    <a:pt x="124815" y="58826"/>
                  </a:lnTo>
                  <a:lnTo>
                    <a:pt x="164753" y="34032"/>
                  </a:lnTo>
                  <a:lnTo>
                    <a:pt x="208483" y="15544"/>
                  </a:lnTo>
                  <a:lnTo>
                    <a:pt x="255374" y="3990"/>
                  </a:lnTo>
                  <a:lnTo>
                    <a:pt x="304800" y="0"/>
                  </a:lnTo>
                  <a:lnTo>
                    <a:pt x="354225" y="3990"/>
                  </a:lnTo>
                  <a:lnTo>
                    <a:pt x="401116" y="15544"/>
                  </a:lnTo>
                  <a:lnTo>
                    <a:pt x="444846" y="34032"/>
                  </a:lnTo>
                  <a:lnTo>
                    <a:pt x="484784" y="58826"/>
                  </a:lnTo>
                  <a:lnTo>
                    <a:pt x="520303" y="89296"/>
                  </a:lnTo>
                  <a:lnTo>
                    <a:pt x="550773" y="124815"/>
                  </a:lnTo>
                  <a:lnTo>
                    <a:pt x="575567" y="164753"/>
                  </a:lnTo>
                  <a:lnTo>
                    <a:pt x="594055" y="208483"/>
                  </a:lnTo>
                  <a:lnTo>
                    <a:pt x="605609" y="255374"/>
                  </a:lnTo>
                  <a:lnTo>
                    <a:pt x="609600" y="304800"/>
                  </a:lnTo>
                  <a:lnTo>
                    <a:pt x="605609" y="354225"/>
                  </a:lnTo>
                  <a:lnTo>
                    <a:pt x="594055" y="401116"/>
                  </a:lnTo>
                  <a:lnTo>
                    <a:pt x="575567" y="444846"/>
                  </a:lnTo>
                  <a:lnTo>
                    <a:pt x="550773" y="484784"/>
                  </a:lnTo>
                  <a:lnTo>
                    <a:pt x="520303" y="520303"/>
                  </a:lnTo>
                  <a:lnTo>
                    <a:pt x="484784" y="550773"/>
                  </a:lnTo>
                  <a:lnTo>
                    <a:pt x="444846" y="575567"/>
                  </a:lnTo>
                  <a:lnTo>
                    <a:pt x="401116" y="594055"/>
                  </a:lnTo>
                  <a:lnTo>
                    <a:pt x="354225" y="605609"/>
                  </a:lnTo>
                  <a:lnTo>
                    <a:pt x="304800" y="609600"/>
                  </a:lnTo>
                  <a:lnTo>
                    <a:pt x="255374" y="605609"/>
                  </a:lnTo>
                  <a:lnTo>
                    <a:pt x="208483" y="594055"/>
                  </a:lnTo>
                  <a:lnTo>
                    <a:pt x="164753" y="575567"/>
                  </a:lnTo>
                  <a:lnTo>
                    <a:pt x="124815" y="550773"/>
                  </a:lnTo>
                  <a:lnTo>
                    <a:pt x="89296" y="520303"/>
                  </a:lnTo>
                  <a:lnTo>
                    <a:pt x="58826" y="484784"/>
                  </a:lnTo>
                  <a:lnTo>
                    <a:pt x="34032" y="444846"/>
                  </a:lnTo>
                  <a:lnTo>
                    <a:pt x="15544" y="401116"/>
                  </a:lnTo>
                  <a:lnTo>
                    <a:pt x="3990" y="354225"/>
                  </a:lnTo>
                  <a:lnTo>
                    <a:pt x="0" y="304800"/>
                  </a:lnTo>
                  <a:close/>
                </a:path>
              </a:pathLst>
            </a:custGeom>
            <a:ln w="222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3879850" y="4743069"/>
            <a:ext cx="16700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i="1" dirty="0">
                <a:latin typeface="Arial"/>
                <a:cs typeface="Arial"/>
              </a:rPr>
              <a:t>6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5094287" y="3532187"/>
            <a:ext cx="631825" cy="631825"/>
            <a:chOff x="5094287" y="3532187"/>
            <a:chExt cx="631825" cy="631825"/>
          </a:xfrm>
        </p:grpSpPr>
        <p:sp>
          <p:nvSpPr>
            <p:cNvPr id="32" name="object 32"/>
            <p:cNvSpPr/>
            <p:nvPr/>
          </p:nvSpPr>
          <p:spPr>
            <a:xfrm>
              <a:off x="5105400" y="3543300"/>
              <a:ext cx="609600" cy="609600"/>
            </a:xfrm>
            <a:custGeom>
              <a:avLst/>
              <a:gdLst/>
              <a:ahLst/>
              <a:cxnLst/>
              <a:rect l="l" t="t" r="r" b="b"/>
              <a:pathLst>
                <a:path w="609600" h="609600">
                  <a:moveTo>
                    <a:pt x="304800" y="0"/>
                  </a:moveTo>
                  <a:lnTo>
                    <a:pt x="255374" y="3990"/>
                  </a:lnTo>
                  <a:lnTo>
                    <a:pt x="208483" y="15544"/>
                  </a:lnTo>
                  <a:lnTo>
                    <a:pt x="164753" y="34032"/>
                  </a:lnTo>
                  <a:lnTo>
                    <a:pt x="124815" y="58826"/>
                  </a:lnTo>
                  <a:lnTo>
                    <a:pt x="89296" y="89296"/>
                  </a:lnTo>
                  <a:lnTo>
                    <a:pt x="58826" y="124815"/>
                  </a:lnTo>
                  <a:lnTo>
                    <a:pt x="34032" y="164753"/>
                  </a:lnTo>
                  <a:lnTo>
                    <a:pt x="15544" y="208483"/>
                  </a:lnTo>
                  <a:lnTo>
                    <a:pt x="3990" y="255374"/>
                  </a:lnTo>
                  <a:lnTo>
                    <a:pt x="0" y="304800"/>
                  </a:lnTo>
                  <a:lnTo>
                    <a:pt x="3990" y="354225"/>
                  </a:lnTo>
                  <a:lnTo>
                    <a:pt x="15544" y="401116"/>
                  </a:lnTo>
                  <a:lnTo>
                    <a:pt x="34032" y="444846"/>
                  </a:lnTo>
                  <a:lnTo>
                    <a:pt x="58826" y="484784"/>
                  </a:lnTo>
                  <a:lnTo>
                    <a:pt x="89296" y="520303"/>
                  </a:lnTo>
                  <a:lnTo>
                    <a:pt x="124815" y="550773"/>
                  </a:lnTo>
                  <a:lnTo>
                    <a:pt x="164753" y="575567"/>
                  </a:lnTo>
                  <a:lnTo>
                    <a:pt x="208483" y="594055"/>
                  </a:lnTo>
                  <a:lnTo>
                    <a:pt x="255374" y="605609"/>
                  </a:lnTo>
                  <a:lnTo>
                    <a:pt x="304800" y="609600"/>
                  </a:lnTo>
                  <a:lnTo>
                    <a:pt x="354225" y="605609"/>
                  </a:lnTo>
                  <a:lnTo>
                    <a:pt x="401116" y="594055"/>
                  </a:lnTo>
                  <a:lnTo>
                    <a:pt x="444846" y="575567"/>
                  </a:lnTo>
                  <a:lnTo>
                    <a:pt x="484784" y="550773"/>
                  </a:lnTo>
                  <a:lnTo>
                    <a:pt x="520303" y="520303"/>
                  </a:lnTo>
                  <a:lnTo>
                    <a:pt x="550773" y="484784"/>
                  </a:lnTo>
                  <a:lnTo>
                    <a:pt x="575567" y="444846"/>
                  </a:lnTo>
                  <a:lnTo>
                    <a:pt x="594055" y="401116"/>
                  </a:lnTo>
                  <a:lnTo>
                    <a:pt x="605609" y="354225"/>
                  </a:lnTo>
                  <a:lnTo>
                    <a:pt x="609600" y="304800"/>
                  </a:lnTo>
                  <a:lnTo>
                    <a:pt x="605609" y="255374"/>
                  </a:lnTo>
                  <a:lnTo>
                    <a:pt x="594055" y="208483"/>
                  </a:lnTo>
                  <a:lnTo>
                    <a:pt x="575567" y="164753"/>
                  </a:lnTo>
                  <a:lnTo>
                    <a:pt x="550773" y="124815"/>
                  </a:lnTo>
                  <a:lnTo>
                    <a:pt x="520303" y="89296"/>
                  </a:lnTo>
                  <a:lnTo>
                    <a:pt x="484784" y="58826"/>
                  </a:lnTo>
                  <a:lnTo>
                    <a:pt x="444846" y="34032"/>
                  </a:lnTo>
                  <a:lnTo>
                    <a:pt x="401116" y="15544"/>
                  </a:lnTo>
                  <a:lnTo>
                    <a:pt x="354225" y="3990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00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5105400" y="3543300"/>
              <a:ext cx="609600" cy="609600"/>
            </a:xfrm>
            <a:custGeom>
              <a:avLst/>
              <a:gdLst/>
              <a:ahLst/>
              <a:cxnLst/>
              <a:rect l="l" t="t" r="r" b="b"/>
              <a:pathLst>
                <a:path w="609600" h="609600">
                  <a:moveTo>
                    <a:pt x="0" y="304800"/>
                  </a:moveTo>
                  <a:lnTo>
                    <a:pt x="3990" y="255374"/>
                  </a:lnTo>
                  <a:lnTo>
                    <a:pt x="15544" y="208483"/>
                  </a:lnTo>
                  <a:lnTo>
                    <a:pt x="34032" y="164753"/>
                  </a:lnTo>
                  <a:lnTo>
                    <a:pt x="58826" y="124815"/>
                  </a:lnTo>
                  <a:lnTo>
                    <a:pt x="89296" y="89296"/>
                  </a:lnTo>
                  <a:lnTo>
                    <a:pt x="124815" y="58826"/>
                  </a:lnTo>
                  <a:lnTo>
                    <a:pt x="164753" y="34032"/>
                  </a:lnTo>
                  <a:lnTo>
                    <a:pt x="208483" y="15544"/>
                  </a:lnTo>
                  <a:lnTo>
                    <a:pt x="255374" y="3990"/>
                  </a:lnTo>
                  <a:lnTo>
                    <a:pt x="304800" y="0"/>
                  </a:lnTo>
                  <a:lnTo>
                    <a:pt x="354225" y="3990"/>
                  </a:lnTo>
                  <a:lnTo>
                    <a:pt x="401116" y="15544"/>
                  </a:lnTo>
                  <a:lnTo>
                    <a:pt x="444846" y="34032"/>
                  </a:lnTo>
                  <a:lnTo>
                    <a:pt x="484784" y="58826"/>
                  </a:lnTo>
                  <a:lnTo>
                    <a:pt x="520303" y="89296"/>
                  </a:lnTo>
                  <a:lnTo>
                    <a:pt x="550773" y="124815"/>
                  </a:lnTo>
                  <a:lnTo>
                    <a:pt x="575567" y="164753"/>
                  </a:lnTo>
                  <a:lnTo>
                    <a:pt x="594055" y="208483"/>
                  </a:lnTo>
                  <a:lnTo>
                    <a:pt x="605609" y="255374"/>
                  </a:lnTo>
                  <a:lnTo>
                    <a:pt x="609600" y="304800"/>
                  </a:lnTo>
                  <a:lnTo>
                    <a:pt x="605609" y="354225"/>
                  </a:lnTo>
                  <a:lnTo>
                    <a:pt x="594055" y="401116"/>
                  </a:lnTo>
                  <a:lnTo>
                    <a:pt x="575567" y="444846"/>
                  </a:lnTo>
                  <a:lnTo>
                    <a:pt x="550773" y="484784"/>
                  </a:lnTo>
                  <a:lnTo>
                    <a:pt x="520303" y="520303"/>
                  </a:lnTo>
                  <a:lnTo>
                    <a:pt x="484784" y="550773"/>
                  </a:lnTo>
                  <a:lnTo>
                    <a:pt x="444846" y="575567"/>
                  </a:lnTo>
                  <a:lnTo>
                    <a:pt x="401116" y="594055"/>
                  </a:lnTo>
                  <a:lnTo>
                    <a:pt x="354225" y="605609"/>
                  </a:lnTo>
                  <a:lnTo>
                    <a:pt x="304800" y="609600"/>
                  </a:lnTo>
                  <a:lnTo>
                    <a:pt x="255374" y="605609"/>
                  </a:lnTo>
                  <a:lnTo>
                    <a:pt x="208483" y="594055"/>
                  </a:lnTo>
                  <a:lnTo>
                    <a:pt x="164753" y="575567"/>
                  </a:lnTo>
                  <a:lnTo>
                    <a:pt x="124815" y="550773"/>
                  </a:lnTo>
                  <a:lnTo>
                    <a:pt x="89296" y="520303"/>
                  </a:lnTo>
                  <a:lnTo>
                    <a:pt x="58826" y="484784"/>
                  </a:lnTo>
                  <a:lnTo>
                    <a:pt x="34032" y="444846"/>
                  </a:lnTo>
                  <a:lnTo>
                    <a:pt x="15544" y="401116"/>
                  </a:lnTo>
                  <a:lnTo>
                    <a:pt x="3990" y="354225"/>
                  </a:lnTo>
                  <a:lnTo>
                    <a:pt x="0" y="304800"/>
                  </a:lnTo>
                  <a:close/>
                </a:path>
              </a:pathLst>
            </a:custGeom>
            <a:ln w="222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4495546" y="3676269"/>
            <a:ext cx="107124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74700" algn="l"/>
              </a:tabLst>
            </a:pPr>
            <a:r>
              <a:rPr sz="2000" b="1" i="1" dirty="0">
                <a:latin typeface="Arial"/>
                <a:cs typeface="Arial"/>
              </a:rPr>
              <a:t>10	14</a:t>
            </a:r>
            <a:endParaRPr sz="2000">
              <a:latin typeface="Arial"/>
              <a:cs typeface="Arial"/>
            </a:endParaRPr>
          </a:p>
        </p:txBody>
      </p:sp>
      <p:sp>
        <p:nvSpPr>
          <p:cNvPr id="35" name="Slide Number Placeholder 34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14</a:t>
            </a:fld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371600"/>
            <a:ext cx="9144000" cy="762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489197" y="392633"/>
            <a:ext cx="216852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AVL</a:t>
            </a:r>
            <a:r>
              <a:rPr spc="-90" dirty="0"/>
              <a:t> </a:t>
            </a:r>
            <a:r>
              <a:rPr spc="-5" dirty="0"/>
              <a:t>Tree</a:t>
            </a:r>
          </a:p>
        </p:txBody>
      </p:sp>
      <p:sp>
        <p:nvSpPr>
          <p:cNvPr id="4" name="object 4"/>
          <p:cNvSpPr/>
          <p:nvPr/>
        </p:nvSpPr>
        <p:spPr>
          <a:xfrm>
            <a:off x="1524000" y="17526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0" y="266700"/>
                </a:moveTo>
                <a:lnTo>
                  <a:pt x="4296" y="218753"/>
                </a:lnTo>
                <a:lnTo>
                  <a:pt x="16682" y="173629"/>
                </a:lnTo>
                <a:lnTo>
                  <a:pt x="36406" y="132080"/>
                </a:lnTo>
                <a:lnTo>
                  <a:pt x="62716" y="94858"/>
                </a:lnTo>
                <a:lnTo>
                  <a:pt x="94858" y="62716"/>
                </a:lnTo>
                <a:lnTo>
                  <a:pt x="132079" y="36406"/>
                </a:lnTo>
                <a:lnTo>
                  <a:pt x="173629" y="16682"/>
                </a:lnTo>
                <a:lnTo>
                  <a:pt x="218753" y="4296"/>
                </a:lnTo>
                <a:lnTo>
                  <a:pt x="266700" y="0"/>
                </a:lnTo>
                <a:lnTo>
                  <a:pt x="314646" y="4296"/>
                </a:lnTo>
                <a:lnTo>
                  <a:pt x="359770" y="16682"/>
                </a:lnTo>
                <a:lnTo>
                  <a:pt x="401319" y="36406"/>
                </a:lnTo>
                <a:lnTo>
                  <a:pt x="438541" y="62716"/>
                </a:lnTo>
                <a:lnTo>
                  <a:pt x="470683" y="94858"/>
                </a:lnTo>
                <a:lnTo>
                  <a:pt x="496993" y="132079"/>
                </a:lnTo>
                <a:lnTo>
                  <a:pt x="516717" y="173629"/>
                </a:lnTo>
                <a:lnTo>
                  <a:pt x="529103" y="218753"/>
                </a:lnTo>
                <a:lnTo>
                  <a:pt x="533400" y="266700"/>
                </a:lnTo>
                <a:lnTo>
                  <a:pt x="529103" y="314646"/>
                </a:lnTo>
                <a:lnTo>
                  <a:pt x="516717" y="359770"/>
                </a:lnTo>
                <a:lnTo>
                  <a:pt x="496993" y="401319"/>
                </a:lnTo>
                <a:lnTo>
                  <a:pt x="470683" y="438541"/>
                </a:lnTo>
                <a:lnTo>
                  <a:pt x="438541" y="470683"/>
                </a:lnTo>
                <a:lnTo>
                  <a:pt x="401319" y="496993"/>
                </a:lnTo>
                <a:lnTo>
                  <a:pt x="359770" y="516717"/>
                </a:lnTo>
                <a:lnTo>
                  <a:pt x="314646" y="529103"/>
                </a:lnTo>
                <a:lnTo>
                  <a:pt x="266700" y="533400"/>
                </a:lnTo>
                <a:lnTo>
                  <a:pt x="218753" y="529103"/>
                </a:lnTo>
                <a:lnTo>
                  <a:pt x="173629" y="516717"/>
                </a:lnTo>
                <a:lnTo>
                  <a:pt x="132080" y="496993"/>
                </a:lnTo>
                <a:lnTo>
                  <a:pt x="94858" y="470683"/>
                </a:lnTo>
                <a:lnTo>
                  <a:pt x="62716" y="438541"/>
                </a:lnTo>
                <a:lnTo>
                  <a:pt x="36406" y="401320"/>
                </a:lnTo>
                <a:lnTo>
                  <a:pt x="16682" y="359770"/>
                </a:lnTo>
                <a:lnTo>
                  <a:pt x="4296" y="314646"/>
                </a:lnTo>
                <a:lnTo>
                  <a:pt x="0" y="26670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679194" y="1854454"/>
            <a:ext cx="252729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i="1" dirty="0" smtClean="0">
                <a:latin typeface="Arial"/>
                <a:cs typeface="Arial"/>
              </a:rPr>
              <a:t>1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09600" y="25146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0" y="266700"/>
                </a:moveTo>
                <a:lnTo>
                  <a:pt x="4296" y="218753"/>
                </a:lnTo>
                <a:lnTo>
                  <a:pt x="16685" y="173629"/>
                </a:lnTo>
                <a:lnTo>
                  <a:pt x="36412" y="132080"/>
                </a:lnTo>
                <a:lnTo>
                  <a:pt x="62724" y="94858"/>
                </a:lnTo>
                <a:lnTo>
                  <a:pt x="94868" y="62716"/>
                </a:lnTo>
                <a:lnTo>
                  <a:pt x="132091" y="36406"/>
                </a:lnTo>
                <a:lnTo>
                  <a:pt x="173639" y="16682"/>
                </a:lnTo>
                <a:lnTo>
                  <a:pt x="218760" y="4296"/>
                </a:lnTo>
                <a:lnTo>
                  <a:pt x="266700" y="0"/>
                </a:lnTo>
                <a:lnTo>
                  <a:pt x="314639" y="4296"/>
                </a:lnTo>
                <a:lnTo>
                  <a:pt x="359760" y="16682"/>
                </a:lnTo>
                <a:lnTo>
                  <a:pt x="401308" y="36406"/>
                </a:lnTo>
                <a:lnTo>
                  <a:pt x="438531" y="62716"/>
                </a:lnTo>
                <a:lnTo>
                  <a:pt x="470675" y="94858"/>
                </a:lnTo>
                <a:lnTo>
                  <a:pt x="496987" y="132079"/>
                </a:lnTo>
                <a:lnTo>
                  <a:pt x="516714" y="173629"/>
                </a:lnTo>
                <a:lnTo>
                  <a:pt x="529103" y="218753"/>
                </a:lnTo>
                <a:lnTo>
                  <a:pt x="533400" y="266700"/>
                </a:lnTo>
                <a:lnTo>
                  <a:pt x="529103" y="314646"/>
                </a:lnTo>
                <a:lnTo>
                  <a:pt x="516714" y="359770"/>
                </a:lnTo>
                <a:lnTo>
                  <a:pt x="496987" y="401319"/>
                </a:lnTo>
                <a:lnTo>
                  <a:pt x="470675" y="438541"/>
                </a:lnTo>
                <a:lnTo>
                  <a:pt x="438531" y="470683"/>
                </a:lnTo>
                <a:lnTo>
                  <a:pt x="401308" y="496993"/>
                </a:lnTo>
                <a:lnTo>
                  <a:pt x="359760" y="516717"/>
                </a:lnTo>
                <a:lnTo>
                  <a:pt x="314639" y="529103"/>
                </a:lnTo>
                <a:lnTo>
                  <a:pt x="266700" y="533400"/>
                </a:lnTo>
                <a:lnTo>
                  <a:pt x="218760" y="529103"/>
                </a:lnTo>
                <a:lnTo>
                  <a:pt x="173639" y="516717"/>
                </a:lnTo>
                <a:lnTo>
                  <a:pt x="132091" y="496993"/>
                </a:lnTo>
                <a:lnTo>
                  <a:pt x="94868" y="470683"/>
                </a:lnTo>
                <a:lnTo>
                  <a:pt x="62724" y="438541"/>
                </a:lnTo>
                <a:lnTo>
                  <a:pt x="36412" y="401320"/>
                </a:lnTo>
                <a:lnTo>
                  <a:pt x="16685" y="359770"/>
                </a:lnTo>
                <a:lnTo>
                  <a:pt x="4296" y="314646"/>
                </a:lnTo>
                <a:lnTo>
                  <a:pt x="0" y="26670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764844" y="2616835"/>
            <a:ext cx="16700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i="1" dirty="0">
                <a:latin typeface="Arial"/>
                <a:cs typeface="Arial"/>
              </a:rPr>
              <a:t>0</a:t>
            </a:r>
            <a:endParaRPr sz="20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143000" y="32766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0" y="266700"/>
                </a:moveTo>
                <a:lnTo>
                  <a:pt x="4296" y="218753"/>
                </a:lnTo>
                <a:lnTo>
                  <a:pt x="16685" y="173629"/>
                </a:lnTo>
                <a:lnTo>
                  <a:pt x="36412" y="132080"/>
                </a:lnTo>
                <a:lnTo>
                  <a:pt x="62724" y="94858"/>
                </a:lnTo>
                <a:lnTo>
                  <a:pt x="94868" y="62716"/>
                </a:lnTo>
                <a:lnTo>
                  <a:pt x="132091" y="36406"/>
                </a:lnTo>
                <a:lnTo>
                  <a:pt x="173639" y="16682"/>
                </a:lnTo>
                <a:lnTo>
                  <a:pt x="218760" y="4296"/>
                </a:lnTo>
                <a:lnTo>
                  <a:pt x="266700" y="0"/>
                </a:lnTo>
                <a:lnTo>
                  <a:pt x="314646" y="4296"/>
                </a:lnTo>
                <a:lnTo>
                  <a:pt x="359770" y="16682"/>
                </a:lnTo>
                <a:lnTo>
                  <a:pt x="401319" y="36406"/>
                </a:lnTo>
                <a:lnTo>
                  <a:pt x="438541" y="62716"/>
                </a:lnTo>
                <a:lnTo>
                  <a:pt x="470683" y="94858"/>
                </a:lnTo>
                <a:lnTo>
                  <a:pt x="496993" y="132079"/>
                </a:lnTo>
                <a:lnTo>
                  <a:pt x="516717" y="173629"/>
                </a:lnTo>
                <a:lnTo>
                  <a:pt x="529103" y="218753"/>
                </a:lnTo>
                <a:lnTo>
                  <a:pt x="533400" y="266700"/>
                </a:lnTo>
                <a:lnTo>
                  <a:pt x="529103" y="314646"/>
                </a:lnTo>
                <a:lnTo>
                  <a:pt x="516717" y="359770"/>
                </a:lnTo>
                <a:lnTo>
                  <a:pt x="496993" y="401319"/>
                </a:lnTo>
                <a:lnTo>
                  <a:pt x="470683" y="438541"/>
                </a:lnTo>
                <a:lnTo>
                  <a:pt x="438541" y="470683"/>
                </a:lnTo>
                <a:lnTo>
                  <a:pt x="401319" y="496993"/>
                </a:lnTo>
                <a:lnTo>
                  <a:pt x="359770" y="516717"/>
                </a:lnTo>
                <a:lnTo>
                  <a:pt x="314646" y="529103"/>
                </a:lnTo>
                <a:lnTo>
                  <a:pt x="266700" y="533400"/>
                </a:lnTo>
                <a:lnTo>
                  <a:pt x="218760" y="529103"/>
                </a:lnTo>
                <a:lnTo>
                  <a:pt x="173639" y="516717"/>
                </a:lnTo>
                <a:lnTo>
                  <a:pt x="132091" y="496993"/>
                </a:lnTo>
                <a:lnTo>
                  <a:pt x="94868" y="470683"/>
                </a:lnTo>
                <a:lnTo>
                  <a:pt x="62724" y="438541"/>
                </a:lnTo>
                <a:lnTo>
                  <a:pt x="36412" y="401319"/>
                </a:lnTo>
                <a:lnTo>
                  <a:pt x="16685" y="359770"/>
                </a:lnTo>
                <a:lnTo>
                  <a:pt x="4296" y="314646"/>
                </a:lnTo>
                <a:lnTo>
                  <a:pt x="0" y="26670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298194" y="3378834"/>
            <a:ext cx="16700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i="1" dirty="0">
                <a:latin typeface="Arial"/>
                <a:cs typeface="Arial"/>
              </a:rPr>
              <a:t>0</a:t>
            </a:r>
            <a:endParaRPr sz="200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28600" y="32766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0" y="266700"/>
                </a:moveTo>
                <a:lnTo>
                  <a:pt x="4296" y="218753"/>
                </a:lnTo>
                <a:lnTo>
                  <a:pt x="16685" y="173629"/>
                </a:lnTo>
                <a:lnTo>
                  <a:pt x="36412" y="132080"/>
                </a:lnTo>
                <a:lnTo>
                  <a:pt x="62724" y="94858"/>
                </a:lnTo>
                <a:lnTo>
                  <a:pt x="94868" y="62716"/>
                </a:lnTo>
                <a:lnTo>
                  <a:pt x="132091" y="36406"/>
                </a:lnTo>
                <a:lnTo>
                  <a:pt x="173639" y="16682"/>
                </a:lnTo>
                <a:lnTo>
                  <a:pt x="218760" y="4296"/>
                </a:lnTo>
                <a:lnTo>
                  <a:pt x="266700" y="0"/>
                </a:lnTo>
                <a:lnTo>
                  <a:pt x="314639" y="4296"/>
                </a:lnTo>
                <a:lnTo>
                  <a:pt x="359760" y="16682"/>
                </a:lnTo>
                <a:lnTo>
                  <a:pt x="401308" y="36406"/>
                </a:lnTo>
                <a:lnTo>
                  <a:pt x="438531" y="62716"/>
                </a:lnTo>
                <a:lnTo>
                  <a:pt x="470675" y="94858"/>
                </a:lnTo>
                <a:lnTo>
                  <a:pt x="496987" y="132079"/>
                </a:lnTo>
                <a:lnTo>
                  <a:pt x="516714" y="173629"/>
                </a:lnTo>
                <a:lnTo>
                  <a:pt x="529103" y="218753"/>
                </a:lnTo>
                <a:lnTo>
                  <a:pt x="533400" y="266700"/>
                </a:lnTo>
                <a:lnTo>
                  <a:pt x="529103" y="314646"/>
                </a:lnTo>
                <a:lnTo>
                  <a:pt x="516714" y="359770"/>
                </a:lnTo>
                <a:lnTo>
                  <a:pt x="496987" y="401319"/>
                </a:lnTo>
                <a:lnTo>
                  <a:pt x="470675" y="438541"/>
                </a:lnTo>
                <a:lnTo>
                  <a:pt x="438531" y="470683"/>
                </a:lnTo>
                <a:lnTo>
                  <a:pt x="401308" y="496993"/>
                </a:lnTo>
                <a:lnTo>
                  <a:pt x="359760" y="516717"/>
                </a:lnTo>
                <a:lnTo>
                  <a:pt x="314639" y="529103"/>
                </a:lnTo>
                <a:lnTo>
                  <a:pt x="266700" y="533400"/>
                </a:lnTo>
                <a:lnTo>
                  <a:pt x="218760" y="529103"/>
                </a:lnTo>
                <a:lnTo>
                  <a:pt x="173639" y="516717"/>
                </a:lnTo>
                <a:lnTo>
                  <a:pt x="132091" y="496993"/>
                </a:lnTo>
                <a:lnTo>
                  <a:pt x="94868" y="470683"/>
                </a:lnTo>
                <a:lnTo>
                  <a:pt x="62724" y="438541"/>
                </a:lnTo>
                <a:lnTo>
                  <a:pt x="36412" y="401319"/>
                </a:lnTo>
                <a:lnTo>
                  <a:pt x="16685" y="359770"/>
                </a:lnTo>
                <a:lnTo>
                  <a:pt x="4296" y="314646"/>
                </a:lnTo>
                <a:lnTo>
                  <a:pt x="0" y="26670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383540" y="3378834"/>
            <a:ext cx="16700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i="1" dirty="0">
                <a:latin typeface="Arial"/>
                <a:cs typeface="Arial"/>
              </a:rPr>
              <a:t>0</a:t>
            </a:r>
            <a:endParaRPr sz="2000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2362200" y="25146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0" y="266700"/>
                </a:moveTo>
                <a:lnTo>
                  <a:pt x="4296" y="218753"/>
                </a:lnTo>
                <a:lnTo>
                  <a:pt x="16682" y="173629"/>
                </a:lnTo>
                <a:lnTo>
                  <a:pt x="36406" y="132080"/>
                </a:lnTo>
                <a:lnTo>
                  <a:pt x="62716" y="94858"/>
                </a:lnTo>
                <a:lnTo>
                  <a:pt x="94858" y="62716"/>
                </a:lnTo>
                <a:lnTo>
                  <a:pt x="132080" y="36406"/>
                </a:lnTo>
                <a:lnTo>
                  <a:pt x="173629" y="16682"/>
                </a:lnTo>
                <a:lnTo>
                  <a:pt x="218753" y="4296"/>
                </a:lnTo>
                <a:lnTo>
                  <a:pt x="266700" y="0"/>
                </a:lnTo>
                <a:lnTo>
                  <a:pt x="314646" y="4296"/>
                </a:lnTo>
                <a:lnTo>
                  <a:pt x="359770" y="16682"/>
                </a:lnTo>
                <a:lnTo>
                  <a:pt x="401319" y="36406"/>
                </a:lnTo>
                <a:lnTo>
                  <a:pt x="438541" y="62716"/>
                </a:lnTo>
                <a:lnTo>
                  <a:pt x="470683" y="94858"/>
                </a:lnTo>
                <a:lnTo>
                  <a:pt x="496993" y="132079"/>
                </a:lnTo>
                <a:lnTo>
                  <a:pt x="516717" y="173629"/>
                </a:lnTo>
                <a:lnTo>
                  <a:pt x="529103" y="218753"/>
                </a:lnTo>
                <a:lnTo>
                  <a:pt x="533400" y="266700"/>
                </a:lnTo>
                <a:lnTo>
                  <a:pt x="529103" y="314646"/>
                </a:lnTo>
                <a:lnTo>
                  <a:pt x="516717" y="359770"/>
                </a:lnTo>
                <a:lnTo>
                  <a:pt x="496993" y="401319"/>
                </a:lnTo>
                <a:lnTo>
                  <a:pt x="470683" y="438541"/>
                </a:lnTo>
                <a:lnTo>
                  <a:pt x="438541" y="470683"/>
                </a:lnTo>
                <a:lnTo>
                  <a:pt x="401319" y="496993"/>
                </a:lnTo>
                <a:lnTo>
                  <a:pt x="359770" y="516717"/>
                </a:lnTo>
                <a:lnTo>
                  <a:pt x="314646" y="529103"/>
                </a:lnTo>
                <a:lnTo>
                  <a:pt x="266700" y="533400"/>
                </a:lnTo>
                <a:lnTo>
                  <a:pt x="218753" y="529103"/>
                </a:lnTo>
                <a:lnTo>
                  <a:pt x="173629" y="516717"/>
                </a:lnTo>
                <a:lnTo>
                  <a:pt x="132080" y="496993"/>
                </a:lnTo>
                <a:lnTo>
                  <a:pt x="94858" y="470683"/>
                </a:lnTo>
                <a:lnTo>
                  <a:pt x="62716" y="438541"/>
                </a:lnTo>
                <a:lnTo>
                  <a:pt x="36406" y="401320"/>
                </a:lnTo>
                <a:lnTo>
                  <a:pt x="16682" y="359770"/>
                </a:lnTo>
                <a:lnTo>
                  <a:pt x="4296" y="314646"/>
                </a:lnTo>
                <a:lnTo>
                  <a:pt x="0" y="26670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2517775" y="2616835"/>
            <a:ext cx="16700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i="1" dirty="0">
                <a:latin typeface="Arial"/>
                <a:cs typeface="Arial"/>
              </a:rPr>
              <a:t>0</a:t>
            </a:r>
            <a:endParaRPr sz="2000" dirty="0">
              <a:latin typeface="Arial"/>
              <a:cs typeface="Arial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609600" y="2053717"/>
            <a:ext cx="1828800" cy="1223010"/>
            <a:chOff x="609600" y="2053717"/>
            <a:chExt cx="1828800" cy="1223010"/>
          </a:xfrm>
        </p:grpSpPr>
        <p:sp>
          <p:nvSpPr>
            <p:cNvPr id="15" name="object 15"/>
            <p:cNvSpPr/>
            <p:nvPr/>
          </p:nvSpPr>
          <p:spPr>
            <a:xfrm>
              <a:off x="1066800" y="2129155"/>
              <a:ext cx="461645" cy="461645"/>
            </a:xfrm>
            <a:custGeom>
              <a:avLst/>
              <a:gdLst/>
              <a:ahLst/>
              <a:cxnLst/>
              <a:rect l="l" t="t" r="r" b="b"/>
              <a:pathLst>
                <a:path w="461644" h="461644">
                  <a:moveTo>
                    <a:pt x="26936" y="380873"/>
                  </a:moveTo>
                  <a:lnTo>
                    <a:pt x="0" y="461645"/>
                  </a:lnTo>
                  <a:lnTo>
                    <a:pt x="80822" y="434721"/>
                  </a:lnTo>
                  <a:lnTo>
                    <a:pt x="67351" y="421259"/>
                  </a:lnTo>
                  <a:lnTo>
                    <a:pt x="49390" y="421259"/>
                  </a:lnTo>
                  <a:lnTo>
                    <a:pt x="40411" y="412242"/>
                  </a:lnTo>
                  <a:lnTo>
                    <a:pt x="49367" y="403288"/>
                  </a:lnTo>
                  <a:lnTo>
                    <a:pt x="26936" y="380873"/>
                  </a:lnTo>
                  <a:close/>
                </a:path>
                <a:path w="461644" h="461644">
                  <a:moveTo>
                    <a:pt x="49367" y="403288"/>
                  </a:moveTo>
                  <a:lnTo>
                    <a:pt x="40411" y="412242"/>
                  </a:lnTo>
                  <a:lnTo>
                    <a:pt x="49390" y="421259"/>
                  </a:lnTo>
                  <a:lnTo>
                    <a:pt x="58366" y="412280"/>
                  </a:lnTo>
                  <a:lnTo>
                    <a:pt x="49367" y="403288"/>
                  </a:lnTo>
                  <a:close/>
                </a:path>
                <a:path w="461644" h="461644">
                  <a:moveTo>
                    <a:pt x="58366" y="412280"/>
                  </a:moveTo>
                  <a:lnTo>
                    <a:pt x="49390" y="421259"/>
                  </a:lnTo>
                  <a:lnTo>
                    <a:pt x="67351" y="421259"/>
                  </a:lnTo>
                  <a:lnTo>
                    <a:pt x="58366" y="412280"/>
                  </a:lnTo>
                  <a:close/>
                </a:path>
                <a:path w="461644" h="461644">
                  <a:moveTo>
                    <a:pt x="452755" y="0"/>
                  </a:moveTo>
                  <a:lnTo>
                    <a:pt x="49367" y="403288"/>
                  </a:lnTo>
                  <a:lnTo>
                    <a:pt x="58366" y="412280"/>
                  </a:lnTo>
                  <a:lnTo>
                    <a:pt x="461644" y="8890"/>
                  </a:lnTo>
                  <a:lnTo>
                    <a:pt x="45275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09600" y="3044444"/>
              <a:ext cx="157683" cy="232155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061720" y="2053716"/>
              <a:ext cx="1376680" cy="1223010"/>
            </a:xfrm>
            <a:custGeom>
              <a:avLst/>
              <a:gdLst/>
              <a:ahLst/>
              <a:cxnLst/>
              <a:rect l="l" t="t" r="r" b="b"/>
              <a:pathLst>
                <a:path w="1376680" h="1223010">
                  <a:moveTo>
                    <a:pt x="233680" y="1222883"/>
                  </a:moveTo>
                  <a:lnTo>
                    <a:pt x="225132" y="1175893"/>
                  </a:lnTo>
                  <a:lnTo>
                    <a:pt x="218440" y="1139063"/>
                  </a:lnTo>
                  <a:lnTo>
                    <a:pt x="193040" y="1158113"/>
                  </a:lnTo>
                  <a:lnTo>
                    <a:pt x="10160" y="914273"/>
                  </a:lnTo>
                  <a:lnTo>
                    <a:pt x="0" y="921893"/>
                  </a:lnTo>
                  <a:lnTo>
                    <a:pt x="182867" y="1165733"/>
                  </a:lnTo>
                  <a:lnTo>
                    <a:pt x="157480" y="1184783"/>
                  </a:lnTo>
                  <a:lnTo>
                    <a:pt x="233680" y="1222883"/>
                  </a:lnTo>
                  <a:close/>
                </a:path>
                <a:path w="1376680" h="1223010">
                  <a:moveTo>
                    <a:pt x="1376680" y="537083"/>
                  </a:moveTo>
                  <a:lnTo>
                    <a:pt x="1369072" y="489077"/>
                  </a:lnTo>
                  <a:lnTo>
                    <a:pt x="1363345" y="452882"/>
                  </a:lnTo>
                  <a:lnTo>
                    <a:pt x="1337525" y="471347"/>
                  </a:lnTo>
                  <a:lnTo>
                    <a:pt x="1000887" y="0"/>
                  </a:lnTo>
                  <a:lnTo>
                    <a:pt x="990473" y="7366"/>
                  </a:lnTo>
                  <a:lnTo>
                    <a:pt x="1327226" y="478713"/>
                  </a:lnTo>
                  <a:lnTo>
                    <a:pt x="1301369" y="497205"/>
                  </a:lnTo>
                  <a:lnTo>
                    <a:pt x="1376680" y="53708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/>
          <p:nvPr/>
        </p:nvSpPr>
        <p:spPr>
          <a:xfrm>
            <a:off x="6934200" y="18288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0" y="266700"/>
                </a:moveTo>
                <a:lnTo>
                  <a:pt x="4296" y="218753"/>
                </a:lnTo>
                <a:lnTo>
                  <a:pt x="16682" y="173629"/>
                </a:lnTo>
                <a:lnTo>
                  <a:pt x="36406" y="132080"/>
                </a:lnTo>
                <a:lnTo>
                  <a:pt x="62716" y="94858"/>
                </a:lnTo>
                <a:lnTo>
                  <a:pt x="94858" y="62716"/>
                </a:lnTo>
                <a:lnTo>
                  <a:pt x="132079" y="36406"/>
                </a:lnTo>
                <a:lnTo>
                  <a:pt x="173629" y="16682"/>
                </a:lnTo>
                <a:lnTo>
                  <a:pt x="218753" y="4296"/>
                </a:lnTo>
                <a:lnTo>
                  <a:pt x="266700" y="0"/>
                </a:lnTo>
                <a:lnTo>
                  <a:pt x="314646" y="4296"/>
                </a:lnTo>
                <a:lnTo>
                  <a:pt x="359770" y="16682"/>
                </a:lnTo>
                <a:lnTo>
                  <a:pt x="401320" y="36406"/>
                </a:lnTo>
                <a:lnTo>
                  <a:pt x="438541" y="62716"/>
                </a:lnTo>
                <a:lnTo>
                  <a:pt x="470683" y="94858"/>
                </a:lnTo>
                <a:lnTo>
                  <a:pt x="496993" y="132079"/>
                </a:lnTo>
                <a:lnTo>
                  <a:pt x="516717" y="173629"/>
                </a:lnTo>
                <a:lnTo>
                  <a:pt x="529103" y="218753"/>
                </a:lnTo>
                <a:lnTo>
                  <a:pt x="533400" y="266700"/>
                </a:lnTo>
                <a:lnTo>
                  <a:pt x="529103" y="314646"/>
                </a:lnTo>
                <a:lnTo>
                  <a:pt x="516717" y="359770"/>
                </a:lnTo>
                <a:lnTo>
                  <a:pt x="496993" y="401319"/>
                </a:lnTo>
                <a:lnTo>
                  <a:pt x="470683" y="438541"/>
                </a:lnTo>
                <a:lnTo>
                  <a:pt x="438541" y="470683"/>
                </a:lnTo>
                <a:lnTo>
                  <a:pt x="401320" y="496993"/>
                </a:lnTo>
                <a:lnTo>
                  <a:pt x="359770" y="516717"/>
                </a:lnTo>
                <a:lnTo>
                  <a:pt x="314646" y="529103"/>
                </a:lnTo>
                <a:lnTo>
                  <a:pt x="266700" y="533400"/>
                </a:lnTo>
                <a:lnTo>
                  <a:pt x="218753" y="529103"/>
                </a:lnTo>
                <a:lnTo>
                  <a:pt x="173629" y="516717"/>
                </a:lnTo>
                <a:lnTo>
                  <a:pt x="132079" y="496993"/>
                </a:lnTo>
                <a:lnTo>
                  <a:pt x="94858" y="470683"/>
                </a:lnTo>
                <a:lnTo>
                  <a:pt x="62716" y="438541"/>
                </a:lnTo>
                <a:lnTo>
                  <a:pt x="36406" y="401320"/>
                </a:lnTo>
                <a:lnTo>
                  <a:pt x="16682" y="359770"/>
                </a:lnTo>
                <a:lnTo>
                  <a:pt x="4296" y="314646"/>
                </a:lnTo>
                <a:lnTo>
                  <a:pt x="0" y="26670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7090409" y="1930654"/>
            <a:ext cx="16700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i="1" dirty="0">
                <a:latin typeface="Arial"/>
                <a:cs typeface="Arial"/>
              </a:rPr>
              <a:t>0</a:t>
            </a:r>
            <a:endParaRPr sz="2000">
              <a:latin typeface="Arial"/>
              <a:cs typeface="Arial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6019800" y="25908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0" y="266700"/>
                </a:moveTo>
                <a:lnTo>
                  <a:pt x="4296" y="218753"/>
                </a:lnTo>
                <a:lnTo>
                  <a:pt x="16682" y="173629"/>
                </a:lnTo>
                <a:lnTo>
                  <a:pt x="36406" y="132080"/>
                </a:lnTo>
                <a:lnTo>
                  <a:pt x="62716" y="94858"/>
                </a:lnTo>
                <a:lnTo>
                  <a:pt x="94858" y="62716"/>
                </a:lnTo>
                <a:lnTo>
                  <a:pt x="132079" y="36406"/>
                </a:lnTo>
                <a:lnTo>
                  <a:pt x="173629" y="16682"/>
                </a:lnTo>
                <a:lnTo>
                  <a:pt x="218753" y="4296"/>
                </a:lnTo>
                <a:lnTo>
                  <a:pt x="266700" y="0"/>
                </a:lnTo>
                <a:lnTo>
                  <a:pt x="314646" y="4296"/>
                </a:lnTo>
                <a:lnTo>
                  <a:pt x="359770" y="16682"/>
                </a:lnTo>
                <a:lnTo>
                  <a:pt x="401319" y="36406"/>
                </a:lnTo>
                <a:lnTo>
                  <a:pt x="438541" y="62716"/>
                </a:lnTo>
                <a:lnTo>
                  <a:pt x="470683" y="94858"/>
                </a:lnTo>
                <a:lnTo>
                  <a:pt x="496993" y="132079"/>
                </a:lnTo>
                <a:lnTo>
                  <a:pt x="516717" y="173629"/>
                </a:lnTo>
                <a:lnTo>
                  <a:pt x="529103" y="218753"/>
                </a:lnTo>
                <a:lnTo>
                  <a:pt x="533400" y="266700"/>
                </a:lnTo>
                <a:lnTo>
                  <a:pt x="529103" y="314646"/>
                </a:lnTo>
                <a:lnTo>
                  <a:pt x="516717" y="359770"/>
                </a:lnTo>
                <a:lnTo>
                  <a:pt x="496993" y="401319"/>
                </a:lnTo>
                <a:lnTo>
                  <a:pt x="470683" y="438541"/>
                </a:lnTo>
                <a:lnTo>
                  <a:pt x="438541" y="470683"/>
                </a:lnTo>
                <a:lnTo>
                  <a:pt x="401319" y="496993"/>
                </a:lnTo>
                <a:lnTo>
                  <a:pt x="359770" y="516717"/>
                </a:lnTo>
                <a:lnTo>
                  <a:pt x="314646" y="529103"/>
                </a:lnTo>
                <a:lnTo>
                  <a:pt x="266700" y="533400"/>
                </a:lnTo>
                <a:lnTo>
                  <a:pt x="218753" y="529103"/>
                </a:lnTo>
                <a:lnTo>
                  <a:pt x="173629" y="516717"/>
                </a:lnTo>
                <a:lnTo>
                  <a:pt x="132080" y="496993"/>
                </a:lnTo>
                <a:lnTo>
                  <a:pt x="94858" y="470683"/>
                </a:lnTo>
                <a:lnTo>
                  <a:pt x="62716" y="438541"/>
                </a:lnTo>
                <a:lnTo>
                  <a:pt x="36406" y="401320"/>
                </a:lnTo>
                <a:lnTo>
                  <a:pt x="16682" y="359770"/>
                </a:lnTo>
                <a:lnTo>
                  <a:pt x="4296" y="314646"/>
                </a:lnTo>
                <a:lnTo>
                  <a:pt x="0" y="26670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6176009" y="2693035"/>
            <a:ext cx="252729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i="1" dirty="0" smtClean="0">
                <a:latin typeface="Arial"/>
                <a:cs typeface="Arial"/>
              </a:rPr>
              <a:t>1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8305800" y="33528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0" y="266700"/>
                </a:moveTo>
                <a:lnTo>
                  <a:pt x="4296" y="218753"/>
                </a:lnTo>
                <a:lnTo>
                  <a:pt x="16682" y="173629"/>
                </a:lnTo>
                <a:lnTo>
                  <a:pt x="36406" y="132080"/>
                </a:lnTo>
                <a:lnTo>
                  <a:pt x="62716" y="94858"/>
                </a:lnTo>
                <a:lnTo>
                  <a:pt x="94858" y="62716"/>
                </a:lnTo>
                <a:lnTo>
                  <a:pt x="132079" y="36406"/>
                </a:lnTo>
                <a:lnTo>
                  <a:pt x="173629" y="16682"/>
                </a:lnTo>
                <a:lnTo>
                  <a:pt x="218753" y="4296"/>
                </a:lnTo>
                <a:lnTo>
                  <a:pt x="266700" y="0"/>
                </a:lnTo>
                <a:lnTo>
                  <a:pt x="314646" y="4296"/>
                </a:lnTo>
                <a:lnTo>
                  <a:pt x="359770" y="16682"/>
                </a:lnTo>
                <a:lnTo>
                  <a:pt x="401320" y="36406"/>
                </a:lnTo>
                <a:lnTo>
                  <a:pt x="438541" y="62716"/>
                </a:lnTo>
                <a:lnTo>
                  <a:pt x="470683" y="94858"/>
                </a:lnTo>
                <a:lnTo>
                  <a:pt x="496993" y="132079"/>
                </a:lnTo>
                <a:lnTo>
                  <a:pt x="516717" y="173629"/>
                </a:lnTo>
                <a:lnTo>
                  <a:pt x="529103" y="218753"/>
                </a:lnTo>
                <a:lnTo>
                  <a:pt x="533400" y="266700"/>
                </a:lnTo>
                <a:lnTo>
                  <a:pt x="529103" y="314646"/>
                </a:lnTo>
                <a:lnTo>
                  <a:pt x="516717" y="359770"/>
                </a:lnTo>
                <a:lnTo>
                  <a:pt x="496993" y="401319"/>
                </a:lnTo>
                <a:lnTo>
                  <a:pt x="470683" y="438541"/>
                </a:lnTo>
                <a:lnTo>
                  <a:pt x="438541" y="470683"/>
                </a:lnTo>
                <a:lnTo>
                  <a:pt x="401320" y="496993"/>
                </a:lnTo>
                <a:lnTo>
                  <a:pt x="359770" y="516717"/>
                </a:lnTo>
                <a:lnTo>
                  <a:pt x="314646" y="529103"/>
                </a:lnTo>
                <a:lnTo>
                  <a:pt x="266700" y="533400"/>
                </a:lnTo>
                <a:lnTo>
                  <a:pt x="218753" y="529103"/>
                </a:lnTo>
                <a:lnTo>
                  <a:pt x="173629" y="516717"/>
                </a:lnTo>
                <a:lnTo>
                  <a:pt x="132079" y="496993"/>
                </a:lnTo>
                <a:lnTo>
                  <a:pt x="94858" y="470683"/>
                </a:lnTo>
                <a:lnTo>
                  <a:pt x="62716" y="438541"/>
                </a:lnTo>
                <a:lnTo>
                  <a:pt x="36406" y="401319"/>
                </a:lnTo>
                <a:lnTo>
                  <a:pt x="16682" y="359770"/>
                </a:lnTo>
                <a:lnTo>
                  <a:pt x="4296" y="314646"/>
                </a:lnTo>
                <a:lnTo>
                  <a:pt x="0" y="26670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8462264" y="3454984"/>
            <a:ext cx="16764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i="1" dirty="0">
                <a:latin typeface="Arial"/>
                <a:cs typeface="Arial"/>
              </a:rPr>
              <a:t>0</a:t>
            </a:r>
            <a:endParaRPr sz="2000">
              <a:latin typeface="Arial"/>
              <a:cs typeface="Arial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5638800" y="33528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0" y="266700"/>
                </a:moveTo>
                <a:lnTo>
                  <a:pt x="4296" y="218753"/>
                </a:lnTo>
                <a:lnTo>
                  <a:pt x="16682" y="173629"/>
                </a:lnTo>
                <a:lnTo>
                  <a:pt x="36406" y="132080"/>
                </a:lnTo>
                <a:lnTo>
                  <a:pt x="62716" y="94858"/>
                </a:lnTo>
                <a:lnTo>
                  <a:pt x="94858" y="62716"/>
                </a:lnTo>
                <a:lnTo>
                  <a:pt x="132079" y="36406"/>
                </a:lnTo>
                <a:lnTo>
                  <a:pt x="173629" y="16682"/>
                </a:lnTo>
                <a:lnTo>
                  <a:pt x="218753" y="4296"/>
                </a:lnTo>
                <a:lnTo>
                  <a:pt x="266700" y="0"/>
                </a:lnTo>
                <a:lnTo>
                  <a:pt x="314646" y="4296"/>
                </a:lnTo>
                <a:lnTo>
                  <a:pt x="359770" y="16682"/>
                </a:lnTo>
                <a:lnTo>
                  <a:pt x="401319" y="36406"/>
                </a:lnTo>
                <a:lnTo>
                  <a:pt x="438541" y="62716"/>
                </a:lnTo>
                <a:lnTo>
                  <a:pt x="470683" y="94858"/>
                </a:lnTo>
                <a:lnTo>
                  <a:pt x="496993" y="132079"/>
                </a:lnTo>
                <a:lnTo>
                  <a:pt x="516717" y="173629"/>
                </a:lnTo>
                <a:lnTo>
                  <a:pt x="529103" y="218753"/>
                </a:lnTo>
                <a:lnTo>
                  <a:pt x="533400" y="266700"/>
                </a:lnTo>
                <a:lnTo>
                  <a:pt x="529103" y="314646"/>
                </a:lnTo>
                <a:lnTo>
                  <a:pt x="516717" y="359770"/>
                </a:lnTo>
                <a:lnTo>
                  <a:pt x="496993" y="401319"/>
                </a:lnTo>
                <a:lnTo>
                  <a:pt x="470683" y="438541"/>
                </a:lnTo>
                <a:lnTo>
                  <a:pt x="438541" y="470683"/>
                </a:lnTo>
                <a:lnTo>
                  <a:pt x="401320" y="496993"/>
                </a:lnTo>
                <a:lnTo>
                  <a:pt x="359770" y="516717"/>
                </a:lnTo>
                <a:lnTo>
                  <a:pt x="314646" y="529103"/>
                </a:lnTo>
                <a:lnTo>
                  <a:pt x="266700" y="533400"/>
                </a:lnTo>
                <a:lnTo>
                  <a:pt x="218753" y="529103"/>
                </a:lnTo>
                <a:lnTo>
                  <a:pt x="173629" y="516717"/>
                </a:lnTo>
                <a:lnTo>
                  <a:pt x="132080" y="496993"/>
                </a:lnTo>
                <a:lnTo>
                  <a:pt x="94858" y="470683"/>
                </a:lnTo>
                <a:lnTo>
                  <a:pt x="62716" y="438541"/>
                </a:lnTo>
                <a:lnTo>
                  <a:pt x="36406" y="401319"/>
                </a:lnTo>
                <a:lnTo>
                  <a:pt x="16682" y="359770"/>
                </a:lnTo>
                <a:lnTo>
                  <a:pt x="4296" y="314646"/>
                </a:lnTo>
                <a:lnTo>
                  <a:pt x="0" y="26670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5795009" y="3454984"/>
            <a:ext cx="16764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i="1" dirty="0">
                <a:latin typeface="Arial"/>
                <a:cs typeface="Arial"/>
              </a:rPr>
              <a:t>0</a:t>
            </a:r>
            <a:endParaRPr sz="2000">
              <a:latin typeface="Arial"/>
              <a:cs typeface="Arial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7772400" y="25908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0" y="266700"/>
                </a:moveTo>
                <a:lnTo>
                  <a:pt x="4296" y="218753"/>
                </a:lnTo>
                <a:lnTo>
                  <a:pt x="16682" y="173629"/>
                </a:lnTo>
                <a:lnTo>
                  <a:pt x="36406" y="132080"/>
                </a:lnTo>
                <a:lnTo>
                  <a:pt x="62716" y="94858"/>
                </a:lnTo>
                <a:lnTo>
                  <a:pt x="94858" y="62716"/>
                </a:lnTo>
                <a:lnTo>
                  <a:pt x="132079" y="36406"/>
                </a:lnTo>
                <a:lnTo>
                  <a:pt x="173629" y="16682"/>
                </a:lnTo>
                <a:lnTo>
                  <a:pt x="218753" y="4296"/>
                </a:lnTo>
                <a:lnTo>
                  <a:pt x="266700" y="0"/>
                </a:lnTo>
                <a:lnTo>
                  <a:pt x="314646" y="4296"/>
                </a:lnTo>
                <a:lnTo>
                  <a:pt x="359770" y="16682"/>
                </a:lnTo>
                <a:lnTo>
                  <a:pt x="401320" y="36406"/>
                </a:lnTo>
                <a:lnTo>
                  <a:pt x="438541" y="62716"/>
                </a:lnTo>
                <a:lnTo>
                  <a:pt x="470683" y="94858"/>
                </a:lnTo>
                <a:lnTo>
                  <a:pt x="496993" y="132079"/>
                </a:lnTo>
                <a:lnTo>
                  <a:pt x="516717" y="173629"/>
                </a:lnTo>
                <a:lnTo>
                  <a:pt x="529103" y="218753"/>
                </a:lnTo>
                <a:lnTo>
                  <a:pt x="533400" y="266700"/>
                </a:lnTo>
                <a:lnTo>
                  <a:pt x="529103" y="314646"/>
                </a:lnTo>
                <a:lnTo>
                  <a:pt x="516717" y="359770"/>
                </a:lnTo>
                <a:lnTo>
                  <a:pt x="496993" y="401319"/>
                </a:lnTo>
                <a:lnTo>
                  <a:pt x="470683" y="438541"/>
                </a:lnTo>
                <a:lnTo>
                  <a:pt x="438541" y="470683"/>
                </a:lnTo>
                <a:lnTo>
                  <a:pt x="401320" y="496993"/>
                </a:lnTo>
                <a:lnTo>
                  <a:pt x="359770" y="516717"/>
                </a:lnTo>
                <a:lnTo>
                  <a:pt x="314646" y="529103"/>
                </a:lnTo>
                <a:lnTo>
                  <a:pt x="266700" y="533400"/>
                </a:lnTo>
                <a:lnTo>
                  <a:pt x="218753" y="529103"/>
                </a:lnTo>
                <a:lnTo>
                  <a:pt x="173629" y="516717"/>
                </a:lnTo>
                <a:lnTo>
                  <a:pt x="132079" y="496993"/>
                </a:lnTo>
                <a:lnTo>
                  <a:pt x="94858" y="470683"/>
                </a:lnTo>
                <a:lnTo>
                  <a:pt x="62716" y="438541"/>
                </a:lnTo>
                <a:lnTo>
                  <a:pt x="36406" y="401320"/>
                </a:lnTo>
                <a:lnTo>
                  <a:pt x="16682" y="359770"/>
                </a:lnTo>
                <a:lnTo>
                  <a:pt x="4296" y="314646"/>
                </a:lnTo>
                <a:lnTo>
                  <a:pt x="0" y="26670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7928864" y="2693035"/>
            <a:ext cx="376936" cy="3212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IN" sz="2000" i="1" dirty="0" smtClean="0">
                <a:latin typeface="Arial"/>
                <a:cs typeface="Arial"/>
              </a:rPr>
              <a:t>-</a:t>
            </a:r>
            <a:r>
              <a:rPr sz="2000" i="1" dirty="0" smtClean="0">
                <a:latin typeface="Arial"/>
                <a:cs typeface="Arial"/>
              </a:rPr>
              <a:t>1</a:t>
            </a:r>
            <a:endParaRPr sz="2000" dirty="0">
              <a:latin typeface="Arial"/>
              <a:cs typeface="Arial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6019800" y="2129917"/>
            <a:ext cx="2438400" cy="1223010"/>
            <a:chOff x="6019800" y="2129917"/>
            <a:chExt cx="2438400" cy="1223010"/>
          </a:xfrm>
        </p:grpSpPr>
        <p:sp>
          <p:nvSpPr>
            <p:cNvPr id="29" name="object 29"/>
            <p:cNvSpPr/>
            <p:nvPr/>
          </p:nvSpPr>
          <p:spPr>
            <a:xfrm>
              <a:off x="6477000" y="2205355"/>
              <a:ext cx="461645" cy="461645"/>
            </a:xfrm>
            <a:custGeom>
              <a:avLst/>
              <a:gdLst/>
              <a:ahLst/>
              <a:cxnLst/>
              <a:rect l="l" t="t" r="r" b="b"/>
              <a:pathLst>
                <a:path w="461645" h="461644">
                  <a:moveTo>
                    <a:pt x="26924" y="380873"/>
                  </a:moveTo>
                  <a:lnTo>
                    <a:pt x="0" y="461645"/>
                  </a:lnTo>
                  <a:lnTo>
                    <a:pt x="80772" y="434721"/>
                  </a:lnTo>
                  <a:lnTo>
                    <a:pt x="67309" y="421259"/>
                  </a:lnTo>
                  <a:lnTo>
                    <a:pt x="49402" y="421259"/>
                  </a:lnTo>
                  <a:lnTo>
                    <a:pt x="40385" y="412242"/>
                  </a:lnTo>
                  <a:lnTo>
                    <a:pt x="49340" y="403289"/>
                  </a:lnTo>
                  <a:lnTo>
                    <a:pt x="26924" y="380873"/>
                  </a:lnTo>
                  <a:close/>
                </a:path>
                <a:path w="461645" h="461644">
                  <a:moveTo>
                    <a:pt x="49340" y="403289"/>
                  </a:moveTo>
                  <a:lnTo>
                    <a:pt x="40385" y="412242"/>
                  </a:lnTo>
                  <a:lnTo>
                    <a:pt x="49402" y="421259"/>
                  </a:lnTo>
                  <a:lnTo>
                    <a:pt x="58355" y="412304"/>
                  </a:lnTo>
                  <a:lnTo>
                    <a:pt x="49340" y="403289"/>
                  </a:lnTo>
                  <a:close/>
                </a:path>
                <a:path w="461645" h="461644">
                  <a:moveTo>
                    <a:pt x="58355" y="412304"/>
                  </a:moveTo>
                  <a:lnTo>
                    <a:pt x="49402" y="421259"/>
                  </a:lnTo>
                  <a:lnTo>
                    <a:pt x="67309" y="421259"/>
                  </a:lnTo>
                  <a:lnTo>
                    <a:pt x="58355" y="412304"/>
                  </a:lnTo>
                  <a:close/>
                </a:path>
                <a:path w="461645" h="461644">
                  <a:moveTo>
                    <a:pt x="452754" y="0"/>
                  </a:moveTo>
                  <a:lnTo>
                    <a:pt x="49340" y="403289"/>
                  </a:lnTo>
                  <a:lnTo>
                    <a:pt x="58355" y="412304"/>
                  </a:lnTo>
                  <a:lnTo>
                    <a:pt x="461645" y="8890"/>
                  </a:lnTo>
                  <a:lnTo>
                    <a:pt x="45275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6019800" y="3120644"/>
              <a:ext cx="157734" cy="232155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7462393" y="2129916"/>
              <a:ext cx="996315" cy="1223010"/>
            </a:xfrm>
            <a:custGeom>
              <a:avLst/>
              <a:gdLst/>
              <a:ahLst/>
              <a:cxnLst/>
              <a:rect l="l" t="t" r="r" b="b"/>
              <a:pathLst>
                <a:path w="996315" h="1223010">
                  <a:moveTo>
                    <a:pt x="386207" y="537083"/>
                  </a:moveTo>
                  <a:lnTo>
                    <a:pt x="378599" y="489077"/>
                  </a:lnTo>
                  <a:lnTo>
                    <a:pt x="372872" y="452882"/>
                  </a:lnTo>
                  <a:lnTo>
                    <a:pt x="347052" y="471347"/>
                  </a:lnTo>
                  <a:lnTo>
                    <a:pt x="10414" y="0"/>
                  </a:lnTo>
                  <a:lnTo>
                    <a:pt x="0" y="7366"/>
                  </a:lnTo>
                  <a:lnTo>
                    <a:pt x="336753" y="478713"/>
                  </a:lnTo>
                  <a:lnTo>
                    <a:pt x="310896" y="497205"/>
                  </a:lnTo>
                  <a:lnTo>
                    <a:pt x="386207" y="537083"/>
                  </a:lnTo>
                  <a:close/>
                </a:path>
                <a:path w="996315" h="1223010">
                  <a:moveTo>
                    <a:pt x="995807" y="1222883"/>
                  </a:moveTo>
                  <a:lnTo>
                    <a:pt x="987259" y="1175893"/>
                  </a:lnTo>
                  <a:lnTo>
                    <a:pt x="980567" y="1139063"/>
                  </a:lnTo>
                  <a:lnTo>
                    <a:pt x="955167" y="1158113"/>
                  </a:lnTo>
                  <a:lnTo>
                    <a:pt x="772287" y="914273"/>
                  </a:lnTo>
                  <a:lnTo>
                    <a:pt x="762127" y="921893"/>
                  </a:lnTo>
                  <a:lnTo>
                    <a:pt x="945007" y="1165733"/>
                  </a:lnTo>
                  <a:lnTo>
                    <a:pt x="919607" y="1184783"/>
                  </a:lnTo>
                  <a:lnTo>
                    <a:pt x="995807" y="122288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/>
          <p:nvPr/>
        </p:nvSpPr>
        <p:spPr>
          <a:xfrm>
            <a:off x="4038600" y="38862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0" y="266700"/>
                </a:moveTo>
                <a:lnTo>
                  <a:pt x="4296" y="218753"/>
                </a:lnTo>
                <a:lnTo>
                  <a:pt x="16682" y="173629"/>
                </a:lnTo>
                <a:lnTo>
                  <a:pt x="36406" y="132080"/>
                </a:lnTo>
                <a:lnTo>
                  <a:pt x="62716" y="94858"/>
                </a:lnTo>
                <a:lnTo>
                  <a:pt x="94858" y="62716"/>
                </a:lnTo>
                <a:lnTo>
                  <a:pt x="132079" y="36406"/>
                </a:lnTo>
                <a:lnTo>
                  <a:pt x="173629" y="16682"/>
                </a:lnTo>
                <a:lnTo>
                  <a:pt x="218753" y="4296"/>
                </a:lnTo>
                <a:lnTo>
                  <a:pt x="266700" y="0"/>
                </a:lnTo>
                <a:lnTo>
                  <a:pt x="314646" y="4296"/>
                </a:lnTo>
                <a:lnTo>
                  <a:pt x="359770" y="16682"/>
                </a:lnTo>
                <a:lnTo>
                  <a:pt x="401319" y="36406"/>
                </a:lnTo>
                <a:lnTo>
                  <a:pt x="438541" y="62716"/>
                </a:lnTo>
                <a:lnTo>
                  <a:pt x="470683" y="94858"/>
                </a:lnTo>
                <a:lnTo>
                  <a:pt x="496993" y="132080"/>
                </a:lnTo>
                <a:lnTo>
                  <a:pt x="516717" y="173629"/>
                </a:lnTo>
                <a:lnTo>
                  <a:pt x="529103" y="218753"/>
                </a:lnTo>
                <a:lnTo>
                  <a:pt x="533400" y="266700"/>
                </a:lnTo>
                <a:lnTo>
                  <a:pt x="529103" y="314646"/>
                </a:lnTo>
                <a:lnTo>
                  <a:pt x="516717" y="359770"/>
                </a:lnTo>
                <a:lnTo>
                  <a:pt x="496993" y="401319"/>
                </a:lnTo>
                <a:lnTo>
                  <a:pt x="470683" y="438541"/>
                </a:lnTo>
                <a:lnTo>
                  <a:pt x="438541" y="470683"/>
                </a:lnTo>
                <a:lnTo>
                  <a:pt x="401320" y="496993"/>
                </a:lnTo>
                <a:lnTo>
                  <a:pt x="359770" y="516717"/>
                </a:lnTo>
                <a:lnTo>
                  <a:pt x="314646" y="529103"/>
                </a:lnTo>
                <a:lnTo>
                  <a:pt x="266700" y="533400"/>
                </a:lnTo>
                <a:lnTo>
                  <a:pt x="218753" y="529103"/>
                </a:lnTo>
                <a:lnTo>
                  <a:pt x="173629" y="516717"/>
                </a:lnTo>
                <a:lnTo>
                  <a:pt x="132080" y="496993"/>
                </a:lnTo>
                <a:lnTo>
                  <a:pt x="94858" y="470683"/>
                </a:lnTo>
                <a:lnTo>
                  <a:pt x="62716" y="438541"/>
                </a:lnTo>
                <a:lnTo>
                  <a:pt x="36406" y="401319"/>
                </a:lnTo>
                <a:lnTo>
                  <a:pt x="16682" y="359770"/>
                </a:lnTo>
                <a:lnTo>
                  <a:pt x="4296" y="314646"/>
                </a:lnTo>
                <a:lnTo>
                  <a:pt x="0" y="26670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4194428" y="3988689"/>
            <a:ext cx="252729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i="1" dirty="0" smtClean="0">
                <a:latin typeface="Arial"/>
                <a:cs typeface="Arial"/>
              </a:rPr>
              <a:t>2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3124200" y="46482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0" y="266700"/>
                </a:moveTo>
                <a:lnTo>
                  <a:pt x="4296" y="218753"/>
                </a:lnTo>
                <a:lnTo>
                  <a:pt x="16682" y="173629"/>
                </a:lnTo>
                <a:lnTo>
                  <a:pt x="36406" y="132080"/>
                </a:lnTo>
                <a:lnTo>
                  <a:pt x="62716" y="94858"/>
                </a:lnTo>
                <a:lnTo>
                  <a:pt x="94858" y="62716"/>
                </a:lnTo>
                <a:lnTo>
                  <a:pt x="132079" y="36406"/>
                </a:lnTo>
                <a:lnTo>
                  <a:pt x="173629" y="16682"/>
                </a:lnTo>
                <a:lnTo>
                  <a:pt x="218753" y="4296"/>
                </a:lnTo>
                <a:lnTo>
                  <a:pt x="266700" y="0"/>
                </a:lnTo>
                <a:lnTo>
                  <a:pt x="314646" y="4296"/>
                </a:lnTo>
                <a:lnTo>
                  <a:pt x="359770" y="16682"/>
                </a:lnTo>
                <a:lnTo>
                  <a:pt x="401319" y="36406"/>
                </a:lnTo>
                <a:lnTo>
                  <a:pt x="438541" y="62716"/>
                </a:lnTo>
                <a:lnTo>
                  <a:pt x="470683" y="94858"/>
                </a:lnTo>
                <a:lnTo>
                  <a:pt x="496993" y="132080"/>
                </a:lnTo>
                <a:lnTo>
                  <a:pt x="516717" y="173629"/>
                </a:lnTo>
                <a:lnTo>
                  <a:pt x="529103" y="218753"/>
                </a:lnTo>
                <a:lnTo>
                  <a:pt x="533400" y="266700"/>
                </a:lnTo>
                <a:lnTo>
                  <a:pt x="529103" y="314646"/>
                </a:lnTo>
                <a:lnTo>
                  <a:pt x="516717" y="359770"/>
                </a:lnTo>
                <a:lnTo>
                  <a:pt x="496993" y="401319"/>
                </a:lnTo>
                <a:lnTo>
                  <a:pt x="470683" y="438541"/>
                </a:lnTo>
                <a:lnTo>
                  <a:pt x="438541" y="470683"/>
                </a:lnTo>
                <a:lnTo>
                  <a:pt x="401320" y="496993"/>
                </a:lnTo>
                <a:lnTo>
                  <a:pt x="359770" y="516717"/>
                </a:lnTo>
                <a:lnTo>
                  <a:pt x="314646" y="529103"/>
                </a:lnTo>
                <a:lnTo>
                  <a:pt x="266700" y="533400"/>
                </a:lnTo>
                <a:lnTo>
                  <a:pt x="218753" y="529103"/>
                </a:lnTo>
                <a:lnTo>
                  <a:pt x="173629" y="516717"/>
                </a:lnTo>
                <a:lnTo>
                  <a:pt x="132080" y="496993"/>
                </a:lnTo>
                <a:lnTo>
                  <a:pt x="94858" y="470683"/>
                </a:lnTo>
                <a:lnTo>
                  <a:pt x="62716" y="438541"/>
                </a:lnTo>
                <a:lnTo>
                  <a:pt x="36406" y="401319"/>
                </a:lnTo>
                <a:lnTo>
                  <a:pt x="16682" y="359770"/>
                </a:lnTo>
                <a:lnTo>
                  <a:pt x="4296" y="314646"/>
                </a:lnTo>
                <a:lnTo>
                  <a:pt x="0" y="26670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3279775" y="4750689"/>
            <a:ext cx="16700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i="1" dirty="0">
                <a:latin typeface="Arial"/>
                <a:cs typeface="Arial"/>
              </a:rPr>
              <a:t>1</a:t>
            </a:r>
            <a:endParaRPr sz="2000">
              <a:latin typeface="Arial"/>
              <a:cs typeface="Arial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3657600" y="54102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0" y="266700"/>
                </a:moveTo>
                <a:lnTo>
                  <a:pt x="4296" y="218753"/>
                </a:lnTo>
                <a:lnTo>
                  <a:pt x="16682" y="173629"/>
                </a:lnTo>
                <a:lnTo>
                  <a:pt x="36406" y="132080"/>
                </a:lnTo>
                <a:lnTo>
                  <a:pt x="62716" y="94858"/>
                </a:lnTo>
                <a:lnTo>
                  <a:pt x="94858" y="62716"/>
                </a:lnTo>
                <a:lnTo>
                  <a:pt x="132079" y="36406"/>
                </a:lnTo>
                <a:lnTo>
                  <a:pt x="173629" y="16682"/>
                </a:lnTo>
                <a:lnTo>
                  <a:pt x="218753" y="4296"/>
                </a:lnTo>
                <a:lnTo>
                  <a:pt x="266700" y="0"/>
                </a:lnTo>
                <a:lnTo>
                  <a:pt x="314646" y="4296"/>
                </a:lnTo>
                <a:lnTo>
                  <a:pt x="359770" y="16682"/>
                </a:lnTo>
                <a:lnTo>
                  <a:pt x="401319" y="36406"/>
                </a:lnTo>
                <a:lnTo>
                  <a:pt x="438541" y="62716"/>
                </a:lnTo>
                <a:lnTo>
                  <a:pt x="470683" y="94858"/>
                </a:lnTo>
                <a:lnTo>
                  <a:pt x="496993" y="132079"/>
                </a:lnTo>
                <a:lnTo>
                  <a:pt x="516717" y="173629"/>
                </a:lnTo>
                <a:lnTo>
                  <a:pt x="529103" y="218753"/>
                </a:lnTo>
                <a:lnTo>
                  <a:pt x="533400" y="266700"/>
                </a:lnTo>
                <a:lnTo>
                  <a:pt x="529103" y="314639"/>
                </a:lnTo>
                <a:lnTo>
                  <a:pt x="516717" y="359760"/>
                </a:lnTo>
                <a:lnTo>
                  <a:pt x="496993" y="401308"/>
                </a:lnTo>
                <a:lnTo>
                  <a:pt x="470683" y="438531"/>
                </a:lnTo>
                <a:lnTo>
                  <a:pt x="438541" y="470675"/>
                </a:lnTo>
                <a:lnTo>
                  <a:pt x="401320" y="496987"/>
                </a:lnTo>
                <a:lnTo>
                  <a:pt x="359770" y="516714"/>
                </a:lnTo>
                <a:lnTo>
                  <a:pt x="314646" y="529103"/>
                </a:lnTo>
                <a:lnTo>
                  <a:pt x="266700" y="533400"/>
                </a:lnTo>
                <a:lnTo>
                  <a:pt x="218753" y="529103"/>
                </a:lnTo>
                <a:lnTo>
                  <a:pt x="173629" y="516714"/>
                </a:lnTo>
                <a:lnTo>
                  <a:pt x="132080" y="496987"/>
                </a:lnTo>
                <a:lnTo>
                  <a:pt x="94858" y="470675"/>
                </a:lnTo>
                <a:lnTo>
                  <a:pt x="62716" y="438531"/>
                </a:lnTo>
                <a:lnTo>
                  <a:pt x="36406" y="401308"/>
                </a:lnTo>
                <a:lnTo>
                  <a:pt x="16682" y="359760"/>
                </a:lnTo>
                <a:lnTo>
                  <a:pt x="4296" y="314639"/>
                </a:lnTo>
                <a:lnTo>
                  <a:pt x="0" y="26670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 txBox="1"/>
          <p:nvPr/>
        </p:nvSpPr>
        <p:spPr>
          <a:xfrm>
            <a:off x="3813175" y="5513019"/>
            <a:ext cx="252729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i="1" dirty="0" smtClean="0">
                <a:latin typeface="Arial"/>
                <a:cs typeface="Arial"/>
              </a:rPr>
              <a:t>1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2743200" y="54102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0" y="266700"/>
                </a:moveTo>
                <a:lnTo>
                  <a:pt x="4296" y="218753"/>
                </a:lnTo>
                <a:lnTo>
                  <a:pt x="16682" y="173629"/>
                </a:lnTo>
                <a:lnTo>
                  <a:pt x="36406" y="132080"/>
                </a:lnTo>
                <a:lnTo>
                  <a:pt x="62716" y="94858"/>
                </a:lnTo>
                <a:lnTo>
                  <a:pt x="94858" y="62716"/>
                </a:lnTo>
                <a:lnTo>
                  <a:pt x="132080" y="36406"/>
                </a:lnTo>
                <a:lnTo>
                  <a:pt x="173629" y="16682"/>
                </a:lnTo>
                <a:lnTo>
                  <a:pt x="218753" y="4296"/>
                </a:lnTo>
                <a:lnTo>
                  <a:pt x="266700" y="0"/>
                </a:lnTo>
                <a:lnTo>
                  <a:pt x="314646" y="4296"/>
                </a:lnTo>
                <a:lnTo>
                  <a:pt x="359770" y="16682"/>
                </a:lnTo>
                <a:lnTo>
                  <a:pt x="401319" y="36406"/>
                </a:lnTo>
                <a:lnTo>
                  <a:pt x="438541" y="62716"/>
                </a:lnTo>
                <a:lnTo>
                  <a:pt x="470683" y="94858"/>
                </a:lnTo>
                <a:lnTo>
                  <a:pt x="496993" y="132079"/>
                </a:lnTo>
                <a:lnTo>
                  <a:pt x="516717" y="173629"/>
                </a:lnTo>
                <a:lnTo>
                  <a:pt x="529103" y="218753"/>
                </a:lnTo>
                <a:lnTo>
                  <a:pt x="533400" y="266700"/>
                </a:lnTo>
                <a:lnTo>
                  <a:pt x="529103" y="314639"/>
                </a:lnTo>
                <a:lnTo>
                  <a:pt x="516717" y="359760"/>
                </a:lnTo>
                <a:lnTo>
                  <a:pt x="496993" y="401308"/>
                </a:lnTo>
                <a:lnTo>
                  <a:pt x="470683" y="438531"/>
                </a:lnTo>
                <a:lnTo>
                  <a:pt x="438541" y="470675"/>
                </a:lnTo>
                <a:lnTo>
                  <a:pt x="401320" y="496987"/>
                </a:lnTo>
                <a:lnTo>
                  <a:pt x="359770" y="516714"/>
                </a:lnTo>
                <a:lnTo>
                  <a:pt x="314646" y="529103"/>
                </a:lnTo>
                <a:lnTo>
                  <a:pt x="266700" y="533400"/>
                </a:lnTo>
                <a:lnTo>
                  <a:pt x="218753" y="529103"/>
                </a:lnTo>
                <a:lnTo>
                  <a:pt x="173629" y="516714"/>
                </a:lnTo>
                <a:lnTo>
                  <a:pt x="132080" y="496987"/>
                </a:lnTo>
                <a:lnTo>
                  <a:pt x="94858" y="470675"/>
                </a:lnTo>
                <a:lnTo>
                  <a:pt x="62716" y="438531"/>
                </a:lnTo>
                <a:lnTo>
                  <a:pt x="36406" y="401308"/>
                </a:lnTo>
                <a:lnTo>
                  <a:pt x="16682" y="359760"/>
                </a:lnTo>
                <a:lnTo>
                  <a:pt x="4296" y="314639"/>
                </a:lnTo>
                <a:lnTo>
                  <a:pt x="0" y="26670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 txBox="1"/>
          <p:nvPr/>
        </p:nvSpPr>
        <p:spPr>
          <a:xfrm>
            <a:off x="2898775" y="5513019"/>
            <a:ext cx="16700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i="1" dirty="0">
                <a:latin typeface="Arial"/>
                <a:cs typeface="Arial"/>
              </a:rPr>
              <a:t>0</a:t>
            </a:r>
            <a:endParaRPr sz="2000">
              <a:latin typeface="Arial"/>
              <a:cs typeface="Arial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4876800" y="46482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0" y="266700"/>
                </a:moveTo>
                <a:lnTo>
                  <a:pt x="4296" y="218753"/>
                </a:lnTo>
                <a:lnTo>
                  <a:pt x="16682" y="173629"/>
                </a:lnTo>
                <a:lnTo>
                  <a:pt x="36406" y="132080"/>
                </a:lnTo>
                <a:lnTo>
                  <a:pt x="62716" y="94858"/>
                </a:lnTo>
                <a:lnTo>
                  <a:pt x="94858" y="62716"/>
                </a:lnTo>
                <a:lnTo>
                  <a:pt x="132079" y="36406"/>
                </a:lnTo>
                <a:lnTo>
                  <a:pt x="173629" y="16682"/>
                </a:lnTo>
                <a:lnTo>
                  <a:pt x="218753" y="4296"/>
                </a:lnTo>
                <a:lnTo>
                  <a:pt x="266700" y="0"/>
                </a:lnTo>
                <a:lnTo>
                  <a:pt x="314646" y="4296"/>
                </a:lnTo>
                <a:lnTo>
                  <a:pt x="359770" y="16682"/>
                </a:lnTo>
                <a:lnTo>
                  <a:pt x="401319" y="36406"/>
                </a:lnTo>
                <a:lnTo>
                  <a:pt x="438541" y="62716"/>
                </a:lnTo>
                <a:lnTo>
                  <a:pt x="470683" y="94858"/>
                </a:lnTo>
                <a:lnTo>
                  <a:pt x="496993" y="132080"/>
                </a:lnTo>
                <a:lnTo>
                  <a:pt x="516717" y="173629"/>
                </a:lnTo>
                <a:lnTo>
                  <a:pt x="529103" y="218753"/>
                </a:lnTo>
                <a:lnTo>
                  <a:pt x="533400" y="266700"/>
                </a:lnTo>
                <a:lnTo>
                  <a:pt x="529103" y="314646"/>
                </a:lnTo>
                <a:lnTo>
                  <a:pt x="516717" y="359770"/>
                </a:lnTo>
                <a:lnTo>
                  <a:pt x="496993" y="401319"/>
                </a:lnTo>
                <a:lnTo>
                  <a:pt x="470683" y="438541"/>
                </a:lnTo>
                <a:lnTo>
                  <a:pt x="438541" y="470683"/>
                </a:lnTo>
                <a:lnTo>
                  <a:pt x="401320" y="496993"/>
                </a:lnTo>
                <a:lnTo>
                  <a:pt x="359770" y="516717"/>
                </a:lnTo>
                <a:lnTo>
                  <a:pt x="314646" y="529103"/>
                </a:lnTo>
                <a:lnTo>
                  <a:pt x="266700" y="533400"/>
                </a:lnTo>
                <a:lnTo>
                  <a:pt x="218753" y="529103"/>
                </a:lnTo>
                <a:lnTo>
                  <a:pt x="173629" y="516717"/>
                </a:lnTo>
                <a:lnTo>
                  <a:pt x="132080" y="496993"/>
                </a:lnTo>
                <a:lnTo>
                  <a:pt x="94858" y="470683"/>
                </a:lnTo>
                <a:lnTo>
                  <a:pt x="62716" y="438541"/>
                </a:lnTo>
                <a:lnTo>
                  <a:pt x="36406" y="401319"/>
                </a:lnTo>
                <a:lnTo>
                  <a:pt x="16682" y="359770"/>
                </a:lnTo>
                <a:lnTo>
                  <a:pt x="4296" y="314646"/>
                </a:lnTo>
                <a:lnTo>
                  <a:pt x="0" y="26670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 txBox="1"/>
          <p:nvPr/>
        </p:nvSpPr>
        <p:spPr>
          <a:xfrm>
            <a:off x="5032628" y="4750689"/>
            <a:ext cx="16700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i="1" dirty="0">
                <a:latin typeface="Arial"/>
                <a:cs typeface="Arial"/>
              </a:rPr>
              <a:t>0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3124200" y="4187316"/>
            <a:ext cx="1828800" cy="2448560"/>
            <a:chOff x="3124200" y="4187316"/>
            <a:chExt cx="1828800" cy="2448560"/>
          </a:xfrm>
        </p:grpSpPr>
        <p:sp>
          <p:nvSpPr>
            <p:cNvPr id="43" name="object 43"/>
            <p:cNvSpPr/>
            <p:nvPr/>
          </p:nvSpPr>
          <p:spPr>
            <a:xfrm>
              <a:off x="3581400" y="4262754"/>
              <a:ext cx="461645" cy="461645"/>
            </a:xfrm>
            <a:custGeom>
              <a:avLst/>
              <a:gdLst/>
              <a:ahLst/>
              <a:cxnLst/>
              <a:rect l="l" t="t" r="r" b="b"/>
              <a:pathLst>
                <a:path w="461645" h="461645">
                  <a:moveTo>
                    <a:pt x="26924" y="380873"/>
                  </a:moveTo>
                  <a:lnTo>
                    <a:pt x="0" y="461645"/>
                  </a:lnTo>
                  <a:lnTo>
                    <a:pt x="80772" y="434721"/>
                  </a:lnTo>
                  <a:lnTo>
                    <a:pt x="67310" y="421259"/>
                  </a:lnTo>
                  <a:lnTo>
                    <a:pt x="49402" y="421259"/>
                  </a:lnTo>
                  <a:lnTo>
                    <a:pt x="40386" y="412242"/>
                  </a:lnTo>
                  <a:lnTo>
                    <a:pt x="49340" y="403289"/>
                  </a:lnTo>
                  <a:lnTo>
                    <a:pt x="26924" y="380873"/>
                  </a:lnTo>
                  <a:close/>
                </a:path>
                <a:path w="461645" h="461645">
                  <a:moveTo>
                    <a:pt x="49340" y="403289"/>
                  </a:moveTo>
                  <a:lnTo>
                    <a:pt x="40386" y="412242"/>
                  </a:lnTo>
                  <a:lnTo>
                    <a:pt x="49402" y="421259"/>
                  </a:lnTo>
                  <a:lnTo>
                    <a:pt x="58355" y="412304"/>
                  </a:lnTo>
                  <a:lnTo>
                    <a:pt x="49340" y="403289"/>
                  </a:lnTo>
                  <a:close/>
                </a:path>
                <a:path w="461645" h="461645">
                  <a:moveTo>
                    <a:pt x="58355" y="412304"/>
                  </a:moveTo>
                  <a:lnTo>
                    <a:pt x="49402" y="421259"/>
                  </a:lnTo>
                  <a:lnTo>
                    <a:pt x="67310" y="421259"/>
                  </a:lnTo>
                  <a:lnTo>
                    <a:pt x="58355" y="412304"/>
                  </a:lnTo>
                  <a:close/>
                </a:path>
                <a:path w="461645" h="461645">
                  <a:moveTo>
                    <a:pt x="452754" y="0"/>
                  </a:moveTo>
                  <a:lnTo>
                    <a:pt x="49340" y="403289"/>
                  </a:lnTo>
                  <a:lnTo>
                    <a:pt x="58355" y="412304"/>
                  </a:lnTo>
                  <a:lnTo>
                    <a:pt x="461645" y="8890"/>
                  </a:lnTo>
                  <a:lnTo>
                    <a:pt x="45275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3124200" y="5178043"/>
              <a:ext cx="157734" cy="232156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3576320" y="4187316"/>
              <a:ext cx="1376680" cy="1223010"/>
            </a:xfrm>
            <a:custGeom>
              <a:avLst/>
              <a:gdLst/>
              <a:ahLst/>
              <a:cxnLst/>
              <a:rect l="l" t="t" r="r" b="b"/>
              <a:pathLst>
                <a:path w="1376679" h="1223010">
                  <a:moveTo>
                    <a:pt x="233680" y="1222883"/>
                  </a:moveTo>
                  <a:lnTo>
                    <a:pt x="225132" y="1175893"/>
                  </a:lnTo>
                  <a:lnTo>
                    <a:pt x="218440" y="1139063"/>
                  </a:lnTo>
                  <a:lnTo>
                    <a:pt x="193040" y="1158125"/>
                  </a:lnTo>
                  <a:lnTo>
                    <a:pt x="10160" y="914273"/>
                  </a:lnTo>
                  <a:lnTo>
                    <a:pt x="0" y="921893"/>
                  </a:lnTo>
                  <a:lnTo>
                    <a:pt x="182880" y="1165733"/>
                  </a:lnTo>
                  <a:lnTo>
                    <a:pt x="157480" y="1184783"/>
                  </a:lnTo>
                  <a:lnTo>
                    <a:pt x="233680" y="1222883"/>
                  </a:lnTo>
                  <a:close/>
                </a:path>
                <a:path w="1376679" h="1223010">
                  <a:moveTo>
                    <a:pt x="1376680" y="537083"/>
                  </a:moveTo>
                  <a:lnTo>
                    <a:pt x="1369072" y="489077"/>
                  </a:lnTo>
                  <a:lnTo>
                    <a:pt x="1363345" y="452882"/>
                  </a:lnTo>
                  <a:lnTo>
                    <a:pt x="1337525" y="471347"/>
                  </a:lnTo>
                  <a:lnTo>
                    <a:pt x="1000887" y="0"/>
                  </a:lnTo>
                  <a:lnTo>
                    <a:pt x="990473" y="7366"/>
                  </a:lnTo>
                  <a:lnTo>
                    <a:pt x="1327226" y="478713"/>
                  </a:lnTo>
                  <a:lnTo>
                    <a:pt x="1301369" y="497205"/>
                  </a:lnTo>
                  <a:lnTo>
                    <a:pt x="1376680" y="53708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3200400" y="6095999"/>
              <a:ext cx="533400" cy="533400"/>
            </a:xfrm>
            <a:custGeom>
              <a:avLst/>
              <a:gdLst/>
              <a:ahLst/>
              <a:cxnLst/>
              <a:rect l="l" t="t" r="r" b="b"/>
              <a:pathLst>
                <a:path w="533400" h="533400">
                  <a:moveTo>
                    <a:pt x="0" y="266700"/>
                  </a:moveTo>
                  <a:lnTo>
                    <a:pt x="4296" y="218760"/>
                  </a:lnTo>
                  <a:lnTo>
                    <a:pt x="16682" y="173639"/>
                  </a:lnTo>
                  <a:lnTo>
                    <a:pt x="36406" y="132091"/>
                  </a:lnTo>
                  <a:lnTo>
                    <a:pt x="62716" y="94868"/>
                  </a:lnTo>
                  <a:lnTo>
                    <a:pt x="94858" y="62724"/>
                  </a:lnTo>
                  <a:lnTo>
                    <a:pt x="132079" y="36412"/>
                  </a:lnTo>
                  <a:lnTo>
                    <a:pt x="173629" y="16685"/>
                  </a:lnTo>
                  <a:lnTo>
                    <a:pt x="218753" y="4296"/>
                  </a:lnTo>
                  <a:lnTo>
                    <a:pt x="266700" y="0"/>
                  </a:lnTo>
                  <a:lnTo>
                    <a:pt x="314646" y="4296"/>
                  </a:lnTo>
                  <a:lnTo>
                    <a:pt x="359770" y="16685"/>
                  </a:lnTo>
                  <a:lnTo>
                    <a:pt x="401319" y="36412"/>
                  </a:lnTo>
                  <a:lnTo>
                    <a:pt x="438541" y="62724"/>
                  </a:lnTo>
                  <a:lnTo>
                    <a:pt x="470683" y="94868"/>
                  </a:lnTo>
                  <a:lnTo>
                    <a:pt x="496993" y="132091"/>
                  </a:lnTo>
                  <a:lnTo>
                    <a:pt x="516717" y="173639"/>
                  </a:lnTo>
                  <a:lnTo>
                    <a:pt x="529103" y="218760"/>
                  </a:lnTo>
                  <a:lnTo>
                    <a:pt x="533400" y="266700"/>
                  </a:lnTo>
                  <a:lnTo>
                    <a:pt x="529103" y="314639"/>
                  </a:lnTo>
                  <a:lnTo>
                    <a:pt x="516717" y="359760"/>
                  </a:lnTo>
                  <a:lnTo>
                    <a:pt x="496993" y="401308"/>
                  </a:lnTo>
                  <a:lnTo>
                    <a:pt x="470683" y="438531"/>
                  </a:lnTo>
                  <a:lnTo>
                    <a:pt x="438541" y="470675"/>
                  </a:lnTo>
                  <a:lnTo>
                    <a:pt x="401320" y="496987"/>
                  </a:lnTo>
                  <a:lnTo>
                    <a:pt x="359770" y="516714"/>
                  </a:lnTo>
                  <a:lnTo>
                    <a:pt x="314646" y="529103"/>
                  </a:lnTo>
                  <a:lnTo>
                    <a:pt x="266700" y="533400"/>
                  </a:lnTo>
                  <a:lnTo>
                    <a:pt x="218753" y="529103"/>
                  </a:lnTo>
                  <a:lnTo>
                    <a:pt x="173629" y="516714"/>
                  </a:lnTo>
                  <a:lnTo>
                    <a:pt x="132080" y="496987"/>
                  </a:lnTo>
                  <a:lnTo>
                    <a:pt x="94858" y="470675"/>
                  </a:lnTo>
                  <a:lnTo>
                    <a:pt x="62716" y="438531"/>
                  </a:lnTo>
                  <a:lnTo>
                    <a:pt x="36406" y="401308"/>
                  </a:lnTo>
                  <a:lnTo>
                    <a:pt x="16682" y="359760"/>
                  </a:lnTo>
                  <a:lnTo>
                    <a:pt x="4296" y="314639"/>
                  </a:lnTo>
                  <a:lnTo>
                    <a:pt x="0" y="2667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7" name="object 47"/>
          <p:cNvSpPr txBox="1"/>
          <p:nvPr/>
        </p:nvSpPr>
        <p:spPr>
          <a:xfrm>
            <a:off x="841044" y="3912489"/>
            <a:ext cx="111315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i="1" spc="-45" dirty="0">
                <a:latin typeface="Arial"/>
                <a:cs typeface="Arial"/>
              </a:rPr>
              <a:t>AVL</a:t>
            </a:r>
            <a:r>
              <a:rPr sz="2000" b="1" i="1" spc="-135" dirty="0">
                <a:latin typeface="Arial"/>
                <a:cs typeface="Arial"/>
              </a:rPr>
              <a:t> </a:t>
            </a:r>
            <a:r>
              <a:rPr sz="2000" b="1" i="1" spc="-10" dirty="0">
                <a:latin typeface="Arial"/>
                <a:cs typeface="Arial"/>
              </a:rPr>
              <a:t>Tree</a:t>
            </a:r>
            <a:endParaRPr sz="2000">
              <a:latin typeface="Arial"/>
              <a:cs typeface="Arial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6480809" y="4064889"/>
            <a:ext cx="111315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i="1" spc="-45" dirty="0">
                <a:latin typeface="Arial"/>
                <a:cs typeface="Arial"/>
              </a:rPr>
              <a:t>AVL</a:t>
            </a:r>
            <a:r>
              <a:rPr sz="2000" b="1" i="1" spc="-135" dirty="0">
                <a:latin typeface="Arial"/>
                <a:cs typeface="Arial"/>
              </a:rPr>
              <a:t> </a:t>
            </a:r>
            <a:r>
              <a:rPr sz="2000" b="1" i="1" spc="-10" dirty="0">
                <a:latin typeface="Arial"/>
                <a:cs typeface="Arial"/>
              </a:rPr>
              <a:t>Tree</a:t>
            </a:r>
            <a:endParaRPr sz="2000">
              <a:latin typeface="Arial"/>
              <a:cs typeface="Arial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3355975" y="6198819"/>
            <a:ext cx="16700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i="1" dirty="0">
                <a:latin typeface="Arial"/>
                <a:cs typeface="Arial"/>
              </a:rPr>
              <a:t>0</a:t>
            </a:r>
            <a:endParaRPr sz="2000">
              <a:latin typeface="Arial"/>
              <a:cs typeface="Arial"/>
            </a:endParaRPr>
          </a:p>
        </p:txBody>
      </p:sp>
      <p:sp>
        <p:nvSpPr>
          <p:cNvPr id="50" name="object 50"/>
          <p:cNvSpPr/>
          <p:nvPr/>
        </p:nvSpPr>
        <p:spPr>
          <a:xfrm>
            <a:off x="3581400" y="5863881"/>
            <a:ext cx="157734" cy="23211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 txBox="1"/>
          <p:nvPr/>
        </p:nvSpPr>
        <p:spPr>
          <a:xfrm>
            <a:off x="4346828" y="6198819"/>
            <a:ext cx="196342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i="1" dirty="0">
                <a:latin typeface="Arial"/>
                <a:cs typeface="Arial"/>
              </a:rPr>
              <a:t>Not an </a:t>
            </a:r>
            <a:r>
              <a:rPr sz="2000" b="1" i="1" spc="-45" dirty="0">
                <a:latin typeface="Arial"/>
                <a:cs typeface="Arial"/>
              </a:rPr>
              <a:t>AVL</a:t>
            </a:r>
            <a:r>
              <a:rPr sz="2000" b="1" i="1" spc="-240" dirty="0">
                <a:latin typeface="Arial"/>
                <a:cs typeface="Arial"/>
              </a:rPr>
              <a:t> </a:t>
            </a:r>
            <a:r>
              <a:rPr sz="2000" b="1" i="1" spc="-10" dirty="0">
                <a:latin typeface="Arial"/>
                <a:cs typeface="Arial"/>
              </a:rPr>
              <a:t>Tree</a:t>
            </a:r>
            <a:endParaRPr sz="2000">
              <a:latin typeface="Arial"/>
              <a:cs typeface="Arial"/>
            </a:endParaRPr>
          </a:p>
        </p:txBody>
      </p:sp>
      <p:sp>
        <p:nvSpPr>
          <p:cNvPr id="52" name="Slide Number Placeholder 51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15</a:t>
            </a:fld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241300"/>
            <a:ext cx="9144000" cy="1206500"/>
            <a:chOff x="0" y="241300"/>
            <a:chExt cx="9144000" cy="1206500"/>
          </a:xfrm>
        </p:grpSpPr>
        <p:sp>
          <p:nvSpPr>
            <p:cNvPr id="3" name="object 3"/>
            <p:cNvSpPr/>
            <p:nvPr/>
          </p:nvSpPr>
          <p:spPr>
            <a:xfrm>
              <a:off x="0" y="1371600"/>
              <a:ext cx="9144000" cy="7620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520051" y="250825"/>
              <a:ext cx="247650" cy="260350"/>
            </a:xfrm>
            <a:custGeom>
              <a:avLst/>
              <a:gdLst/>
              <a:ahLst/>
              <a:cxnLst/>
              <a:rect l="l" t="t" r="r" b="b"/>
              <a:pathLst>
                <a:path w="247650" h="260350">
                  <a:moveTo>
                    <a:pt x="123825" y="0"/>
                  </a:moveTo>
                  <a:lnTo>
                    <a:pt x="75598" y="10231"/>
                  </a:lnTo>
                  <a:lnTo>
                    <a:pt x="36242" y="38131"/>
                  </a:lnTo>
                  <a:lnTo>
                    <a:pt x="9721" y="79509"/>
                  </a:lnTo>
                  <a:lnTo>
                    <a:pt x="0" y="130175"/>
                  </a:lnTo>
                  <a:lnTo>
                    <a:pt x="9721" y="180840"/>
                  </a:lnTo>
                  <a:lnTo>
                    <a:pt x="36242" y="222218"/>
                  </a:lnTo>
                  <a:lnTo>
                    <a:pt x="75598" y="250118"/>
                  </a:lnTo>
                  <a:lnTo>
                    <a:pt x="123825" y="260350"/>
                  </a:lnTo>
                  <a:lnTo>
                    <a:pt x="171997" y="250118"/>
                  </a:lnTo>
                  <a:lnTo>
                    <a:pt x="211359" y="222218"/>
                  </a:lnTo>
                  <a:lnTo>
                    <a:pt x="237910" y="180840"/>
                  </a:lnTo>
                  <a:lnTo>
                    <a:pt x="247650" y="130175"/>
                  </a:lnTo>
                  <a:lnTo>
                    <a:pt x="237910" y="79509"/>
                  </a:lnTo>
                  <a:lnTo>
                    <a:pt x="211359" y="38131"/>
                  </a:lnTo>
                  <a:lnTo>
                    <a:pt x="171997" y="10231"/>
                  </a:lnTo>
                  <a:lnTo>
                    <a:pt x="123825" y="0"/>
                  </a:lnTo>
                  <a:close/>
                </a:path>
              </a:pathLst>
            </a:custGeom>
            <a:solidFill>
              <a:srgbClr val="00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520051" y="250825"/>
              <a:ext cx="247650" cy="260350"/>
            </a:xfrm>
            <a:custGeom>
              <a:avLst/>
              <a:gdLst/>
              <a:ahLst/>
              <a:cxnLst/>
              <a:rect l="l" t="t" r="r" b="b"/>
              <a:pathLst>
                <a:path w="247650" h="260350">
                  <a:moveTo>
                    <a:pt x="0" y="130175"/>
                  </a:moveTo>
                  <a:lnTo>
                    <a:pt x="9721" y="79509"/>
                  </a:lnTo>
                  <a:lnTo>
                    <a:pt x="36242" y="38131"/>
                  </a:lnTo>
                  <a:lnTo>
                    <a:pt x="75598" y="10231"/>
                  </a:lnTo>
                  <a:lnTo>
                    <a:pt x="123825" y="0"/>
                  </a:lnTo>
                  <a:lnTo>
                    <a:pt x="171997" y="10231"/>
                  </a:lnTo>
                  <a:lnTo>
                    <a:pt x="211359" y="38131"/>
                  </a:lnTo>
                  <a:lnTo>
                    <a:pt x="237910" y="79509"/>
                  </a:lnTo>
                  <a:lnTo>
                    <a:pt x="247650" y="130175"/>
                  </a:lnTo>
                  <a:lnTo>
                    <a:pt x="237910" y="180840"/>
                  </a:lnTo>
                  <a:lnTo>
                    <a:pt x="211359" y="222218"/>
                  </a:lnTo>
                  <a:lnTo>
                    <a:pt x="171997" y="250118"/>
                  </a:lnTo>
                  <a:lnTo>
                    <a:pt x="123825" y="260350"/>
                  </a:lnTo>
                  <a:lnTo>
                    <a:pt x="75598" y="250118"/>
                  </a:lnTo>
                  <a:lnTo>
                    <a:pt x="36242" y="222218"/>
                  </a:lnTo>
                  <a:lnTo>
                    <a:pt x="9721" y="180840"/>
                  </a:lnTo>
                  <a:lnTo>
                    <a:pt x="0" y="130175"/>
                  </a:lnTo>
                  <a:close/>
                </a:path>
              </a:pathLst>
            </a:custGeom>
            <a:ln w="19050">
              <a:solidFill>
                <a:srgbClr val="CC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689254" y="545033"/>
            <a:ext cx="504825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Height of an AVL</a:t>
            </a:r>
            <a:r>
              <a:rPr spc="-20" dirty="0"/>
              <a:t> </a:t>
            </a:r>
            <a:r>
              <a:rPr spc="-10" dirty="0"/>
              <a:t>Tree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549249" y="1629978"/>
            <a:ext cx="8446770" cy="4798060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419100" indent="-343535">
              <a:lnSpc>
                <a:spcPct val="100000"/>
              </a:lnSpc>
              <a:spcBef>
                <a:spcPts val="375"/>
              </a:spcBef>
              <a:buClr>
                <a:srgbClr val="0033CC"/>
              </a:buClr>
              <a:buSzPct val="84782"/>
              <a:buFont typeface="Times New Roman"/>
              <a:buChar char="●"/>
              <a:tabLst>
                <a:tab pos="419100" algn="l"/>
                <a:tab pos="419734" algn="l"/>
              </a:tabLst>
            </a:pPr>
            <a:r>
              <a:rPr sz="2300" b="1" spc="-5" dirty="0">
                <a:solidFill>
                  <a:srgbClr val="2F28FF"/>
                </a:solidFill>
                <a:latin typeface="Times New Roman"/>
                <a:cs typeface="Times New Roman"/>
              </a:rPr>
              <a:t>Fact</a:t>
            </a:r>
            <a:r>
              <a:rPr sz="2300" spc="-5" dirty="0">
                <a:latin typeface="Times New Roman"/>
                <a:cs typeface="Times New Roman"/>
              </a:rPr>
              <a:t>: </a:t>
            </a:r>
            <a:r>
              <a:rPr sz="2300" dirty="0">
                <a:latin typeface="Times New Roman"/>
                <a:cs typeface="Times New Roman"/>
              </a:rPr>
              <a:t>The </a:t>
            </a:r>
            <a:r>
              <a:rPr sz="2300" b="1" i="1" dirty="0">
                <a:latin typeface="Times New Roman"/>
                <a:cs typeface="Times New Roman"/>
              </a:rPr>
              <a:t>height </a:t>
            </a:r>
            <a:r>
              <a:rPr sz="2300" dirty="0">
                <a:latin typeface="Times New Roman"/>
                <a:cs typeface="Times New Roman"/>
              </a:rPr>
              <a:t>of an AVL tree storing n </a:t>
            </a:r>
            <a:r>
              <a:rPr sz="2300" spc="5" dirty="0">
                <a:latin typeface="Times New Roman"/>
                <a:cs typeface="Times New Roman"/>
              </a:rPr>
              <a:t>keys </a:t>
            </a:r>
            <a:r>
              <a:rPr sz="2300" spc="-10" dirty="0">
                <a:latin typeface="Times New Roman"/>
                <a:cs typeface="Times New Roman"/>
              </a:rPr>
              <a:t>is </a:t>
            </a:r>
            <a:r>
              <a:rPr sz="2300" dirty="0">
                <a:latin typeface="Times New Roman"/>
                <a:cs typeface="Times New Roman"/>
              </a:rPr>
              <a:t>O(log</a:t>
            </a:r>
            <a:r>
              <a:rPr sz="2300" spc="-9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n).</a:t>
            </a:r>
            <a:endParaRPr sz="2300">
              <a:latin typeface="Times New Roman"/>
              <a:cs typeface="Times New Roman"/>
            </a:endParaRPr>
          </a:p>
          <a:p>
            <a:pPr marL="419100" indent="-343535">
              <a:lnSpc>
                <a:spcPts val="2620"/>
              </a:lnSpc>
              <a:spcBef>
                <a:spcPts val="275"/>
              </a:spcBef>
              <a:buClr>
                <a:srgbClr val="0033CC"/>
              </a:buClr>
              <a:buSzPct val="84782"/>
              <a:buFont typeface="Times New Roman"/>
              <a:buChar char="●"/>
              <a:tabLst>
                <a:tab pos="419100" algn="l"/>
                <a:tab pos="419734" algn="l"/>
              </a:tabLst>
            </a:pPr>
            <a:r>
              <a:rPr sz="2300" b="1" dirty="0">
                <a:solidFill>
                  <a:srgbClr val="2F28FF"/>
                </a:solidFill>
                <a:latin typeface="Times New Roman"/>
                <a:cs typeface="Times New Roman"/>
              </a:rPr>
              <a:t>Proof</a:t>
            </a:r>
            <a:r>
              <a:rPr sz="2300" dirty="0">
                <a:latin typeface="Times New Roman"/>
                <a:cs typeface="Times New Roman"/>
              </a:rPr>
              <a:t>: Let us bound </a:t>
            </a:r>
            <a:r>
              <a:rPr sz="2300" b="1" dirty="0">
                <a:latin typeface="Times New Roman"/>
                <a:cs typeface="Times New Roman"/>
              </a:rPr>
              <a:t>n(h): </a:t>
            </a:r>
            <a:r>
              <a:rPr sz="2300" dirty="0">
                <a:latin typeface="Times New Roman"/>
                <a:cs typeface="Times New Roman"/>
              </a:rPr>
              <a:t>the </a:t>
            </a:r>
            <a:r>
              <a:rPr sz="2300" spc="-5" dirty="0">
                <a:latin typeface="Times New Roman"/>
                <a:cs typeface="Times New Roman"/>
              </a:rPr>
              <a:t>minimum </a:t>
            </a:r>
            <a:r>
              <a:rPr sz="2300" dirty="0">
                <a:latin typeface="Times New Roman"/>
                <a:cs typeface="Times New Roman"/>
              </a:rPr>
              <a:t>number of internal</a:t>
            </a:r>
            <a:r>
              <a:rPr sz="2300" spc="-10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nodes</a:t>
            </a:r>
            <a:endParaRPr sz="2300">
              <a:latin typeface="Times New Roman"/>
              <a:cs typeface="Times New Roman"/>
            </a:endParaRPr>
          </a:p>
          <a:p>
            <a:pPr marL="419100">
              <a:lnSpc>
                <a:spcPts val="2620"/>
              </a:lnSpc>
            </a:pPr>
            <a:r>
              <a:rPr sz="2300" dirty="0">
                <a:latin typeface="Times New Roman"/>
                <a:cs typeface="Times New Roman"/>
              </a:rPr>
              <a:t>of an AVL </a:t>
            </a:r>
            <a:r>
              <a:rPr sz="2300" spc="-5" dirty="0">
                <a:latin typeface="Times New Roman"/>
                <a:cs typeface="Times New Roman"/>
              </a:rPr>
              <a:t>tree </a:t>
            </a:r>
            <a:r>
              <a:rPr sz="2300" dirty="0">
                <a:latin typeface="Times New Roman"/>
                <a:cs typeface="Times New Roman"/>
              </a:rPr>
              <a:t>of height</a:t>
            </a:r>
            <a:r>
              <a:rPr sz="2300" spc="-2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h.</a:t>
            </a:r>
            <a:endParaRPr sz="2300">
              <a:latin typeface="Times New Roman"/>
              <a:cs typeface="Times New Roman"/>
            </a:endParaRPr>
          </a:p>
          <a:p>
            <a:pPr marL="419100" indent="-343535">
              <a:lnSpc>
                <a:spcPct val="100000"/>
              </a:lnSpc>
              <a:spcBef>
                <a:spcPts val="275"/>
              </a:spcBef>
              <a:buClr>
                <a:srgbClr val="0033CC"/>
              </a:buClr>
              <a:buSzPct val="84782"/>
              <a:buChar char="●"/>
              <a:tabLst>
                <a:tab pos="419100" algn="l"/>
                <a:tab pos="419734" algn="l"/>
              </a:tabLst>
            </a:pPr>
            <a:r>
              <a:rPr sz="2300" dirty="0">
                <a:latin typeface="Times New Roman"/>
                <a:cs typeface="Times New Roman"/>
              </a:rPr>
              <a:t>We easily see that n(1) = 1 and n(2) =</a:t>
            </a:r>
            <a:r>
              <a:rPr sz="2300" spc="-3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2</a:t>
            </a:r>
            <a:endParaRPr sz="2300">
              <a:latin typeface="Times New Roman"/>
              <a:cs typeface="Times New Roman"/>
            </a:endParaRPr>
          </a:p>
          <a:p>
            <a:pPr marL="419100" indent="-343535">
              <a:lnSpc>
                <a:spcPts val="2625"/>
              </a:lnSpc>
              <a:spcBef>
                <a:spcPts val="280"/>
              </a:spcBef>
              <a:buClr>
                <a:srgbClr val="0033CC"/>
              </a:buClr>
              <a:buSzPct val="84782"/>
              <a:buChar char="●"/>
              <a:tabLst>
                <a:tab pos="419100" algn="l"/>
                <a:tab pos="419734" algn="l"/>
              </a:tabLst>
            </a:pPr>
            <a:r>
              <a:rPr sz="2300" dirty="0">
                <a:latin typeface="Times New Roman"/>
                <a:cs typeface="Times New Roman"/>
              </a:rPr>
              <a:t>For n &gt; 2, an AVL </a:t>
            </a:r>
            <a:r>
              <a:rPr sz="2300" spc="-5" dirty="0">
                <a:latin typeface="Times New Roman"/>
                <a:cs typeface="Times New Roman"/>
              </a:rPr>
              <a:t>tree </a:t>
            </a:r>
            <a:r>
              <a:rPr sz="2300" dirty="0">
                <a:latin typeface="Times New Roman"/>
                <a:cs typeface="Times New Roman"/>
              </a:rPr>
              <a:t>of height h contains the root node, one</a:t>
            </a:r>
            <a:r>
              <a:rPr sz="2300" spc="-4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AVL</a:t>
            </a:r>
            <a:endParaRPr sz="2300">
              <a:latin typeface="Times New Roman"/>
              <a:cs typeface="Times New Roman"/>
            </a:endParaRPr>
          </a:p>
          <a:p>
            <a:pPr marL="419100">
              <a:lnSpc>
                <a:spcPts val="2625"/>
              </a:lnSpc>
            </a:pPr>
            <a:r>
              <a:rPr sz="2300" dirty="0">
                <a:latin typeface="Times New Roman"/>
                <a:cs typeface="Times New Roman"/>
              </a:rPr>
              <a:t>subtree of height </a:t>
            </a:r>
            <a:r>
              <a:rPr sz="2300" spc="-5" dirty="0">
                <a:latin typeface="Times New Roman"/>
                <a:cs typeface="Times New Roman"/>
              </a:rPr>
              <a:t>n-1 </a:t>
            </a:r>
            <a:r>
              <a:rPr sz="2300" dirty="0">
                <a:latin typeface="Times New Roman"/>
                <a:cs typeface="Times New Roman"/>
              </a:rPr>
              <a:t>and another of height</a:t>
            </a:r>
            <a:r>
              <a:rPr sz="2300" spc="-60" dirty="0">
                <a:latin typeface="Times New Roman"/>
                <a:cs typeface="Times New Roman"/>
              </a:rPr>
              <a:t> </a:t>
            </a:r>
            <a:r>
              <a:rPr sz="2300" spc="-10" dirty="0">
                <a:latin typeface="Times New Roman"/>
                <a:cs typeface="Times New Roman"/>
              </a:rPr>
              <a:t>n-2.</a:t>
            </a:r>
            <a:endParaRPr sz="2300">
              <a:latin typeface="Times New Roman"/>
              <a:cs typeface="Times New Roman"/>
            </a:endParaRPr>
          </a:p>
          <a:p>
            <a:pPr marL="419100" indent="-343535">
              <a:lnSpc>
                <a:spcPct val="100000"/>
              </a:lnSpc>
              <a:spcBef>
                <a:spcPts val="275"/>
              </a:spcBef>
              <a:buClr>
                <a:srgbClr val="0033CC"/>
              </a:buClr>
              <a:buSzPct val="84782"/>
              <a:buChar char="●"/>
              <a:tabLst>
                <a:tab pos="419100" algn="l"/>
                <a:tab pos="419734" algn="l"/>
              </a:tabLst>
            </a:pPr>
            <a:r>
              <a:rPr sz="2300" dirty="0">
                <a:latin typeface="Times New Roman"/>
                <a:cs typeface="Times New Roman"/>
              </a:rPr>
              <a:t>That is, n(h) = 1 + </a:t>
            </a:r>
            <a:r>
              <a:rPr sz="2300" spc="-5" dirty="0">
                <a:latin typeface="Times New Roman"/>
                <a:cs typeface="Times New Roman"/>
              </a:rPr>
              <a:t>n(h-1) </a:t>
            </a:r>
            <a:r>
              <a:rPr sz="2300" dirty="0">
                <a:latin typeface="Times New Roman"/>
                <a:cs typeface="Times New Roman"/>
              </a:rPr>
              <a:t>+</a:t>
            </a:r>
            <a:r>
              <a:rPr sz="2300" spc="-5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n(h-2)</a:t>
            </a:r>
            <a:endParaRPr sz="2300">
              <a:latin typeface="Times New Roman"/>
              <a:cs typeface="Times New Roman"/>
            </a:endParaRPr>
          </a:p>
          <a:p>
            <a:pPr marL="419100" indent="-343535">
              <a:lnSpc>
                <a:spcPct val="100000"/>
              </a:lnSpc>
              <a:spcBef>
                <a:spcPts val="275"/>
              </a:spcBef>
              <a:buClr>
                <a:srgbClr val="0033CC"/>
              </a:buClr>
              <a:buSzPct val="84782"/>
              <a:buChar char="●"/>
              <a:tabLst>
                <a:tab pos="419100" algn="l"/>
                <a:tab pos="419734" algn="l"/>
              </a:tabLst>
            </a:pPr>
            <a:r>
              <a:rPr sz="2300" dirty="0">
                <a:latin typeface="Times New Roman"/>
                <a:cs typeface="Times New Roman"/>
              </a:rPr>
              <a:t>Knowing n(h-1) &gt; n(h-2), we get n(h) &gt; </a:t>
            </a:r>
            <a:r>
              <a:rPr sz="2300" spc="-5" dirty="0">
                <a:latin typeface="Times New Roman"/>
                <a:cs typeface="Times New Roman"/>
              </a:rPr>
              <a:t>2n(h-2).</a:t>
            </a:r>
            <a:r>
              <a:rPr sz="2300" spc="-11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So</a:t>
            </a:r>
            <a:endParaRPr sz="2300">
              <a:latin typeface="Times New Roman"/>
              <a:cs typeface="Times New Roman"/>
            </a:endParaRPr>
          </a:p>
          <a:p>
            <a:pPr marL="533400">
              <a:lnSpc>
                <a:spcPct val="100000"/>
              </a:lnSpc>
              <a:spcBef>
                <a:spcPts val="250"/>
              </a:spcBef>
            </a:pPr>
            <a:r>
              <a:rPr sz="2000" spc="5" dirty="0">
                <a:solidFill>
                  <a:srgbClr val="CC0000"/>
                </a:solidFill>
                <a:latin typeface="Times New Roman"/>
                <a:cs typeface="Times New Roman"/>
              </a:rPr>
              <a:t>n(h) </a:t>
            </a:r>
            <a:r>
              <a:rPr sz="2000" dirty="0">
                <a:solidFill>
                  <a:srgbClr val="CC0000"/>
                </a:solidFill>
                <a:latin typeface="Times New Roman"/>
                <a:cs typeface="Times New Roman"/>
              </a:rPr>
              <a:t>&gt; 2n(h-2), </a:t>
            </a:r>
            <a:r>
              <a:rPr sz="2000" spc="5" dirty="0">
                <a:solidFill>
                  <a:srgbClr val="CC0000"/>
                </a:solidFill>
                <a:latin typeface="Times New Roman"/>
                <a:cs typeface="Times New Roman"/>
              </a:rPr>
              <a:t>n(h) </a:t>
            </a:r>
            <a:r>
              <a:rPr sz="2000" dirty="0">
                <a:solidFill>
                  <a:srgbClr val="CC0000"/>
                </a:solidFill>
                <a:latin typeface="Times New Roman"/>
                <a:cs typeface="Times New Roman"/>
              </a:rPr>
              <a:t>&gt; 4n(h-4), </a:t>
            </a:r>
            <a:r>
              <a:rPr sz="2000" spc="5" dirty="0">
                <a:solidFill>
                  <a:srgbClr val="CC0000"/>
                </a:solidFill>
                <a:latin typeface="Times New Roman"/>
                <a:cs typeface="Times New Roman"/>
              </a:rPr>
              <a:t>n(h) </a:t>
            </a:r>
            <a:r>
              <a:rPr sz="2000" dirty="0">
                <a:solidFill>
                  <a:srgbClr val="CC0000"/>
                </a:solidFill>
                <a:latin typeface="Times New Roman"/>
                <a:cs typeface="Times New Roman"/>
              </a:rPr>
              <a:t>&gt; 8n(n-6), … </a:t>
            </a:r>
            <a:r>
              <a:rPr sz="2000" spc="5" dirty="0">
                <a:solidFill>
                  <a:srgbClr val="CC0000"/>
                </a:solidFill>
                <a:latin typeface="Times New Roman"/>
                <a:cs typeface="Times New Roman"/>
              </a:rPr>
              <a:t>(by</a:t>
            </a:r>
            <a:r>
              <a:rPr sz="2000" spc="-320" dirty="0">
                <a:solidFill>
                  <a:srgbClr val="CC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CC0000"/>
                </a:solidFill>
                <a:latin typeface="Times New Roman"/>
                <a:cs typeface="Times New Roman"/>
              </a:rPr>
              <a:t>induction),</a:t>
            </a:r>
            <a:endParaRPr sz="2000">
              <a:latin typeface="Times New Roman"/>
              <a:cs typeface="Times New Roman"/>
            </a:endParaRPr>
          </a:p>
          <a:p>
            <a:pPr marL="533400">
              <a:lnSpc>
                <a:spcPct val="100000"/>
              </a:lnSpc>
              <a:spcBef>
                <a:spcPts val="245"/>
              </a:spcBef>
            </a:pPr>
            <a:r>
              <a:rPr sz="2000" spc="5" dirty="0">
                <a:solidFill>
                  <a:srgbClr val="CC0000"/>
                </a:solidFill>
                <a:latin typeface="Times New Roman"/>
                <a:cs typeface="Times New Roman"/>
              </a:rPr>
              <a:t>n(h) </a:t>
            </a:r>
            <a:r>
              <a:rPr sz="2000" dirty="0">
                <a:solidFill>
                  <a:srgbClr val="CC0000"/>
                </a:solidFill>
                <a:latin typeface="Times New Roman"/>
                <a:cs typeface="Times New Roman"/>
              </a:rPr>
              <a:t>&gt;</a:t>
            </a:r>
            <a:r>
              <a:rPr sz="2000" spc="-65" dirty="0">
                <a:solidFill>
                  <a:srgbClr val="CC0000"/>
                </a:solidFill>
                <a:latin typeface="Times New Roman"/>
                <a:cs typeface="Times New Roman"/>
              </a:rPr>
              <a:t> </a:t>
            </a:r>
            <a:r>
              <a:rPr sz="2000" spc="5" dirty="0">
                <a:solidFill>
                  <a:srgbClr val="CC0000"/>
                </a:solidFill>
                <a:latin typeface="Times New Roman"/>
                <a:cs typeface="Times New Roman"/>
              </a:rPr>
              <a:t>2</a:t>
            </a:r>
            <a:r>
              <a:rPr sz="1950" spc="7" baseline="25641" dirty="0">
                <a:solidFill>
                  <a:srgbClr val="CC0000"/>
                </a:solidFill>
                <a:latin typeface="Times New Roman"/>
                <a:cs typeface="Times New Roman"/>
              </a:rPr>
              <a:t>i</a:t>
            </a:r>
            <a:r>
              <a:rPr sz="2000" spc="5" dirty="0">
                <a:solidFill>
                  <a:srgbClr val="CC0000"/>
                </a:solidFill>
                <a:latin typeface="Times New Roman"/>
                <a:cs typeface="Times New Roman"/>
              </a:rPr>
              <a:t>n(h-2i)</a:t>
            </a:r>
            <a:endParaRPr sz="2000">
              <a:latin typeface="Times New Roman"/>
              <a:cs typeface="Times New Roman"/>
            </a:endParaRPr>
          </a:p>
          <a:p>
            <a:pPr marL="419100" indent="-343535">
              <a:lnSpc>
                <a:spcPct val="100000"/>
              </a:lnSpc>
              <a:spcBef>
                <a:spcPts val="265"/>
              </a:spcBef>
              <a:buClr>
                <a:srgbClr val="0033CC"/>
              </a:buClr>
              <a:buSzPct val="84782"/>
              <a:buChar char="●"/>
              <a:tabLst>
                <a:tab pos="419100" algn="l"/>
                <a:tab pos="419734" algn="l"/>
              </a:tabLst>
            </a:pPr>
            <a:r>
              <a:rPr sz="2300" dirty="0">
                <a:latin typeface="Times New Roman"/>
                <a:cs typeface="Times New Roman"/>
              </a:rPr>
              <a:t>Solving the base case we get: n(h) &gt; 2</a:t>
            </a:r>
            <a:r>
              <a:rPr sz="2300" spc="-65" dirty="0">
                <a:latin typeface="Times New Roman"/>
                <a:cs typeface="Times New Roman"/>
              </a:rPr>
              <a:t> </a:t>
            </a:r>
            <a:r>
              <a:rPr sz="2250" spc="22" baseline="25925" dirty="0">
                <a:latin typeface="Times New Roman"/>
                <a:cs typeface="Times New Roman"/>
              </a:rPr>
              <a:t>h/2-1</a:t>
            </a:r>
            <a:endParaRPr sz="2250" baseline="25925">
              <a:latin typeface="Times New Roman"/>
              <a:cs typeface="Times New Roman"/>
            </a:endParaRPr>
          </a:p>
          <a:p>
            <a:pPr marL="419100" indent="-343535">
              <a:lnSpc>
                <a:spcPct val="100000"/>
              </a:lnSpc>
              <a:spcBef>
                <a:spcPts val="275"/>
              </a:spcBef>
              <a:buClr>
                <a:srgbClr val="0033CC"/>
              </a:buClr>
              <a:buSzPct val="84782"/>
              <a:buChar char="●"/>
              <a:tabLst>
                <a:tab pos="419100" algn="l"/>
                <a:tab pos="419734" algn="l"/>
              </a:tabLst>
            </a:pPr>
            <a:r>
              <a:rPr sz="2300" dirty="0">
                <a:latin typeface="Times New Roman"/>
                <a:cs typeface="Times New Roman"/>
              </a:rPr>
              <a:t>Taking </a:t>
            </a:r>
            <a:r>
              <a:rPr sz="2300" spc="-5" dirty="0">
                <a:latin typeface="Times New Roman"/>
                <a:cs typeface="Times New Roman"/>
              </a:rPr>
              <a:t>logarithms: </a:t>
            </a:r>
            <a:r>
              <a:rPr sz="2300" dirty="0">
                <a:latin typeface="Times New Roman"/>
                <a:cs typeface="Times New Roman"/>
              </a:rPr>
              <a:t>h &lt; 2log n(h)</a:t>
            </a:r>
            <a:r>
              <a:rPr sz="2300" spc="-2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+2</a:t>
            </a:r>
            <a:endParaRPr sz="2300">
              <a:latin typeface="Times New Roman"/>
              <a:cs typeface="Times New Roman"/>
            </a:endParaRPr>
          </a:p>
          <a:p>
            <a:pPr marL="419100" indent="-343535">
              <a:lnSpc>
                <a:spcPct val="100000"/>
              </a:lnSpc>
              <a:spcBef>
                <a:spcPts val="275"/>
              </a:spcBef>
              <a:buClr>
                <a:srgbClr val="0033CC"/>
              </a:buClr>
              <a:buSzPct val="84782"/>
              <a:buChar char="●"/>
              <a:tabLst>
                <a:tab pos="419100" algn="l"/>
                <a:tab pos="419734" algn="l"/>
              </a:tabLst>
            </a:pPr>
            <a:r>
              <a:rPr sz="2300" dirty="0">
                <a:latin typeface="Times New Roman"/>
                <a:cs typeface="Times New Roman"/>
              </a:rPr>
              <a:t>Thus the height of an AVL </a:t>
            </a:r>
            <a:r>
              <a:rPr sz="2300" spc="-5" dirty="0">
                <a:latin typeface="Times New Roman"/>
                <a:cs typeface="Times New Roman"/>
              </a:rPr>
              <a:t>tree </a:t>
            </a:r>
            <a:r>
              <a:rPr sz="2300" dirty="0">
                <a:latin typeface="Times New Roman"/>
                <a:cs typeface="Times New Roman"/>
              </a:rPr>
              <a:t>is O(log</a:t>
            </a:r>
            <a:r>
              <a:rPr sz="2300" spc="-4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n)</a:t>
            </a:r>
            <a:endParaRPr sz="23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581645" y="217423"/>
            <a:ext cx="12700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i="1" spc="-5" dirty="0">
                <a:solidFill>
                  <a:srgbClr val="CC0000"/>
                </a:solidFill>
                <a:latin typeface="Times New Roman"/>
                <a:cs typeface="Times New Roman"/>
              </a:rPr>
              <a:t>3</a:t>
            </a:r>
            <a:endParaRPr sz="1600">
              <a:latin typeface="Times New Roman"/>
              <a:cs typeface="Times New Roman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7219950" y="462026"/>
            <a:ext cx="879475" cy="523875"/>
            <a:chOff x="7219950" y="462026"/>
            <a:chExt cx="879475" cy="523875"/>
          </a:xfrm>
        </p:grpSpPr>
        <p:sp>
          <p:nvSpPr>
            <p:cNvPr id="10" name="object 10"/>
            <p:cNvSpPr/>
            <p:nvPr/>
          </p:nvSpPr>
          <p:spPr>
            <a:xfrm>
              <a:off x="7843901" y="716026"/>
              <a:ext cx="246379" cy="260350"/>
            </a:xfrm>
            <a:custGeom>
              <a:avLst/>
              <a:gdLst/>
              <a:ahLst/>
              <a:cxnLst/>
              <a:rect l="l" t="t" r="r" b="b"/>
              <a:pathLst>
                <a:path w="246379" h="260350">
                  <a:moveTo>
                    <a:pt x="122935" y="0"/>
                  </a:moveTo>
                  <a:lnTo>
                    <a:pt x="75062" y="10213"/>
                  </a:lnTo>
                  <a:lnTo>
                    <a:pt x="35988" y="38084"/>
                  </a:lnTo>
                  <a:lnTo>
                    <a:pt x="9653" y="79456"/>
                  </a:lnTo>
                  <a:lnTo>
                    <a:pt x="0" y="130175"/>
                  </a:lnTo>
                  <a:lnTo>
                    <a:pt x="9653" y="180840"/>
                  </a:lnTo>
                  <a:lnTo>
                    <a:pt x="35988" y="222218"/>
                  </a:lnTo>
                  <a:lnTo>
                    <a:pt x="75062" y="250118"/>
                  </a:lnTo>
                  <a:lnTo>
                    <a:pt x="122935" y="260350"/>
                  </a:lnTo>
                  <a:lnTo>
                    <a:pt x="170828" y="250118"/>
                  </a:lnTo>
                  <a:lnTo>
                    <a:pt x="209946" y="222218"/>
                  </a:lnTo>
                  <a:lnTo>
                    <a:pt x="236325" y="180840"/>
                  </a:lnTo>
                  <a:lnTo>
                    <a:pt x="245999" y="130175"/>
                  </a:lnTo>
                  <a:lnTo>
                    <a:pt x="236325" y="79456"/>
                  </a:lnTo>
                  <a:lnTo>
                    <a:pt x="209946" y="38084"/>
                  </a:lnTo>
                  <a:lnTo>
                    <a:pt x="170828" y="10213"/>
                  </a:lnTo>
                  <a:lnTo>
                    <a:pt x="122935" y="0"/>
                  </a:lnTo>
                  <a:close/>
                </a:path>
              </a:pathLst>
            </a:custGeom>
            <a:solidFill>
              <a:srgbClr val="00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843901" y="716026"/>
              <a:ext cx="246379" cy="260350"/>
            </a:xfrm>
            <a:custGeom>
              <a:avLst/>
              <a:gdLst/>
              <a:ahLst/>
              <a:cxnLst/>
              <a:rect l="l" t="t" r="r" b="b"/>
              <a:pathLst>
                <a:path w="246379" h="260350">
                  <a:moveTo>
                    <a:pt x="0" y="130175"/>
                  </a:moveTo>
                  <a:lnTo>
                    <a:pt x="9653" y="79456"/>
                  </a:lnTo>
                  <a:lnTo>
                    <a:pt x="35988" y="38084"/>
                  </a:lnTo>
                  <a:lnTo>
                    <a:pt x="75062" y="10213"/>
                  </a:lnTo>
                  <a:lnTo>
                    <a:pt x="122935" y="0"/>
                  </a:lnTo>
                  <a:lnTo>
                    <a:pt x="170828" y="10213"/>
                  </a:lnTo>
                  <a:lnTo>
                    <a:pt x="209946" y="38084"/>
                  </a:lnTo>
                  <a:lnTo>
                    <a:pt x="236325" y="79456"/>
                  </a:lnTo>
                  <a:lnTo>
                    <a:pt x="245999" y="130175"/>
                  </a:lnTo>
                  <a:lnTo>
                    <a:pt x="236325" y="180840"/>
                  </a:lnTo>
                  <a:lnTo>
                    <a:pt x="209946" y="222218"/>
                  </a:lnTo>
                  <a:lnTo>
                    <a:pt x="170828" y="250118"/>
                  </a:lnTo>
                  <a:lnTo>
                    <a:pt x="122935" y="260350"/>
                  </a:lnTo>
                  <a:lnTo>
                    <a:pt x="75062" y="250118"/>
                  </a:lnTo>
                  <a:lnTo>
                    <a:pt x="35988" y="222218"/>
                  </a:lnTo>
                  <a:lnTo>
                    <a:pt x="9653" y="180840"/>
                  </a:lnTo>
                  <a:lnTo>
                    <a:pt x="0" y="130175"/>
                  </a:lnTo>
                  <a:close/>
                </a:path>
              </a:pathLst>
            </a:custGeom>
            <a:ln w="19050">
              <a:solidFill>
                <a:srgbClr val="CC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239000" y="719201"/>
              <a:ext cx="177800" cy="187325"/>
            </a:xfrm>
            <a:custGeom>
              <a:avLst/>
              <a:gdLst/>
              <a:ahLst/>
              <a:cxnLst/>
              <a:rect l="l" t="t" r="r" b="b"/>
              <a:pathLst>
                <a:path w="177800" h="187325">
                  <a:moveTo>
                    <a:pt x="177800" y="0"/>
                  </a:moveTo>
                  <a:lnTo>
                    <a:pt x="0" y="0"/>
                  </a:lnTo>
                  <a:lnTo>
                    <a:pt x="0" y="187325"/>
                  </a:lnTo>
                  <a:lnTo>
                    <a:pt x="177800" y="187325"/>
                  </a:lnTo>
                  <a:lnTo>
                    <a:pt x="177800" y="0"/>
                  </a:lnTo>
                  <a:close/>
                </a:path>
              </a:pathLst>
            </a:custGeom>
            <a:solidFill>
              <a:srgbClr val="B1B1B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239000" y="719201"/>
              <a:ext cx="177800" cy="187325"/>
            </a:xfrm>
            <a:custGeom>
              <a:avLst/>
              <a:gdLst/>
              <a:ahLst/>
              <a:cxnLst/>
              <a:rect l="l" t="t" r="r" b="b"/>
              <a:pathLst>
                <a:path w="177800" h="187325">
                  <a:moveTo>
                    <a:pt x="0" y="187325"/>
                  </a:moveTo>
                  <a:lnTo>
                    <a:pt x="177800" y="187325"/>
                  </a:lnTo>
                  <a:lnTo>
                    <a:pt x="177800" y="0"/>
                  </a:lnTo>
                  <a:lnTo>
                    <a:pt x="0" y="0"/>
                  </a:lnTo>
                  <a:lnTo>
                    <a:pt x="0" y="187325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7327900" y="481076"/>
              <a:ext cx="230504" cy="222250"/>
            </a:xfrm>
            <a:custGeom>
              <a:avLst/>
              <a:gdLst/>
              <a:ahLst/>
              <a:cxnLst/>
              <a:rect l="l" t="t" r="r" b="b"/>
              <a:pathLst>
                <a:path w="230504" h="222250">
                  <a:moveTo>
                    <a:pt x="0" y="222250"/>
                  </a:moveTo>
                  <a:lnTo>
                    <a:pt x="230250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7904733" y="682879"/>
            <a:ext cx="12700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i="1" spc="-5" dirty="0">
                <a:solidFill>
                  <a:srgbClr val="CC0000"/>
                </a:solidFill>
                <a:latin typeface="Times New Roman"/>
                <a:cs typeface="Times New Roman"/>
              </a:rPr>
              <a:t>4</a:t>
            </a:r>
            <a:endParaRPr sz="1600">
              <a:latin typeface="Times New Roman"/>
              <a:cs typeface="Times New Roman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7632700" y="471551"/>
            <a:ext cx="714375" cy="919480"/>
            <a:chOff x="7632700" y="471551"/>
            <a:chExt cx="714375" cy="919480"/>
          </a:xfrm>
        </p:grpSpPr>
        <p:sp>
          <p:nvSpPr>
            <p:cNvPr id="17" name="object 17"/>
            <p:cNvSpPr/>
            <p:nvPr/>
          </p:nvSpPr>
          <p:spPr>
            <a:xfrm>
              <a:off x="7651750" y="1184275"/>
              <a:ext cx="177800" cy="187325"/>
            </a:xfrm>
            <a:custGeom>
              <a:avLst/>
              <a:gdLst/>
              <a:ahLst/>
              <a:cxnLst/>
              <a:rect l="l" t="t" r="r" b="b"/>
              <a:pathLst>
                <a:path w="177800" h="187325">
                  <a:moveTo>
                    <a:pt x="177800" y="0"/>
                  </a:moveTo>
                  <a:lnTo>
                    <a:pt x="0" y="0"/>
                  </a:lnTo>
                  <a:lnTo>
                    <a:pt x="0" y="187325"/>
                  </a:lnTo>
                  <a:lnTo>
                    <a:pt x="177800" y="187325"/>
                  </a:lnTo>
                  <a:lnTo>
                    <a:pt x="177800" y="0"/>
                  </a:lnTo>
                  <a:close/>
                </a:path>
              </a:pathLst>
            </a:custGeom>
            <a:solidFill>
              <a:srgbClr val="B1B1B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651750" y="1184275"/>
              <a:ext cx="177800" cy="187325"/>
            </a:xfrm>
            <a:custGeom>
              <a:avLst/>
              <a:gdLst/>
              <a:ahLst/>
              <a:cxnLst/>
              <a:rect l="l" t="t" r="r" b="b"/>
              <a:pathLst>
                <a:path w="177800" h="187325">
                  <a:moveTo>
                    <a:pt x="0" y="187325"/>
                  </a:moveTo>
                  <a:lnTo>
                    <a:pt x="177800" y="187325"/>
                  </a:lnTo>
                  <a:lnTo>
                    <a:pt x="177800" y="0"/>
                  </a:lnTo>
                  <a:lnTo>
                    <a:pt x="0" y="0"/>
                  </a:lnTo>
                  <a:lnTo>
                    <a:pt x="0" y="187325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8150225" y="1184275"/>
              <a:ext cx="177800" cy="187325"/>
            </a:xfrm>
            <a:custGeom>
              <a:avLst/>
              <a:gdLst/>
              <a:ahLst/>
              <a:cxnLst/>
              <a:rect l="l" t="t" r="r" b="b"/>
              <a:pathLst>
                <a:path w="177800" h="187325">
                  <a:moveTo>
                    <a:pt x="177800" y="0"/>
                  </a:moveTo>
                  <a:lnTo>
                    <a:pt x="0" y="0"/>
                  </a:lnTo>
                  <a:lnTo>
                    <a:pt x="0" y="187325"/>
                  </a:lnTo>
                  <a:lnTo>
                    <a:pt x="177800" y="187325"/>
                  </a:lnTo>
                  <a:lnTo>
                    <a:pt x="177800" y="0"/>
                  </a:lnTo>
                  <a:close/>
                </a:path>
              </a:pathLst>
            </a:custGeom>
            <a:solidFill>
              <a:srgbClr val="B1B1B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8150225" y="1184275"/>
              <a:ext cx="177800" cy="187325"/>
            </a:xfrm>
            <a:custGeom>
              <a:avLst/>
              <a:gdLst/>
              <a:ahLst/>
              <a:cxnLst/>
              <a:rect l="l" t="t" r="r" b="b"/>
              <a:pathLst>
                <a:path w="177800" h="187325">
                  <a:moveTo>
                    <a:pt x="0" y="187325"/>
                  </a:moveTo>
                  <a:lnTo>
                    <a:pt x="177800" y="187325"/>
                  </a:lnTo>
                  <a:lnTo>
                    <a:pt x="177800" y="0"/>
                  </a:lnTo>
                  <a:lnTo>
                    <a:pt x="0" y="0"/>
                  </a:lnTo>
                  <a:lnTo>
                    <a:pt x="0" y="187325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7740650" y="946150"/>
              <a:ext cx="498475" cy="222250"/>
            </a:xfrm>
            <a:custGeom>
              <a:avLst/>
              <a:gdLst/>
              <a:ahLst/>
              <a:cxnLst/>
              <a:rect l="l" t="t" r="r" b="b"/>
              <a:pathLst>
                <a:path w="498475" h="222250">
                  <a:moveTo>
                    <a:pt x="498475" y="222250"/>
                  </a:moveTo>
                  <a:lnTo>
                    <a:pt x="314325" y="0"/>
                  </a:lnTo>
                </a:path>
                <a:path w="498475" h="222250">
                  <a:moveTo>
                    <a:pt x="0" y="222250"/>
                  </a:moveTo>
                  <a:lnTo>
                    <a:pt x="138175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7731125" y="481076"/>
              <a:ext cx="236854" cy="227329"/>
            </a:xfrm>
            <a:custGeom>
              <a:avLst/>
              <a:gdLst/>
              <a:ahLst/>
              <a:cxnLst/>
              <a:rect l="l" t="t" r="r" b="b"/>
              <a:pathLst>
                <a:path w="236854" h="227329">
                  <a:moveTo>
                    <a:pt x="236600" y="226949"/>
                  </a:moveTo>
                  <a:lnTo>
                    <a:pt x="0" y="0"/>
                  </a:lnTo>
                </a:path>
              </a:pathLst>
            </a:custGeom>
            <a:ln w="19050">
              <a:solidFill>
                <a:srgbClr val="CC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8233664" y="637997"/>
            <a:ext cx="39687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i="1" spc="-5" dirty="0">
                <a:solidFill>
                  <a:srgbClr val="CC0000"/>
                </a:solidFill>
                <a:latin typeface="Arial"/>
                <a:cs typeface="Arial"/>
              </a:rPr>
              <a:t>n</a:t>
            </a:r>
            <a:r>
              <a:rPr sz="1600" b="1" i="1" spc="-15" dirty="0">
                <a:solidFill>
                  <a:srgbClr val="CC0000"/>
                </a:solidFill>
                <a:latin typeface="Arial"/>
                <a:cs typeface="Arial"/>
              </a:rPr>
              <a:t>(</a:t>
            </a:r>
            <a:r>
              <a:rPr sz="1600" b="1" i="1" spc="-5" dirty="0">
                <a:solidFill>
                  <a:srgbClr val="CC0000"/>
                </a:solidFill>
                <a:latin typeface="Arial"/>
                <a:cs typeface="Arial"/>
              </a:rPr>
              <a:t>1)</a:t>
            </a:r>
            <a:endParaRPr sz="16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787133" y="180848"/>
            <a:ext cx="39624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i="1" spc="-5" dirty="0">
                <a:latin typeface="Arial"/>
                <a:cs typeface="Arial"/>
              </a:rPr>
              <a:t>n</a:t>
            </a:r>
            <a:r>
              <a:rPr sz="1600" b="1" i="1" spc="-15" dirty="0">
                <a:latin typeface="Arial"/>
                <a:cs typeface="Arial"/>
              </a:rPr>
              <a:t>(</a:t>
            </a:r>
            <a:r>
              <a:rPr sz="1600" b="1" i="1" spc="-5" dirty="0">
                <a:latin typeface="Arial"/>
                <a:cs typeface="Arial"/>
              </a:rPr>
              <a:t>2)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6610350" y="57150"/>
            <a:ext cx="2095500" cy="1409700"/>
            <a:chOff x="6610350" y="57150"/>
            <a:chExt cx="2095500" cy="1409700"/>
          </a:xfrm>
        </p:grpSpPr>
        <p:sp>
          <p:nvSpPr>
            <p:cNvPr id="26" name="object 26"/>
            <p:cNvSpPr/>
            <p:nvPr/>
          </p:nvSpPr>
          <p:spPr>
            <a:xfrm>
              <a:off x="7315200" y="533400"/>
              <a:ext cx="1219200" cy="838200"/>
            </a:xfrm>
            <a:custGeom>
              <a:avLst/>
              <a:gdLst/>
              <a:ahLst/>
              <a:cxnLst/>
              <a:rect l="l" t="t" r="r" b="b"/>
              <a:pathLst>
                <a:path w="1219200" h="838200">
                  <a:moveTo>
                    <a:pt x="0" y="838200"/>
                  </a:moveTo>
                  <a:lnTo>
                    <a:pt x="609600" y="0"/>
                  </a:lnTo>
                  <a:lnTo>
                    <a:pt x="1219200" y="838200"/>
                  </a:lnTo>
                  <a:lnTo>
                    <a:pt x="0" y="838200"/>
                  </a:lnTo>
                  <a:close/>
                </a:path>
              </a:pathLst>
            </a:custGeom>
            <a:ln w="38100">
              <a:solidFill>
                <a:srgbClr val="CC00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6629400" y="76200"/>
              <a:ext cx="2057400" cy="1371600"/>
            </a:xfrm>
            <a:custGeom>
              <a:avLst/>
              <a:gdLst/>
              <a:ahLst/>
              <a:cxnLst/>
              <a:rect l="l" t="t" r="r" b="b"/>
              <a:pathLst>
                <a:path w="2057400" h="1371600">
                  <a:moveTo>
                    <a:pt x="0" y="1371600"/>
                  </a:moveTo>
                  <a:lnTo>
                    <a:pt x="1028700" y="0"/>
                  </a:lnTo>
                  <a:lnTo>
                    <a:pt x="2057400" y="1371600"/>
                  </a:lnTo>
                  <a:lnTo>
                    <a:pt x="0" y="1371600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Slide Number Placeholder 27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16</a:t>
            </a:fld>
            <a:endParaRPr lang="en-IN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371600"/>
            <a:ext cx="9144000" cy="762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509141" y="87884"/>
            <a:ext cx="6123305" cy="1244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146300" marR="5080" indent="-2134235">
              <a:lnSpc>
                <a:spcPct val="100000"/>
              </a:lnSpc>
              <a:spcBef>
                <a:spcPts val="95"/>
              </a:spcBef>
            </a:pPr>
            <a:r>
              <a:rPr spc="-10" dirty="0">
                <a:solidFill>
                  <a:srgbClr val="FF0000"/>
                </a:solidFill>
              </a:rPr>
              <a:t>AVL </a:t>
            </a:r>
            <a:r>
              <a:rPr spc="-5" dirty="0">
                <a:solidFill>
                  <a:srgbClr val="FF0000"/>
                </a:solidFill>
              </a:rPr>
              <a:t>- Good but not Perfect  Balance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16076" y="1835023"/>
            <a:ext cx="7694930" cy="4258310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355600" marR="48260" indent="-342900">
              <a:lnSpc>
                <a:spcPts val="3460"/>
              </a:lnSpc>
              <a:spcBef>
                <a:spcPts val="535"/>
              </a:spcBef>
              <a:buClr>
                <a:srgbClr val="0033CC"/>
              </a:buClr>
              <a:buSzPct val="84375"/>
              <a:buChar char="●"/>
              <a:tabLst>
                <a:tab pos="354965" algn="l"/>
                <a:tab pos="355600" algn="l"/>
              </a:tabLst>
            </a:pPr>
            <a:r>
              <a:rPr sz="3200" dirty="0">
                <a:latin typeface="Times New Roman"/>
                <a:cs typeface="Times New Roman"/>
              </a:rPr>
              <a:t>AVL trees are height-balanced binary</a:t>
            </a:r>
            <a:r>
              <a:rPr sz="3200" spc="-9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search  trees</a:t>
            </a:r>
            <a:endParaRPr sz="32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330"/>
              </a:spcBef>
              <a:buClr>
                <a:srgbClr val="0033CC"/>
              </a:buClr>
              <a:buSzPct val="84375"/>
              <a:buChar char="●"/>
              <a:tabLst>
                <a:tab pos="354965" algn="l"/>
                <a:tab pos="355600" algn="l"/>
              </a:tabLst>
            </a:pPr>
            <a:r>
              <a:rPr sz="3200" dirty="0">
                <a:solidFill>
                  <a:srgbClr val="0000FF"/>
                </a:solidFill>
                <a:latin typeface="Times New Roman"/>
                <a:cs typeface="Times New Roman"/>
              </a:rPr>
              <a:t>Balance factor </a:t>
            </a:r>
            <a:r>
              <a:rPr sz="3200" dirty="0">
                <a:latin typeface="Times New Roman"/>
                <a:cs typeface="Times New Roman"/>
              </a:rPr>
              <a:t>of a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spc="5" dirty="0">
                <a:latin typeface="Times New Roman"/>
                <a:cs typeface="Times New Roman"/>
              </a:rPr>
              <a:t>node</a:t>
            </a:r>
            <a:endParaRPr sz="3200">
              <a:latin typeface="Times New Roman"/>
              <a:cs typeface="Times New Roman"/>
            </a:endParaRPr>
          </a:p>
          <a:p>
            <a:pPr marL="756285" lvl="1" indent="-287020">
              <a:lnSpc>
                <a:spcPct val="100000"/>
              </a:lnSpc>
              <a:spcBef>
                <a:spcPts val="340"/>
              </a:spcBef>
              <a:buClr>
                <a:srgbClr val="CC0000"/>
              </a:buClr>
              <a:buSzPct val="83928"/>
              <a:buChar char="■"/>
              <a:tabLst>
                <a:tab pos="756920" algn="l"/>
              </a:tabLst>
            </a:pPr>
            <a:r>
              <a:rPr sz="2800" spc="-5" dirty="0">
                <a:solidFill>
                  <a:srgbClr val="FF0000"/>
                </a:solidFill>
                <a:latin typeface="Times New Roman"/>
                <a:cs typeface="Times New Roman"/>
              </a:rPr>
              <a:t>height(left subtree) - </a:t>
            </a:r>
            <a:r>
              <a:rPr sz="2800" dirty="0">
                <a:solidFill>
                  <a:srgbClr val="FF0000"/>
                </a:solidFill>
                <a:latin typeface="Times New Roman"/>
                <a:cs typeface="Times New Roman"/>
              </a:rPr>
              <a:t>height(right</a:t>
            </a:r>
            <a:r>
              <a:rPr sz="2800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FF0000"/>
                </a:solidFill>
                <a:latin typeface="Times New Roman"/>
                <a:cs typeface="Times New Roman"/>
              </a:rPr>
              <a:t>subtree)</a:t>
            </a:r>
            <a:endParaRPr sz="2800">
              <a:latin typeface="Times New Roman"/>
              <a:cs typeface="Times New Roman"/>
            </a:endParaRPr>
          </a:p>
          <a:p>
            <a:pPr marL="355600" marR="5080" indent="-342900">
              <a:lnSpc>
                <a:spcPts val="3460"/>
              </a:lnSpc>
              <a:spcBef>
                <a:spcPts val="810"/>
              </a:spcBef>
              <a:buClr>
                <a:srgbClr val="0033CC"/>
              </a:buClr>
              <a:buSzPct val="84375"/>
              <a:buChar char="●"/>
              <a:tabLst>
                <a:tab pos="354965" algn="l"/>
                <a:tab pos="355600" algn="l"/>
              </a:tabLst>
            </a:pPr>
            <a:r>
              <a:rPr sz="3200" dirty="0">
                <a:latin typeface="Times New Roman"/>
                <a:cs typeface="Times New Roman"/>
              </a:rPr>
              <a:t>An AVL tree has balance factor calculated</a:t>
            </a:r>
            <a:r>
              <a:rPr sz="3200" spc="-1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at  every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node</a:t>
            </a:r>
            <a:endParaRPr sz="3200">
              <a:latin typeface="Times New Roman"/>
              <a:cs typeface="Times New Roman"/>
            </a:endParaRPr>
          </a:p>
          <a:p>
            <a:pPr marL="756285" marR="153035" lvl="1" indent="-287020">
              <a:lnSpc>
                <a:spcPts val="3020"/>
              </a:lnSpc>
              <a:spcBef>
                <a:spcPts val="675"/>
              </a:spcBef>
              <a:buClr>
                <a:srgbClr val="CC0000"/>
              </a:buClr>
              <a:buSzPct val="83928"/>
              <a:buChar char="■"/>
              <a:tabLst>
                <a:tab pos="756920" algn="l"/>
              </a:tabLst>
            </a:pPr>
            <a:r>
              <a:rPr sz="2800" spc="-5" dirty="0">
                <a:solidFill>
                  <a:srgbClr val="FF0000"/>
                </a:solidFill>
                <a:latin typeface="Times New Roman"/>
                <a:cs typeface="Times New Roman"/>
              </a:rPr>
              <a:t>For every </a:t>
            </a:r>
            <a:r>
              <a:rPr sz="2800" dirty="0">
                <a:solidFill>
                  <a:srgbClr val="FF0000"/>
                </a:solidFill>
                <a:latin typeface="Times New Roman"/>
                <a:cs typeface="Times New Roman"/>
              </a:rPr>
              <a:t>node, </a:t>
            </a:r>
            <a:r>
              <a:rPr sz="2800" spc="-5" dirty="0">
                <a:solidFill>
                  <a:srgbClr val="FF0000"/>
                </a:solidFill>
                <a:latin typeface="Times New Roman"/>
                <a:cs typeface="Times New Roman"/>
              </a:rPr>
              <a:t>heights of left and </a:t>
            </a:r>
            <a:r>
              <a:rPr sz="2800" dirty="0">
                <a:solidFill>
                  <a:srgbClr val="FF0000"/>
                </a:solidFill>
                <a:latin typeface="Times New Roman"/>
                <a:cs typeface="Times New Roman"/>
              </a:rPr>
              <a:t>right </a:t>
            </a:r>
            <a:r>
              <a:rPr sz="2800" spc="-5" dirty="0">
                <a:solidFill>
                  <a:srgbClr val="FF0000"/>
                </a:solidFill>
                <a:latin typeface="Times New Roman"/>
                <a:cs typeface="Times New Roman"/>
              </a:rPr>
              <a:t>subtree  </a:t>
            </a:r>
            <a:r>
              <a:rPr sz="2800" spc="-10" dirty="0">
                <a:solidFill>
                  <a:srgbClr val="FF0000"/>
                </a:solidFill>
                <a:latin typeface="Times New Roman"/>
                <a:cs typeface="Times New Roman"/>
              </a:rPr>
              <a:t>can </a:t>
            </a:r>
            <a:r>
              <a:rPr sz="2800" dirty="0">
                <a:solidFill>
                  <a:srgbClr val="FF0000"/>
                </a:solidFill>
                <a:latin typeface="Times New Roman"/>
                <a:cs typeface="Times New Roman"/>
              </a:rPr>
              <a:t>differ </a:t>
            </a:r>
            <a:r>
              <a:rPr sz="2800" spc="-5" dirty="0">
                <a:solidFill>
                  <a:srgbClr val="FF0000"/>
                </a:solidFill>
                <a:latin typeface="Times New Roman"/>
                <a:cs typeface="Times New Roman"/>
              </a:rPr>
              <a:t>by no </a:t>
            </a:r>
            <a:r>
              <a:rPr sz="2800" spc="-10" dirty="0">
                <a:solidFill>
                  <a:srgbClr val="FF0000"/>
                </a:solidFill>
                <a:latin typeface="Times New Roman"/>
                <a:cs typeface="Times New Roman"/>
              </a:rPr>
              <a:t>more </a:t>
            </a:r>
            <a:r>
              <a:rPr sz="2800" spc="-5" dirty="0">
                <a:solidFill>
                  <a:srgbClr val="FF0000"/>
                </a:solidFill>
                <a:latin typeface="Times New Roman"/>
                <a:cs typeface="Times New Roman"/>
              </a:rPr>
              <a:t>than 1</a:t>
            </a:r>
            <a:endParaRPr sz="2800">
              <a:latin typeface="Times New Roman"/>
              <a:cs typeface="Times New Roman"/>
            </a:endParaRPr>
          </a:p>
          <a:p>
            <a:pPr marL="756285" lvl="1" indent="-287020">
              <a:lnSpc>
                <a:spcPct val="100000"/>
              </a:lnSpc>
              <a:spcBef>
                <a:spcPts val="295"/>
              </a:spcBef>
              <a:buClr>
                <a:srgbClr val="CC0000"/>
              </a:buClr>
              <a:buSzPct val="83928"/>
              <a:buChar char="■"/>
              <a:tabLst>
                <a:tab pos="756920" algn="l"/>
              </a:tabLst>
            </a:pPr>
            <a:r>
              <a:rPr sz="2800" dirty="0">
                <a:latin typeface="Times New Roman"/>
                <a:cs typeface="Times New Roman"/>
              </a:rPr>
              <a:t>Store </a:t>
            </a:r>
            <a:r>
              <a:rPr sz="2800" spc="-5" dirty="0">
                <a:latin typeface="Times New Roman"/>
                <a:cs typeface="Times New Roman"/>
              </a:rPr>
              <a:t>current </a:t>
            </a:r>
            <a:r>
              <a:rPr sz="2800" dirty="0">
                <a:latin typeface="Times New Roman"/>
                <a:cs typeface="Times New Roman"/>
              </a:rPr>
              <a:t>heights </a:t>
            </a:r>
            <a:r>
              <a:rPr sz="2800" spc="-5" dirty="0">
                <a:latin typeface="Times New Roman"/>
                <a:cs typeface="Times New Roman"/>
              </a:rPr>
              <a:t>in each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node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17</a:t>
            </a:fld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371600"/>
            <a:ext cx="9144000" cy="762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047113" y="392633"/>
            <a:ext cx="505396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>
                <a:solidFill>
                  <a:srgbClr val="FF0000"/>
                </a:solidFill>
              </a:rPr>
              <a:t>Height of an AVL</a:t>
            </a:r>
            <a:r>
              <a:rPr spc="10" dirty="0">
                <a:solidFill>
                  <a:srgbClr val="FF0000"/>
                </a:solidFill>
              </a:rPr>
              <a:t> </a:t>
            </a:r>
            <a:r>
              <a:rPr spc="-5" dirty="0">
                <a:solidFill>
                  <a:srgbClr val="FF0000"/>
                </a:solidFill>
              </a:rPr>
              <a:t>Tree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355600" marR="5080" indent="-343535">
              <a:lnSpc>
                <a:spcPts val="3460"/>
              </a:lnSpc>
              <a:spcBef>
                <a:spcPts val="535"/>
              </a:spcBef>
              <a:buClr>
                <a:srgbClr val="0033CC"/>
              </a:buClr>
              <a:buSzPct val="84375"/>
              <a:buChar char="●"/>
              <a:tabLst>
                <a:tab pos="355600" algn="l"/>
                <a:tab pos="356235" algn="l"/>
              </a:tabLst>
            </a:pPr>
            <a:r>
              <a:rPr dirty="0"/>
              <a:t>N(h) = </a:t>
            </a:r>
            <a:r>
              <a:rPr dirty="0">
                <a:solidFill>
                  <a:srgbClr val="FF0000"/>
                </a:solidFill>
              </a:rPr>
              <a:t>minimum </a:t>
            </a:r>
            <a:r>
              <a:rPr dirty="0"/>
              <a:t>number of </a:t>
            </a:r>
            <a:r>
              <a:rPr spc="5" dirty="0"/>
              <a:t>nodes </a:t>
            </a:r>
            <a:r>
              <a:rPr dirty="0"/>
              <a:t>in an</a:t>
            </a:r>
            <a:r>
              <a:rPr spc="-160" dirty="0"/>
              <a:t> </a:t>
            </a:r>
            <a:r>
              <a:rPr dirty="0"/>
              <a:t>AVL  tree of height</a:t>
            </a:r>
            <a:r>
              <a:rPr spc="-55" dirty="0"/>
              <a:t> </a:t>
            </a:r>
            <a:r>
              <a:rPr dirty="0"/>
              <a:t>h.</a:t>
            </a:r>
          </a:p>
          <a:p>
            <a:pPr marL="355600" indent="-343535">
              <a:lnSpc>
                <a:spcPct val="100000"/>
              </a:lnSpc>
              <a:spcBef>
                <a:spcPts val="330"/>
              </a:spcBef>
              <a:buClr>
                <a:srgbClr val="0033CC"/>
              </a:buClr>
              <a:buSzPct val="84375"/>
              <a:buChar char="●"/>
              <a:tabLst>
                <a:tab pos="355600" algn="l"/>
                <a:tab pos="356235" algn="l"/>
              </a:tabLst>
            </a:pPr>
            <a:r>
              <a:rPr dirty="0">
                <a:solidFill>
                  <a:srgbClr val="339933"/>
                </a:solidFill>
              </a:rPr>
              <a:t>Basis</a:t>
            </a:r>
          </a:p>
          <a:p>
            <a:pPr marL="756285" lvl="1" indent="-287020">
              <a:lnSpc>
                <a:spcPct val="100000"/>
              </a:lnSpc>
              <a:spcBef>
                <a:spcPts val="340"/>
              </a:spcBef>
              <a:buClr>
                <a:srgbClr val="CC0000"/>
              </a:buClr>
              <a:buSzPct val="83928"/>
              <a:buChar char="■"/>
              <a:tabLst>
                <a:tab pos="756920" algn="l"/>
              </a:tabLst>
            </a:pPr>
            <a:r>
              <a:rPr sz="2800" dirty="0">
                <a:latin typeface="Times New Roman"/>
                <a:cs typeface="Times New Roman"/>
              </a:rPr>
              <a:t>N(0) </a:t>
            </a:r>
            <a:r>
              <a:rPr sz="2800" spc="-5" dirty="0">
                <a:latin typeface="Times New Roman"/>
                <a:cs typeface="Times New Roman"/>
              </a:rPr>
              <a:t>= </a:t>
            </a:r>
            <a:r>
              <a:rPr sz="2800" dirty="0">
                <a:latin typeface="Times New Roman"/>
                <a:cs typeface="Times New Roman"/>
              </a:rPr>
              <a:t>1, </a:t>
            </a:r>
            <a:r>
              <a:rPr sz="2800" spc="-5" dirty="0">
                <a:latin typeface="Times New Roman"/>
                <a:cs typeface="Times New Roman"/>
              </a:rPr>
              <a:t>N(1) =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2</a:t>
            </a:r>
            <a:endParaRPr sz="2800">
              <a:latin typeface="Times New Roman"/>
              <a:cs typeface="Times New Roman"/>
            </a:endParaRPr>
          </a:p>
          <a:p>
            <a:pPr marL="355600" indent="-343535">
              <a:lnSpc>
                <a:spcPct val="100000"/>
              </a:lnSpc>
              <a:spcBef>
                <a:spcPts val="384"/>
              </a:spcBef>
              <a:buClr>
                <a:srgbClr val="0033CC"/>
              </a:buClr>
              <a:buSzPct val="84375"/>
              <a:buChar char="●"/>
              <a:tabLst>
                <a:tab pos="355600" algn="l"/>
                <a:tab pos="356235" algn="l"/>
              </a:tabLst>
            </a:pPr>
            <a:r>
              <a:rPr dirty="0">
                <a:solidFill>
                  <a:srgbClr val="339933"/>
                </a:solidFill>
              </a:rPr>
              <a:t>Induction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36549" y="3967121"/>
            <a:ext cx="4693285" cy="1029969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756285" indent="-287020">
              <a:lnSpc>
                <a:spcPct val="100000"/>
              </a:lnSpc>
              <a:spcBef>
                <a:spcPts val="425"/>
              </a:spcBef>
              <a:buClr>
                <a:srgbClr val="CC0000"/>
              </a:buClr>
              <a:buSzPct val="83928"/>
              <a:buChar char="■"/>
              <a:tabLst>
                <a:tab pos="756920" algn="l"/>
              </a:tabLst>
            </a:pPr>
            <a:r>
              <a:rPr sz="2800" dirty="0">
                <a:latin typeface="Times New Roman"/>
                <a:cs typeface="Times New Roman"/>
              </a:rPr>
              <a:t>N(h) </a:t>
            </a:r>
            <a:r>
              <a:rPr sz="2800" spc="-5" dirty="0">
                <a:latin typeface="Times New Roman"/>
                <a:cs typeface="Times New Roman"/>
              </a:rPr>
              <a:t>= N(h-1) + N(h-2) +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1</a:t>
            </a:r>
            <a:endParaRPr sz="2800">
              <a:latin typeface="Times New Roman"/>
              <a:cs typeface="Times New Roman"/>
            </a:endParaRPr>
          </a:p>
          <a:p>
            <a:pPr marL="355600" indent="-343535">
              <a:lnSpc>
                <a:spcPct val="100000"/>
              </a:lnSpc>
              <a:spcBef>
                <a:spcPts val="380"/>
              </a:spcBef>
              <a:buClr>
                <a:srgbClr val="0033CC"/>
              </a:buClr>
              <a:buSzPct val="84375"/>
              <a:buChar char="●"/>
              <a:tabLst>
                <a:tab pos="355600" algn="l"/>
                <a:tab pos="356235" algn="l"/>
              </a:tabLst>
            </a:pPr>
            <a:r>
              <a:rPr sz="3200" dirty="0">
                <a:solidFill>
                  <a:srgbClr val="339933"/>
                </a:solidFill>
                <a:latin typeface="Times New Roman"/>
                <a:cs typeface="Times New Roman"/>
              </a:rPr>
              <a:t>Solution </a:t>
            </a:r>
            <a:r>
              <a:rPr sz="2000" dirty="0">
                <a:latin typeface="Times New Roman"/>
                <a:cs typeface="Times New Roman"/>
              </a:rPr>
              <a:t>(recall Fibonacci</a:t>
            </a:r>
            <a:r>
              <a:rPr sz="2000" spc="-1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analysis)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343657" y="5027371"/>
            <a:ext cx="369417" cy="43616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2515361" y="5026863"/>
            <a:ext cx="144780" cy="3111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850" spc="10" dirty="0">
                <a:latin typeface="Times New Roman"/>
                <a:cs typeface="Times New Roman"/>
              </a:rPr>
              <a:t>h</a:t>
            </a:r>
            <a:endParaRPr sz="1850">
              <a:latin typeface="Times New Roman"/>
              <a:cs typeface="Times New Roman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034029" y="5027371"/>
            <a:ext cx="665480" cy="436245"/>
            <a:chOff x="3034029" y="5027371"/>
            <a:chExt cx="665480" cy="436245"/>
          </a:xfrm>
        </p:grpSpPr>
        <p:sp>
          <p:nvSpPr>
            <p:cNvPr id="9" name="object 9"/>
            <p:cNvSpPr/>
            <p:nvPr/>
          </p:nvSpPr>
          <p:spPr>
            <a:xfrm>
              <a:off x="3034029" y="5027371"/>
              <a:ext cx="369417" cy="436168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308349" y="5027371"/>
              <a:ext cx="390753" cy="436168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994054" y="5016195"/>
            <a:ext cx="335216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95"/>
              </a:spcBef>
              <a:buClr>
                <a:srgbClr val="CC0000"/>
              </a:buClr>
              <a:buSzPct val="83928"/>
              <a:buChar char="■"/>
              <a:tabLst>
                <a:tab pos="299720" algn="l"/>
                <a:tab pos="1920875" algn="l"/>
                <a:tab pos="2597150" algn="l"/>
              </a:tabLst>
            </a:pPr>
            <a:r>
              <a:rPr sz="2800" spc="-5" dirty="0">
                <a:latin typeface="Times New Roman"/>
                <a:cs typeface="Times New Roman"/>
              </a:rPr>
              <a:t>N(</a:t>
            </a:r>
            <a:r>
              <a:rPr sz="2800" dirty="0">
                <a:latin typeface="Times New Roman"/>
                <a:cs typeface="Times New Roman"/>
              </a:rPr>
              <a:t>h</a:t>
            </a:r>
            <a:r>
              <a:rPr sz="2800" spc="-5" dirty="0">
                <a:latin typeface="Times New Roman"/>
                <a:cs typeface="Times New Roman"/>
              </a:rPr>
              <a:t>) </a:t>
            </a:r>
            <a:r>
              <a:rPr sz="2800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&gt;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5" dirty="0">
                <a:latin typeface="Times New Roman"/>
                <a:cs typeface="Times New Roman"/>
              </a:rPr>
              <a:t>(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5" dirty="0">
                <a:latin typeface="Times New Roman"/>
                <a:cs typeface="Times New Roman"/>
              </a:rPr>
              <a:t>1.</a:t>
            </a:r>
            <a:r>
              <a:rPr sz="2800" dirty="0">
                <a:latin typeface="Times New Roman"/>
                <a:cs typeface="Times New Roman"/>
              </a:rPr>
              <a:t>6</a:t>
            </a:r>
            <a:r>
              <a:rPr sz="2800" spc="-5" dirty="0">
                <a:latin typeface="Times New Roman"/>
                <a:cs typeface="Times New Roman"/>
              </a:rPr>
              <a:t>2)</a:t>
            </a:r>
            <a:endParaRPr sz="2800">
              <a:latin typeface="Times New Roman"/>
              <a:cs typeface="Times New Roman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6470650" y="4184650"/>
            <a:ext cx="1993900" cy="1348105"/>
            <a:chOff x="6470650" y="4184650"/>
            <a:chExt cx="1993900" cy="1348105"/>
          </a:xfrm>
        </p:grpSpPr>
        <p:sp>
          <p:nvSpPr>
            <p:cNvPr id="13" name="object 13"/>
            <p:cNvSpPr/>
            <p:nvPr/>
          </p:nvSpPr>
          <p:spPr>
            <a:xfrm>
              <a:off x="6477000" y="4800600"/>
              <a:ext cx="838200" cy="725805"/>
            </a:xfrm>
            <a:custGeom>
              <a:avLst/>
              <a:gdLst/>
              <a:ahLst/>
              <a:cxnLst/>
              <a:rect l="l" t="t" r="r" b="b"/>
              <a:pathLst>
                <a:path w="838200" h="725804">
                  <a:moveTo>
                    <a:pt x="419100" y="0"/>
                  </a:moveTo>
                  <a:lnTo>
                    <a:pt x="0" y="725551"/>
                  </a:lnTo>
                  <a:lnTo>
                    <a:pt x="838200" y="725551"/>
                  </a:lnTo>
                  <a:lnTo>
                    <a:pt x="419100" y="0"/>
                  </a:lnTo>
                  <a:close/>
                </a:path>
              </a:pathLst>
            </a:custGeom>
            <a:solidFill>
              <a:srgbClr val="00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477000" y="4800600"/>
              <a:ext cx="838200" cy="725805"/>
            </a:xfrm>
            <a:custGeom>
              <a:avLst/>
              <a:gdLst/>
              <a:ahLst/>
              <a:cxnLst/>
              <a:rect l="l" t="t" r="r" b="b"/>
              <a:pathLst>
                <a:path w="838200" h="725804">
                  <a:moveTo>
                    <a:pt x="0" y="725551"/>
                  </a:moveTo>
                  <a:lnTo>
                    <a:pt x="419100" y="0"/>
                  </a:lnTo>
                  <a:lnTo>
                    <a:pt x="838200" y="725551"/>
                  </a:lnTo>
                  <a:lnTo>
                    <a:pt x="0" y="725551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934200" y="43434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0" y="457200"/>
                  </a:moveTo>
                  <a:lnTo>
                    <a:pt x="4572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7391400" y="41910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17" y="7766"/>
                  </a:lnTo>
                  <a:lnTo>
                    <a:pt x="62380" y="29394"/>
                  </a:lnTo>
                  <a:lnTo>
                    <a:pt x="29394" y="62380"/>
                  </a:lnTo>
                  <a:lnTo>
                    <a:pt x="7766" y="104217"/>
                  </a:lnTo>
                  <a:lnTo>
                    <a:pt x="0" y="152400"/>
                  </a:lnTo>
                  <a:lnTo>
                    <a:pt x="7766" y="200582"/>
                  </a:lnTo>
                  <a:lnTo>
                    <a:pt x="29394" y="242419"/>
                  </a:lnTo>
                  <a:lnTo>
                    <a:pt x="62380" y="275405"/>
                  </a:lnTo>
                  <a:lnTo>
                    <a:pt x="104217" y="297033"/>
                  </a:lnTo>
                  <a:lnTo>
                    <a:pt x="152400" y="304800"/>
                  </a:lnTo>
                  <a:lnTo>
                    <a:pt x="200582" y="297033"/>
                  </a:lnTo>
                  <a:lnTo>
                    <a:pt x="242419" y="275405"/>
                  </a:lnTo>
                  <a:lnTo>
                    <a:pt x="275405" y="242419"/>
                  </a:lnTo>
                  <a:lnTo>
                    <a:pt x="297033" y="200582"/>
                  </a:lnTo>
                  <a:lnTo>
                    <a:pt x="304800" y="152400"/>
                  </a:lnTo>
                  <a:lnTo>
                    <a:pt x="297033" y="104217"/>
                  </a:lnTo>
                  <a:lnTo>
                    <a:pt x="275405" y="62380"/>
                  </a:lnTo>
                  <a:lnTo>
                    <a:pt x="242419" y="29394"/>
                  </a:lnTo>
                  <a:lnTo>
                    <a:pt x="200582" y="7766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00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7391400" y="41910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152400"/>
                  </a:moveTo>
                  <a:lnTo>
                    <a:pt x="7766" y="104217"/>
                  </a:lnTo>
                  <a:lnTo>
                    <a:pt x="29394" y="62380"/>
                  </a:lnTo>
                  <a:lnTo>
                    <a:pt x="62380" y="29394"/>
                  </a:lnTo>
                  <a:lnTo>
                    <a:pt x="104217" y="7766"/>
                  </a:lnTo>
                  <a:lnTo>
                    <a:pt x="152400" y="0"/>
                  </a:lnTo>
                  <a:lnTo>
                    <a:pt x="200582" y="7766"/>
                  </a:lnTo>
                  <a:lnTo>
                    <a:pt x="242419" y="29394"/>
                  </a:lnTo>
                  <a:lnTo>
                    <a:pt x="275405" y="62380"/>
                  </a:lnTo>
                  <a:lnTo>
                    <a:pt x="297033" y="104217"/>
                  </a:lnTo>
                  <a:lnTo>
                    <a:pt x="304800" y="152400"/>
                  </a:lnTo>
                  <a:lnTo>
                    <a:pt x="297033" y="200582"/>
                  </a:lnTo>
                  <a:lnTo>
                    <a:pt x="275405" y="242419"/>
                  </a:lnTo>
                  <a:lnTo>
                    <a:pt x="242419" y="275405"/>
                  </a:lnTo>
                  <a:lnTo>
                    <a:pt x="200582" y="297033"/>
                  </a:lnTo>
                  <a:lnTo>
                    <a:pt x="152400" y="304800"/>
                  </a:lnTo>
                  <a:lnTo>
                    <a:pt x="104217" y="297033"/>
                  </a:lnTo>
                  <a:lnTo>
                    <a:pt x="62380" y="275405"/>
                  </a:lnTo>
                  <a:lnTo>
                    <a:pt x="29394" y="242419"/>
                  </a:lnTo>
                  <a:lnTo>
                    <a:pt x="7766" y="200582"/>
                  </a:lnTo>
                  <a:lnTo>
                    <a:pt x="0" y="1524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620000" y="4800600"/>
              <a:ext cx="838200" cy="609600"/>
            </a:xfrm>
            <a:custGeom>
              <a:avLst/>
              <a:gdLst/>
              <a:ahLst/>
              <a:cxnLst/>
              <a:rect l="l" t="t" r="r" b="b"/>
              <a:pathLst>
                <a:path w="838200" h="609600">
                  <a:moveTo>
                    <a:pt x="419100" y="0"/>
                  </a:moveTo>
                  <a:lnTo>
                    <a:pt x="0" y="609600"/>
                  </a:lnTo>
                  <a:lnTo>
                    <a:pt x="838200" y="609600"/>
                  </a:lnTo>
                  <a:lnTo>
                    <a:pt x="419100" y="0"/>
                  </a:lnTo>
                  <a:close/>
                </a:path>
              </a:pathLst>
            </a:custGeom>
            <a:solidFill>
              <a:srgbClr val="00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7620000" y="4800600"/>
              <a:ext cx="838200" cy="609600"/>
            </a:xfrm>
            <a:custGeom>
              <a:avLst/>
              <a:gdLst/>
              <a:ahLst/>
              <a:cxnLst/>
              <a:rect l="l" t="t" r="r" b="b"/>
              <a:pathLst>
                <a:path w="838200" h="609600">
                  <a:moveTo>
                    <a:pt x="0" y="609600"/>
                  </a:moveTo>
                  <a:lnTo>
                    <a:pt x="419100" y="0"/>
                  </a:lnTo>
                  <a:lnTo>
                    <a:pt x="838200" y="609600"/>
                  </a:lnTo>
                  <a:lnTo>
                    <a:pt x="0" y="6096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7696200" y="4419600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381000" y="38100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6693534" y="5600191"/>
            <a:ext cx="39433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i="1" dirty="0">
                <a:latin typeface="Arial"/>
                <a:cs typeface="Arial"/>
              </a:rPr>
              <a:t>h-1</a:t>
            </a:r>
            <a:endParaRPr sz="20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852664" y="5436819"/>
            <a:ext cx="39433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i="1" dirty="0">
                <a:latin typeface="Arial"/>
                <a:cs typeface="Arial"/>
              </a:rPr>
              <a:t>h-2</a:t>
            </a:r>
            <a:endParaRPr sz="20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852664" y="3912489"/>
            <a:ext cx="16700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i="1" dirty="0">
                <a:latin typeface="Arial"/>
                <a:cs typeface="Arial"/>
              </a:rPr>
              <a:t>h</a:t>
            </a:r>
            <a:endParaRPr sz="2000">
              <a:latin typeface="Arial"/>
              <a:cs typeface="Arial"/>
            </a:endParaRPr>
          </a:p>
        </p:txBody>
      </p:sp>
      <p:sp>
        <p:nvSpPr>
          <p:cNvPr id="24" name="Slide Number Placeholder 23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18</a:t>
            </a:fld>
            <a:endParaRPr lang="en-IN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371600"/>
            <a:ext cx="9144000" cy="762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047113" y="392633"/>
            <a:ext cx="505396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>
                <a:solidFill>
                  <a:srgbClr val="FF0000"/>
                </a:solidFill>
              </a:rPr>
              <a:t>Height of an AVL</a:t>
            </a:r>
            <a:r>
              <a:rPr spc="10" dirty="0">
                <a:solidFill>
                  <a:srgbClr val="FF0000"/>
                </a:solidFill>
              </a:rPr>
              <a:t> </a:t>
            </a:r>
            <a:r>
              <a:rPr spc="-5" dirty="0">
                <a:solidFill>
                  <a:srgbClr val="FF0000"/>
                </a:solidFill>
              </a:rPr>
              <a:t>Tree</a:t>
            </a:r>
          </a:p>
        </p:txBody>
      </p:sp>
      <p:sp>
        <p:nvSpPr>
          <p:cNvPr id="4" name="object 4"/>
          <p:cNvSpPr/>
          <p:nvPr/>
        </p:nvSpPr>
        <p:spPr>
          <a:xfrm>
            <a:off x="2088769" y="1556638"/>
            <a:ext cx="424281" cy="4983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2288285" y="1559179"/>
            <a:ext cx="161290" cy="3511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100" spc="15" dirty="0">
                <a:latin typeface="Times New Roman"/>
                <a:cs typeface="Times New Roman"/>
              </a:rPr>
              <a:t>h</a:t>
            </a:r>
            <a:endParaRPr sz="2100">
              <a:latin typeface="Times New Roman"/>
              <a:cs typeface="Times New Roman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2877057" y="1556638"/>
            <a:ext cx="760095" cy="498475"/>
            <a:chOff x="2877057" y="1556638"/>
            <a:chExt cx="760095" cy="498475"/>
          </a:xfrm>
        </p:grpSpPr>
        <p:sp>
          <p:nvSpPr>
            <p:cNvPr id="7" name="object 7"/>
            <p:cNvSpPr/>
            <p:nvPr/>
          </p:nvSpPr>
          <p:spPr>
            <a:xfrm>
              <a:off x="2877057" y="1556638"/>
              <a:ext cx="424281" cy="498348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187953" y="1556638"/>
              <a:ext cx="448665" cy="498348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536549" y="1545463"/>
            <a:ext cx="384111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105"/>
              </a:spcBef>
              <a:buClr>
                <a:srgbClr val="0033CC"/>
              </a:buClr>
              <a:buSzPct val="84375"/>
              <a:buChar char="●"/>
              <a:tabLst>
                <a:tab pos="355600" algn="l"/>
                <a:tab pos="356235" algn="l"/>
                <a:tab pos="2204720" algn="l"/>
                <a:tab pos="2976880" algn="l"/>
              </a:tabLst>
            </a:pPr>
            <a:r>
              <a:rPr sz="3200" dirty="0">
                <a:latin typeface="Times New Roman"/>
                <a:cs typeface="Times New Roman"/>
              </a:rPr>
              <a:t>N(h)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&gt;</a:t>
            </a:r>
            <a:r>
              <a:rPr sz="3200" dirty="0">
                <a:latin typeface="Times New Roman"/>
                <a:cs typeface="Times New Roman"/>
              </a:rPr>
              <a:t>	(	1.62)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847976" y="3716782"/>
            <a:ext cx="369417" cy="43586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613150" y="3922521"/>
            <a:ext cx="241401" cy="29108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523849" y="2129104"/>
            <a:ext cx="7800340" cy="29654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68300" marR="248920" indent="-343535">
              <a:lnSpc>
                <a:spcPct val="100000"/>
              </a:lnSpc>
              <a:spcBef>
                <a:spcPts val="105"/>
              </a:spcBef>
              <a:buClr>
                <a:srgbClr val="0033CC"/>
              </a:buClr>
              <a:buSzPct val="84375"/>
              <a:buChar char="●"/>
              <a:tabLst>
                <a:tab pos="368300" algn="l"/>
                <a:tab pos="368935" algn="l"/>
              </a:tabLst>
            </a:pPr>
            <a:r>
              <a:rPr sz="3200" dirty="0">
                <a:solidFill>
                  <a:srgbClr val="339933"/>
                </a:solidFill>
                <a:latin typeface="Times New Roman"/>
                <a:cs typeface="Times New Roman"/>
              </a:rPr>
              <a:t>Suppose we have n nodes in an AVL tree</a:t>
            </a:r>
            <a:r>
              <a:rPr sz="3200" spc="-85" dirty="0">
                <a:solidFill>
                  <a:srgbClr val="339933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339933"/>
                </a:solidFill>
                <a:latin typeface="Times New Roman"/>
                <a:cs typeface="Times New Roman"/>
              </a:rPr>
              <a:t>of  </a:t>
            </a:r>
            <a:r>
              <a:rPr sz="3200" spc="5" dirty="0">
                <a:solidFill>
                  <a:srgbClr val="339933"/>
                </a:solidFill>
                <a:latin typeface="Times New Roman"/>
                <a:cs typeface="Times New Roman"/>
              </a:rPr>
              <a:t>height</a:t>
            </a:r>
            <a:r>
              <a:rPr sz="3200" spc="-50" dirty="0">
                <a:solidFill>
                  <a:srgbClr val="339933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339933"/>
                </a:solidFill>
                <a:latin typeface="Times New Roman"/>
                <a:cs typeface="Times New Roman"/>
              </a:rPr>
              <a:t>h.</a:t>
            </a:r>
            <a:endParaRPr sz="3200">
              <a:latin typeface="Times New Roman"/>
              <a:cs typeface="Times New Roman"/>
            </a:endParaRPr>
          </a:p>
          <a:p>
            <a:pPr marL="768985" lvl="1" indent="-287020">
              <a:lnSpc>
                <a:spcPct val="100000"/>
              </a:lnSpc>
              <a:spcBef>
                <a:spcPts val="675"/>
              </a:spcBef>
              <a:buClr>
                <a:srgbClr val="CC0000"/>
              </a:buClr>
              <a:buSzPct val="83928"/>
              <a:buChar char="■"/>
              <a:tabLst>
                <a:tab pos="769620" algn="l"/>
              </a:tabLst>
            </a:pPr>
            <a:r>
              <a:rPr sz="2800" spc="-5" dirty="0">
                <a:latin typeface="Times New Roman"/>
                <a:cs typeface="Times New Roman"/>
              </a:rPr>
              <a:t>n </a:t>
            </a:r>
            <a:r>
              <a:rPr sz="2800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&gt;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N(h) </a:t>
            </a:r>
            <a:r>
              <a:rPr sz="1800" dirty="0">
                <a:solidFill>
                  <a:srgbClr val="0066CC"/>
                </a:solidFill>
                <a:latin typeface="Times New Roman"/>
                <a:cs typeface="Times New Roman"/>
              </a:rPr>
              <a:t>(because N(h) </a:t>
            </a:r>
            <a:r>
              <a:rPr sz="1800" spc="-5" dirty="0">
                <a:solidFill>
                  <a:srgbClr val="0066CC"/>
                </a:solidFill>
                <a:latin typeface="Times New Roman"/>
                <a:cs typeface="Times New Roman"/>
              </a:rPr>
              <a:t>was </a:t>
            </a:r>
            <a:r>
              <a:rPr sz="1800" dirty="0">
                <a:solidFill>
                  <a:srgbClr val="0066CC"/>
                </a:solidFill>
                <a:latin typeface="Times New Roman"/>
                <a:cs typeface="Times New Roman"/>
              </a:rPr>
              <a:t>the</a:t>
            </a:r>
            <a:r>
              <a:rPr sz="1800" spc="-5" dirty="0">
                <a:solidFill>
                  <a:srgbClr val="0066CC"/>
                </a:solidFill>
                <a:latin typeface="Times New Roman"/>
                <a:cs typeface="Times New Roman"/>
              </a:rPr>
              <a:t> minimum)</a:t>
            </a:r>
            <a:endParaRPr sz="1800">
              <a:latin typeface="Times New Roman"/>
              <a:cs typeface="Times New Roman"/>
            </a:endParaRPr>
          </a:p>
          <a:p>
            <a:pPr marL="768985" marR="68580" lvl="1" indent="-287020">
              <a:lnSpc>
                <a:spcPts val="3350"/>
              </a:lnSpc>
              <a:spcBef>
                <a:spcPts val="810"/>
              </a:spcBef>
              <a:buClr>
                <a:srgbClr val="CC0000"/>
              </a:buClr>
              <a:buSzPct val="83928"/>
              <a:buChar char="■"/>
              <a:tabLst>
                <a:tab pos="769620" algn="l"/>
                <a:tab pos="1508125" algn="l"/>
                <a:tab pos="3299460" algn="l"/>
                <a:tab pos="4210685" algn="l"/>
              </a:tabLst>
            </a:pPr>
            <a:r>
              <a:rPr sz="2800" spc="-5" dirty="0">
                <a:latin typeface="Times New Roman"/>
                <a:cs typeface="Times New Roman"/>
              </a:rPr>
              <a:t>n </a:t>
            </a:r>
            <a:r>
              <a:rPr sz="2800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&gt;</a:t>
            </a:r>
            <a:r>
              <a:rPr sz="2800" spc="-5" dirty="0">
                <a:latin typeface="Times New Roman"/>
                <a:cs typeface="Times New Roman"/>
              </a:rPr>
              <a:t>	</a:t>
            </a:r>
            <a:r>
              <a:rPr sz="2775" spc="15" baseline="25525" dirty="0">
                <a:latin typeface="Times New Roman"/>
                <a:cs typeface="Times New Roman"/>
              </a:rPr>
              <a:t>h</a:t>
            </a:r>
            <a:r>
              <a:rPr sz="2775" spc="367" baseline="2552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hence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0000"/>
                </a:solidFill>
                <a:latin typeface="Times New Roman"/>
                <a:cs typeface="Times New Roman"/>
              </a:rPr>
              <a:t>log	</a:t>
            </a:r>
            <a:r>
              <a:rPr sz="2800" spc="-5" dirty="0">
                <a:solidFill>
                  <a:srgbClr val="FF0000"/>
                </a:solidFill>
                <a:latin typeface="Times New Roman"/>
                <a:cs typeface="Times New Roman"/>
              </a:rPr>
              <a:t>n</a:t>
            </a:r>
            <a:r>
              <a:rPr sz="2800" spc="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u="heavy" spc="-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&gt;</a:t>
            </a:r>
            <a:r>
              <a:rPr sz="280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FF0000"/>
                </a:solidFill>
                <a:latin typeface="Times New Roman"/>
                <a:cs typeface="Times New Roman"/>
              </a:rPr>
              <a:t>h	</a:t>
            </a:r>
            <a:r>
              <a:rPr sz="2800" spc="-5" dirty="0">
                <a:latin typeface="Times New Roman"/>
                <a:cs typeface="Times New Roman"/>
              </a:rPr>
              <a:t>(relatively </a:t>
            </a:r>
            <a:r>
              <a:rPr sz="2800" spc="-10" dirty="0">
                <a:latin typeface="Times New Roman"/>
                <a:cs typeface="Times New Roman"/>
              </a:rPr>
              <a:t>well </a:t>
            </a:r>
            <a:r>
              <a:rPr sz="2800" spc="-5" dirty="0">
                <a:latin typeface="Times New Roman"/>
                <a:cs typeface="Times New Roman"/>
              </a:rPr>
              <a:t>balanced  </a:t>
            </a:r>
            <a:r>
              <a:rPr sz="2800" dirty="0">
                <a:latin typeface="Times New Roman"/>
                <a:cs typeface="Times New Roman"/>
              </a:rPr>
              <a:t>tree!!)</a:t>
            </a:r>
            <a:endParaRPr sz="2800">
              <a:latin typeface="Times New Roman"/>
              <a:cs typeface="Times New Roman"/>
            </a:endParaRPr>
          </a:p>
          <a:p>
            <a:pPr marL="768985" lvl="1" indent="-287020">
              <a:lnSpc>
                <a:spcPct val="100000"/>
              </a:lnSpc>
              <a:spcBef>
                <a:spcPts val="560"/>
              </a:spcBef>
              <a:buClr>
                <a:srgbClr val="CC0000"/>
              </a:buClr>
              <a:buSzPct val="83928"/>
              <a:buChar char="■"/>
              <a:tabLst>
                <a:tab pos="769620" algn="l"/>
              </a:tabLst>
            </a:pPr>
            <a:r>
              <a:rPr sz="2800" spc="-5" dirty="0">
                <a:latin typeface="Times New Roman"/>
                <a:cs typeface="Times New Roman"/>
              </a:rPr>
              <a:t>h </a:t>
            </a:r>
            <a:r>
              <a:rPr sz="2800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&lt;</a:t>
            </a:r>
            <a:r>
              <a:rPr sz="2800" spc="-5" dirty="0">
                <a:latin typeface="Times New Roman"/>
                <a:cs typeface="Times New Roman"/>
              </a:rPr>
              <a:t> 1.44 </a:t>
            </a:r>
            <a:r>
              <a:rPr sz="2800" dirty="0">
                <a:latin typeface="Times New Roman"/>
                <a:cs typeface="Times New Roman"/>
              </a:rPr>
              <a:t>log</a:t>
            </a:r>
            <a:r>
              <a:rPr sz="2775" baseline="-21021" dirty="0">
                <a:latin typeface="Times New Roman"/>
                <a:cs typeface="Times New Roman"/>
              </a:rPr>
              <a:t>2</a:t>
            </a:r>
            <a:r>
              <a:rPr sz="2800" dirty="0">
                <a:latin typeface="Times New Roman"/>
                <a:cs typeface="Times New Roman"/>
              </a:rPr>
              <a:t>n </a:t>
            </a:r>
            <a:r>
              <a:rPr sz="2800" spc="-5" dirty="0">
                <a:latin typeface="Times New Roman"/>
                <a:cs typeface="Times New Roman"/>
              </a:rPr>
              <a:t>(i.e., </a:t>
            </a:r>
            <a:r>
              <a:rPr sz="2800" dirty="0">
                <a:solidFill>
                  <a:srgbClr val="339933"/>
                </a:solidFill>
                <a:latin typeface="Times New Roman"/>
                <a:cs typeface="Times New Roman"/>
              </a:rPr>
              <a:t>Find </a:t>
            </a:r>
            <a:r>
              <a:rPr sz="2800" spc="-5" dirty="0">
                <a:solidFill>
                  <a:srgbClr val="339933"/>
                </a:solidFill>
                <a:latin typeface="Times New Roman"/>
                <a:cs typeface="Times New Roman"/>
              </a:rPr>
              <a:t>takes </a:t>
            </a:r>
            <a:r>
              <a:rPr sz="2800" dirty="0">
                <a:solidFill>
                  <a:srgbClr val="339933"/>
                </a:solidFill>
                <a:latin typeface="Times New Roman"/>
                <a:cs typeface="Times New Roman"/>
              </a:rPr>
              <a:t>O(log</a:t>
            </a:r>
            <a:r>
              <a:rPr sz="2800" spc="-10" dirty="0">
                <a:solidFill>
                  <a:srgbClr val="339933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339933"/>
                </a:solidFill>
                <a:latin typeface="Times New Roman"/>
                <a:cs typeface="Times New Roman"/>
              </a:rPr>
              <a:t>n</a:t>
            </a:r>
            <a:r>
              <a:rPr sz="2800" dirty="0">
                <a:latin typeface="Times New Roman"/>
                <a:cs typeface="Times New Roman"/>
              </a:rPr>
              <a:t>))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19</a:t>
            </a:fld>
            <a:endParaRPr lang="en-IN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371600"/>
            <a:ext cx="9144000" cy="2670175"/>
            <a:chOff x="0" y="1371600"/>
            <a:chExt cx="9144000" cy="2670175"/>
          </a:xfrm>
        </p:grpSpPr>
        <p:sp>
          <p:nvSpPr>
            <p:cNvPr id="3" name="object 3"/>
            <p:cNvSpPr/>
            <p:nvPr/>
          </p:nvSpPr>
          <p:spPr>
            <a:xfrm>
              <a:off x="0" y="1371600"/>
              <a:ext cx="9144000" cy="7620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609600" y="1447800"/>
              <a:ext cx="2320925" cy="2593975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060954" y="249428"/>
            <a:ext cx="195643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i="1" u="heavy" spc="-5" dirty="0">
                <a:solidFill>
                  <a:srgbClr val="000099"/>
                </a:solidFill>
                <a:uFill>
                  <a:solidFill>
                    <a:srgbClr val="000099"/>
                  </a:solidFill>
                </a:uFill>
                <a:latin typeface="Arial"/>
                <a:cs typeface="Arial"/>
              </a:rPr>
              <a:t>Insertion</a:t>
            </a:r>
            <a:endParaRPr sz="36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912455" y="1676400"/>
            <a:ext cx="2369468" cy="26670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733800" y="1943226"/>
            <a:ext cx="1600200" cy="228600"/>
          </a:xfrm>
          <a:custGeom>
            <a:avLst/>
            <a:gdLst/>
            <a:ahLst/>
            <a:cxnLst/>
            <a:rect l="l" t="t" r="r" b="b"/>
            <a:pathLst>
              <a:path w="1600200" h="228600">
                <a:moveTo>
                  <a:pt x="1551406" y="114173"/>
                </a:moveTo>
                <a:lnTo>
                  <a:pt x="1484757" y="197485"/>
                </a:lnTo>
                <a:lnTo>
                  <a:pt x="1481284" y="204225"/>
                </a:lnTo>
                <a:lnTo>
                  <a:pt x="1480693" y="211502"/>
                </a:lnTo>
                <a:lnTo>
                  <a:pt x="1482863" y="218469"/>
                </a:lnTo>
                <a:lnTo>
                  <a:pt x="1487677" y="224282"/>
                </a:lnTo>
                <a:lnTo>
                  <a:pt x="1494418" y="227754"/>
                </a:lnTo>
                <a:lnTo>
                  <a:pt x="1501695" y="228345"/>
                </a:lnTo>
                <a:lnTo>
                  <a:pt x="1508662" y="226175"/>
                </a:lnTo>
                <a:lnTo>
                  <a:pt x="1514475" y="221361"/>
                </a:lnTo>
                <a:lnTo>
                  <a:pt x="1584964" y="133223"/>
                </a:lnTo>
                <a:lnTo>
                  <a:pt x="1575815" y="133223"/>
                </a:lnTo>
                <a:lnTo>
                  <a:pt x="1575815" y="126111"/>
                </a:lnTo>
                <a:lnTo>
                  <a:pt x="1560957" y="126111"/>
                </a:lnTo>
                <a:lnTo>
                  <a:pt x="1551406" y="114173"/>
                </a:lnTo>
                <a:close/>
              </a:path>
              <a:path w="1600200" h="228600">
                <a:moveTo>
                  <a:pt x="1536166" y="95123"/>
                </a:moveTo>
                <a:lnTo>
                  <a:pt x="0" y="95123"/>
                </a:lnTo>
                <a:lnTo>
                  <a:pt x="0" y="133223"/>
                </a:lnTo>
                <a:lnTo>
                  <a:pt x="1536166" y="133223"/>
                </a:lnTo>
                <a:lnTo>
                  <a:pt x="1551406" y="114173"/>
                </a:lnTo>
                <a:lnTo>
                  <a:pt x="1536166" y="95123"/>
                </a:lnTo>
                <a:close/>
              </a:path>
              <a:path w="1600200" h="228600">
                <a:moveTo>
                  <a:pt x="1584964" y="95123"/>
                </a:moveTo>
                <a:lnTo>
                  <a:pt x="1575815" y="95123"/>
                </a:lnTo>
                <a:lnTo>
                  <a:pt x="1575815" y="133223"/>
                </a:lnTo>
                <a:lnTo>
                  <a:pt x="1584964" y="133223"/>
                </a:lnTo>
                <a:lnTo>
                  <a:pt x="1600200" y="114173"/>
                </a:lnTo>
                <a:lnTo>
                  <a:pt x="1584964" y="95123"/>
                </a:lnTo>
                <a:close/>
              </a:path>
              <a:path w="1600200" h="228600">
                <a:moveTo>
                  <a:pt x="1560957" y="102235"/>
                </a:moveTo>
                <a:lnTo>
                  <a:pt x="1551406" y="114173"/>
                </a:lnTo>
                <a:lnTo>
                  <a:pt x="1560957" y="126111"/>
                </a:lnTo>
                <a:lnTo>
                  <a:pt x="1560957" y="102235"/>
                </a:lnTo>
                <a:close/>
              </a:path>
              <a:path w="1600200" h="228600">
                <a:moveTo>
                  <a:pt x="1575815" y="102235"/>
                </a:moveTo>
                <a:lnTo>
                  <a:pt x="1560957" y="102235"/>
                </a:lnTo>
                <a:lnTo>
                  <a:pt x="1560957" y="126111"/>
                </a:lnTo>
                <a:lnTo>
                  <a:pt x="1575815" y="126111"/>
                </a:lnTo>
                <a:lnTo>
                  <a:pt x="1575815" y="102235"/>
                </a:lnTo>
                <a:close/>
              </a:path>
              <a:path w="1600200" h="228600">
                <a:moveTo>
                  <a:pt x="1501695" y="0"/>
                </a:moveTo>
                <a:lnTo>
                  <a:pt x="1494418" y="591"/>
                </a:lnTo>
                <a:lnTo>
                  <a:pt x="1487677" y="4063"/>
                </a:lnTo>
                <a:lnTo>
                  <a:pt x="1482863" y="9876"/>
                </a:lnTo>
                <a:lnTo>
                  <a:pt x="1480693" y="16843"/>
                </a:lnTo>
                <a:lnTo>
                  <a:pt x="1481284" y="24120"/>
                </a:lnTo>
                <a:lnTo>
                  <a:pt x="1484757" y="30861"/>
                </a:lnTo>
                <a:lnTo>
                  <a:pt x="1551406" y="114173"/>
                </a:lnTo>
                <a:lnTo>
                  <a:pt x="1560957" y="102235"/>
                </a:lnTo>
                <a:lnTo>
                  <a:pt x="1575815" y="102235"/>
                </a:lnTo>
                <a:lnTo>
                  <a:pt x="1575815" y="95123"/>
                </a:lnTo>
                <a:lnTo>
                  <a:pt x="1584964" y="95123"/>
                </a:lnTo>
                <a:lnTo>
                  <a:pt x="1514475" y="6985"/>
                </a:lnTo>
                <a:lnTo>
                  <a:pt x="1508662" y="2170"/>
                </a:lnTo>
                <a:lnTo>
                  <a:pt x="150169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3660775" y="2310511"/>
            <a:ext cx="128905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i="1" spc="-5" dirty="0">
                <a:latin typeface="Arial"/>
                <a:cs typeface="Arial"/>
              </a:rPr>
              <a:t>Insert</a:t>
            </a:r>
            <a:r>
              <a:rPr sz="2800" b="1" i="1" spc="-75" dirty="0">
                <a:latin typeface="Arial"/>
                <a:cs typeface="Arial"/>
              </a:rPr>
              <a:t> </a:t>
            </a:r>
            <a:r>
              <a:rPr sz="2800" b="1" i="1" spc="-5" dirty="0">
                <a:latin typeface="Arial"/>
                <a:cs typeface="Arial"/>
              </a:rPr>
              <a:t>6</a:t>
            </a:r>
            <a:endParaRPr sz="28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962400" y="3869690"/>
            <a:ext cx="1457325" cy="906144"/>
          </a:xfrm>
          <a:custGeom>
            <a:avLst/>
            <a:gdLst/>
            <a:ahLst/>
            <a:cxnLst/>
            <a:rect l="l" t="t" r="r" b="b"/>
            <a:pathLst>
              <a:path w="1457325" h="906145">
                <a:moveTo>
                  <a:pt x="42163" y="703072"/>
                </a:moveTo>
                <a:lnTo>
                  <a:pt x="0" y="854710"/>
                </a:lnTo>
                <a:lnTo>
                  <a:pt x="127888" y="904494"/>
                </a:lnTo>
                <a:lnTo>
                  <a:pt x="135328" y="905789"/>
                </a:lnTo>
                <a:lnTo>
                  <a:pt x="142446" y="904192"/>
                </a:lnTo>
                <a:lnTo>
                  <a:pt x="148445" y="900047"/>
                </a:lnTo>
                <a:lnTo>
                  <a:pt x="152526" y="893699"/>
                </a:lnTo>
                <a:lnTo>
                  <a:pt x="153822" y="886186"/>
                </a:lnTo>
                <a:lnTo>
                  <a:pt x="152225" y="879030"/>
                </a:lnTo>
                <a:lnTo>
                  <a:pt x="148080" y="873017"/>
                </a:lnTo>
                <a:lnTo>
                  <a:pt x="141732" y="868934"/>
                </a:lnTo>
                <a:lnTo>
                  <a:pt x="116255" y="859028"/>
                </a:lnTo>
                <a:lnTo>
                  <a:pt x="30607" y="859028"/>
                </a:lnTo>
                <a:lnTo>
                  <a:pt x="11557" y="826008"/>
                </a:lnTo>
                <a:lnTo>
                  <a:pt x="45810" y="806176"/>
                </a:lnTo>
                <a:lnTo>
                  <a:pt x="58165" y="724662"/>
                </a:lnTo>
                <a:lnTo>
                  <a:pt x="57773" y="717163"/>
                </a:lnTo>
                <a:lnTo>
                  <a:pt x="54641" y="710580"/>
                </a:lnTo>
                <a:lnTo>
                  <a:pt x="49272" y="705641"/>
                </a:lnTo>
                <a:lnTo>
                  <a:pt x="42163" y="703072"/>
                </a:lnTo>
                <a:close/>
              </a:path>
              <a:path w="1457325" h="906145">
                <a:moveTo>
                  <a:pt x="45810" y="806176"/>
                </a:moveTo>
                <a:lnTo>
                  <a:pt x="11557" y="826008"/>
                </a:lnTo>
                <a:lnTo>
                  <a:pt x="30607" y="859028"/>
                </a:lnTo>
                <a:lnTo>
                  <a:pt x="54297" y="845312"/>
                </a:lnTo>
                <a:lnTo>
                  <a:pt x="39877" y="845312"/>
                </a:lnTo>
                <a:lnTo>
                  <a:pt x="28066" y="824738"/>
                </a:lnTo>
                <a:lnTo>
                  <a:pt x="42996" y="824738"/>
                </a:lnTo>
                <a:lnTo>
                  <a:pt x="45810" y="806176"/>
                </a:lnTo>
                <a:close/>
              </a:path>
              <a:path w="1457325" h="906145">
                <a:moveTo>
                  <a:pt x="65017" y="839105"/>
                </a:moveTo>
                <a:lnTo>
                  <a:pt x="30607" y="859028"/>
                </a:lnTo>
                <a:lnTo>
                  <a:pt x="116255" y="859028"/>
                </a:lnTo>
                <a:lnTo>
                  <a:pt x="65017" y="839105"/>
                </a:lnTo>
                <a:close/>
              </a:path>
              <a:path w="1457325" h="906145">
                <a:moveTo>
                  <a:pt x="28066" y="824738"/>
                </a:moveTo>
                <a:lnTo>
                  <a:pt x="39877" y="845312"/>
                </a:lnTo>
                <a:lnTo>
                  <a:pt x="42165" y="830219"/>
                </a:lnTo>
                <a:lnTo>
                  <a:pt x="28066" y="824738"/>
                </a:lnTo>
                <a:close/>
              </a:path>
              <a:path w="1457325" h="906145">
                <a:moveTo>
                  <a:pt x="42165" y="830219"/>
                </a:moveTo>
                <a:lnTo>
                  <a:pt x="39877" y="845312"/>
                </a:lnTo>
                <a:lnTo>
                  <a:pt x="54297" y="845312"/>
                </a:lnTo>
                <a:lnTo>
                  <a:pt x="65017" y="839105"/>
                </a:lnTo>
                <a:lnTo>
                  <a:pt x="42165" y="830219"/>
                </a:lnTo>
                <a:close/>
              </a:path>
              <a:path w="1457325" h="906145">
                <a:moveTo>
                  <a:pt x="1438275" y="0"/>
                </a:moveTo>
                <a:lnTo>
                  <a:pt x="45810" y="806176"/>
                </a:lnTo>
                <a:lnTo>
                  <a:pt x="42165" y="830219"/>
                </a:lnTo>
                <a:lnTo>
                  <a:pt x="65017" y="839105"/>
                </a:lnTo>
                <a:lnTo>
                  <a:pt x="1457325" y="33020"/>
                </a:lnTo>
                <a:lnTo>
                  <a:pt x="1438275" y="0"/>
                </a:lnTo>
                <a:close/>
              </a:path>
              <a:path w="1457325" h="906145">
                <a:moveTo>
                  <a:pt x="42996" y="824738"/>
                </a:moveTo>
                <a:lnTo>
                  <a:pt x="28066" y="824738"/>
                </a:lnTo>
                <a:lnTo>
                  <a:pt x="42165" y="830219"/>
                </a:lnTo>
                <a:lnTo>
                  <a:pt x="42996" y="82473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4727828" y="4445889"/>
            <a:ext cx="2798445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000" b="1" i="1" dirty="0">
                <a:latin typeface="Arial"/>
                <a:cs typeface="Arial"/>
              </a:rPr>
              <a:t>Imbalance at 8  Perform rotation with</a:t>
            </a:r>
            <a:r>
              <a:rPr sz="2000" b="1" i="1" spc="-170" dirty="0">
                <a:latin typeface="Arial"/>
                <a:cs typeface="Arial"/>
              </a:rPr>
              <a:t> </a:t>
            </a:r>
            <a:r>
              <a:rPr sz="2000" b="1" i="1" dirty="0">
                <a:latin typeface="Arial"/>
                <a:cs typeface="Arial"/>
              </a:rPr>
              <a:t>7</a:t>
            </a:r>
            <a:endParaRPr sz="20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838200" y="4137025"/>
            <a:ext cx="2754376" cy="258378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20</a:t>
            </a:fld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371600"/>
            <a:ext cx="9144000" cy="762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31140" y="173228"/>
            <a:ext cx="18288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i="1" u="heavy" spc="-5" dirty="0">
                <a:solidFill>
                  <a:srgbClr val="000099"/>
                </a:solidFill>
                <a:uFill>
                  <a:solidFill>
                    <a:srgbClr val="000099"/>
                  </a:solidFill>
                </a:uFill>
                <a:latin typeface="Arial"/>
                <a:cs typeface="Arial"/>
              </a:rPr>
              <a:t>Deletion</a:t>
            </a:r>
            <a:endParaRPr sz="36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432175" y="2235835"/>
            <a:ext cx="99758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i="1" dirty="0">
                <a:latin typeface="Arial"/>
                <a:cs typeface="Arial"/>
              </a:rPr>
              <a:t>Delete</a:t>
            </a:r>
            <a:r>
              <a:rPr sz="2000" b="1" i="1" spc="-114" dirty="0">
                <a:latin typeface="Arial"/>
                <a:cs typeface="Arial"/>
              </a:rPr>
              <a:t> </a:t>
            </a:r>
            <a:r>
              <a:rPr sz="2000" b="1" i="1" dirty="0">
                <a:latin typeface="Arial"/>
                <a:cs typeface="Arial"/>
              </a:rPr>
              <a:t>4</a:t>
            </a:r>
            <a:endParaRPr sz="20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429000" y="1790826"/>
            <a:ext cx="1295400" cy="228600"/>
          </a:xfrm>
          <a:custGeom>
            <a:avLst/>
            <a:gdLst/>
            <a:ahLst/>
            <a:cxnLst/>
            <a:rect l="l" t="t" r="r" b="b"/>
            <a:pathLst>
              <a:path w="1295400" h="228600">
                <a:moveTo>
                  <a:pt x="1246606" y="114173"/>
                </a:moveTo>
                <a:lnTo>
                  <a:pt x="1179957" y="197485"/>
                </a:lnTo>
                <a:lnTo>
                  <a:pt x="1176484" y="204225"/>
                </a:lnTo>
                <a:lnTo>
                  <a:pt x="1175893" y="211502"/>
                </a:lnTo>
                <a:lnTo>
                  <a:pt x="1178063" y="218469"/>
                </a:lnTo>
                <a:lnTo>
                  <a:pt x="1182877" y="224282"/>
                </a:lnTo>
                <a:lnTo>
                  <a:pt x="1189618" y="227754"/>
                </a:lnTo>
                <a:lnTo>
                  <a:pt x="1196895" y="228345"/>
                </a:lnTo>
                <a:lnTo>
                  <a:pt x="1203862" y="226175"/>
                </a:lnTo>
                <a:lnTo>
                  <a:pt x="1209675" y="221361"/>
                </a:lnTo>
                <a:lnTo>
                  <a:pt x="1280164" y="133223"/>
                </a:lnTo>
                <a:lnTo>
                  <a:pt x="1271015" y="133223"/>
                </a:lnTo>
                <a:lnTo>
                  <a:pt x="1271015" y="126111"/>
                </a:lnTo>
                <a:lnTo>
                  <a:pt x="1256157" y="126111"/>
                </a:lnTo>
                <a:lnTo>
                  <a:pt x="1246606" y="114173"/>
                </a:lnTo>
                <a:close/>
              </a:path>
              <a:path w="1295400" h="228600">
                <a:moveTo>
                  <a:pt x="1231366" y="95123"/>
                </a:moveTo>
                <a:lnTo>
                  <a:pt x="0" y="95123"/>
                </a:lnTo>
                <a:lnTo>
                  <a:pt x="0" y="133223"/>
                </a:lnTo>
                <a:lnTo>
                  <a:pt x="1231366" y="133223"/>
                </a:lnTo>
                <a:lnTo>
                  <a:pt x="1246606" y="114173"/>
                </a:lnTo>
                <a:lnTo>
                  <a:pt x="1231366" y="95123"/>
                </a:lnTo>
                <a:close/>
              </a:path>
              <a:path w="1295400" h="228600">
                <a:moveTo>
                  <a:pt x="1280164" y="95123"/>
                </a:moveTo>
                <a:lnTo>
                  <a:pt x="1271015" y="95123"/>
                </a:lnTo>
                <a:lnTo>
                  <a:pt x="1271015" y="133223"/>
                </a:lnTo>
                <a:lnTo>
                  <a:pt x="1280164" y="133223"/>
                </a:lnTo>
                <a:lnTo>
                  <a:pt x="1295400" y="114173"/>
                </a:lnTo>
                <a:lnTo>
                  <a:pt x="1280164" y="95123"/>
                </a:lnTo>
                <a:close/>
              </a:path>
              <a:path w="1295400" h="228600">
                <a:moveTo>
                  <a:pt x="1256157" y="102235"/>
                </a:moveTo>
                <a:lnTo>
                  <a:pt x="1246606" y="114173"/>
                </a:lnTo>
                <a:lnTo>
                  <a:pt x="1256157" y="126111"/>
                </a:lnTo>
                <a:lnTo>
                  <a:pt x="1256157" y="102235"/>
                </a:lnTo>
                <a:close/>
              </a:path>
              <a:path w="1295400" h="228600">
                <a:moveTo>
                  <a:pt x="1271015" y="102235"/>
                </a:moveTo>
                <a:lnTo>
                  <a:pt x="1256157" y="102235"/>
                </a:lnTo>
                <a:lnTo>
                  <a:pt x="1256157" y="126111"/>
                </a:lnTo>
                <a:lnTo>
                  <a:pt x="1271015" y="126111"/>
                </a:lnTo>
                <a:lnTo>
                  <a:pt x="1271015" y="102235"/>
                </a:lnTo>
                <a:close/>
              </a:path>
              <a:path w="1295400" h="228600">
                <a:moveTo>
                  <a:pt x="1196895" y="0"/>
                </a:moveTo>
                <a:lnTo>
                  <a:pt x="1189618" y="591"/>
                </a:lnTo>
                <a:lnTo>
                  <a:pt x="1182877" y="4063"/>
                </a:lnTo>
                <a:lnTo>
                  <a:pt x="1178063" y="9876"/>
                </a:lnTo>
                <a:lnTo>
                  <a:pt x="1175893" y="16843"/>
                </a:lnTo>
                <a:lnTo>
                  <a:pt x="1176484" y="24120"/>
                </a:lnTo>
                <a:lnTo>
                  <a:pt x="1179957" y="30861"/>
                </a:lnTo>
                <a:lnTo>
                  <a:pt x="1246606" y="114173"/>
                </a:lnTo>
                <a:lnTo>
                  <a:pt x="1256157" y="102235"/>
                </a:lnTo>
                <a:lnTo>
                  <a:pt x="1271015" y="102235"/>
                </a:lnTo>
                <a:lnTo>
                  <a:pt x="1271015" y="95123"/>
                </a:lnTo>
                <a:lnTo>
                  <a:pt x="1280164" y="95123"/>
                </a:lnTo>
                <a:lnTo>
                  <a:pt x="1209675" y="6985"/>
                </a:lnTo>
                <a:lnTo>
                  <a:pt x="1203862" y="2170"/>
                </a:lnTo>
                <a:lnTo>
                  <a:pt x="119689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886200" y="3792982"/>
            <a:ext cx="1380490" cy="762635"/>
          </a:xfrm>
          <a:custGeom>
            <a:avLst/>
            <a:gdLst/>
            <a:ahLst/>
            <a:cxnLst/>
            <a:rect l="l" t="t" r="r" b="b"/>
            <a:pathLst>
              <a:path w="1380489" h="762635">
                <a:moveTo>
                  <a:pt x="43757" y="553918"/>
                </a:moveTo>
                <a:lnTo>
                  <a:pt x="37004" y="556672"/>
                </a:lnTo>
                <a:lnTo>
                  <a:pt x="31751" y="561760"/>
                </a:lnTo>
                <a:lnTo>
                  <a:pt x="28701" y="568706"/>
                </a:lnTo>
                <a:lnTo>
                  <a:pt x="0" y="702818"/>
                </a:lnTo>
                <a:lnTo>
                  <a:pt x="124587" y="760349"/>
                </a:lnTo>
                <a:lnTo>
                  <a:pt x="131929" y="762113"/>
                </a:lnTo>
                <a:lnTo>
                  <a:pt x="139128" y="760936"/>
                </a:lnTo>
                <a:lnTo>
                  <a:pt x="145375" y="757116"/>
                </a:lnTo>
                <a:lnTo>
                  <a:pt x="149860" y="750951"/>
                </a:lnTo>
                <a:lnTo>
                  <a:pt x="151626" y="743608"/>
                </a:lnTo>
                <a:lnTo>
                  <a:pt x="150463" y="736409"/>
                </a:lnTo>
                <a:lnTo>
                  <a:pt x="146681" y="730162"/>
                </a:lnTo>
                <a:lnTo>
                  <a:pt x="140588" y="725678"/>
                </a:lnTo>
                <a:lnTo>
                  <a:pt x="104225" y="708914"/>
                </a:lnTo>
                <a:lnTo>
                  <a:pt x="30352" y="708914"/>
                </a:lnTo>
                <a:lnTo>
                  <a:pt x="13335" y="674878"/>
                </a:lnTo>
                <a:lnTo>
                  <a:pt x="48718" y="657186"/>
                </a:lnTo>
                <a:lnTo>
                  <a:pt x="66039" y="576580"/>
                </a:lnTo>
                <a:lnTo>
                  <a:pt x="66095" y="569029"/>
                </a:lnTo>
                <a:lnTo>
                  <a:pt x="63341" y="562276"/>
                </a:lnTo>
                <a:lnTo>
                  <a:pt x="58253" y="557023"/>
                </a:lnTo>
                <a:lnTo>
                  <a:pt x="51308" y="553974"/>
                </a:lnTo>
                <a:lnTo>
                  <a:pt x="43757" y="553918"/>
                </a:lnTo>
                <a:close/>
              </a:path>
              <a:path w="1380489" h="762635">
                <a:moveTo>
                  <a:pt x="48718" y="657186"/>
                </a:moveTo>
                <a:lnTo>
                  <a:pt x="13335" y="674878"/>
                </a:lnTo>
                <a:lnTo>
                  <a:pt x="30352" y="708914"/>
                </a:lnTo>
                <a:lnTo>
                  <a:pt x="56260" y="695960"/>
                </a:lnTo>
                <a:lnTo>
                  <a:pt x="40386" y="695960"/>
                </a:lnTo>
                <a:lnTo>
                  <a:pt x="29845" y="674624"/>
                </a:lnTo>
                <a:lnTo>
                  <a:pt x="44970" y="674624"/>
                </a:lnTo>
                <a:lnTo>
                  <a:pt x="48718" y="657186"/>
                </a:lnTo>
                <a:close/>
              </a:path>
              <a:path w="1380489" h="762635">
                <a:moveTo>
                  <a:pt x="65790" y="691195"/>
                </a:moveTo>
                <a:lnTo>
                  <a:pt x="30352" y="708914"/>
                </a:lnTo>
                <a:lnTo>
                  <a:pt x="104225" y="708914"/>
                </a:lnTo>
                <a:lnTo>
                  <a:pt x="65790" y="691195"/>
                </a:lnTo>
                <a:close/>
              </a:path>
              <a:path w="1380489" h="762635">
                <a:moveTo>
                  <a:pt x="29845" y="674624"/>
                </a:moveTo>
                <a:lnTo>
                  <a:pt x="40386" y="695960"/>
                </a:lnTo>
                <a:lnTo>
                  <a:pt x="43607" y="680968"/>
                </a:lnTo>
                <a:lnTo>
                  <a:pt x="29845" y="674624"/>
                </a:lnTo>
                <a:close/>
              </a:path>
              <a:path w="1380489" h="762635">
                <a:moveTo>
                  <a:pt x="43607" y="680968"/>
                </a:moveTo>
                <a:lnTo>
                  <a:pt x="40386" y="695960"/>
                </a:lnTo>
                <a:lnTo>
                  <a:pt x="56260" y="695960"/>
                </a:lnTo>
                <a:lnTo>
                  <a:pt x="65790" y="691195"/>
                </a:lnTo>
                <a:lnTo>
                  <a:pt x="43607" y="680968"/>
                </a:lnTo>
                <a:close/>
              </a:path>
              <a:path w="1380489" h="762635">
                <a:moveTo>
                  <a:pt x="1363090" y="0"/>
                </a:moveTo>
                <a:lnTo>
                  <a:pt x="48718" y="657186"/>
                </a:lnTo>
                <a:lnTo>
                  <a:pt x="43607" y="680968"/>
                </a:lnTo>
                <a:lnTo>
                  <a:pt x="65790" y="691195"/>
                </a:lnTo>
                <a:lnTo>
                  <a:pt x="1380109" y="34036"/>
                </a:lnTo>
                <a:lnTo>
                  <a:pt x="1363090" y="0"/>
                </a:lnTo>
                <a:close/>
              </a:path>
              <a:path w="1380489" h="762635">
                <a:moveTo>
                  <a:pt x="44970" y="674624"/>
                </a:moveTo>
                <a:lnTo>
                  <a:pt x="29845" y="674624"/>
                </a:lnTo>
                <a:lnTo>
                  <a:pt x="43607" y="680968"/>
                </a:lnTo>
                <a:lnTo>
                  <a:pt x="44970" y="6746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032628" y="3836289"/>
            <a:ext cx="2798445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000" b="1" i="1" dirty="0">
                <a:latin typeface="Arial"/>
                <a:cs typeface="Arial"/>
              </a:rPr>
              <a:t>Imbalance at 3  Perform rotation with</a:t>
            </a:r>
            <a:r>
              <a:rPr sz="2000" b="1" i="1" spc="-170" dirty="0">
                <a:latin typeface="Arial"/>
                <a:cs typeface="Arial"/>
              </a:rPr>
              <a:t> </a:t>
            </a:r>
            <a:r>
              <a:rPr sz="2000" b="1" i="1" dirty="0">
                <a:latin typeface="Arial"/>
                <a:cs typeface="Arial"/>
              </a:rPr>
              <a:t>2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228600" y="1371472"/>
            <a:ext cx="8229600" cy="5179060"/>
            <a:chOff x="228600" y="1371472"/>
            <a:chExt cx="8229600" cy="5179060"/>
          </a:xfrm>
        </p:grpSpPr>
        <p:sp>
          <p:nvSpPr>
            <p:cNvPr id="9" name="object 9"/>
            <p:cNvSpPr/>
            <p:nvPr/>
          </p:nvSpPr>
          <p:spPr>
            <a:xfrm>
              <a:off x="228600" y="1371472"/>
              <a:ext cx="2971800" cy="2440051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410200" y="1447672"/>
              <a:ext cx="3048000" cy="2503551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09600" y="3886199"/>
              <a:ext cx="2819400" cy="2663825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383540" y="6182969"/>
            <a:ext cx="2798445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000" b="1" i="1" dirty="0">
                <a:latin typeface="Arial"/>
                <a:cs typeface="Arial"/>
              </a:rPr>
              <a:t>Imbalance at 5  Perform rotation with</a:t>
            </a:r>
            <a:r>
              <a:rPr sz="2000" b="1" i="1" spc="-170" dirty="0">
                <a:latin typeface="Arial"/>
                <a:cs typeface="Arial"/>
              </a:rPr>
              <a:t> </a:t>
            </a:r>
            <a:r>
              <a:rPr sz="2000" b="1" i="1" dirty="0">
                <a:latin typeface="Arial"/>
                <a:cs typeface="Arial"/>
              </a:rPr>
              <a:t>8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3962400" y="4572000"/>
            <a:ext cx="4556125" cy="2114550"/>
            <a:chOff x="3962400" y="4572000"/>
            <a:chExt cx="4556125" cy="2114550"/>
          </a:xfrm>
        </p:grpSpPr>
        <p:sp>
          <p:nvSpPr>
            <p:cNvPr id="14" name="object 14"/>
            <p:cNvSpPr/>
            <p:nvPr/>
          </p:nvSpPr>
          <p:spPr>
            <a:xfrm>
              <a:off x="3962400" y="5600815"/>
              <a:ext cx="1219200" cy="228600"/>
            </a:xfrm>
            <a:custGeom>
              <a:avLst/>
              <a:gdLst/>
              <a:ahLst/>
              <a:cxnLst/>
              <a:rect l="l" t="t" r="r" b="b"/>
              <a:pathLst>
                <a:path w="1219200" h="228600">
                  <a:moveTo>
                    <a:pt x="1170437" y="114184"/>
                  </a:moveTo>
                  <a:lnTo>
                    <a:pt x="1103757" y="197534"/>
                  </a:lnTo>
                  <a:lnTo>
                    <a:pt x="1100284" y="204260"/>
                  </a:lnTo>
                  <a:lnTo>
                    <a:pt x="1099693" y="211539"/>
                  </a:lnTo>
                  <a:lnTo>
                    <a:pt x="1101863" y="218508"/>
                  </a:lnTo>
                  <a:lnTo>
                    <a:pt x="1106677" y="224305"/>
                  </a:lnTo>
                  <a:lnTo>
                    <a:pt x="1113418" y="227772"/>
                  </a:lnTo>
                  <a:lnTo>
                    <a:pt x="1120695" y="228368"/>
                  </a:lnTo>
                  <a:lnTo>
                    <a:pt x="1127662" y="226189"/>
                  </a:lnTo>
                  <a:lnTo>
                    <a:pt x="1133475" y="221334"/>
                  </a:lnTo>
                  <a:lnTo>
                    <a:pt x="1203959" y="133234"/>
                  </a:lnTo>
                  <a:lnTo>
                    <a:pt x="1194815" y="133234"/>
                  </a:lnTo>
                  <a:lnTo>
                    <a:pt x="1194815" y="126084"/>
                  </a:lnTo>
                  <a:lnTo>
                    <a:pt x="1179957" y="126084"/>
                  </a:lnTo>
                  <a:lnTo>
                    <a:pt x="1170437" y="114184"/>
                  </a:lnTo>
                  <a:close/>
                </a:path>
                <a:path w="1219200" h="228600">
                  <a:moveTo>
                    <a:pt x="1155197" y="95134"/>
                  </a:moveTo>
                  <a:lnTo>
                    <a:pt x="0" y="95134"/>
                  </a:lnTo>
                  <a:lnTo>
                    <a:pt x="0" y="133234"/>
                  </a:lnTo>
                  <a:lnTo>
                    <a:pt x="1155197" y="133234"/>
                  </a:lnTo>
                  <a:lnTo>
                    <a:pt x="1170437" y="114184"/>
                  </a:lnTo>
                  <a:lnTo>
                    <a:pt x="1155197" y="95134"/>
                  </a:lnTo>
                  <a:close/>
                </a:path>
                <a:path w="1219200" h="228600">
                  <a:moveTo>
                    <a:pt x="1203959" y="95134"/>
                  </a:moveTo>
                  <a:lnTo>
                    <a:pt x="1194815" y="95134"/>
                  </a:lnTo>
                  <a:lnTo>
                    <a:pt x="1194815" y="133234"/>
                  </a:lnTo>
                  <a:lnTo>
                    <a:pt x="1203959" y="133234"/>
                  </a:lnTo>
                  <a:lnTo>
                    <a:pt x="1219200" y="114184"/>
                  </a:lnTo>
                  <a:lnTo>
                    <a:pt x="1203959" y="95134"/>
                  </a:lnTo>
                  <a:close/>
                </a:path>
                <a:path w="1219200" h="228600">
                  <a:moveTo>
                    <a:pt x="1179957" y="102284"/>
                  </a:moveTo>
                  <a:lnTo>
                    <a:pt x="1170437" y="114184"/>
                  </a:lnTo>
                  <a:lnTo>
                    <a:pt x="1179957" y="126084"/>
                  </a:lnTo>
                  <a:lnTo>
                    <a:pt x="1179957" y="102284"/>
                  </a:lnTo>
                  <a:close/>
                </a:path>
                <a:path w="1219200" h="228600">
                  <a:moveTo>
                    <a:pt x="1194815" y="102284"/>
                  </a:moveTo>
                  <a:lnTo>
                    <a:pt x="1179957" y="102284"/>
                  </a:lnTo>
                  <a:lnTo>
                    <a:pt x="1179957" y="126084"/>
                  </a:lnTo>
                  <a:lnTo>
                    <a:pt x="1194815" y="126084"/>
                  </a:lnTo>
                  <a:lnTo>
                    <a:pt x="1194815" y="102284"/>
                  </a:lnTo>
                  <a:close/>
                </a:path>
                <a:path w="1219200" h="228600">
                  <a:moveTo>
                    <a:pt x="1120695" y="0"/>
                  </a:moveTo>
                  <a:lnTo>
                    <a:pt x="1113418" y="595"/>
                  </a:lnTo>
                  <a:lnTo>
                    <a:pt x="1106677" y="4062"/>
                  </a:lnTo>
                  <a:lnTo>
                    <a:pt x="1101863" y="9859"/>
                  </a:lnTo>
                  <a:lnTo>
                    <a:pt x="1099693" y="16829"/>
                  </a:lnTo>
                  <a:lnTo>
                    <a:pt x="1100284" y="24107"/>
                  </a:lnTo>
                  <a:lnTo>
                    <a:pt x="1103757" y="30834"/>
                  </a:lnTo>
                  <a:lnTo>
                    <a:pt x="1170437" y="114184"/>
                  </a:lnTo>
                  <a:lnTo>
                    <a:pt x="1179957" y="102284"/>
                  </a:lnTo>
                  <a:lnTo>
                    <a:pt x="1194815" y="102284"/>
                  </a:lnTo>
                  <a:lnTo>
                    <a:pt x="1194815" y="95134"/>
                  </a:lnTo>
                  <a:lnTo>
                    <a:pt x="1203959" y="95134"/>
                  </a:lnTo>
                  <a:lnTo>
                    <a:pt x="1133475" y="7034"/>
                  </a:lnTo>
                  <a:lnTo>
                    <a:pt x="1127662" y="2178"/>
                  </a:lnTo>
                  <a:lnTo>
                    <a:pt x="112069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638800" y="4572000"/>
              <a:ext cx="2879725" cy="2114550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Slide Number Placeholder 15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21</a:t>
            </a:fld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371600"/>
            <a:ext cx="9144000" cy="762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345941" y="392633"/>
            <a:ext cx="245110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>
                <a:solidFill>
                  <a:srgbClr val="000099"/>
                </a:solidFill>
              </a:rPr>
              <a:t>Key</a:t>
            </a:r>
            <a:r>
              <a:rPr spc="-80" dirty="0">
                <a:solidFill>
                  <a:srgbClr val="000099"/>
                </a:solidFill>
              </a:rPr>
              <a:t> </a:t>
            </a:r>
            <a:r>
              <a:rPr spc="-5" dirty="0">
                <a:solidFill>
                  <a:srgbClr val="000099"/>
                </a:solidFill>
              </a:rPr>
              <a:t>Points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36549" y="1543938"/>
            <a:ext cx="7549515" cy="25628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344170" indent="-343535">
              <a:lnSpc>
                <a:spcPct val="100000"/>
              </a:lnSpc>
              <a:spcBef>
                <a:spcPts val="105"/>
              </a:spcBef>
              <a:buClr>
                <a:srgbClr val="0033CC"/>
              </a:buClr>
              <a:buSzPct val="84375"/>
              <a:buChar char="●"/>
              <a:tabLst>
                <a:tab pos="355600" algn="l"/>
                <a:tab pos="356235" algn="l"/>
              </a:tabLst>
            </a:pPr>
            <a:r>
              <a:rPr sz="3200" dirty="0">
                <a:latin typeface="Times New Roman"/>
                <a:cs typeface="Times New Roman"/>
              </a:rPr>
              <a:t>AVL tree remain </a:t>
            </a:r>
            <a:r>
              <a:rPr sz="3200" spc="5" dirty="0">
                <a:solidFill>
                  <a:srgbClr val="FF0000"/>
                </a:solidFill>
                <a:latin typeface="Times New Roman"/>
                <a:cs typeface="Times New Roman"/>
              </a:rPr>
              <a:t>balanced </a:t>
            </a:r>
            <a:r>
              <a:rPr sz="3200" dirty="0">
                <a:latin typeface="Times New Roman"/>
                <a:cs typeface="Times New Roman"/>
              </a:rPr>
              <a:t>by applying  rotations, therefore it guarantees </a:t>
            </a:r>
            <a:r>
              <a:rPr sz="3200" dirty="0">
                <a:solidFill>
                  <a:srgbClr val="FF0000"/>
                </a:solidFill>
                <a:latin typeface="Times New Roman"/>
                <a:cs typeface="Times New Roman"/>
              </a:rPr>
              <a:t>O(log</a:t>
            </a:r>
            <a:r>
              <a:rPr sz="3200" spc="-1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0000"/>
                </a:solidFill>
                <a:latin typeface="Times New Roman"/>
                <a:cs typeface="Times New Roman"/>
              </a:rPr>
              <a:t>N) </a:t>
            </a:r>
            <a:r>
              <a:rPr sz="3200" dirty="0">
                <a:latin typeface="Times New Roman"/>
                <a:cs typeface="Times New Roman"/>
              </a:rPr>
              <a:t> search time in a dynamic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environment</a:t>
            </a:r>
            <a:endParaRPr sz="3200">
              <a:latin typeface="Times New Roman"/>
              <a:cs typeface="Times New Roman"/>
            </a:endParaRPr>
          </a:p>
          <a:p>
            <a:pPr marL="355600" marR="5080" indent="-343535">
              <a:lnSpc>
                <a:spcPct val="100000"/>
              </a:lnSpc>
              <a:spcBef>
                <a:spcPts val="770"/>
              </a:spcBef>
              <a:buClr>
                <a:srgbClr val="0033CC"/>
              </a:buClr>
              <a:buSzPct val="84375"/>
              <a:buChar char="●"/>
              <a:tabLst>
                <a:tab pos="355600" algn="l"/>
                <a:tab pos="356235" algn="l"/>
              </a:tabLst>
            </a:pPr>
            <a:r>
              <a:rPr sz="3200" dirty="0">
                <a:latin typeface="Times New Roman"/>
                <a:cs typeface="Times New Roman"/>
              </a:rPr>
              <a:t>Tree </a:t>
            </a:r>
            <a:r>
              <a:rPr sz="3200" spc="5" dirty="0">
                <a:latin typeface="Times New Roman"/>
                <a:cs typeface="Times New Roman"/>
              </a:rPr>
              <a:t>can </a:t>
            </a:r>
            <a:r>
              <a:rPr sz="3200" dirty="0">
                <a:latin typeface="Times New Roman"/>
                <a:cs typeface="Times New Roman"/>
              </a:rPr>
              <a:t>be re-balanced in at most </a:t>
            </a:r>
            <a:r>
              <a:rPr sz="3200" dirty="0">
                <a:solidFill>
                  <a:srgbClr val="FF0000"/>
                </a:solidFill>
                <a:latin typeface="Times New Roman"/>
                <a:cs typeface="Times New Roman"/>
              </a:rPr>
              <a:t>O(log</a:t>
            </a:r>
            <a:r>
              <a:rPr sz="3200" spc="-1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0000"/>
                </a:solidFill>
                <a:latin typeface="Times New Roman"/>
                <a:cs typeface="Times New Roman"/>
              </a:rPr>
              <a:t>N) </a:t>
            </a:r>
            <a:r>
              <a:rPr sz="3200" dirty="0">
                <a:latin typeface="Times New Roman"/>
                <a:cs typeface="Times New Roman"/>
              </a:rPr>
              <a:t> time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22</a:t>
            </a:fld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371600"/>
            <a:ext cx="9144000" cy="762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146173" y="392633"/>
            <a:ext cx="484949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Searching AVL</a:t>
            </a:r>
            <a:r>
              <a:rPr spc="-50" dirty="0"/>
              <a:t> </a:t>
            </a:r>
            <a:r>
              <a:rPr spc="-5" dirty="0"/>
              <a:t>Trees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36549" y="1543938"/>
            <a:ext cx="7759700" cy="28803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3535">
              <a:lnSpc>
                <a:spcPct val="100000"/>
              </a:lnSpc>
              <a:spcBef>
                <a:spcPts val="105"/>
              </a:spcBef>
              <a:buClr>
                <a:srgbClr val="0033CC"/>
              </a:buClr>
              <a:buSzPct val="84375"/>
              <a:buChar char="●"/>
              <a:tabLst>
                <a:tab pos="355600" algn="l"/>
                <a:tab pos="356235" algn="l"/>
              </a:tabLst>
            </a:pPr>
            <a:r>
              <a:rPr sz="3200" dirty="0">
                <a:latin typeface="Times New Roman"/>
                <a:cs typeface="Times New Roman"/>
              </a:rPr>
              <a:t>Searching an AVL tree is exactly the same</a:t>
            </a:r>
            <a:r>
              <a:rPr sz="3200" spc="-6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as  searching a regular </a:t>
            </a:r>
            <a:r>
              <a:rPr sz="3200" dirty="0" smtClean="0">
                <a:latin typeface="Times New Roman"/>
                <a:cs typeface="Times New Roman"/>
              </a:rPr>
              <a:t>binary</a:t>
            </a:r>
            <a:r>
              <a:rPr lang="en-IN" sz="3200" dirty="0">
                <a:latin typeface="Times New Roman"/>
                <a:cs typeface="Times New Roman"/>
              </a:rPr>
              <a:t> </a:t>
            </a:r>
            <a:r>
              <a:rPr lang="en-IN" sz="3200" dirty="0" smtClean="0">
                <a:latin typeface="Times New Roman"/>
                <a:cs typeface="Times New Roman"/>
              </a:rPr>
              <a:t>search</a:t>
            </a:r>
            <a:r>
              <a:rPr sz="3200" spc="-95" dirty="0" smtClean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tree</a:t>
            </a:r>
          </a:p>
          <a:p>
            <a:pPr marL="756285" marR="178435" lvl="1" indent="-287020">
              <a:lnSpc>
                <a:spcPct val="100000"/>
              </a:lnSpc>
              <a:spcBef>
                <a:spcPts val="675"/>
              </a:spcBef>
              <a:buClr>
                <a:srgbClr val="CC0000"/>
              </a:buClr>
              <a:buSzPct val="83928"/>
              <a:buChar char="■"/>
              <a:tabLst>
                <a:tab pos="756920" algn="l"/>
              </a:tabLst>
            </a:pPr>
            <a:r>
              <a:rPr sz="2800" spc="-5" dirty="0">
                <a:latin typeface="Times New Roman"/>
                <a:cs typeface="Times New Roman"/>
              </a:rPr>
              <a:t>all descendants to the </a:t>
            </a:r>
            <a:r>
              <a:rPr sz="2800" dirty="0">
                <a:latin typeface="Times New Roman"/>
                <a:cs typeface="Times New Roman"/>
              </a:rPr>
              <a:t>right of </a:t>
            </a:r>
            <a:r>
              <a:rPr sz="2800" spc="-5" dirty="0">
                <a:latin typeface="Times New Roman"/>
                <a:cs typeface="Times New Roman"/>
              </a:rPr>
              <a:t>a </a:t>
            </a:r>
            <a:r>
              <a:rPr sz="2800" dirty="0">
                <a:latin typeface="Times New Roman"/>
                <a:cs typeface="Times New Roman"/>
              </a:rPr>
              <a:t>node </a:t>
            </a:r>
            <a:r>
              <a:rPr sz="2800" spc="-5" dirty="0">
                <a:latin typeface="Times New Roman"/>
                <a:cs typeface="Times New Roman"/>
              </a:rPr>
              <a:t>are greater  than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node</a:t>
            </a:r>
          </a:p>
          <a:p>
            <a:pPr marL="756285" marR="127000" lvl="1" indent="-287020">
              <a:lnSpc>
                <a:spcPct val="100000"/>
              </a:lnSpc>
              <a:spcBef>
                <a:spcPts val="675"/>
              </a:spcBef>
              <a:buClr>
                <a:srgbClr val="CC0000"/>
              </a:buClr>
              <a:buSzPct val="83928"/>
              <a:buChar char="■"/>
              <a:tabLst>
                <a:tab pos="756920" algn="l"/>
              </a:tabLst>
            </a:pPr>
            <a:r>
              <a:rPr sz="2800" spc="-5" dirty="0">
                <a:latin typeface="Times New Roman"/>
                <a:cs typeface="Times New Roman"/>
              </a:rPr>
              <a:t>all </a:t>
            </a:r>
            <a:r>
              <a:rPr sz="2800" dirty="0">
                <a:latin typeface="Times New Roman"/>
                <a:cs typeface="Times New Roman"/>
              </a:rPr>
              <a:t>descendants </a:t>
            </a:r>
            <a:r>
              <a:rPr sz="2800" spc="-5" dirty="0">
                <a:latin typeface="Times New Roman"/>
                <a:cs typeface="Times New Roman"/>
              </a:rPr>
              <a:t>to the left </a:t>
            </a:r>
            <a:r>
              <a:rPr sz="2800" dirty="0">
                <a:latin typeface="Times New Roman"/>
                <a:cs typeface="Times New Roman"/>
              </a:rPr>
              <a:t>of </a:t>
            </a:r>
            <a:r>
              <a:rPr sz="2800" spc="-5" dirty="0">
                <a:latin typeface="Times New Roman"/>
                <a:cs typeface="Times New Roman"/>
              </a:rPr>
              <a:t>a </a:t>
            </a:r>
            <a:r>
              <a:rPr sz="2800" dirty="0">
                <a:latin typeface="Times New Roman"/>
                <a:cs typeface="Times New Roman"/>
              </a:rPr>
              <a:t>node </a:t>
            </a:r>
            <a:r>
              <a:rPr sz="2800" spc="-5" dirty="0">
                <a:latin typeface="Times New Roman"/>
                <a:cs typeface="Times New Roman"/>
              </a:rPr>
              <a:t>are </a:t>
            </a:r>
            <a:r>
              <a:rPr sz="2800" dirty="0">
                <a:latin typeface="Times New Roman"/>
                <a:cs typeface="Times New Roman"/>
              </a:rPr>
              <a:t>less </a:t>
            </a:r>
            <a:r>
              <a:rPr sz="2800" spc="-5" dirty="0">
                <a:latin typeface="Times New Roman"/>
                <a:cs typeface="Times New Roman"/>
              </a:rPr>
              <a:t>than 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node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23</a:t>
            </a:fld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371600"/>
            <a:ext cx="9144000" cy="762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175129" y="392633"/>
            <a:ext cx="479869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Inserting in AVL</a:t>
            </a:r>
            <a:r>
              <a:rPr dirty="0"/>
              <a:t> </a:t>
            </a:r>
            <a:r>
              <a:rPr spc="-5" dirty="0"/>
              <a:t>Tree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36549" y="1445325"/>
            <a:ext cx="7833995" cy="4931478"/>
          </a:xfrm>
          <a:prstGeom prst="rect">
            <a:avLst/>
          </a:prstGeom>
        </p:spPr>
        <p:txBody>
          <a:bodyPr vert="horz" wrap="square" lIns="0" tIns="6286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495"/>
              </a:spcBef>
              <a:buClr>
                <a:srgbClr val="0033CC"/>
              </a:buClr>
              <a:buSzPct val="84375"/>
              <a:buChar char="●"/>
              <a:tabLst>
                <a:tab pos="355600" algn="l"/>
                <a:tab pos="356235" algn="l"/>
              </a:tabLst>
            </a:pPr>
            <a:r>
              <a:rPr sz="3200" dirty="0">
                <a:latin typeface="Times New Roman"/>
                <a:cs typeface="Times New Roman"/>
              </a:rPr>
              <a:t>Insertion is similar to regular binary</a:t>
            </a:r>
            <a:r>
              <a:rPr sz="3200" spc="-100" dirty="0">
                <a:latin typeface="Times New Roman"/>
                <a:cs typeface="Times New Roman"/>
              </a:rPr>
              <a:t> </a:t>
            </a:r>
            <a:r>
              <a:rPr lang="en-US" sz="3200" spc="-100" dirty="0" smtClean="0">
                <a:latin typeface="Times New Roman"/>
                <a:cs typeface="Times New Roman"/>
              </a:rPr>
              <a:t>search </a:t>
            </a:r>
            <a:r>
              <a:rPr sz="3200" dirty="0" smtClean="0">
                <a:latin typeface="Times New Roman"/>
                <a:cs typeface="Times New Roman"/>
              </a:rPr>
              <a:t>tree</a:t>
            </a:r>
            <a:endParaRPr sz="3200" dirty="0">
              <a:latin typeface="Times New Roman"/>
              <a:cs typeface="Times New Roman"/>
            </a:endParaRPr>
          </a:p>
          <a:p>
            <a:pPr marL="756285" marR="414655" lvl="1" indent="-287020">
              <a:lnSpc>
                <a:spcPts val="3020"/>
              </a:lnSpc>
              <a:spcBef>
                <a:spcPts val="725"/>
              </a:spcBef>
              <a:buClr>
                <a:srgbClr val="CC0000"/>
              </a:buClr>
              <a:buSzPct val="83928"/>
              <a:buChar char="■"/>
              <a:tabLst>
                <a:tab pos="756920" algn="l"/>
              </a:tabLst>
            </a:pPr>
            <a:r>
              <a:rPr sz="2800" spc="-5" dirty="0">
                <a:latin typeface="Times New Roman"/>
                <a:cs typeface="Times New Roman"/>
              </a:rPr>
              <a:t>keep </a:t>
            </a:r>
            <a:r>
              <a:rPr sz="2800" dirty="0">
                <a:latin typeface="Times New Roman"/>
                <a:cs typeface="Times New Roman"/>
              </a:rPr>
              <a:t>going </a:t>
            </a:r>
            <a:r>
              <a:rPr sz="2800" spc="-5" dirty="0">
                <a:latin typeface="Times New Roman"/>
                <a:cs typeface="Times New Roman"/>
              </a:rPr>
              <a:t>left </a:t>
            </a:r>
            <a:r>
              <a:rPr sz="2800" dirty="0">
                <a:latin typeface="Times New Roman"/>
                <a:cs typeface="Times New Roman"/>
              </a:rPr>
              <a:t>(or right) </a:t>
            </a:r>
            <a:r>
              <a:rPr sz="2800" spc="-5" dirty="0">
                <a:latin typeface="Times New Roman"/>
                <a:cs typeface="Times New Roman"/>
              </a:rPr>
              <a:t>in </a:t>
            </a:r>
            <a:r>
              <a:rPr sz="2800" dirty="0">
                <a:latin typeface="Times New Roman"/>
                <a:cs typeface="Times New Roman"/>
              </a:rPr>
              <a:t>the </a:t>
            </a:r>
            <a:r>
              <a:rPr sz="2800" spc="-5" dirty="0">
                <a:latin typeface="Times New Roman"/>
                <a:cs typeface="Times New Roman"/>
              </a:rPr>
              <a:t>tree </a:t>
            </a:r>
            <a:r>
              <a:rPr sz="2800" dirty="0">
                <a:latin typeface="Times New Roman"/>
                <a:cs typeface="Times New Roman"/>
              </a:rPr>
              <a:t>until </a:t>
            </a:r>
            <a:r>
              <a:rPr sz="2800" spc="-5" dirty="0">
                <a:latin typeface="Times New Roman"/>
                <a:cs typeface="Times New Roman"/>
              </a:rPr>
              <a:t>a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null  </a:t>
            </a:r>
            <a:r>
              <a:rPr sz="2800" spc="-5" dirty="0">
                <a:latin typeface="Times New Roman"/>
                <a:cs typeface="Times New Roman"/>
              </a:rPr>
              <a:t>child is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reached</a:t>
            </a:r>
            <a:endParaRPr sz="2800" dirty="0">
              <a:latin typeface="Times New Roman"/>
              <a:cs typeface="Times New Roman"/>
            </a:endParaRPr>
          </a:p>
          <a:p>
            <a:pPr marL="756285" lvl="1" indent="-287020">
              <a:lnSpc>
                <a:spcPct val="100000"/>
              </a:lnSpc>
              <a:spcBef>
                <a:spcPts val="295"/>
              </a:spcBef>
              <a:buClr>
                <a:srgbClr val="CC0000"/>
              </a:buClr>
              <a:buSzPct val="83928"/>
              <a:buChar char="■"/>
              <a:tabLst>
                <a:tab pos="756920" algn="l"/>
              </a:tabLst>
            </a:pPr>
            <a:r>
              <a:rPr sz="2800" dirty="0">
                <a:latin typeface="Times New Roman"/>
                <a:cs typeface="Times New Roman"/>
              </a:rPr>
              <a:t>insert </a:t>
            </a:r>
            <a:r>
              <a:rPr sz="2800" spc="-5" dirty="0">
                <a:latin typeface="Times New Roman"/>
                <a:cs typeface="Times New Roman"/>
              </a:rPr>
              <a:t>a new </a:t>
            </a:r>
            <a:r>
              <a:rPr sz="2800" dirty="0">
                <a:latin typeface="Times New Roman"/>
                <a:cs typeface="Times New Roman"/>
              </a:rPr>
              <a:t>node </a:t>
            </a:r>
            <a:r>
              <a:rPr sz="2800" spc="-5" dirty="0">
                <a:latin typeface="Times New Roman"/>
                <a:cs typeface="Times New Roman"/>
              </a:rPr>
              <a:t>in this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position</a:t>
            </a:r>
          </a:p>
          <a:p>
            <a:pPr marL="1155700" lvl="2" indent="-229235">
              <a:lnSpc>
                <a:spcPct val="100000"/>
              </a:lnSpc>
              <a:spcBef>
                <a:spcPts val="310"/>
              </a:spcBef>
              <a:buClr>
                <a:srgbClr val="0033CC"/>
              </a:buClr>
              <a:buSzPct val="85416"/>
              <a:buChar char="○"/>
              <a:tabLst>
                <a:tab pos="1156335" algn="l"/>
              </a:tabLst>
            </a:pPr>
            <a:r>
              <a:rPr sz="2400" dirty="0">
                <a:latin typeface="Times New Roman"/>
                <a:cs typeface="Times New Roman"/>
              </a:rPr>
              <a:t>an inserted node is </a:t>
            </a:r>
            <a:r>
              <a:rPr sz="2400" i="1" dirty="0">
                <a:latin typeface="Times New Roman"/>
                <a:cs typeface="Times New Roman"/>
              </a:rPr>
              <a:t>always </a:t>
            </a:r>
            <a:r>
              <a:rPr sz="2400" dirty="0">
                <a:latin typeface="Times New Roman"/>
                <a:cs typeface="Times New Roman"/>
              </a:rPr>
              <a:t>a leaf to start</a:t>
            </a:r>
            <a:r>
              <a:rPr sz="2400" spc="-1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with</a:t>
            </a:r>
          </a:p>
          <a:p>
            <a:pPr marL="355600" indent="-343535">
              <a:lnSpc>
                <a:spcPct val="100000"/>
              </a:lnSpc>
              <a:spcBef>
                <a:spcPts val="365"/>
              </a:spcBef>
              <a:buClr>
                <a:srgbClr val="0033CC"/>
              </a:buClr>
              <a:buSzPct val="84375"/>
              <a:buChar char="●"/>
              <a:tabLst>
                <a:tab pos="355600" algn="l"/>
                <a:tab pos="356235" algn="l"/>
              </a:tabLst>
            </a:pPr>
            <a:r>
              <a:rPr sz="3200" dirty="0">
                <a:latin typeface="Times New Roman"/>
                <a:cs typeface="Times New Roman"/>
              </a:rPr>
              <a:t>Major difference from binary</a:t>
            </a:r>
            <a:r>
              <a:rPr sz="3200" spc="-1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tree</a:t>
            </a:r>
          </a:p>
          <a:p>
            <a:pPr marL="756285" marR="5080" lvl="1" indent="-287020">
              <a:lnSpc>
                <a:spcPts val="3020"/>
              </a:lnSpc>
              <a:spcBef>
                <a:spcPts val="720"/>
              </a:spcBef>
              <a:buClr>
                <a:srgbClr val="CC0000"/>
              </a:buClr>
              <a:buSzPct val="83928"/>
              <a:buChar char="■"/>
              <a:tabLst>
                <a:tab pos="756920" algn="l"/>
              </a:tabLst>
            </a:pPr>
            <a:r>
              <a:rPr sz="2800" spc="-5" dirty="0">
                <a:latin typeface="Times New Roman"/>
                <a:cs typeface="Times New Roman"/>
              </a:rPr>
              <a:t>must check if any </a:t>
            </a:r>
            <a:r>
              <a:rPr sz="2800" dirty="0">
                <a:latin typeface="Times New Roman"/>
                <a:cs typeface="Times New Roman"/>
              </a:rPr>
              <a:t>of the </a:t>
            </a:r>
            <a:r>
              <a:rPr sz="2800" spc="-5" dirty="0">
                <a:latin typeface="Times New Roman"/>
                <a:cs typeface="Times New Roman"/>
              </a:rPr>
              <a:t>sub-trees in the tree have  become too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unbalanced</a:t>
            </a:r>
            <a:endParaRPr sz="2800" dirty="0">
              <a:latin typeface="Times New Roman"/>
              <a:cs typeface="Times New Roman"/>
            </a:endParaRPr>
          </a:p>
          <a:p>
            <a:pPr marL="1155700" marR="10160" lvl="2" indent="-228600">
              <a:lnSpc>
                <a:spcPts val="2590"/>
              </a:lnSpc>
              <a:spcBef>
                <a:spcPts val="595"/>
              </a:spcBef>
              <a:buClr>
                <a:srgbClr val="0033CC"/>
              </a:buClr>
              <a:buSzPct val="85416"/>
              <a:buChar char="○"/>
              <a:tabLst>
                <a:tab pos="1156335" algn="l"/>
                <a:tab pos="4271010" algn="l"/>
              </a:tabLst>
            </a:pPr>
            <a:r>
              <a:rPr sz="2400" dirty="0">
                <a:latin typeface="Times New Roman"/>
                <a:cs typeface="Times New Roman"/>
              </a:rPr>
              <a:t>search from inserted node to root looking for any</a:t>
            </a:r>
            <a:r>
              <a:rPr sz="2400" spc="-1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node  </a:t>
            </a:r>
            <a:r>
              <a:rPr sz="2400" spc="-5" dirty="0">
                <a:latin typeface="Times New Roman"/>
                <a:cs typeface="Times New Roman"/>
              </a:rPr>
              <a:t>with </a:t>
            </a:r>
            <a:r>
              <a:rPr sz="2400" dirty="0">
                <a:latin typeface="Times New Roman"/>
                <a:cs typeface="Times New Roman"/>
              </a:rPr>
              <a:t>a </a:t>
            </a:r>
            <a:r>
              <a:rPr sz="2400" spc="-5" dirty="0">
                <a:latin typeface="Times New Roman"/>
                <a:cs typeface="Times New Roman"/>
              </a:rPr>
              <a:t>balance</a:t>
            </a:r>
            <a:r>
              <a:rPr sz="2400" spc="4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factor</a:t>
            </a:r>
            <a:r>
              <a:rPr sz="2400" spc="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	2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24</a:t>
            </a:fld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371600"/>
            <a:ext cx="9144000" cy="762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654045" y="318007"/>
            <a:ext cx="383857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5" dirty="0"/>
              <a:t>Inserting </a:t>
            </a:r>
            <a:r>
              <a:rPr sz="3200" dirty="0"/>
              <a:t>in AVL</a:t>
            </a:r>
            <a:r>
              <a:rPr sz="3200" spc="-95" dirty="0"/>
              <a:t> </a:t>
            </a:r>
            <a:r>
              <a:rPr sz="3200" dirty="0"/>
              <a:t>Tree</a:t>
            </a:r>
            <a:endParaRPr sz="3200"/>
          </a:p>
        </p:txBody>
      </p:sp>
      <p:sp>
        <p:nvSpPr>
          <p:cNvPr id="4" name="object 4"/>
          <p:cNvSpPr txBox="1"/>
          <p:nvPr/>
        </p:nvSpPr>
        <p:spPr>
          <a:xfrm>
            <a:off x="536549" y="1216333"/>
            <a:ext cx="7759065" cy="5399405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500"/>
              </a:spcBef>
              <a:buClr>
                <a:srgbClr val="0033CC"/>
              </a:buClr>
              <a:buSzPct val="84375"/>
              <a:buChar char="●"/>
              <a:tabLst>
                <a:tab pos="355600" algn="l"/>
                <a:tab pos="356235" algn="l"/>
              </a:tabLst>
            </a:pPr>
            <a:r>
              <a:rPr sz="3200" dirty="0">
                <a:latin typeface="Times New Roman"/>
                <a:cs typeface="Times New Roman"/>
              </a:rPr>
              <a:t>A few points </a:t>
            </a:r>
            <a:r>
              <a:rPr sz="3200" spc="5" dirty="0">
                <a:latin typeface="Times New Roman"/>
                <a:cs typeface="Times New Roman"/>
              </a:rPr>
              <a:t>about </a:t>
            </a:r>
            <a:r>
              <a:rPr sz="3200" dirty="0">
                <a:latin typeface="Times New Roman"/>
                <a:cs typeface="Times New Roman"/>
              </a:rPr>
              <a:t>tree</a:t>
            </a:r>
            <a:r>
              <a:rPr sz="3200" spc="-8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inserts</a:t>
            </a:r>
          </a:p>
          <a:p>
            <a:pPr marL="756285" lvl="1" indent="-287020">
              <a:lnSpc>
                <a:spcPct val="100000"/>
              </a:lnSpc>
              <a:spcBef>
                <a:spcPts val="340"/>
              </a:spcBef>
              <a:buClr>
                <a:srgbClr val="CC0000"/>
              </a:buClr>
              <a:buSzPct val="83928"/>
              <a:buChar char="■"/>
              <a:tabLst>
                <a:tab pos="756920" algn="l"/>
              </a:tabLst>
            </a:pPr>
            <a:r>
              <a:rPr sz="2800" dirty="0">
                <a:latin typeface="Times New Roman"/>
                <a:cs typeface="Times New Roman"/>
              </a:rPr>
              <a:t>the insert </a:t>
            </a:r>
            <a:r>
              <a:rPr sz="2800" spc="-5" dirty="0">
                <a:latin typeface="Times New Roman"/>
                <a:cs typeface="Times New Roman"/>
              </a:rPr>
              <a:t>will </a:t>
            </a:r>
            <a:r>
              <a:rPr sz="2800" dirty="0">
                <a:latin typeface="Times New Roman"/>
                <a:cs typeface="Times New Roman"/>
              </a:rPr>
              <a:t>be done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recursively</a:t>
            </a:r>
          </a:p>
          <a:p>
            <a:pPr marL="756285" marR="144780" lvl="1" indent="-287020">
              <a:lnSpc>
                <a:spcPts val="3020"/>
              </a:lnSpc>
              <a:spcBef>
                <a:spcPts val="720"/>
              </a:spcBef>
              <a:buClr>
                <a:srgbClr val="CC0000"/>
              </a:buClr>
              <a:buSzPct val="83928"/>
              <a:buChar char="■"/>
              <a:tabLst>
                <a:tab pos="756920" algn="l"/>
              </a:tabLst>
            </a:pPr>
            <a:r>
              <a:rPr sz="2800" dirty="0">
                <a:latin typeface="Times New Roman"/>
                <a:cs typeface="Times New Roman"/>
              </a:rPr>
              <a:t>the insert </a:t>
            </a:r>
            <a:r>
              <a:rPr sz="2800" spc="-5" dirty="0">
                <a:latin typeface="Times New Roman"/>
                <a:cs typeface="Times New Roman"/>
              </a:rPr>
              <a:t>call will </a:t>
            </a:r>
            <a:r>
              <a:rPr sz="2800" dirty="0">
                <a:latin typeface="Times New Roman"/>
                <a:cs typeface="Times New Roman"/>
              </a:rPr>
              <a:t>return true </a:t>
            </a:r>
            <a:r>
              <a:rPr sz="2800" spc="-5" dirty="0">
                <a:latin typeface="Times New Roman"/>
                <a:cs typeface="Times New Roman"/>
              </a:rPr>
              <a:t>if </a:t>
            </a:r>
            <a:r>
              <a:rPr sz="2800" dirty="0">
                <a:latin typeface="Times New Roman"/>
                <a:cs typeface="Times New Roman"/>
              </a:rPr>
              <a:t>the height of</a:t>
            </a:r>
            <a:r>
              <a:rPr sz="2800" spc="-1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  sub-tree </a:t>
            </a:r>
            <a:r>
              <a:rPr sz="2800" spc="-5" dirty="0">
                <a:latin typeface="Times New Roman"/>
                <a:cs typeface="Times New Roman"/>
              </a:rPr>
              <a:t>has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changed</a:t>
            </a:r>
            <a:endParaRPr sz="2800" dirty="0">
              <a:latin typeface="Times New Roman"/>
              <a:cs typeface="Times New Roman"/>
            </a:endParaRPr>
          </a:p>
          <a:p>
            <a:pPr marL="1155700" marR="5080" lvl="2" indent="-228600">
              <a:lnSpc>
                <a:spcPts val="2600"/>
              </a:lnSpc>
              <a:spcBef>
                <a:spcPts val="585"/>
              </a:spcBef>
              <a:buClr>
                <a:srgbClr val="0033CC"/>
              </a:buClr>
              <a:buSzPct val="85416"/>
              <a:buChar char="○"/>
              <a:tabLst>
                <a:tab pos="1156335" algn="l"/>
              </a:tabLst>
            </a:pPr>
            <a:r>
              <a:rPr sz="2400" dirty="0">
                <a:latin typeface="Times New Roman"/>
                <a:cs typeface="Times New Roman"/>
              </a:rPr>
              <a:t>since </a:t>
            </a:r>
            <a:r>
              <a:rPr sz="2400" spc="-5" dirty="0">
                <a:latin typeface="Times New Roman"/>
                <a:cs typeface="Times New Roman"/>
              </a:rPr>
              <a:t>we </a:t>
            </a:r>
            <a:r>
              <a:rPr sz="2400" dirty="0">
                <a:latin typeface="Times New Roman"/>
                <a:cs typeface="Times New Roman"/>
              </a:rPr>
              <a:t>are doing an insert, the height of the</a:t>
            </a:r>
            <a:r>
              <a:rPr sz="2400" spc="-13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sub-tree  </a:t>
            </a:r>
            <a:r>
              <a:rPr sz="2400" dirty="0">
                <a:latin typeface="Times New Roman"/>
                <a:cs typeface="Times New Roman"/>
              </a:rPr>
              <a:t>can only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increase</a:t>
            </a:r>
          </a:p>
          <a:p>
            <a:pPr marL="756285" marR="260350" lvl="1" indent="-287020">
              <a:lnSpc>
                <a:spcPts val="3020"/>
              </a:lnSpc>
              <a:spcBef>
                <a:spcPts val="660"/>
              </a:spcBef>
              <a:buClr>
                <a:srgbClr val="CC0000"/>
              </a:buClr>
              <a:buSzPct val="83928"/>
              <a:buChar char="■"/>
              <a:tabLst>
                <a:tab pos="756920" algn="l"/>
              </a:tabLst>
            </a:pPr>
            <a:r>
              <a:rPr sz="2800" spc="-5" dirty="0">
                <a:latin typeface="Times New Roman"/>
                <a:cs typeface="Times New Roman"/>
              </a:rPr>
              <a:t>if </a:t>
            </a:r>
            <a:r>
              <a:rPr sz="2800" i="1" spc="-5" dirty="0">
                <a:latin typeface="Times New Roman"/>
                <a:cs typeface="Times New Roman"/>
              </a:rPr>
              <a:t>insert() </a:t>
            </a:r>
            <a:r>
              <a:rPr sz="2800" dirty="0">
                <a:latin typeface="Times New Roman"/>
                <a:cs typeface="Times New Roman"/>
              </a:rPr>
              <a:t>returns </a:t>
            </a:r>
            <a:r>
              <a:rPr sz="2800" spc="-5" dirty="0">
                <a:latin typeface="Times New Roman"/>
                <a:cs typeface="Times New Roman"/>
              </a:rPr>
              <a:t>true, balance factor </a:t>
            </a:r>
            <a:r>
              <a:rPr sz="2800" dirty="0">
                <a:latin typeface="Times New Roman"/>
                <a:cs typeface="Times New Roman"/>
              </a:rPr>
              <a:t>of current  node </a:t>
            </a:r>
            <a:r>
              <a:rPr sz="2800" spc="-5" dirty="0">
                <a:latin typeface="Times New Roman"/>
                <a:cs typeface="Times New Roman"/>
              </a:rPr>
              <a:t>needs to </a:t>
            </a:r>
            <a:r>
              <a:rPr sz="2800" dirty="0">
                <a:latin typeface="Times New Roman"/>
                <a:cs typeface="Times New Roman"/>
              </a:rPr>
              <a:t>be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adjusted</a:t>
            </a:r>
            <a:endParaRPr sz="2800" dirty="0">
              <a:latin typeface="Times New Roman"/>
              <a:cs typeface="Times New Roman"/>
            </a:endParaRPr>
          </a:p>
          <a:p>
            <a:pPr marL="1155700" lvl="2" indent="-229235">
              <a:lnSpc>
                <a:spcPct val="100000"/>
              </a:lnSpc>
              <a:spcBef>
                <a:spcPts val="260"/>
              </a:spcBef>
              <a:buClr>
                <a:srgbClr val="0033CC"/>
              </a:buClr>
              <a:buSzPct val="85416"/>
              <a:buChar char="○"/>
              <a:tabLst>
                <a:tab pos="1156335" algn="l"/>
              </a:tabLst>
            </a:pPr>
            <a:r>
              <a:rPr sz="2400" dirty="0">
                <a:latin typeface="Times New Roman"/>
                <a:cs typeface="Times New Roman"/>
              </a:rPr>
              <a:t>balance factor = height(right) –</a:t>
            </a:r>
            <a:r>
              <a:rPr sz="2400" spc="-1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height(left)</a:t>
            </a:r>
          </a:p>
          <a:p>
            <a:pPr marL="1612900" lvl="3" indent="-229235">
              <a:lnSpc>
                <a:spcPct val="100000"/>
              </a:lnSpc>
              <a:spcBef>
                <a:spcPts val="260"/>
              </a:spcBef>
              <a:buClr>
                <a:srgbClr val="0033CC"/>
              </a:buClr>
              <a:buSzPct val="65000"/>
              <a:buFont typeface="Wingdings"/>
              <a:buChar char=""/>
              <a:tabLst>
                <a:tab pos="1613535" algn="l"/>
              </a:tabLst>
            </a:pPr>
            <a:r>
              <a:rPr sz="2000" dirty="0">
                <a:latin typeface="Times New Roman"/>
                <a:cs typeface="Times New Roman"/>
              </a:rPr>
              <a:t>left sub-tree increases, balance factor decreases by</a:t>
            </a:r>
            <a:r>
              <a:rPr sz="2000" spc="-1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1</a:t>
            </a:r>
          </a:p>
          <a:p>
            <a:pPr marL="1612900" lvl="3" indent="-229235">
              <a:lnSpc>
                <a:spcPct val="100000"/>
              </a:lnSpc>
              <a:spcBef>
                <a:spcPts val="240"/>
              </a:spcBef>
              <a:buClr>
                <a:srgbClr val="0033CC"/>
              </a:buClr>
              <a:buSzPct val="65000"/>
              <a:buFont typeface="Wingdings"/>
              <a:buChar char=""/>
              <a:tabLst>
                <a:tab pos="1613535" algn="l"/>
              </a:tabLst>
            </a:pPr>
            <a:r>
              <a:rPr sz="2000" dirty="0">
                <a:latin typeface="Times New Roman"/>
                <a:cs typeface="Times New Roman"/>
              </a:rPr>
              <a:t>right sub-tree increases, balance factor increases by</a:t>
            </a:r>
            <a:r>
              <a:rPr sz="2000" spc="-1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1</a:t>
            </a:r>
          </a:p>
          <a:p>
            <a:pPr marL="756285" marR="27305" lvl="1" indent="-287020">
              <a:lnSpc>
                <a:spcPts val="3010"/>
              </a:lnSpc>
              <a:spcBef>
                <a:spcPts val="710"/>
              </a:spcBef>
              <a:buClr>
                <a:srgbClr val="CC0000"/>
              </a:buClr>
              <a:buSzPct val="83928"/>
              <a:buChar char="■"/>
              <a:tabLst>
                <a:tab pos="756920" algn="l"/>
                <a:tab pos="4344670" algn="l"/>
              </a:tabLst>
            </a:pPr>
            <a:r>
              <a:rPr sz="2800" spc="-5" dirty="0">
                <a:latin typeface="Times New Roman"/>
                <a:cs typeface="Times New Roman"/>
              </a:rPr>
              <a:t>if balance</a:t>
            </a:r>
            <a:r>
              <a:rPr sz="2800" spc="5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factor</a:t>
            </a:r>
            <a:r>
              <a:rPr sz="2800" spc="25" dirty="0">
                <a:latin typeface="Times New Roman"/>
                <a:cs typeface="Times New Roman"/>
              </a:rPr>
              <a:t> </a:t>
            </a:r>
            <a:r>
              <a:rPr sz="2800" spc="-5" dirty="0" smtClean="0">
                <a:latin typeface="Times New Roman"/>
                <a:cs typeface="Times New Roman"/>
              </a:rPr>
              <a:t>equals</a:t>
            </a:r>
            <a:r>
              <a:rPr lang="en-US" sz="2800" spc="-5" dirty="0" smtClean="0">
                <a:latin typeface="Times New Roman"/>
                <a:cs typeface="Times New Roman"/>
              </a:rPr>
              <a:t> </a:t>
            </a:r>
            <a:r>
              <a:rPr sz="2800" spc="-5" dirty="0" smtClean="0">
                <a:latin typeface="Times New Roman"/>
                <a:cs typeface="Times New Roman"/>
              </a:rPr>
              <a:t>2 </a:t>
            </a:r>
            <a:r>
              <a:rPr sz="2800" dirty="0">
                <a:latin typeface="Times New Roman"/>
                <a:cs typeface="Times New Roman"/>
              </a:rPr>
              <a:t>for </a:t>
            </a:r>
            <a:r>
              <a:rPr sz="2800" spc="-5" dirty="0">
                <a:latin typeface="Times New Roman"/>
                <a:cs typeface="Times New Roman"/>
              </a:rPr>
              <a:t>any </a:t>
            </a:r>
            <a:r>
              <a:rPr sz="2800" dirty="0">
                <a:latin typeface="Times New Roman"/>
                <a:cs typeface="Times New Roman"/>
              </a:rPr>
              <a:t>node, the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sub-  tree must </a:t>
            </a:r>
            <a:r>
              <a:rPr sz="2800" dirty="0">
                <a:latin typeface="Times New Roman"/>
                <a:cs typeface="Times New Roman"/>
              </a:rPr>
              <a:t>be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rebalanced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25</a:t>
            </a:fld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984250"/>
            <a:ext cx="9144000" cy="546100"/>
            <a:chOff x="0" y="984250"/>
            <a:chExt cx="9144000" cy="546100"/>
          </a:xfrm>
        </p:grpSpPr>
        <p:sp>
          <p:nvSpPr>
            <p:cNvPr id="3" name="object 3"/>
            <p:cNvSpPr/>
            <p:nvPr/>
          </p:nvSpPr>
          <p:spPr>
            <a:xfrm>
              <a:off x="0" y="1371600"/>
              <a:ext cx="9144000" cy="7620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133600" y="990600"/>
              <a:ext cx="533400" cy="533400"/>
            </a:xfrm>
            <a:custGeom>
              <a:avLst/>
              <a:gdLst/>
              <a:ahLst/>
              <a:cxnLst/>
              <a:rect l="l" t="t" r="r" b="b"/>
              <a:pathLst>
                <a:path w="533400" h="533400">
                  <a:moveTo>
                    <a:pt x="0" y="266700"/>
                  </a:moveTo>
                  <a:lnTo>
                    <a:pt x="4296" y="218753"/>
                  </a:lnTo>
                  <a:lnTo>
                    <a:pt x="16682" y="173629"/>
                  </a:lnTo>
                  <a:lnTo>
                    <a:pt x="36406" y="132080"/>
                  </a:lnTo>
                  <a:lnTo>
                    <a:pt x="62716" y="94858"/>
                  </a:lnTo>
                  <a:lnTo>
                    <a:pt x="94858" y="62716"/>
                  </a:lnTo>
                  <a:lnTo>
                    <a:pt x="132080" y="36406"/>
                  </a:lnTo>
                  <a:lnTo>
                    <a:pt x="173629" y="16682"/>
                  </a:lnTo>
                  <a:lnTo>
                    <a:pt x="218753" y="4296"/>
                  </a:lnTo>
                  <a:lnTo>
                    <a:pt x="266700" y="0"/>
                  </a:lnTo>
                  <a:lnTo>
                    <a:pt x="314646" y="4296"/>
                  </a:lnTo>
                  <a:lnTo>
                    <a:pt x="359770" y="16682"/>
                  </a:lnTo>
                  <a:lnTo>
                    <a:pt x="401319" y="36406"/>
                  </a:lnTo>
                  <a:lnTo>
                    <a:pt x="438541" y="62716"/>
                  </a:lnTo>
                  <a:lnTo>
                    <a:pt x="470683" y="94858"/>
                  </a:lnTo>
                  <a:lnTo>
                    <a:pt x="496993" y="132079"/>
                  </a:lnTo>
                  <a:lnTo>
                    <a:pt x="516717" y="173629"/>
                  </a:lnTo>
                  <a:lnTo>
                    <a:pt x="529103" y="218753"/>
                  </a:lnTo>
                  <a:lnTo>
                    <a:pt x="533400" y="266700"/>
                  </a:lnTo>
                  <a:lnTo>
                    <a:pt x="529103" y="314646"/>
                  </a:lnTo>
                  <a:lnTo>
                    <a:pt x="516717" y="359770"/>
                  </a:lnTo>
                  <a:lnTo>
                    <a:pt x="496993" y="401319"/>
                  </a:lnTo>
                  <a:lnTo>
                    <a:pt x="470683" y="438541"/>
                  </a:lnTo>
                  <a:lnTo>
                    <a:pt x="438541" y="470683"/>
                  </a:lnTo>
                  <a:lnTo>
                    <a:pt x="401319" y="496993"/>
                  </a:lnTo>
                  <a:lnTo>
                    <a:pt x="359770" y="516717"/>
                  </a:lnTo>
                  <a:lnTo>
                    <a:pt x="314646" y="529103"/>
                  </a:lnTo>
                  <a:lnTo>
                    <a:pt x="266700" y="533400"/>
                  </a:lnTo>
                  <a:lnTo>
                    <a:pt x="218753" y="529103"/>
                  </a:lnTo>
                  <a:lnTo>
                    <a:pt x="173629" y="516717"/>
                  </a:lnTo>
                  <a:lnTo>
                    <a:pt x="132080" y="496993"/>
                  </a:lnTo>
                  <a:lnTo>
                    <a:pt x="94858" y="470683"/>
                  </a:lnTo>
                  <a:lnTo>
                    <a:pt x="62716" y="438541"/>
                  </a:lnTo>
                  <a:lnTo>
                    <a:pt x="36406" y="401320"/>
                  </a:lnTo>
                  <a:lnTo>
                    <a:pt x="16682" y="359770"/>
                  </a:lnTo>
                  <a:lnTo>
                    <a:pt x="4296" y="314646"/>
                  </a:lnTo>
                  <a:lnTo>
                    <a:pt x="0" y="2667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654045" y="264668"/>
            <a:ext cx="383857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5" dirty="0"/>
              <a:t>Inserting </a:t>
            </a:r>
            <a:r>
              <a:rPr sz="3200" dirty="0"/>
              <a:t>in AVL</a:t>
            </a:r>
            <a:r>
              <a:rPr sz="3200" spc="-95" dirty="0"/>
              <a:t> </a:t>
            </a:r>
            <a:r>
              <a:rPr sz="3200" dirty="0"/>
              <a:t>Tree</a:t>
            </a:r>
            <a:endParaRPr sz="3200"/>
          </a:p>
        </p:txBody>
      </p:sp>
      <p:sp>
        <p:nvSpPr>
          <p:cNvPr id="6" name="object 6"/>
          <p:cNvSpPr txBox="1"/>
          <p:nvPr/>
        </p:nvSpPr>
        <p:spPr>
          <a:xfrm>
            <a:off x="2136394" y="1095502"/>
            <a:ext cx="508000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i="1" spc="-15" dirty="0" smtClean="0">
                <a:latin typeface="Arial"/>
                <a:cs typeface="Arial"/>
              </a:rPr>
              <a:t>M</a:t>
            </a:r>
            <a:r>
              <a:rPr sz="1600" i="1" spc="-10" dirty="0" smtClean="0">
                <a:latin typeface="Arial"/>
                <a:cs typeface="Arial"/>
              </a:rPr>
              <a:t>(</a:t>
            </a:r>
            <a:r>
              <a:rPr sz="1600" i="1" spc="-5" dirty="0" smtClean="0">
                <a:latin typeface="Arial"/>
                <a:cs typeface="Arial"/>
              </a:rPr>
              <a:t>1</a:t>
            </a:r>
            <a:r>
              <a:rPr sz="1600" i="1" spc="-5" dirty="0">
                <a:latin typeface="Arial"/>
                <a:cs typeface="Arial"/>
              </a:rPr>
              <a:t>)</a:t>
            </a:r>
            <a:endParaRPr sz="1600" dirty="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212850" y="1291716"/>
            <a:ext cx="3594100" cy="1762760"/>
            <a:chOff x="1212850" y="1291716"/>
            <a:chExt cx="3594100" cy="1762760"/>
          </a:xfrm>
        </p:grpSpPr>
        <p:sp>
          <p:nvSpPr>
            <p:cNvPr id="8" name="object 8"/>
            <p:cNvSpPr/>
            <p:nvPr/>
          </p:nvSpPr>
          <p:spPr>
            <a:xfrm>
              <a:off x="1219200" y="1752600"/>
              <a:ext cx="533400" cy="533400"/>
            </a:xfrm>
            <a:custGeom>
              <a:avLst/>
              <a:gdLst/>
              <a:ahLst/>
              <a:cxnLst/>
              <a:rect l="l" t="t" r="r" b="b"/>
              <a:pathLst>
                <a:path w="533400" h="533400">
                  <a:moveTo>
                    <a:pt x="0" y="266700"/>
                  </a:moveTo>
                  <a:lnTo>
                    <a:pt x="4296" y="218753"/>
                  </a:lnTo>
                  <a:lnTo>
                    <a:pt x="16682" y="173629"/>
                  </a:lnTo>
                  <a:lnTo>
                    <a:pt x="36406" y="132080"/>
                  </a:lnTo>
                  <a:lnTo>
                    <a:pt x="62716" y="94858"/>
                  </a:lnTo>
                  <a:lnTo>
                    <a:pt x="94858" y="62716"/>
                  </a:lnTo>
                  <a:lnTo>
                    <a:pt x="132079" y="36406"/>
                  </a:lnTo>
                  <a:lnTo>
                    <a:pt x="173629" y="16682"/>
                  </a:lnTo>
                  <a:lnTo>
                    <a:pt x="218753" y="4296"/>
                  </a:lnTo>
                  <a:lnTo>
                    <a:pt x="266700" y="0"/>
                  </a:lnTo>
                  <a:lnTo>
                    <a:pt x="314646" y="4296"/>
                  </a:lnTo>
                  <a:lnTo>
                    <a:pt x="359770" y="16682"/>
                  </a:lnTo>
                  <a:lnTo>
                    <a:pt x="401319" y="36406"/>
                  </a:lnTo>
                  <a:lnTo>
                    <a:pt x="438541" y="62716"/>
                  </a:lnTo>
                  <a:lnTo>
                    <a:pt x="470683" y="94858"/>
                  </a:lnTo>
                  <a:lnTo>
                    <a:pt x="496993" y="132079"/>
                  </a:lnTo>
                  <a:lnTo>
                    <a:pt x="516717" y="173629"/>
                  </a:lnTo>
                  <a:lnTo>
                    <a:pt x="529103" y="218753"/>
                  </a:lnTo>
                  <a:lnTo>
                    <a:pt x="533400" y="266700"/>
                  </a:lnTo>
                  <a:lnTo>
                    <a:pt x="529103" y="314646"/>
                  </a:lnTo>
                  <a:lnTo>
                    <a:pt x="516717" y="359770"/>
                  </a:lnTo>
                  <a:lnTo>
                    <a:pt x="496993" y="401319"/>
                  </a:lnTo>
                  <a:lnTo>
                    <a:pt x="470683" y="438541"/>
                  </a:lnTo>
                  <a:lnTo>
                    <a:pt x="438541" y="470683"/>
                  </a:lnTo>
                  <a:lnTo>
                    <a:pt x="401319" y="496993"/>
                  </a:lnTo>
                  <a:lnTo>
                    <a:pt x="359770" y="516717"/>
                  </a:lnTo>
                  <a:lnTo>
                    <a:pt x="314646" y="529103"/>
                  </a:lnTo>
                  <a:lnTo>
                    <a:pt x="266700" y="533400"/>
                  </a:lnTo>
                  <a:lnTo>
                    <a:pt x="218753" y="529103"/>
                  </a:lnTo>
                  <a:lnTo>
                    <a:pt x="173629" y="516717"/>
                  </a:lnTo>
                  <a:lnTo>
                    <a:pt x="132080" y="496993"/>
                  </a:lnTo>
                  <a:lnTo>
                    <a:pt x="94858" y="470683"/>
                  </a:lnTo>
                  <a:lnTo>
                    <a:pt x="62716" y="438541"/>
                  </a:lnTo>
                  <a:lnTo>
                    <a:pt x="36406" y="401320"/>
                  </a:lnTo>
                  <a:lnTo>
                    <a:pt x="16682" y="359770"/>
                  </a:lnTo>
                  <a:lnTo>
                    <a:pt x="4296" y="314646"/>
                  </a:lnTo>
                  <a:lnTo>
                    <a:pt x="0" y="2667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676400" y="1367154"/>
              <a:ext cx="461645" cy="461645"/>
            </a:xfrm>
            <a:custGeom>
              <a:avLst/>
              <a:gdLst/>
              <a:ahLst/>
              <a:cxnLst/>
              <a:rect l="l" t="t" r="r" b="b"/>
              <a:pathLst>
                <a:path w="461644" h="461644">
                  <a:moveTo>
                    <a:pt x="26924" y="380873"/>
                  </a:moveTo>
                  <a:lnTo>
                    <a:pt x="0" y="461645"/>
                  </a:lnTo>
                  <a:lnTo>
                    <a:pt x="80772" y="434721"/>
                  </a:lnTo>
                  <a:lnTo>
                    <a:pt x="67310" y="421259"/>
                  </a:lnTo>
                  <a:lnTo>
                    <a:pt x="49402" y="421259"/>
                  </a:lnTo>
                  <a:lnTo>
                    <a:pt x="40386" y="412242"/>
                  </a:lnTo>
                  <a:lnTo>
                    <a:pt x="49340" y="403289"/>
                  </a:lnTo>
                  <a:lnTo>
                    <a:pt x="26924" y="380873"/>
                  </a:lnTo>
                  <a:close/>
                </a:path>
                <a:path w="461644" h="461644">
                  <a:moveTo>
                    <a:pt x="49340" y="403289"/>
                  </a:moveTo>
                  <a:lnTo>
                    <a:pt x="40386" y="412242"/>
                  </a:lnTo>
                  <a:lnTo>
                    <a:pt x="49402" y="421259"/>
                  </a:lnTo>
                  <a:lnTo>
                    <a:pt x="58355" y="412304"/>
                  </a:lnTo>
                  <a:lnTo>
                    <a:pt x="49340" y="403289"/>
                  </a:lnTo>
                  <a:close/>
                </a:path>
                <a:path w="461644" h="461644">
                  <a:moveTo>
                    <a:pt x="58355" y="412304"/>
                  </a:moveTo>
                  <a:lnTo>
                    <a:pt x="49402" y="421259"/>
                  </a:lnTo>
                  <a:lnTo>
                    <a:pt x="67310" y="421259"/>
                  </a:lnTo>
                  <a:lnTo>
                    <a:pt x="58355" y="412304"/>
                  </a:lnTo>
                  <a:close/>
                </a:path>
                <a:path w="461644" h="461644">
                  <a:moveTo>
                    <a:pt x="452755" y="0"/>
                  </a:moveTo>
                  <a:lnTo>
                    <a:pt x="49340" y="403289"/>
                  </a:lnTo>
                  <a:lnTo>
                    <a:pt x="58355" y="412304"/>
                  </a:lnTo>
                  <a:lnTo>
                    <a:pt x="461644" y="8890"/>
                  </a:lnTo>
                  <a:lnTo>
                    <a:pt x="45275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752600" y="2514600"/>
              <a:ext cx="533400" cy="533400"/>
            </a:xfrm>
            <a:custGeom>
              <a:avLst/>
              <a:gdLst/>
              <a:ahLst/>
              <a:cxnLst/>
              <a:rect l="l" t="t" r="r" b="b"/>
              <a:pathLst>
                <a:path w="533400" h="533400">
                  <a:moveTo>
                    <a:pt x="0" y="266700"/>
                  </a:moveTo>
                  <a:lnTo>
                    <a:pt x="4296" y="218753"/>
                  </a:lnTo>
                  <a:lnTo>
                    <a:pt x="16682" y="173629"/>
                  </a:lnTo>
                  <a:lnTo>
                    <a:pt x="36406" y="132080"/>
                  </a:lnTo>
                  <a:lnTo>
                    <a:pt x="62716" y="94858"/>
                  </a:lnTo>
                  <a:lnTo>
                    <a:pt x="94858" y="62716"/>
                  </a:lnTo>
                  <a:lnTo>
                    <a:pt x="132080" y="36406"/>
                  </a:lnTo>
                  <a:lnTo>
                    <a:pt x="173629" y="16682"/>
                  </a:lnTo>
                  <a:lnTo>
                    <a:pt x="218753" y="4296"/>
                  </a:lnTo>
                  <a:lnTo>
                    <a:pt x="266700" y="0"/>
                  </a:lnTo>
                  <a:lnTo>
                    <a:pt x="314646" y="4296"/>
                  </a:lnTo>
                  <a:lnTo>
                    <a:pt x="359770" y="16682"/>
                  </a:lnTo>
                  <a:lnTo>
                    <a:pt x="401319" y="36406"/>
                  </a:lnTo>
                  <a:lnTo>
                    <a:pt x="438541" y="62716"/>
                  </a:lnTo>
                  <a:lnTo>
                    <a:pt x="470683" y="94858"/>
                  </a:lnTo>
                  <a:lnTo>
                    <a:pt x="496993" y="132079"/>
                  </a:lnTo>
                  <a:lnTo>
                    <a:pt x="516717" y="173629"/>
                  </a:lnTo>
                  <a:lnTo>
                    <a:pt x="529103" y="218753"/>
                  </a:lnTo>
                  <a:lnTo>
                    <a:pt x="533400" y="266700"/>
                  </a:lnTo>
                  <a:lnTo>
                    <a:pt x="529103" y="314646"/>
                  </a:lnTo>
                  <a:lnTo>
                    <a:pt x="516717" y="359770"/>
                  </a:lnTo>
                  <a:lnTo>
                    <a:pt x="496993" y="401319"/>
                  </a:lnTo>
                  <a:lnTo>
                    <a:pt x="470683" y="438541"/>
                  </a:lnTo>
                  <a:lnTo>
                    <a:pt x="438541" y="470683"/>
                  </a:lnTo>
                  <a:lnTo>
                    <a:pt x="401319" y="496993"/>
                  </a:lnTo>
                  <a:lnTo>
                    <a:pt x="359770" y="516717"/>
                  </a:lnTo>
                  <a:lnTo>
                    <a:pt x="314646" y="529103"/>
                  </a:lnTo>
                  <a:lnTo>
                    <a:pt x="266700" y="533400"/>
                  </a:lnTo>
                  <a:lnTo>
                    <a:pt x="218753" y="529103"/>
                  </a:lnTo>
                  <a:lnTo>
                    <a:pt x="173629" y="516717"/>
                  </a:lnTo>
                  <a:lnTo>
                    <a:pt x="132080" y="496993"/>
                  </a:lnTo>
                  <a:lnTo>
                    <a:pt x="94858" y="470683"/>
                  </a:lnTo>
                  <a:lnTo>
                    <a:pt x="62716" y="438541"/>
                  </a:lnTo>
                  <a:lnTo>
                    <a:pt x="36406" y="401320"/>
                  </a:lnTo>
                  <a:lnTo>
                    <a:pt x="16682" y="359770"/>
                  </a:lnTo>
                  <a:lnTo>
                    <a:pt x="4296" y="314646"/>
                  </a:lnTo>
                  <a:lnTo>
                    <a:pt x="0" y="2667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671319" y="2205989"/>
              <a:ext cx="233679" cy="308610"/>
            </a:xfrm>
            <a:custGeom>
              <a:avLst/>
              <a:gdLst/>
              <a:ahLst/>
              <a:cxnLst/>
              <a:rect l="l" t="t" r="r" b="b"/>
              <a:pathLst>
                <a:path w="233680" h="308610">
                  <a:moveTo>
                    <a:pt x="182880" y="251460"/>
                  </a:moveTo>
                  <a:lnTo>
                    <a:pt x="157480" y="270510"/>
                  </a:lnTo>
                  <a:lnTo>
                    <a:pt x="233680" y="308610"/>
                  </a:lnTo>
                  <a:lnTo>
                    <a:pt x="225136" y="261620"/>
                  </a:lnTo>
                  <a:lnTo>
                    <a:pt x="190500" y="261620"/>
                  </a:lnTo>
                  <a:lnTo>
                    <a:pt x="182880" y="251460"/>
                  </a:lnTo>
                  <a:close/>
                </a:path>
                <a:path w="233680" h="308610">
                  <a:moveTo>
                    <a:pt x="193040" y="243839"/>
                  </a:moveTo>
                  <a:lnTo>
                    <a:pt x="182880" y="251460"/>
                  </a:lnTo>
                  <a:lnTo>
                    <a:pt x="190500" y="261620"/>
                  </a:lnTo>
                  <a:lnTo>
                    <a:pt x="200660" y="254000"/>
                  </a:lnTo>
                  <a:lnTo>
                    <a:pt x="193040" y="243839"/>
                  </a:lnTo>
                  <a:close/>
                </a:path>
                <a:path w="233680" h="308610">
                  <a:moveTo>
                    <a:pt x="218440" y="224789"/>
                  </a:moveTo>
                  <a:lnTo>
                    <a:pt x="193040" y="243839"/>
                  </a:lnTo>
                  <a:lnTo>
                    <a:pt x="200660" y="254000"/>
                  </a:lnTo>
                  <a:lnTo>
                    <a:pt x="190500" y="261620"/>
                  </a:lnTo>
                  <a:lnTo>
                    <a:pt x="225136" y="261620"/>
                  </a:lnTo>
                  <a:lnTo>
                    <a:pt x="218440" y="224789"/>
                  </a:lnTo>
                  <a:close/>
                </a:path>
                <a:path w="233680" h="308610">
                  <a:moveTo>
                    <a:pt x="10160" y="0"/>
                  </a:moveTo>
                  <a:lnTo>
                    <a:pt x="0" y="7620"/>
                  </a:lnTo>
                  <a:lnTo>
                    <a:pt x="182880" y="251460"/>
                  </a:lnTo>
                  <a:lnTo>
                    <a:pt x="193040" y="243839"/>
                  </a:lnTo>
                  <a:lnTo>
                    <a:pt x="1016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971800" y="1752600"/>
              <a:ext cx="533400" cy="533400"/>
            </a:xfrm>
            <a:custGeom>
              <a:avLst/>
              <a:gdLst/>
              <a:ahLst/>
              <a:cxnLst/>
              <a:rect l="l" t="t" r="r" b="b"/>
              <a:pathLst>
                <a:path w="533400" h="533400">
                  <a:moveTo>
                    <a:pt x="0" y="266700"/>
                  </a:moveTo>
                  <a:lnTo>
                    <a:pt x="4296" y="218753"/>
                  </a:lnTo>
                  <a:lnTo>
                    <a:pt x="16682" y="173629"/>
                  </a:lnTo>
                  <a:lnTo>
                    <a:pt x="36406" y="132080"/>
                  </a:lnTo>
                  <a:lnTo>
                    <a:pt x="62716" y="94858"/>
                  </a:lnTo>
                  <a:lnTo>
                    <a:pt x="94858" y="62716"/>
                  </a:lnTo>
                  <a:lnTo>
                    <a:pt x="132080" y="36406"/>
                  </a:lnTo>
                  <a:lnTo>
                    <a:pt x="173629" y="16682"/>
                  </a:lnTo>
                  <a:lnTo>
                    <a:pt x="218753" y="4296"/>
                  </a:lnTo>
                  <a:lnTo>
                    <a:pt x="266700" y="0"/>
                  </a:lnTo>
                  <a:lnTo>
                    <a:pt x="314646" y="4296"/>
                  </a:lnTo>
                  <a:lnTo>
                    <a:pt x="359770" y="16682"/>
                  </a:lnTo>
                  <a:lnTo>
                    <a:pt x="401319" y="36406"/>
                  </a:lnTo>
                  <a:lnTo>
                    <a:pt x="438541" y="62716"/>
                  </a:lnTo>
                  <a:lnTo>
                    <a:pt x="470683" y="94858"/>
                  </a:lnTo>
                  <a:lnTo>
                    <a:pt x="496993" y="132079"/>
                  </a:lnTo>
                  <a:lnTo>
                    <a:pt x="516717" y="173629"/>
                  </a:lnTo>
                  <a:lnTo>
                    <a:pt x="529103" y="218753"/>
                  </a:lnTo>
                  <a:lnTo>
                    <a:pt x="533400" y="266700"/>
                  </a:lnTo>
                  <a:lnTo>
                    <a:pt x="529103" y="314646"/>
                  </a:lnTo>
                  <a:lnTo>
                    <a:pt x="516717" y="359770"/>
                  </a:lnTo>
                  <a:lnTo>
                    <a:pt x="496993" y="401319"/>
                  </a:lnTo>
                  <a:lnTo>
                    <a:pt x="470683" y="438541"/>
                  </a:lnTo>
                  <a:lnTo>
                    <a:pt x="438541" y="470683"/>
                  </a:lnTo>
                  <a:lnTo>
                    <a:pt x="401320" y="496993"/>
                  </a:lnTo>
                  <a:lnTo>
                    <a:pt x="359770" y="516717"/>
                  </a:lnTo>
                  <a:lnTo>
                    <a:pt x="314646" y="529103"/>
                  </a:lnTo>
                  <a:lnTo>
                    <a:pt x="266700" y="533400"/>
                  </a:lnTo>
                  <a:lnTo>
                    <a:pt x="218753" y="529103"/>
                  </a:lnTo>
                  <a:lnTo>
                    <a:pt x="173629" y="516717"/>
                  </a:lnTo>
                  <a:lnTo>
                    <a:pt x="132080" y="496993"/>
                  </a:lnTo>
                  <a:lnTo>
                    <a:pt x="94858" y="470683"/>
                  </a:lnTo>
                  <a:lnTo>
                    <a:pt x="62716" y="438541"/>
                  </a:lnTo>
                  <a:lnTo>
                    <a:pt x="36406" y="401320"/>
                  </a:lnTo>
                  <a:lnTo>
                    <a:pt x="16682" y="359770"/>
                  </a:lnTo>
                  <a:lnTo>
                    <a:pt x="4296" y="314646"/>
                  </a:lnTo>
                  <a:lnTo>
                    <a:pt x="0" y="2667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661792" y="1291716"/>
              <a:ext cx="386715" cy="537210"/>
            </a:xfrm>
            <a:custGeom>
              <a:avLst/>
              <a:gdLst/>
              <a:ahLst/>
              <a:cxnLst/>
              <a:rect l="l" t="t" r="r" b="b"/>
              <a:pathLst>
                <a:path w="386714" h="537210">
                  <a:moveTo>
                    <a:pt x="336761" y="478707"/>
                  </a:moveTo>
                  <a:lnTo>
                    <a:pt x="310895" y="497205"/>
                  </a:lnTo>
                  <a:lnTo>
                    <a:pt x="386206" y="537083"/>
                  </a:lnTo>
                  <a:lnTo>
                    <a:pt x="378604" y="489077"/>
                  </a:lnTo>
                  <a:lnTo>
                    <a:pt x="344169" y="489077"/>
                  </a:lnTo>
                  <a:lnTo>
                    <a:pt x="336761" y="478707"/>
                  </a:lnTo>
                  <a:close/>
                </a:path>
                <a:path w="386714" h="537210">
                  <a:moveTo>
                    <a:pt x="347054" y="471345"/>
                  </a:moveTo>
                  <a:lnTo>
                    <a:pt x="336761" y="478707"/>
                  </a:lnTo>
                  <a:lnTo>
                    <a:pt x="344169" y="489077"/>
                  </a:lnTo>
                  <a:lnTo>
                    <a:pt x="354456" y="481711"/>
                  </a:lnTo>
                  <a:lnTo>
                    <a:pt x="347054" y="471345"/>
                  </a:lnTo>
                  <a:close/>
                </a:path>
                <a:path w="386714" h="537210">
                  <a:moveTo>
                    <a:pt x="372871" y="452882"/>
                  </a:moveTo>
                  <a:lnTo>
                    <a:pt x="347054" y="471345"/>
                  </a:lnTo>
                  <a:lnTo>
                    <a:pt x="354456" y="481711"/>
                  </a:lnTo>
                  <a:lnTo>
                    <a:pt x="344169" y="489077"/>
                  </a:lnTo>
                  <a:lnTo>
                    <a:pt x="378604" y="489077"/>
                  </a:lnTo>
                  <a:lnTo>
                    <a:pt x="372871" y="452882"/>
                  </a:lnTo>
                  <a:close/>
                </a:path>
                <a:path w="386714" h="537210">
                  <a:moveTo>
                    <a:pt x="10413" y="0"/>
                  </a:moveTo>
                  <a:lnTo>
                    <a:pt x="0" y="7366"/>
                  </a:lnTo>
                  <a:lnTo>
                    <a:pt x="336761" y="478707"/>
                  </a:lnTo>
                  <a:lnTo>
                    <a:pt x="347054" y="471345"/>
                  </a:lnTo>
                  <a:lnTo>
                    <a:pt x="1041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810000" y="2057400"/>
              <a:ext cx="990600" cy="228600"/>
            </a:xfrm>
            <a:custGeom>
              <a:avLst/>
              <a:gdLst/>
              <a:ahLst/>
              <a:cxnLst/>
              <a:rect l="l" t="t" r="r" b="b"/>
              <a:pathLst>
                <a:path w="990600" h="228600">
                  <a:moveTo>
                    <a:pt x="0" y="57150"/>
                  </a:moveTo>
                  <a:lnTo>
                    <a:pt x="742950" y="57150"/>
                  </a:lnTo>
                  <a:lnTo>
                    <a:pt x="742950" y="0"/>
                  </a:lnTo>
                  <a:lnTo>
                    <a:pt x="990600" y="114300"/>
                  </a:lnTo>
                  <a:lnTo>
                    <a:pt x="742950" y="228600"/>
                  </a:lnTo>
                  <a:lnTo>
                    <a:pt x="742950" y="171450"/>
                  </a:lnTo>
                  <a:lnTo>
                    <a:pt x="0" y="171450"/>
                  </a:lnTo>
                  <a:lnTo>
                    <a:pt x="0" y="5715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3813175" y="1702054"/>
            <a:ext cx="98806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i="1" dirty="0">
                <a:latin typeface="Arial"/>
                <a:cs typeface="Arial"/>
              </a:rPr>
              <a:t>insert(V)</a:t>
            </a:r>
            <a:endParaRPr sz="20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222044" y="1857501"/>
            <a:ext cx="533350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i="1" spc="-5" dirty="0">
                <a:latin typeface="Arial"/>
                <a:cs typeface="Arial"/>
              </a:rPr>
              <a:t>E</a:t>
            </a:r>
            <a:r>
              <a:rPr sz="1600" i="1" spc="-5" dirty="0" smtClean="0">
                <a:latin typeface="Arial"/>
                <a:cs typeface="Arial"/>
              </a:rPr>
              <a:t>(</a:t>
            </a:r>
            <a:r>
              <a:rPr lang="en-US" sz="1600" i="1" spc="-5" dirty="0" smtClean="0">
                <a:latin typeface="Arial"/>
                <a:cs typeface="Arial"/>
              </a:rPr>
              <a:t>-</a:t>
            </a:r>
            <a:r>
              <a:rPr sz="1600" i="1" spc="-5" dirty="0" smtClean="0">
                <a:latin typeface="Arial"/>
                <a:cs typeface="Arial"/>
              </a:rPr>
              <a:t>1</a:t>
            </a:r>
            <a:r>
              <a:rPr sz="1600" i="1" spc="-5" dirty="0">
                <a:latin typeface="Arial"/>
                <a:cs typeface="Arial"/>
              </a:rPr>
              <a:t>)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755394" y="2619882"/>
            <a:ext cx="37528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i="1" spc="-5" dirty="0">
                <a:latin typeface="Arial"/>
                <a:cs typeface="Arial"/>
              </a:rPr>
              <a:t>J(0)</a:t>
            </a:r>
            <a:endParaRPr sz="16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974975" y="1857501"/>
            <a:ext cx="40830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i="1" spc="-5" dirty="0">
                <a:latin typeface="Arial"/>
                <a:cs typeface="Arial"/>
              </a:rPr>
              <a:t>P(0)</a:t>
            </a:r>
            <a:endParaRPr sz="1600">
              <a:latin typeface="Arial"/>
              <a:cs typeface="Arial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6172200" y="9906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0" y="266700"/>
                </a:moveTo>
                <a:lnTo>
                  <a:pt x="4296" y="218753"/>
                </a:lnTo>
                <a:lnTo>
                  <a:pt x="16682" y="173629"/>
                </a:lnTo>
                <a:lnTo>
                  <a:pt x="36406" y="132080"/>
                </a:lnTo>
                <a:lnTo>
                  <a:pt x="62716" y="94858"/>
                </a:lnTo>
                <a:lnTo>
                  <a:pt x="94858" y="62716"/>
                </a:lnTo>
                <a:lnTo>
                  <a:pt x="132079" y="36406"/>
                </a:lnTo>
                <a:lnTo>
                  <a:pt x="173629" y="16682"/>
                </a:lnTo>
                <a:lnTo>
                  <a:pt x="218753" y="4296"/>
                </a:lnTo>
                <a:lnTo>
                  <a:pt x="266700" y="0"/>
                </a:lnTo>
                <a:lnTo>
                  <a:pt x="314646" y="4296"/>
                </a:lnTo>
                <a:lnTo>
                  <a:pt x="359770" y="16682"/>
                </a:lnTo>
                <a:lnTo>
                  <a:pt x="401320" y="36406"/>
                </a:lnTo>
                <a:lnTo>
                  <a:pt x="438541" y="62716"/>
                </a:lnTo>
                <a:lnTo>
                  <a:pt x="470683" y="94858"/>
                </a:lnTo>
                <a:lnTo>
                  <a:pt x="496993" y="132079"/>
                </a:lnTo>
                <a:lnTo>
                  <a:pt x="516717" y="173629"/>
                </a:lnTo>
                <a:lnTo>
                  <a:pt x="529103" y="218753"/>
                </a:lnTo>
                <a:lnTo>
                  <a:pt x="533400" y="266700"/>
                </a:lnTo>
                <a:lnTo>
                  <a:pt x="529103" y="314646"/>
                </a:lnTo>
                <a:lnTo>
                  <a:pt x="516717" y="359770"/>
                </a:lnTo>
                <a:lnTo>
                  <a:pt x="496993" y="401319"/>
                </a:lnTo>
                <a:lnTo>
                  <a:pt x="470683" y="438541"/>
                </a:lnTo>
                <a:lnTo>
                  <a:pt x="438541" y="470683"/>
                </a:lnTo>
                <a:lnTo>
                  <a:pt x="401320" y="496993"/>
                </a:lnTo>
                <a:lnTo>
                  <a:pt x="359770" y="516717"/>
                </a:lnTo>
                <a:lnTo>
                  <a:pt x="314646" y="529103"/>
                </a:lnTo>
                <a:lnTo>
                  <a:pt x="266700" y="533400"/>
                </a:lnTo>
                <a:lnTo>
                  <a:pt x="218753" y="529103"/>
                </a:lnTo>
                <a:lnTo>
                  <a:pt x="173629" y="516717"/>
                </a:lnTo>
                <a:lnTo>
                  <a:pt x="132080" y="496993"/>
                </a:lnTo>
                <a:lnTo>
                  <a:pt x="94858" y="470683"/>
                </a:lnTo>
                <a:lnTo>
                  <a:pt x="62716" y="438541"/>
                </a:lnTo>
                <a:lnTo>
                  <a:pt x="36406" y="401320"/>
                </a:lnTo>
                <a:lnTo>
                  <a:pt x="16682" y="359770"/>
                </a:lnTo>
                <a:lnTo>
                  <a:pt x="4296" y="314646"/>
                </a:lnTo>
                <a:lnTo>
                  <a:pt x="0" y="26670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6176009" y="1095502"/>
            <a:ext cx="4413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i="1" spc="-15" dirty="0">
                <a:latin typeface="Arial"/>
                <a:cs typeface="Arial"/>
              </a:rPr>
              <a:t>M</a:t>
            </a:r>
            <a:r>
              <a:rPr sz="1600" i="1" spc="-5" dirty="0">
                <a:latin typeface="Arial"/>
                <a:cs typeface="Arial"/>
              </a:rPr>
              <a:t>(0)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5251450" y="1291716"/>
            <a:ext cx="2298700" cy="1762760"/>
            <a:chOff x="5251450" y="1291716"/>
            <a:chExt cx="2298700" cy="1762760"/>
          </a:xfrm>
        </p:grpSpPr>
        <p:sp>
          <p:nvSpPr>
            <p:cNvPr id="22" name="object 22"/>
            <p:cNvSpPr/>
            <p:nvPr/>
          </p:nvSpPr>
          <p:spPr>
            <a:xfrm>
              <a:off x="5257800" y="1752600"/>
              <a:ext cx="2286000" cy="1295400"/>
            </a:xfrm>
            <a:custGeom>
              <a:avLst/>
              <a:gdLst/>
              <a:ahLst/>
              <a:cxnLst/>
              <a:rect l="l" t="t" r="r" b="b"/>
              <a:pathLst>
                <a:path w="2286000" h="1295400">
                  <a:moveTo>
                    <a:pt x="0" y="266700"/>
                  </a:moveTo>
                  <a:lnTo>
                    <a:pt x="4296" y="218753"/>
                  </a:lnTo>
                  <a:lnTo>
                    <a:pt x="16682" y="173629"/>
                  </a:lnTo>
                  <a:lnTo>
                    <a:pt x="36406" y="132080"/>
                  </a:lnTo>
                  <a:lnTo>
                    <a:pt x="62716" y="94858"/>
                  </a:lnTo>
                  <a:lnTo>
                    <a:pt x="94858" y="62716"/>
                  </a:lnTo>
                  <a:lnTo>
                    <a:pt x="132079" y="36406"/>
                  </a:lnTo>
                  <a:lnTo>
                    <a:pt x="173629" y="16682"/>
                  </a:lnTo>
                  <a:lnTo>
                    <a:pt x="218753" y="4296"/>
                  </a:lnTo>
                  <a:lnTo>
                    <a:pt x="266700" y="0"/>
                  </a:lnTo>
                  <a:lnTo>
                    <a:pt x="314646" y="4296"/>
                  </a:lnTo>
                  <a:lnTo>
                    <a:pt x="359770" y="16682"/>
                  </a:lnTo>
                  <a:lnTo>
                    <a:pt x="401319" y="36406"/>
                  </a:lnTo>
                  <a:lnTo>
                    <a:pt x="438541" y="62716"/>
                  </a:lnTo>
                  <a:lnTo>
                    <a:pt x="470683" y="94858"/>
                  </a:lnTo>
                  <a:lnTo>
                    <a:pt x="496993" y="132079"/>
                  </a:lnTo>
                  <a:lnTo>
                    <a:pt x="516717" y="173629"/>
                  </a:lnTo>
                  <a:lnTo>
                    <a:pt x="529103" y="218753"/>
                  </a:lnTo>
                  <a:lnTo>
                    <a:pt x="533400" y="266700"/>
                  </a:lnTo>
                  <a:lnTo>
                    <a:pt x="529103" y="314646"/>
                  </a:lnTo>
                  <a:lnTo>
                    <a:pt x="516717" y="359770"/>
                  </a:lnTo>
                  <a:lnTo>
                    <a:pt x="496993" y="401319"/>
                  </a:lnTo>
                  <a:lnTo>
                    <a:pt x="470683" y="438541"/>
                  </a:lnTo>
                  <a:lnTo>
                    <a:pt x="438541" y="470683"/>
                  </a:lnTo>
                  <a:lnTo>
                    <a:pt x="401320" y="496993"/>
                  </a:lnTo>
                  <a:lnTo>
                    <a:pt x="359770" y="516717"/>
                  </a:lnTo>
                  <a:lnTo>
                    <a:pt x="314646" y="529103"/>
                  </a:lnTo>
                  <a:lnTo>
                    <a:pt x="266700" y="533400"/>
                  </a:lnTo>
                  <a:lnTo>
                    <a:pt x="218753" y="529103"/>
                  </a:lnTo>
                  <a:lnTo>
                    <a:pt x="173629" y="516717"/>
                  </a:lnTo>
                  <a:lnTo>
                    <a:pt x="132080" y="496993"/>
                  </a:lnTo>
                  <a:lnTo>
                    <a:pt x="94858" y="470683"/>
                  </a:lnTo>
                  <a:lnTo>
                    <a:pt x="62716" y="438541"/>
                  </a:lnTo>
                  <a:lnTo>
                    <a:pt x="36406" y="401320"/>
                  </a:lnTo>
                  <a:lnTo>
                    <a:pt x="16682" y="359770"/>
                  </a:lnTo>
                  <a:lnTo>
                    <a:pt x="4296" y="314646"/>
                  </a:lnTo>
                  <a:lnTo>
                    <a:pt x="0" y="266700"/>
                  </a:lnTo>
                  <a:close/>
                </a:path>
                <a:path w="2286000" h="1295400">
                  <a:moveTo>
                    <a:pt x="533400" y="1028700"/>
                  </a:moveTo>
                  <a:lnTo>
                    <a:pt x="537696" y="980753"/>
                  </a:lnTo>
                  <a:lnTo>
                    <a:pt x="550082" y="935629"/>
                  </a:lnTo>
                  <a:lnTo>
                    <a:pt x="569806" y="894080"/>
                  </a:lnTo>
                  <a:lnTo>
                    <a:pt x="596116" y="856858"/>
                  </a:lnTo>
                  <a:lnTo>
                    <a:pt x="628258" y="824716"/>
                  </a:lnTo>
                  <a:lnTo>
                    <a:pt x="665479" y="798406"/>
                  </a:lnTo>
                  <a:lnTo>
                    <a:pt x="707029" y="778682"/>
                  </a:lnTo>
                  <a:lnTo>
                    <a:pt x="752153" y="766296"/>
                  </a:lnTo>
                  <a:lnTo>
                    <a:pt x="800100" y="762000"/>
                  </a:lnTo>
                  <a:lnTo>
                    <a:pt x="848046" y="766296"/>
                  </a:lnTo>
                  <a:lnTo>
                    <a:pt x="893170" y="778682"/>
                  </a:lnTo>
                  <a:lnTo>
                    <a:pt x="934719" y="798406"/>
                  </a:lnTo>
                  <a:lnTo>
                    <a:pt x="971941" y="824716"/>
                  </a:lnTo>
                  <a:lnTo>
                    <a:pt x="1004083" y="856858"/>
                  </a:lnTo>
                  <a:lnTo>
                    <a:pt x="1030393" y="894079"/>
                  </a:lnTo>
                  <a:lnTo>
                    <a:pt x="1050117" y="935629"/>
                  </a:lnTo>
                  <a:lnTo>
                    <a:pt x="1062503" y="980753"/>
                  </a:lnTo>
                  <a:lnTo>
                    <a:pt x="1066800" y="1028700"/>
                  </a:lnTo>
                  <a:lnTo>
                    <a:pt x="1062503" y="1076646"/>
                  </a:lnTo>
                  <a:lnTo>
                    <a:pt x="1050117" y="1121770"/>
                  </a:lnTo>
                  <a:lnTo>
                    <a:pt x="1030393" y="1163319"/>
                  </a:lnTo>
                  <a:lnTo>
                    <a:pt x="1004083" y="1200541"/>
                  </a:lnTo>
                  <a:lnTo>
                    <a:pt x="971941" y="1232683"/>
                  </a:lnTo>
                  <a:lnTo>
                    <a:pt x="934720" y="1258993"/>
                  </a:lnTo>
                  <a:lnTo>
                    <a:pt x="893170" y="1278717"/>
                  </a:lnTo>
                  <a:lnTo>
                    <a:pt x="848046" y="1291103"/>
                  </a:lnTo>
                  <a:lnTo>
                    <a:pt x="800100" y="1295400"/>
                  </a:lnTo>
                  <a:lnTo>
                    <a:pt x="752153" y="1291103"/>
                  </a:lnTo>
                  <a:lnTo>
                    <a:pt x="707029" y="1278717"/>
                  </a:lnTo>
                  <a:lnTo>
                    <a:pt x="665480" y="1258993"/>
                  </a:lnTo>
                  <a:lnTo>
                    <a:pt x="628258" y="1232683"/>
                  </a:lnTo>
                  <a:lnTo>
                    <a:pt x="596116" y="1200541"/>
                  </a:lnTo>
                  <a:lnTo>
                    <a:pt x="569806" y="1163320"/>
                  </a:lnTo>
                  <a:lnTo>
                    <a:pt x="550082" y="1121770"/>
                  </a:lnTo>
                  <a:lnTo>
                    <a:pt x="537696" y="1076646"/>
                  </a:lnTo>
                  <a:lnTo>
                    <a:pt x="533400" y="1028700"/>
                  </a:lnTo>
                  <a:close/>
                </a:path>
                <a:path w="2286000" h="1295400">
                  <a:moveTo>
                    <a:pt x="1752600" y="266700"/>
                  </a:moveTo>
                  <a:lnTo>
                    <a:pt x="1756896" y="218753"/>
                  </a:lnTo>
                  <a:lnTo>
                    <a:pt x="1769282" y="173629"/>
                  </a:lnTo>
                  <a:lnTo>
                    <a:pt x="1789006" y="132080"/>
                  </a:lnTo>
                  <a:lnTo>
                    <a:pt x="1815316" y="94858"/>
                  </a:lnTo>
                  <a:lnTo>
                    <a:pt x="1847458" y="62716"/>
                  </a:lnTo>
                  <a:lnTo>
                    <a:pt x="1884679" y="36406"/>
                  </a:lnTo>
                  <a:lnTo>
                    <a:pt x="1926229" y="16682"/>
                  </a:lnTo>
                  <a:lnTo>
                    <a:pt x="1971353" y="4296"/>
                  </a:lnTo>
                  <a:lnTo>
                    <a:pt x="2019300" y="0"/>
                  </a:lnTo>
                  <a:lnTo>
                    <a:pt x="2067246" y="4296"/>
                  </a:lnTo>
                  <a:lnTo>
                    <a:pt x="2112370" y="16682"/>
                  </a:lnTo>
                  <a:lnTo>
                    <a:pt x="2153920" y="36406"/>
                  </a:lnTo>
                  <a:lnTo>
                    <a:pt x="2191141" y="62716"/>
                  </a:lnTo>
                  <a:lnTo>
                    <a:pt x="2223283" y="94858"/>
                  </a:lnTo>
                  <a:lnTo>
                    <a:pt x="2249593" y="132079"/>
                  </a:lnTo>
                  <a:lnTo>
                    <a:pt x="2269317" y="173629"/>
                  </a:lnTo>
                  <a:lnTo>
                    <a:pt x="2281703" y="218753"/>
                  </a:lnTo>
                  <a:lnTo>
                    <a:pt x="2286000" y="266700"/>
                  </a:lnTo>
                  <a:lnTo>
                    <a:pt x="2281703" y="314646"/>
                  </a:lnTo>
                  <a:lnTo>
                    <a:pt x="2269317" y="359770"/>
                  </a:lnTo>
                  <a:lnTo>
                    <a:pt x="2249593" y="401319"/>
                  </a:lnTo>
                  <a:lnTo>
                    <a:pt x="2223283" y="438541"/>
                  </a:lnTo>
                  <a:lnTo>
                    <a:pt x="2191141" y="470683"/>
                  </a:lnTo>
                  <a:lnTo>
                    <a:pt x="2153920" y="496993"/>
                  </a:lnTo>
                  <a:lnTo>
                    <a:pt x="2112370" y="516717"/>
                  </a:lnTo>
                  <a:lnTo>
                    <a:pt x="2067246" y="529103"/>
                  </a:lnTo>
                  <a:lnTo>
                    <a:pt x="2019300" y="533400"/>
                  </a:lnTo>
                  <a:lnTo>
                    <a:pt x="1971353" y="529103"/>
                  </a:lnTo>
                  <a:lnTo>
                    <a:pt x="1926229" y="516717"/>
                  </a:lnTo>
                  <a:lnTo>
                    <a:pt x="1884679" y="496993"/>
                  </a:lnTo>
                  <a:lnTo>
                    <a:pt x="1847458" y="470683"/>
                  </a:lnTo>
                  <a:lnTo>
                    <a:pt x="1815316" y="438541"/>
                  </a:lnTo>
                  <a:lnTo>
                    <a:pt x="1789006" y="401320"/>
                  </a:lnTo>
                  <a:lnTo>
                    <a:pt x="1769282" y="359770"/>
                  </a:lnTo>
                  <a:lnTo>
                    <a:pt x="1756896" y="314646"/>
                  </a:lnTo>
                  <a:lnTo>
                    <a:pt x="1752600" y="2667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709920" y="1291716"/>
              <a:ext cx="1376680" cy="1223010"/>
            </a:xfrm>
            <a:custGeom>
              <a:avLst/>
              <a:gdLst/>
              <a:ahLst/>
              <a:cxnLst/>
              <a:rect l="l" t="t" r="r" b="b"/>
              <a:pathLst>
                <a:path w="1376679" h="1223010">
                  <a:moveTo>
                    <a:pt x="233680" y="1222883"/>
                  </a:moveTo>
                  <a:lnTo>
                    <a:pt x="225132" y="1175893"/>
                  </a:lnTo>
                  <a:lnTo>
                    <a:pt x="218440" y="1139063"/>
                  </a:lnTo>
                  <a:lnTo>
                    <a:pt x="193040" y="1158113"/>
                  </a:lnTo>
                  <a:lnTo>
                    <a:pt x="10160" y="914273"/>
                  </a:lnTo>
                  <a:lnTo>
                    <a:pt x="0" y="921893"/>
                  </a:lnTo>
                  <a:lnTo>
                    <a:pt x="182880" y="1165733"/>
                  </a:lnTo>
                  <a:lnTo>
                    <a:pt x="157480" y="1184783"/>
                  </a:lnTo>
                  <a:lnTo>
                    <a:pt x="233680" y="1222883"/>
                  </a:lnTo>
                  <a:close/>
                </a:path>
                <a:path w="1376679" h="1223010">
                  <a:moveTo>
                    <a:pt x="466725" y="84328"/>
                  </a:moveTo>
                  <a:lnTo>
                    <a:pt x="457835" y="75438"/>
                  </a:lnTo>
                  <a:lnTo>
                    <a:pt x="54419" y="478739"/>
                  </a:lnTo>
                  <a:lnTo>
                    <a:pt x="32004" y="456311"/>
                  </a:lnTo>
                  <a:lnTo>
                    <a:pt x="5080" y="537083"/>
                  </a:lnTo>
                  <a:lnTo>
                    <a:pt x="85852" y="510159"/>
                  </a:lnTo>
                  <a:lnTo>
                    <a:pt x="72390" y="496697"/>
                  </a:lnTo>
                  <a:lnTo>
                    <a:pt x="63423" y="487743"/>
                  </a:lnTo>
                  <a:lnTo>
                    <a:pt x="466725" y="84328"/>
                  </a:lnTo>
                  <a:close/>
                </a:path>
                <a:path w="1376679" h="1223010">
                  <a:moveTo>
                    <a:pt x="1376680" y="537083"/>
                  </a:moveTo>
                  <a:lnTo>
                    <a:pt x="1369072" y="489077"/>
                  </a:lnTo>
                  <a:lnTo>
                    <a:pt x="1363345" y="452882"/>
                  </a:lnTo>
                  <a:lnTo>
                    <a:pt x="1337525" y="471347"/>
                  </a:lnTo>
                  <a:lnTo>
                    <a:pt x="1000887" y="0"/>
                  </a:lnTo>
                  <a:lnTo>
                    <a:pt x="990473" y="7366"/>
                  </a:lnTo>
                  <a:lnTo>
                    <a:pt x="1327226" y="478713"/>
                  </a:lnTo>
                  <a:lnTo>
                    <a:pt x="1301369" y="497205"/>
                  </a:lnTo>
                  <a:lnTo>
                    <a:pt x="1376680" y="53708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5261228" y="1857501"/>
            <a:ext cx="565530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i="1" spc="-5" dirty="0">
                <a:latin typeface="Arial"/>
                <a:cs typeface="Arial"/>
              </a:rPr>
              <a:t>E</a:t>
            </a:r>
            <a:r>
              <a:rPr sz="1600" i="1" spc="-5" dirty="0" smtClean="0">
                <a:latin typeface="Arial"/>
                <a:cs typeface="Arial"/>
              </a:rPr>
              <a:t>(</a:t>
            </a:r>
            <a:r>
              <a:rPr lang="en-US" sz="1600" i="1" spc="-5" dirty="0" smtClean="0">
                <a:latin typeface="Arial"/>
                <a:cs typeface="Arial"/>
              </a:rPr>
              <a:t>-</a:t>
            </a:r>
            <a:r>
              <a:rPr sz="1600" i="1" spc="-5" dirty="0" smtClean="0">
                <a:latin typeface="Arial"/>
                <a:cs typeface="Arial"/>
              </a:rPr>
              <a:t>1</a:t>
            </a:r>
            <a:r>
              <a:rPr sz="1600" i="1" spc="-5" dirty="0">
                <a:latin typeface="Arial"/>
                <a:cs typeface="Arial"/>
              </a:rPr>
              <a:t>)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795009" y="2619882"/>
            <a:ext cx="37528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i="1" spc="-5" dirty="0">
                <a:latin typeface="Arial"/>
                <a:cs typeface="Arial"/>
              </a:rPr>
              <a:t>J(0)</a:t>
            </a:r>
            <a:endParaRPr sz="16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7014209" y="1857501"/>
            <a:ext cx="565149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i="1" spc="-5" dirty="0">
                <a:latin typeface="Arial"/>
                <a:cs typeface="Arial"/>
              </a:rPr>
              <a:t>P</a:t>
            </a:r>
            <a:r>
              <a:rPr sz="1600" i="1" spc="-5" dirty="0" smtClean="0">
                <a:latin typeface="Arial"/>
                <a:cs typeface="Arial"/>
              </a:rPr>
              <a:t>(</a:t>
            </a:r>
            <a:r>
              <a:rPr lang="en-US" sz="1600" i="1" spc="-5" dirty="0" smtClean="0">
                <a:latin typeface="Arial"/>
                <a:cs typeface="Arial"/>
              </a:rPr>
              <a:t>-</a:t>
            </a:r>
            <a:r>
              <a:rPr sz="1600" i="1" spc="-5" dirty="0" smtClean="0">
                <a:latin typeface="Arial"/>
                <a:cs typeface="Arial"/>
              </a:rPr>
              <a:t>1</a:t>
            </a:r>
            <a:r>
              <a:rPr sz="1600" i="1" spc="-5" dirty="0">
                <a:latin typeface="Arial"/>
                <a:cs typeface="Arial"/>
              </a:rPr>
              <a:t>)</a:t>
            </a:r>
            <a:endParaRPr sz="1600" dirty="0">
              <a:latin typeface="Arial"/>
              <a:cs typeface="Arial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7462519" y="2205989"/>
            <a:ext cx="621030" cy="848360"/>
            <a:chOff x="7462519" y="2205989"/>
            <a:chExt cx="621030" cy="848360"/>
          </a:xfrm>
        </p:grpSpPr>
        <p:sp>
          <p:nvSpPr>
            <p:cNvPr id="28" name="object 28"/>
            <p:cNvSpPr/>
            <p:nvPr/>
          </p:nvSpPr>
          <p:spPr>
            <a:xfrm>
              <a:off x="7543799" y="2514599"/>
              <a:ext cx="533400" cy="533400"/>
            </a:xfrm>
            <a:custGeom>
              <a:avLst/>
              <a:gdLst/>
              <a:ahLst/>
              <a:cxnLst/>
              <a:rect l="l" t="t" r="r" b="b"/>
              <a:pathLst>
                <a:path w="533400" h="533400">
                  <a:moveTo>
                    <a:pt x="0" y="266700"/>
                  </a:moveTo>
                  <a:lnTo>
                    <a:pt x="4296" y="218753"/>
                  </a:lnTo>
                  <a:lnTo>
                    <a:pt x="16682" y="173629"/>
                  </a:lnTo>
                  <a:lnTo>
                    <a:pt x="36406" y="132080"/>
                  </a:lnTo>
                  <a:lnTo>
                    <a:pt x="62716" y="94858"/>
                  </a:lnTo>
                  <a:lnTo>
                    <a:pt x="94858" y="62716"/>
                  </a:lnTo>
                  <a:lnTo>
                    <a:pt x="132079" y="36406"/>
                  </a:lnTo>
                  <a:lnTo>
                    <a:pt x="173629" y="16682"/>
                  </a:lnTo>
                  <a:lnTo>
                    <a:pt x="218753" y="4296"/>
                  </a:lnTo>
                  <a:lnTo>
                    <a:pt x="266700" y="0"/>
                  </a:lnTo>
                  <a:lnTo>
                    <a:pt x="314646" y="4296"/>
                  </a:lnTo>
                  <a:lnTo>
                    <a:pt x="359770" y="16682"/>
                  </a:lnTo>
                  <a:lnTo>
                    <a:pt x="401320" y="36406"/>
                  </a:lnTo>
                  <a:lnTo>
                    <a:pt x="438541" y="62716"/>
                  </a:lnTo>
                  <a:lnTo>
                    <a:pt x="470683" y="94858"/>
                  </a:lnTo>
                  <a:lnTo>
                    <a:pt x="496993" y="132079"/>
                  </a:lnTo>
                  <a:lnTo>
                    <a:pt x="516717" y="173629"/>
                  </a:lnTo>
                  <a:lnTo>
                    <a:pt x="529103" y="218753"/>
                  </a:lnTo>
                  <a:lnTo>
                    <a:pt x="533400" y="266700"/>
                  </a:lnTo>
                  <a:lnTo>
                    <a:pt x="529103" y="314646"/>
                  </a:lnTo>
                  <a:lnTo>
                    <a:pt x="516717" y="359770"/>
                  </a:lnTo>
                  <a:lnTo>
                    <a:pt x="496993" y="401319"/>
                  </a:lnTo>
                  <a:lnTo>
                    <a:pt x="470683" y="438541"/>
                  </a:lnTo>
                  <a:lnTo>
                    <a:pt x="438541" y="470683"/>
                  </a:lnTo>
                  <a:lnTo>
                    <a:pt x="401320" y="496993"/>
                  </a:lnTo>
                  <a:lnTo>
                    <a:pt x="359770" y="516717"/>
                  </a:lnTo>
                  <a:lnTo>
                    <a:pt x="314646" y="529103"/>
                  </a:lnTo>
                  <a:lnTo>
                    <a:pt x="266700" y="533400"/>
                  </a:lnTo>
                  <a:lnTo>
                    <a:pt x="218753" y="529103"/>
                  </a:lnTo>
                  <a:lnTo>
                    <a:pt x="173629" y="516717"/>
                  </a:lnTo>
                  <a:lnTo>
                    <a:pt x="132079" y="496993"/>
                  </a:lnTo>
                  <a:lnTo>
                    <a:pt x="94858" y="470683"/>
                  </a:lnTo>
                  <a:lnTo>
                    <a:pt x="62716" y="438541"/>
                  </a:lnTo>
                  <a:lnTo>
                    <a:pt x="36406" y="401320"/>
                  </a:lnTo>
                  <a:lnTo>
                    <a:pt x="16682" y="359770"/>
                  </a:lnTo>
                  <a:lnTo>
                    <a:pt x="4296" y="314646"/>
                  </a:lnTo>
                  <a:lnTo>
                    <a:pt x="0" y="2667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7462519" y="2205989"/>
              <a:ext cx="233679" cy="308610"/>
            </a:xfrm>
            <a:custGeom>
              <a:avLst/>
              <a:gdLst/>
              <a:ahLst/>
              <a:cxnLst/>
              <a:rect l="l" t="t" r="r" b="b"/>
              <a:pathLst>
                <a:path w="233679" h="308610">
                  <a:moveTo>
                    <a:pt x="182879" y="251460"/>
                  </a:moveTo>
                  <a:lnTo>
                    <a:pt x="157479" y="270510"/>
                  </a:lnTo>
                  <a:lnTo>
                    <a:pt x="233679" y="308610"/>
                  </a:lnTo>
                  <a:lnTo>
                    <a:pt x="225136" y="261620"/>
                  </a:lnTo>
                  <a:lnTo>
                    <a:pt x="190500" y="261620"/>
                  </a:lnTo>
                  <a:lnTo>
                    <a:pt x="182879" y="251460"/>
                  </a:lnTo>
                  <a:close/>
                </a:path>
                <a:path w="233679" h="308610">
                  <a:moveTo>
                    <a:pt x="193039" y="243839"/>
                  </a:moveTo>
                  <a:lnTo>
                    <a:pt x="182879" y="251460"/>
                  </a:lnTo>
                  <a:lnTo>
                    <a:pt x="190500" y="261620"/>
                  </a:lnTo>
                  <a:lnTo>
                    <a:pt x="200659" y="254000"/>
                  </a:lnTo>
                  <a:lnTo>
                    <a:pt x="193039" y="243839"/>
                  </a:lnTo>
                  <a:close/>
                </a:path>
                <a:path w="233679" h="308610">
                  <a:moveTo>
                    <a:pt x="218439" y="224789"/>
                  </a:moveTo>
                  <a:lnTo>
                    <a:pt x="193039" y="243839"/>
                  </a:lnTo>
                  <a:lnTo>
                    <a:pt x="200659" y="254000"/>
                  </a:lnTo>
                  <a:lnTo>
                    <a:pt x="190500" y="261620"/>
                  </a:lnTo>
                  <a:lnTo>
                    <a:pt x="225136" y="261620"/>
                  </a:lnTo>
                  <a:lnTo>
                    <a:pt x="218439" y="224789"/>
                  </a:lnTo>
                  <a:close/>
                </a:path>
                <a:path w="233679" h="308610">
                  <a:moveTo>
                    <a:pt x="10159" y="0"/>
                  </a:moveTo>
                  <a:lnTo>
                    <a:pt x="0" y="7620"/>
                  </a:lnTo>
                  <a:lnTo>
                    <a:pt x="182879" y="251460"/>
                  </a:lnTo>
                  <a:lnTo>
                    <a:pt x="193039" y="243839"/>
                  </a:lnTo>
                  <a:lnTo>
                    <a:pt x="1015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7547864" y="2619882"/>
            <a:ext cx="40830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i="1" spc="-5" dirty="0">
                <a:latin typeface="Arial"/>
                <a:cs typeface="Arial"/>
              </a:rPr>
              <a:t>V(0)</a:t>
            </a:r>
            <a:endParaRPr sz="1600">
              <a:latin typeface="Arial"/>
              <a:cs typeface="Arial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2133600" y="35052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0" y="266700"/>
                </a:moveTo>
                <a:lnTo>
                  <a:pt x="4296" y="218753"/>
                </a:lnTo>
                <a:lnTo>
                  <a:pt x="16682" y="173629"/>
                </a:lnTo>
                <a:lnTo>
                  <a:pt x="36406" y="132080"/>
                </a:lnTo>
                <a:lnTo>
                  <a:pt x="62716" y="94858"/>
                </a:lnTo>
                <a:lnTo>
                  <a:pt x="94858" y="62716"/>
                </a:lnTo>
                <a:lnTo>
                  <a:pt x="132080" y="36406"/>
                </a:lnTo>
                <a:lnTo>
                  <a:pt x="173629" y="16682"/>
                </a:lnTo>
                <a:lnTo>
                  <a:pt x="218753" y="4296"/>
                </a:lnTo>
                <a:lnTo>
                  <a:pt x="266700" y="0"/>
                </a:lnTo>
                <a:lnTo>
                  <a:pt x="314646" y="4296"/>
                </a:lnTo>
                <a:lnTo>
                  <a:pt x="359770" y="16682"/>
                </a:lnTo>
                <a:lnTo>
                  <a:pt x="401319" y="36406"/>
                </a:lnTo>
                <a:lnTo>
                  <a:pt x="438541" y="62716"/>
                </a:lnTo>
                <a:lnTo>
                  <a:pt x="470683" y="94858"/>
                </a:lnTo>
                <a:lnTo>
                  <a:pt x="496993" y="132079"/>
                </a:lnTo>
                <a:lnTo>
                  <a:pt x="516717" y="173629"/>
                </a:lnTo>
                <a:lnTo>
                  <a:pt x="529103" y="218753"/>
                </a:lnTo>
                <a:lnTo>
                  <a:pt x="533400" y="266700"/>
                </a:lnTo>
                <a:lnTo>
                  <a:pt x="529103" y="314646"/>
                </a:lnTo>
                <a:lnTo>
                  <a:pt x="516717" y="359770"/>
                </a:lnTo>
                <a:lnTo>
                  <a:pt x="496993" y="401319"/>
                </a:lnTo>
                <a:lnTo>
                  <a:pt x="470683" y="438541"/>
                </a:lnTo>
                <a:lnTo>
                  <a:pt x="438541" y="470683"/>
                </a:lnTo>
                <a:lnTo>
                  <a:pt x="401319" y="496993"/>
                </a:lnTo>
                <a:lnTo>
                  <a:pt x="359770" y="516717"/>
                </a:lnTo>
                <a:lnTo>
                  <a:pt x="314646" y="529103"/>
                </a:lnTo>
                <a:lnTo>
                  <a:pt x="266700" y="533400"/>
                </a:lnTo>
                <a:lnTo>
                  <a:pt x="218753" y="529103"/>
                </a:lnTo>
                <a:lnTo>
                  <a:pt x="173629" y="516717"/>
                </a:lnTo>
                <a:lnTo>
                  <a:pt x="132080" y="496993"/>
                </a:lnTo>
                <a:lnTo>
                  <a:pt x="94858" y="470683"/>
                </a:lnTo>
                <a:lnTo>
                  <a:pt x="62716" y="438541"/>
                </a:lnTo>
                <a:lnTo>
                  <a:pt x="36406" y="401319"/>
                </a:lnTo>
                <a:lnTo>
                  <a:pt x="16682" y="359770"/>
                </a:lnTo>
                <a:lnTo>
                  <a:pt x="4296" y="314646"/>
                </a:lnTo>
                <a:lnTo>
                  <a:pt x="0" y="26670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2136394" y="3610432"/>
            <a:ext cx="508000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i="1" spc="-20" dirty="0" smtClean="0">
                <a:latin typeface="Arial"/>
                <a:cs typeface="Arial"/>
              </a:rPr>
              <a:t>M</a:t>
            </a:r>
            <a:r>
              <a:rPr sz="1600" i="1" spc="-10" dirty="0" smtClean="0">
                <a:latin typeface="Arial"/>
                <a:cs typeface="Arial"/>
              </a:rPr>
              <a:t>(1</a:t>
            </a:r>
            <a:r>
              <a:rPr sz="1600" i="1" spc="-10" dirty="0">
                <a:latin typeface="Arial"/>
                <a:cs typeface="Arial"/>
              </a:rPr>
              <a:t>)</a:t>
            </a:r>
            <a:endParaRPr sz="1600" dirty="0">
              <a:latin typeface="Arial"/>
              <a:cs typeface="Arial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1212850" y="3806316"/>
            <a:ext cx="2298700" cy="1762760"/>
            <a:chOff x="1212850" y="3806316"/>
            <a:chExt cx="2298700" cy="1762760"/>
          </a:xfrm>
        </p:grpSpPr>
        <p:sp>
          <p:nvSpPr>
            <p:cNvPr id="34" name="object 34"/>
            <p:cNvSpPr/>
            <p:nvPr/>
          </p:nvSpPr>
          <p:spPr>
            <a:xfrm>
              <a:off x="1219200" y="4267199"/>
              <a:ext cx="533400" cy="533400"/>
            </a:xfrm>
            <a:custGeom>
              <a:avLst/>
              <a:gdLst/>
              <a:ahLst/>
              <a:cxnLst/>
              <a:rect l="l" t="t" r="r" b="b"/>
              <a:pathLst>
                <a:path w="533400" h="533400">
                  <a:moveTo>
                    <a:pt x="0" y="266700"/>
                  </a:moveTo>
                  <a:lnTo>
                    <a:pt x="4296" y="218753"/>
                  </a:lnTo>
                  <a:lnTo>
                    <a:pt x="16682" y="173629"/>
                  </a:lnTo>
                  <a:lnTo>
                    <a:pt x="36406" y="132080"/>
                  </a:lnTo>
                  <a:lnTo>
                    <a:pt x="62716" y="94858"/>
                  </a:lnTo>
                  <a:lnTo>
                    <a:pt x="94858" y="62716"/>
                  </a:lnTo>
                  <a:lnTo>
                    <a:pt x="132079" y="36406"/>
                  </a:lnTo>
                  <a:lnTo>
                    <a:pt x="173629" y="16682"/>
                  </a:lnTo>
                  <a:lnTo>
                    <a:pt x="218753" y="4296"/>
                  </a:lnTo>
                  <a:lnTo>
                    <a:pt x="266700" y="0"/>
                  </a:lnTo>
                  <a:lnTo>
                    <a:pt x="314646" y="4296"/>
                  </a:lnTo>
                  <a:lnTo>
                    <a:pt x="359770" y="16682"/>
                  </a:lnTo>
                  <a:lnTo>
                    <a:pt x="401319" y="36406"/>
                  </a:lnTo>
                  <a:lnTo>
                    <a:pt x="438541" y="62716"/>
                  </a:lnTo>
                  <a:lnTo>
                    <a:pt x="470683" y="94858"/>
                  </a:lnTo>
                  <a:lnTo>
                    <a:pt x="496993" y="132080"/>
                  </a:lnTo>
                  <a:lnTo>
                    <a:pt x="516717" y="173629"/>
                  </a:lnTo>
                  <a:lnTo>
                    <a:pt x="529103" y="218753"/>
                  </a:lnTo>
                  <a:lnTo>
                    <a:pt x="533400" y="266700"/>
                  </a:lnTo>
                  <a:lnTo>
                    <a:pt x="529103" y="314646"/>
                  </a:lnTo>
                  <a:lnTo>
                    <a:pt x="516717" y="359770"/>
                  </a:lnTo>
                  <a:lnTo>
                    <a:pt x="496993" y="401319"/>
                  </a:lnTo>
                  <a:lnTo>
                    <a:pt x="470683" y="438541"/>
                  </a:lnTo>
                  <a:lnTo>
                    <a:pt x="438541" y="470683"/>
                  </a:lnTo>
                  <a:lnTo>
                    <a:pt x="401319" y="496993"/>
                  </a:lnTo>
                  <a:lnTo>
                    <a:pt x="359770" y="516717"/>
                  </a:lnTo>
                  <a:lnTo>
                    <a:pt x="314646" y="529103"/>
                  </a:lnTo>
                  <a:lnTo>
                    <a:pt x="266700" y="533400"/>
                  </a:lnTo>
                  <a:lnTo>
                    <a:pt x="218753" y="529103"/>
                  </a:lnTo>
                  <a:lnTo>
                    <a:pt x="173629" y="516717"/>
                  </a:lnTo>
                  <a:lnTo>
                    <a:pt x="132080" y="496993"/>
                  </a:lnTo>
                  <a:lnTo>
                    <a:pt x="94858" y="470683"/>
                  </a:lnTo>
                  <a:lnTo>
                    <a:pt x="62716" y="438541"/>
                  </a:lnTo>
                  <a:lnTo>
                    <a:pt x="36406" y="401319"/>
                  </a:lnTo>
                  <a:lnTo>
                    <a:pt x="16682" y="359770"/>
                  </a:lnTo>
                  <a:lnTo>
                    <a:pt x="4296" y="314646"/>
                  </a:lnTo>
                  <a:lnTo>
                    <a:pt x="0" y="2667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676400" y="3881754"/>
              <a:ext cx="461645" cy="461645"/>
            </a:xfrm>
            <a:custGeom>
              <a:avLst/>
              <a:gdLst/>
              <a:ahLst/>
              <a:cxnLst/>
              <a:rect l="l" t="t" r="r" b="b"/>
              <a:pathLst>
                <a:path w="461644" h="461645">
                  <a:moveTo>
                    <a:pt x="26924" y="380873"/>
                  </a:moveTo>
                  <a:lnTo>
                    <a:pt x="0" y="461645"/>
                  </a:lnTo>
                  <a:lnTo>
                    <a:pt x="80772" y="434721"/>
                  </a:lnTo>
                  <a:lnTo>
                    <a:pt x="67310" y="421259"/>
                  </a:lnTo>
                  <a:lnTo>
                    <a:pt x="49402" y="421259"/>
                  </a:lnTo>
                  <a:lnTo>
                    <a:pt x="40386" y="412242"/>
                  </a:lnTo>
                  <a:lnTo>
                    <a:pt x="49340" y="403289"/>
                  </a:lnTo>
                  <a:lnTo>
                    <a:pt x="26924" y="380873"/>
                  </a:lnTo>
                  <a:close/>
                </a:path>
                <a:path w="461644" h="461645">
                  <a:moveTo>
                    <a:pt x="49340" y="403289"/>
                  </a:moveTo>
                  <a:lnTo>
                    <a:pt x="40386" y="412242"/>
                  </a:lnTo>
                  <a:lnTo>
                    <a:pt x="49402" y="421259"/>
                  </a:lnTo>
                  <a:lnTo>
                    <a:pt x="58355" y="412304"/>
                  </a:lnTo>
                  <a:lnTo>
                    <a:pt x="49340" y="403289"/>
                  </a:lnTo>
                  <a:close/>
                </a:path>
                <a:path w="461644" h="461645">
                  <a:moveTo>
                    <a:pt x="58355" y="412304"/>
                  </a:moveTo>
                  <a:lnTo>
                    <a:pt x="49402" y="421259"/>
                  </a:lnTo>
                  <a:lnTo>
                    <a:pt x="67310" y="421259"/>
                  </a:lnTo>
                  <a:lnTo>
                    <a:pt x="58355" y="412304"/>
                  </a:lnTo>
                  <a:close/>
                </a:path>
                <a:path w="461644" h="461645">
                  <a:moveTo>
                    <a:pt x="452755" y="0"/>
                  </a:moveTo>
                  <a:lnTo>
                    <a:pt x="49340" y="403289"/>
                  </a:lnTo>
                  <a:lnTo>
                    <a:pt x="58355" y="412304"/>
                  </a:lnTo>
                  <a:lnTo>
                    <a:pt x="461644" y="8890"/>
                  </a:lnTo>
                  <a:lnTo>
                    <a:pt x="45275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1752600" y="5029199"/>
              <a:ext cx="533400" cy="533400"/>
            </a:xfrm>
            <a:custGeom>
              <a:avLst/>
              <a:gdLst/>
              <a:ahLst/>
              <a:cxnLst/>
              <a:rect l="l" t="t" r="r" b="b"/>
              <a:pathLst>
                <a:path w="533400" h="533400">
                  <a:moveTo>
                    <a:pt x="0" y="266700"/>
                  </a:moveTo>
                  <a:lnTo>
                    <a:pt x="4296" y="218753"/>
                  </a:lnTo>
                  <a:lnTo>
                    <a:pt x="16682" y="173629"/>
                  </a:lnTo>
                  <a:lnTo>
                    <a:pt x="36406" y="132080"/>
                  </a:lnTo>
                  <a:lnTo>
                    <a:pt x="62716" y="94858"/>
                  </a:lnTo>
                  <a:lnTo>
                    <a:pt x="94858" y="62716"/>
                  </a:lnTo>
                  <a:lnTo>
                    <a:pt x="132080" y="36406"/>
                  </a:lnTo>
                  <a:lnTo>
                    <a:pt x="173629" y="16682"/>
                  </a:lnTo>
                  <a:lnTo>
                    <a:pt x="218753" y="4296"/>
                  </a:lnTo>
                  <a:lnTo>
                    <a:pt x="266700" y="0"/>
                  </a:lnTo>
                  <a:lnTo>
                    <a:pt x="314646" y="4296"/>
                  </a:lnTo>
                  <a:lnTo>
                    <a:pt x="359770" y="16682"/>
                  </a:lnTo>
                  <a:lnTo>
                    <a:pt x="401319" y="36406"/>
                  </a:lnTo>
                  <a:lnTo>
                    <a:pt x="438541" y="62716"/>
                  </a:lnTo>
                  <a:lnTo>
                    <a:pt x="470683" y="94858"/>
                  </a:lnTo>
                  <a:lnTo>
                    <a:pt x="496993" y="132080"/>
                  </a:lnTo>
                  <a:lnTo>
                    <a:pt x="516717" y="173629"/>
                  </a:lnTo>
                  <a:lnTo>
                    <a:pt x="529103" y="218753"/>
                  </a:lnTo>
                  <a:lnTo>
                    <a:pt x="533400" y="266700"/>
                  </a:lnTo>
                  <a:lnTo>
                    <a:pt x="529103" y="314646"/>
                  </a:lnTo>
                  <a:lnTo>
                    <a:pt x="516717" y="359770"/>
                  </a:lnTo>
                  <a:lnTo>
                    <a:pt x="496993" y="401319"/>
                  </a:lnTo>
                  <a:lnTo>
                    <a:pt x="470683" y="438541"/>
                  </a:lnTo>
                  <a:lnTo>
                    <a:pt x="438541" y="470683"/>
                  </a:lnTo>
                  <a:lnTo>
                    <a:pt x="401319" y="496993"/>
                  </a:lnTo>
                  <a:lnTo>
                    <a:pt x="359770" y="516717"/>
                  </a:lnTo>
                  <a:lnTo>
                    <a:pt x="314646" y="529103"/>
                  </a:lnTo>
                  <a:lnTo>
                    <a:pt x="266700" y="533400"/>
                  </a:lnTo>
                  <a:lnTo>
                    <a:pt x="218753" y="529103"/>
                  </a:lnTo>
                  <a:lnTo>
                    <a:pt x="173629" y="516717"/>
                  </a:lnTo>
                  <a:lnTo>
                    <a:pt x="132080" y="496993"/>
                  </a:lnTo>
                  <a:lnTo>
                    <a:pt x="94858" y="470683"/>
                  </a:lnTo>
                  <a:lnTo>
                    <a:pt x="62716" y="438541"/>
                  </a:lnTo>
                  <a:lnTo>
                    <a:pt x="36406" y="401320"/>
                  </a:lnTo>
                  <a:lnTo>
                    <a:pt x="16682" y="359770"/>
                  </a:lnTo>
                  <a:lnTo>
                    <a:pt x="4296" y="314646"/>
                  </a:lnTo>
                  <a:lnTo>
                    <a:pt x="0" y="2667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1671319" y="4720589"/>
              <a:ext cx="233679" cy="308610"/>
            </a:xfrm>
            <a:custGeom>
              <a:avLst/>
              <a:gdLst/>
              <a:ahLst/>
              <a:cxnLst/>
              <a:rect l="l" t="t" r="r" b="b"/>
              <a:pathLst>
                <a:path w="233680" h="308610">
                  <a:moveTo>
                    <a:pt x="182880" y="251460"/>
                  </a:moveTo>
                  <a:lnTo>
                    <a:pt x="157480" y="270510"/>
                  </a:lnTo>
                  <a:lnTo>
                    <a:pt x="233680" y="308610"/>
                  </a:lnTo>
                  <a:lnTo>
                    <a:pt x="225136" y="261620"/>
                  </a:lnTo>
                  <a:lnTo>
                    <a:pt x="190500" y="261620"/>
                  </a:lnTo>
                  <a:lnTo>
                    <a:pt x="182880" y="251460"/>
                  </a:lnTo>
                  <a:close/>
                </a:path>
                <a:path w="233680" h="308610">
                  <a:moveTo>
                    <a:pt x="193040" y="243840"/>
                  </a:moveTo>
                  <a:lnTo>
                    <a:pt x="182880" y="251460"/>
                  </a:lnTo>
                  <a:lnTo>
                    <a:pt x="190500" y="261620"/>
                  </a:lnTo>
                  <a:lnTo>
                    <a:pt x="200660" y="254000"/>
                  </a:lnTo>
                  <a:lnTo>
                    <a:pt x="193040" y="243840"/>
                  </a:lnTo>
                  <a:close/>
                </a:path>
                <a:path w="233680" h="308610">
                  <a:moveTo>
                    <a:pt x="218440" y="224790"/>
                  </a:moveTo>
                  <a:lnTo>
                    <a:pt x="193040" y="243840"/>
                  </a:lnTo>
                  <a:lnTo>
                    <a:pt x="200660" y="254000"/>
                  </a:lnTo>
                  <a:lnTo>
                    <a:pt x="190500" y="261620"/>
                  </a:lnTo>
                  <a:lnTo>
                    <a:pt x="225136" y="261620"/>
                  </a:lnTo>
                  <a:lnTo>
                    <a:pt x="218440" y="224790"/>
                  </a:lnTo>
                  <a:close/>
                </a:path>
                <a:path w="233680" h="308610">
                  <a:moveTo>
                    <a:pt x="10160" y="0"/>
                  </a:moveTo>
                  <a:lnTo>
                    <a:pt x="0" y="7620"/>
                  </a:lnTo>
                  <a:lnTo>
                    <a:pt x="182880" y="251460"/>
                  </a:lnTo>
                  <a:lnTo>
                    <a:pt x="193040" y="243840"/>
                  </a:lnTo>
                  <a:lnTo>
                    <a:pt x="1016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2971800" y="4267199"/>
              <a:ext cx="533400" cy="533400"/>
            </a:xfrm>
            <a:custGeom>
              <a:avLst/>
              <a:gdLst/>
              <a:ahLst/>
              <a:cxnLst/>
              <a:rect l="l" t="t" r="r" b="b"/>
              <a:pathLst>
                <a:path w="533400" h="533400">
                  <a:moveTo>
                    <a:pt x="0" y="266700"/>
                  </a:moveTo>
                  <a:lnTo>
                    <a:pt x="4296" y="218753"/>
                  </a:lnTo>
                  <a:lnTo>
                    <a:pt x="16682" y="173629"/>
                  </a:lnTo>
                  <a:lnTo>
                    <a:pt x="36406" y="132080"/>
                  </a:lnTo>
                  <a:lnTo>
                    <a:pt x="62716" y="94858"/>
                  </a:lnTo>
                  <a:lnTo>
                    <a:pt x="94858" y="62716"/>
                  </a:lnTo>
                  <a:lnTo>
                    <a:pt x="132080" y="36406"/>
                  </a:lnTo>
                  <a:lnTo>
                    <a:pt x="173629" y="16682"/>
                  </a:lnTo>
                  <a:lnTo>
                    <a:pt x="218753" y="4296"/>
                  </a:lnTo>
                  <a:lnTo>
                    <a:pt x="266700" y="0"/>
                  </a:lnTo>
                  <a:lnTo>
                    <a:pt x="314646" y="4296"/>
                  </a:lnTo>
                  <a:lnTo>
                    <a:pt x="359770" y="16682"/>
                  </a:lnTo>
                  <a:lnTo>
                    <a:pt x="401319" y="36406"/>
                  </a:lnTo>
                  <a:lnTo>
                    <a:pt x="438541" y="62716"/>
                  </a:lnTo>
                  <a:lnTo>
                    <a:pt x="470683" y="94858"/>
                  </a:lnTo>
                  <a:lnTo>
                    <a:pt x="496993" y="132080"/>
                  </a:lnTo>
                  <a:lnTo>
                    <a:pt x="516717" y="173629"/>
                  </a:lnTo>
                  <a:lnTo>
                    <a:pt x="529103" y="218753"/>
                  </a:lnTo>
                  <a:lnTo>
                    <a:pt x="533400" y="266700"/>
                  </a:lnTo>
                  <a:lnTo>
                    <a:pt x="529103" y="314646"/>
                  </a:lnTo>
                  <a:lnTo>
                    <a:pt x="516717" y="359770"/>
                  </a:lnTo>
                  <a:lnTo>
                    <a:pt x="496993" y="401319"/>
                  </a:lnTo>
                  <a:lnTo>
                    <a:pt x="470683" y="438541"/>
                  </a:lnTo>
                  <a:lnTo>
                    <a:pt x="438541" y="470683"/>
                  </a:lnTo>
                  <a:lnTo>
                    <a:pt x="401320" y="496993"/>
                  </a:lnTo>
                  <a:lnTo>
                    <a:pt x="359770" y="516717"/>
                  </a:lnTo>
                  <a:lnTo>
                    <a:pt x="314646" y="529103"/>
                  </a:lnTo>
                  <a:lnTo>
                    <a:pt x="266700" y="533400"/>
                  </a:lnTo>
                  <a:lnTo>
                    <a:pt x="218753" y="529103"/>
                  </a:lnTo>
                  <a:lnTo>
                    <a:pt x="173629" y="516717"/>
                  </a:lnTo>
                  <a:lnTo>
                    <a:pt x="132080" y="496993"/>
                  </a:lnTo>
                  <a:lnTo>
                    <a:pt x="94858" y="470683"/>
                  </a:lnTo>
                  <a:lnTo>
                    <a:pt x="62716" y="438541"/>
                  </a:lnTo>
                  <a:lnTo>
                    <a:pt x="36406" y="401319"/>
                  </a:lnTo>
                  <a:lnTo>
                    <a:pt x="16682" y="359770"/>
                  </a:lnTo>
                  <a:lnTo>
                    <a:pt x="4296" y="314646"/>
                  </a:lnTo>
                  <a:lnTo>
                    <a:pt x="0" y="2667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2661792" y="3806316"/>
              <a:ext cx="386715" cy="537210"/>
            </a:xfrm>
            <a:custGeom>
              <a:avLst/>
              <a:gdLst/>
              <a:ahLst/>
              <a:cxnLst/>
              <a:rect l="l" t="t" r="r" b="b"/>
              <a:pathLst>
                <a:path w="386714" h="537210">
                  <a:moveTo>
                    <a:pt x="336761" y="478707"/>
                  </a:moveTo>
                  <a:lnTo>
                    <a:pt x="310895" y="497204"/>
                  </a:lnTo>
                  <a:lnTo>
                    <a:pt x="386206" y="537082"/>
                  </a:lnTo>
                  <a:lnTo>
                    <a:pt x="378604" y="489076"/>
                  </a:lnTo>
                  <a:lnTo>
                    <a:pt x="344169" y="489076"/>
                  </a:lnTo>
                  <a:lnTo>
                    <a:pt x="336761" y="478707"/>
                  </a:lnTo>
                  <a:close/>
                </a:path>
                <a:path w="386714" h="537210">
                  <a:moveTo>
                    <a:pt x="347054" y="471345"/>
                  </a:moveTo>
                  <a:lnTo>
                    <a:pt x="336761" y="478707"/>
                  </a:lnTo>
                  <a:lnTo>
                    <a:pt x="344169" y="489076"/>
                  </a:lnTo>
                  <a:lnTo>
                    <a:pt x="354456" y="481710"/>
                  </a:lnTo>
                  <a:lnTo>
                    <a:pt x="347054" y="471345"/>
                  </a:lnTo>
                  <a:close/>
                </a:path>
                <a:path w="386714" h="537210">
                  <a:moveTo>
                    <a:pt x="372871" y="452881"/>
                  </a:moveTo>
                  <a:lnTo>
                    <a:pt x="347054" y="471345"/>
                  </a:lnTo>
                  <a:lnTo>
                    <a:pt x="354456" y="481710"/>
                  </a:lnTo>
                  <a:lnTo>
                    <a:pt x="344169" y="489076"/>
                  </a:lnTo>
                  <a:lnTo>
                    <a:pt x="378604" y="489076"/>
                  </a:lnTo>
                  <a:lnTo>
                    <a:pt x="372871" y="452881"/>
                  </a:lnTo>
                  <a:close/>
                </a:path>
                <a:path w="386714" h="537210">
                  <a:moveTo>
                    <a:pt x="10413" y="0"/>
                  </a:moveTo>
                  <a:lnTo>
                    <a:pt x="0" y="7365"/>
                  </a:lnTo>
                  <a:lnTo>
                    <a:pt x="336761" y="478707"/>
                  </a:lnTo>
                  <a:lnTo>
                    <a:pt x="347054" y="471345"/>
                  </a:lnTo>
                  <a:lnTo>
                    <a:pt x="1041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/>
          <p:nvPr/>
        </p:nvSpPr>
        <p:spPr>
          <a:xfrm>
            <a:off x="3810000" y="4572000"/>
            <a:ext cx="990600" cy="228600"/>
          </a:xfrm>
          <a:custGeom>
            <a:avLst/>
            <a:gdLst/>
            <a:ahLst/>
            <a:cxnLst/>
            <a:rect l="l" t="t" r="r" b="b"/>
            <a:pathLst>
              <a:path w="990600" h="228600">
                <a:moveTo>
                  <a:pt x="0" y="57150"/>
                </a:moveTo>
                <a:lnTo>
                  <a:pt x="742950" y="57150"/>
                </a:lnTo>
                <a:lnTo>
                  <a:pt x="742950" y="0"/>
                </a:lnTo>
                <a:lnTo>
                  <a:pt x="990600" y="114300"/>
                </a:lnTo>
                <a:lnTo>
                  <a:pt x="742950" y="228600"/>
                </a:lnTo>
                <a:lnTo>
                  <a:pt x="742950" y="171450"/>
                </a:lnTo>
                <a:lnTo>
                  <a:pt x="0" y="171450"/>
                </a:lnTo>
                <a:lnTo>
                  <a:pt x="0" y="5715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 txBox="1"/>
          <p:nvPr/>
        </p:nvSpPr>
        <p:spPr>
          <a:xfrm>
            <a:off x="3813175" y="4217289"/>
            <a:ext cx="960119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i="1" dirty="0">
                <a:latin typeface="Arial"/>
                <a:cs typeface="Arial"/>
              </a:rPr>
              <a:t>insert(L)</a:t>
            </a:r>
            <a:endParaRPr sz="2000">
              <a:latin typeface="Arial"/>
              <a:cs typeface="Aria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1222044" y="4372736"/>
            <a:ext cx="40830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i="1" spc="-5" dirty="0">
                <a:latin typeface="Arial"/>
                <a:cs typeface="Arial"/>
              </a:rPr>
              <a:t>E(1)</a:t>
            </a:r>
            <a:endParaRPr sz="1600">
              <a:latin typeface="Arial"/>
              <a:cs typeface="Arial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1755394" y="5135117"/>
            <a:ext cx="37528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i="1" spc="-5" dirty="0">
                <a:latin typeface="Arial"/>
                <a:cs typeface="Arial"/>
              </a:rPr>
              <a:t>J(0)</a:t>
            </a:r>
            <a:endParaRPr sz="1600">
              <a:latin typeface="Arial"/>
              <a:cs typeface="Arial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2974975" y="4372736"/>
            <a:ext cx="40830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i="1" spc="-5" dirty="0">
                <a:latin typeface="Arial"/>
                <a:cs typeface="Arial"/>
              </a:rPr>
              <a:t>P(0)</a:t>
            </a:r>
            <a:endParaRPr sz="1600">
              <a:latin typeface="Arial"/>
              <a:cs typeface="Arial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6172200" y="35052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0" y="266700"/>
                </a:moveTo>
                <a:lnTo>
                  <a:pt x="4296" y="218753"/>
                </a:lnTo>
                <a:lnTo>
                  <a:pt x="16682" y="173629"/>
                </a:lnTo>
                <a:lnTo>
                  <a:pt x="36406" y="132080"/>
                </a:lnTo>
                <a:lnTo>
                  <a:pt x="62716" y="94858"/>
                </a:lnTo>
                <a:lnTo>
                  <a:pt x="94858" y="62716"/>
                </a:lnTo>
                <a:lnTo>
                  <a:pt x="132079" y="36406"/>
                </a:lnTo>
                <a:lnTo>
                  <a:pt x="173629" y="16682"/>
                </a:lnTo>
                <a:lnTo>
                  <a:pt x="218753" y="4296"/>
                </a:lnTo>
                <a:lnTo>
                  <a:pt x="266700" y="0"/>
                </a:lnTo>
                <a:lnTo>
                  <a:pt x="314646" y="4296"/>
                </a:lnTo>
                <a:lnTo>
                  <a:pt x="359770" y="16682"/>
                </a:lnTo>
                <a:lnTo>
                  <a:pt x="401320" y="36406"/>
                </a:lnTo>
                <a:lnTo>
                  <a:pt x="438541" y="62716"/>
                </a:lnTo>
                <a:lnTo>
                  <a:pt x="470683" y="94858"/>
                </a:lnTo>
                <a:lnTo>
                  <a:pt x="496993" y="132079"/>
                </a:lnTo>
                <a:lnTo>
                  <a:pt x="516717" y="173629"/>
                </a:lnTo>
                <a:lnTo>
                  <a:pt x="529103" y="218753"/>
                </a:lnTo>
                <a:lnTo>
                  <a:pt x="533400" y="266700"/>
                </a:lnTo>
                <a:lnTo>
                  <a:pt x="529103" y="314646"/>
                </a:lnTo>
                <a:lnTo>
                  <a:pt x="516717" y="359770"/>
                </a:lnTo>
                <a:lnTo>
                  <a:pt x="496993" y="401319"/>
                </a:lnTo>
                <a:lnTo>
                  <a:pt x="470683" y="438541"/>
                </a:lnTo>
                <a:lnTo>
                  <a:pt x="438541" y="470683"/>
                </a:lnTo>
                <a:lnTo>
                  <a:pt x="401320" y="496993"/>
                </a:lnTo>
                <a:lnTo>
                  <a:pt x="359770" y="516717"/>
                </a:lnTo>
                <a:lnTo>
                  <a:pt x="314646" y="529103"/>
                </a:lnTo>
                <a:lnTo>
                  <a:pt x="266700" y="533400"/>
                </a:lnTo>
                <a:lnTo>
                  <a:pt x="218753" y="529103"/>
                </a:lnTo>
                <a:lnTo>
                  <a:pt x="173629" y="516717"/>
                </a:lnTo>
                <a:lnTo>
                  <a:pt x="132080" y="496993"/>
                </a:lnTo>
                <a:lnTo>
                  <a:pt x="94858" y="470683"/>
                </a:lnTo>
                <a:lnTo>
                  <a:pt x="62716" y="438541"/>
                </a:lnTo>
                <a:lnTo>
                  <a:pt x="36406" y="401319"/>
                </a:lnTo>
                <a:lnTo>
                  <a:pt x="16682" y="359770"/>
                </a:lnTo>
                <a:lnTo>
                  <a:pt x="4296" y="314646"/>
                </a:lnTo>
                <a:lnTo>
                  <a:pt x="0" y="26670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 txBox="1"/>
          <p:nvPr/>
        </p:nvSpPr>
        <p:spPr>
          <a:xfrm>
            <a:off x="6176009" y="3610432"/>
            <a:ext cx="508000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i="1" spc="-20" dirty="0" smtClean="0">
                <a:latin typeface="Arial"/>
                <a:cs typeface="Arial"/>
              </a:rPr>
              <a:t>M</a:t>
            </a:r>
            <a:r>
              <a:rPr sz="1600" i="1" spc="-10" dirty="0" smtClean="0">
                <a:latin typeface="Arial"/>
                <a:cs typeface="Arial"/>
              </a:rPr>
              <a:t>(2</a:t>
            </a:r>
            <a:r>
              <a:rPr sz="1600" i="1" spc="-10" dirty="0">
                <a:latin typeface="Arial"/>
                <a:cs typeface="Arial"/>
              </a:rPr>
              <a:t>)</a:t>
            </a:r>
            <a:endParaRPr sz="1600" dirty="0">
              <a:latin typeface="Arial"/>
              <a:cs typeface="Arial"/>
            </a:endParaRPr>
          </a:p>
        </p:txBody>
      </p:sp>
      <p:grpSp>
        <p:nvGrpSpPr>
          <p:cNvPr id="47" name="object 47"/>
          <p:cNvGrpSpPr/>
          <p:nvPr/>
        </p:nvGrpSpPr>
        <p:grpSpPr>
          <a:xfrm>
            <a:off x="5251450" y="3806316"/>
            <a:ext cx="2298700" cy="1762760"/>
            <a:chOff x="5251450" y="3806316"/>
            <a:chExt cx="2298700" cy="1762760"/>
          </a:xfrm>
        </p:grpSpPr>
        <p:sp>
          <p:nvSpPr>
            <p:cNvPr id="48" name="object 48"/>
            <p:cNvSpPr/>
            <p:nvPr/>
          </p:nvSpPr>
          <p:spPr>
            <a:xfrm>
              <a:off x="5257800" y="4267199"/>
              <a:ext cx="533400" cy="533400"/>
            </a:xfrm>
            <a:custGeom>
              <a:avLst/>
              <a:gdLst/>
              <a:ahLst/>
              <a:cxnLst/>
              <a:rect l="l" t="t" r="r" b="b"/>
              <a:pathLst>
                <a:path w="533400" h="533400">
                  <a:moveTo>
                    <a:pt x="0" y="266700"/>
                  </a:moveTo>
                  <a:lnTo>
                    <a:pt x="4296" y="218753"/>
                  </a:lnTo>
                  <a:lnTo>
                    <a:pt x="16682" y="173629"/>
                  </a:lnTo>
                  <a:lnTo>
                    <a:pt x="36406" y="132080"/>
                  </a:lnTo>
                  <a:lnTo>
                    <a:pt x="62716" y="94858"/>
                  </a:lnTo>
                  <a:lnTo>
                    <a:pt x="94858" y="62716"/>
                  </a:lnTo>
                  <a:lnTo>
                    <a:pt x="132079" y="36406"/>
                  </a:lnTo>
                  <a:lnTo>
                    <a:pt x="173629" y="16682"/>
                  </a:lnTo>
                  <a:lnTo>
                    <a:pt x="218753" y="4296"/>
                  </a:lnTo>
                  <a:lnTo>
                    <a:pt x="266700" y="0"/>
                  </a:lnTo>
                  <a:lnTo>
                    <a:pt x="314646" y="4296"/>
                  </a:lnTo>
                  <a:lnTo>
                    <a:pt x="359770" y="16682"/>
                  </a:lnTo>
                  <a:lnTo>
                    <a:pt x="401319" y="36406"/>
                  </a:lnTo>
                  <a:lnTo>
                    <a:pt x="438541" y="62716"/>
                  </a:lnTo>
                  <a:lnTo>
                    <a:pt x="470683" y="94858"/>
                  </a:lnTo>
                  <a:lnTo>
                    <a:pt x="496993" y="132080"/>
                  </a:lnTo>
                  <a:lnTo>
                    <a:pt x="516717" y="173629"/>
                  </a:lnTo>
                  <a:lnTo>
                    <a:pt x="529103" y="218753"/>
                  </a:lnTo>
                  <a:lnTo>
                    <a:pt x="533400" y="266700"/>
                  </a:lnTo>
                  <a:lnTo>
                    <a:pt x="529103" y="314646"/>
                  </a:lnTo>
                  <a:lnTo>
                    <a:pt x="516717" y="359770"/>
                  </a:lnTo>
                  <a:lnTo>
                    <a:pt x="496993" y="401319"/>
                  </a:lnTo>
                  <a:lnTo>
                    <a:pt x="470683" y="438541"/>
                  </a:lnTo>
                  <a:lnTo>
                    <a:pt x="438541" y="470683"/>
                  </a:lnTo>
                  <a:lnTo>
                    <a:pt x="401320" y="496993"/>
                  </a:lnTo>
                  <a:lnTo>
                    <a:pt x="359770" y="516717"/>
                  </a:lnTo>
                  <a:lnTo>
                    <a:pt x="314646" y="529103"/>
                  </a:lnTo>
                  <a:lnTo>
                    <a:pt x="266700" y="533400"/>
                  </a:lnTo>
                  <a:lnTo>
                    <a:pt x="218753" y="529103"/>
                  </a:lnTo>
                  <a:lnTo>
                    <a:pt x="173629" y="516717"/>
                  </a:lnTo>
                  <a:lnTo>
                    <a:pt x="132080" y="496993"/>
                  </a:lnTo>
                  <a:lnTo>
                    <a:pt x="94858" y="470683"/>
                  </a:lnTo>
                  <a:lnTo>
                    <a:pt x="62716" y="438541"/>
                  </a:lnTo>
                  <a:lnTo>
                    <a:pt x="36406" y="401319"/>
                  </a:lnTo>
                  <a:lnTo>
                    <a:pt x="16682" y="359770"/>
                  </a:lnTo>
                  <a:lnTo>
                    <a:pt x="4296" y="314646"/>
                  </a:lnTo>
                  <a:lnTo>
                    <a:pt x="0" y="2667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5715000" y="3881754"/>
              <a:ext cx="461645" cy="461645"/>
            </a:xfrm>
            <a:custGeom>
              <a:avLst/>
              <a:gdLst/>
              <a:ahLst/>
              <a:cxnLst/>
              <a:rect l="l" t="t" r="r" b="b"/>
              <a:pathLst>
                <a:path w="461645" h="461645">
                  <a:moveTo>
                    <a:pt x="26924" y="380873"/>
                  </a:moveTo>
                  <a:lnTo>
                    <a:pt x="0" y="461645"/>
                  </a:lnTo>
                  <a:lnTo>
                    <a:pt x="80772" y="434721"/>
                  </a:lnTo>
                  <a:lnTo>
                    <a:pt x="67310" y="421259"/>
                  </a:lnTo>
                  <a:lnTo>
                    <a:pt x="49402" y="421259"/>
                  </a:lnTo>
                  <a:lnTo>
                    <a:pt x="40386" y="412242"/>
                  </a:lnTo>
                  <a:lnTo>
                    <a:pt x="49340" y="403289"/>
                  </a:lnTo>
                  <a:lnTo>
                    <a:pt x="26924" y="380873"/>
                  </a:lnTo>
                  <a:close/>
                </a:path>
                <a:path w="461645" h="461645">
                  <a:moveTo>
                    <a:pt x="49340" y="403289"/>
                  </a:moveTo>
                  <a:lnTo>
                    <a:pt x="40386" y="412242"/>
                  </a:lnTo>
                  <a:lnTo>
                    <a:pt x="49402" y="421259"/>
                  </a:lnTo>
                  <a:lnTo>
                    <a:pt x="58355" y="412304"/>
                  </a:lnTo>
                  <a:lnTo>
                    <a:pt x="49340" y="403289"/>
                  </a:lnTo>
                  <a:close/>
                </a:path>
                <a:path w="461645" h="461645">
                  <a:moveTo>
                    <a:pt x="58355" y="412304"/>
                  </a:moveTo>
                  <a:lnTo>
                    <a:pt x="49402" y="421259"/>
                  </a:lnTo>
                  <a:lnTo>
                    <a:pt x="67310" y="421259"/>
                  </a:lnTo>
                  <a:lnTo>
                    <a:pt x="58355" y="412304"/>
                  </a:lnTo>
                  <a:close/>
                </a:path>
                <a:path w="461645" h="461645">
                  <a:moveTo>
                    <a:pt x="452754" y="0"/>
                  </a:moveTo>
                  <a:lnTo>
                    <a:pt x="49340" y="403289"/>
                  </a:lnTo>
                  <a:lnTo>
                    <a:pt x="58355" y="412304"/>
                  </a:lnTo>
                  <a:lnTo>
                    <a:pt x="461645" y="8890"/>
                  </a:lnTo>
                  <a:lnTo>
                    <a:pt x="45275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5791200" y="5029199"/>
              <a:ext cx="533400" cy="533400"/>
            </a:xfrm>
            <a:custGeom>
              <a:avLst/>
              <a:gdLst/>
              <a:ahLst/>
              <a:cxnLst/>
              <a:rect l="l" t="t" r="r" b="b"/>
              <a:pathLst>
                <a:path w="533400" h="533400">
                  <a:moveTo>
                    <a:pt x="0" y="266700"/>
                  </a:moveTo>
                  <a:lnTo>
                    <a:pt x="4296" y="218753"/>
                  </a:lnTo>
                  <a:lnTo>
                    <a:pt x="16682" y="173629"/>
                  </a:lnTo>
                  <a:lnTo>
                    <a:pt x="36406" y="132080"/>
                  </a:lnTo>
                  <a:lnTo>
                    <a:pt x="62716" y="94858"/>
                  </a:lnTo>
                  <a:lnTo>
                    <a:pt x="94858" y="62716"/>
                  </a:lnTo>
                  <a:lnTo>
                    <a:pt x="132079" y="36406"/>
                  </a:lnTo>
                  <a:lnTo>
                    <a:pt x="173629" y="16682"/>
                  </a:lnTo>
                  <a:lnTo>
                    <a:pt x="218753" y="4296"/>
                  </a:lnTo>
                  <a:lnTo>
                    <a:pt x="266700" y="0"/>
                  </a:lnTo>
                  <a:lnTo>
                    <a:pt x="314646" y="4296"/>
                  </a:lnTo>
                  <a:lnTo>
                    <a:pt x="359770" y="16682"/>
                  </a:lnTo>
                  <a:lnTo>
                    <a:pt x="401319" y="36406"/>
                  </a:lnTo>
                  <a:lnTo>
                    <a:pt x="438541" y="62716"/>
                  </a:lnTo>
                  <a:lnTo>
                    <a:pt x="470683" y="94858"/>
                  </a:lnTo>
                  <a:lnTo>
                    <a:pt x="496993" y="132080"/>
                  </a:lnTo>
                  <a:lnTo>
                    <a:pt x="516717" y="173629"/>
                  </a:lnTo>
                  <a:lnTo>
                    <a:pt x="529103" y="218753"/>
                  </a:lnTo>
                  <a:lnTo>
                    <a:pt x="533400" y="266700"/>
                  </a:lnTo>
                  <a:lnTo>
                    <a:pt x="529103" y="314646"/>
                  </a:lnTo>
                  <a:lnTo>
                    <a:pt x="516717" y="359770"/>
                  </a:lnTo>
                  <a:lnTo>
                    <a:pt x="496993" y="401319"/>
                  </a:lnTo>
                  <a:lnTo>
                    <a:pt x="470683" y="438541"/>
                  </a:lnTo>
                  <a:lnTo>
                    <a:pt x="438541" y="470683"/>
                  </a:lnTo>
                  <a:lnTo>
                    <a:pt x="401320" y="496993"/>
                  </a:lnTo>
                  <a:lnTo>
                    <a:pt x="359770" y="516717"/>
                  </a:lnTo>
                  <a:lnTo>
                    <a:pt x="314646" y="529103"/>
                  </a:lnTo>
                  <a:lnTo>
                    <a:pt x="266700" y="533400"/>
                  </a:lnTo>
                  <a:lnTo>
                    <a:pt x="218753" y="529103"/>
                  </a:lnTo>
                  <a:lnTo>
                    <a:pt x="173629" y="516717"/>
                  </a:lnTo>
                  <a:lnTo>
                    <a:pt x="132080" y="496993"/>
                  </a:lnTo>
                  <a:lnTo>
                    <a:pt x="94858" y="470683"/>
                  </a:lnTo>
                  <a:lnTo>
                    <a:pt x="62716" y="438541"/>
                  </a:lnTo>
                  <a:lnTo>
                    <a:pt x="36406" y="401320"/>
                  </a:lnTo>
                  <a:lnTo>
                    <a:pt x="16682" y="359770"/>
                  </a:lnTo>
                  <a:lnTo>
                    <a:pt x="4296" y="314646"/>
                  </a:lnTo>
                  <a:lnTo>
                    <a:pt x="0" y="2667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5709919" y="4720589"/>
              <a:ext cx="233679" cy="308610"/>
            </a:xfrm>
            <a:custGeom>
              <a:avLst/>
              <a:gdLst/>
              <a:ahLst/>
              <a:cxnLst/>
              <a:rect l="l" t="t" r="r" b="b"/>
              <a:pathLst>
                <a:path w="233679" h="308610">
                  <a:moveTo>
                    <a:pt x="182879" y="251460"/>
                  </a:moveTo>
                  <a:lnTo>
                    <a:pt x="157479" y="270510"/>
                  </a:lnTo>
                  <a:lnTo>
                    <a:pt x="233679" y="308610"/>
                  </a:lnTo>
                  <a:lnTo>
                    <a:pt x="225136" y="261620"/>
                  </a:lnTo>
                  <a:lnTo>
                    <a:pt x="190500" y="261620"/>
                  </a:lnTo>
                  <a:lnTo>
                    <a:pt x="182879" y="251460"/>
                  </a:lnTo>
                  <a:close/>
                </a:path>
                <a:path w="233679" h="308610">
                  <a:moveTo>
                    <a:pt x="193039" y="243840"/>
                  </a:moveTo>
                  <a:lnTo>
                    <a:pt x="182879" y="251460"/>
                  </a:lnTo>
                  <a:lnTo>
                    <a:pt x="190500" y="261620"/>
                  </a:lnTo>
                  <a:lnTo>
                    <a:pt x="200659" y="254000"/>
                  </a:lnTo>
                  <a:lnTo>
                    <a:pt x="193039" y="243840"/>
                  </a:lnTo>
                  <a:close/>
                </a:path>
                <a:path w="233679" h="308610">
                  <a:moveTo>
                    <a:pt x="218439" y="224790"/>
                  </a:moveTo>
                  <a:lnTo>
                    <a:pt x="193039" y="243840"/>
                  </a:lnTo>
                  <a:lnTo>
                    <a:pt x="200659" y="254000"/>
                  </a:lnTo>
                  <a:lnTo>
                    <a:pt x="190500" y="261620"/>
                  </a:lnTo>
                  <a:lnTo>
                    <a:pt x="225136" y="261620"/>
                  </a:lnTo>
                  <a:lnTo>
                    <a:pt x="218439" y="224790"/>
                  </a:lnTo>
                  <a:close/>
                </a:path>
                <a:path w="233679" h="308610">
                  <a:moveTo>
                    <a:pt x="10159" y="0"/>
                  </a:moveTo>
                  <a:lnTo>
                    <a:pt x="0" y="7620"/>
                  </a:lnTo>
                  <a:lnTo>
                    <a:pt x="182879" y="251460"/>
                  </a:lnTo>
                  <a:lnTo>
                    <a:pt x="193039" y="243840"/>
                  </a:lnTo>
                  <a:lnTo>
                    <a:pt x="1015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7010400" y="4267199"/>
              <a:ext cx="533400" cy="533400"/>
            </a:xfrm>
            <a:custGeom>
              <a:avLst/>
              <a:gdLst/>
              <a:ahLst/>
              <a:cxnLst/>
              <a:rect l="l" t="t" r="r" b="b"/>
              <a:pathLst>
                <a:path w="533400" h="533400">
                  <a:moveTo>
                    <a:pt x="0" y="266700"/>
                  </a:moveTo>
                  <a:lnTo>
                    <a:pt x="4296" y="218753"/>
                  </a:lnTo>
                  <a:lnTo>
                    <a:pt x="16682" y="173629"/>
                  </a:lnTo>
                  <a:lnTo>
                    <a:pt x="36406" y="132080"/>
                  </a:lnTo>
                  <a:lnTo>
                    <a:pt x="62716" y="94858"/>
                  </a:lnTo>
                  <a:lnTo>
                    <a:pt x="94858" y="62716"/>
                  </a:lnTo>
                  <a:lnTo>
                    <a:pt x="132079" y="36406"/>
                  </a:lnTo>
                  <a:lnTo>
                    <a:pt x="173629" y="16682"/>
                  </a:lnTo>
                  <a:lnTo>
                    <a:pt x="218753" y="4296"/>
                  </a:lnTo>
                  <a:lnTo>
                    <a:pt x="266700" y="0"/>
                  </a:lnTo>
                  <a:lnTo>
                    <a:pt x="314646" y="4296"/>
                  </a:lnTo>
                  <a:lnTo>
                    <a:pt x="359770" y="16682"/>
                  </a:lnTo>
                  <a:lnTo>
                    <a:pt x="401320" y="36406"/>
                  </a:lnTo>
                  <a:lnTo>
                    <a:pt x="438541" y="62716"/>
                  </a:lnTo>
                  <a:lnTo>
                    <a:pt x="470683" y="94858"/>
                  </a:lnTo>
                  <a:lnTo>
                    <a:pt x="496993" y="132080"/>
                  </a:lnTo>
                  <a:lnTo>
                    <a:pt x="516717" y="173629"/>
                  </a:lnTo>
                  <a:lnTo>
                    <a:pt x="529103" y="218753"/>
                  </a:lnTo>
                  <a:lnTo>
                    <a:pt x="533400" y="266700"/>
                  </a:lnTo>
                  <a:lnTo>
                    <a:pt x="529103" y="314646"/>
                  </a:lnTo>
                  <a:lnTo>
                    <a:pt x="516717" y="359770"/>
                  </a:lnTo>
                  <a:lnTo>
                    <a:pt x="496993" y="401319"/>
                  </a:lnTo>
                  <a:lnTo>
                    <a:pt x="470683" y="438541"/>
                  </a:lnTo>
                  <a:lnTo>
                    <a:pt x="438541" y="470683"/>
                  </a:lnTo>
                  <a:lnTo>
                    <a:pt x="401320" y="496993"/>
                  </a:lnTo>
                  <a:lnTo>
                    <a:pt x="359770" y="516717"/>
                  </a:lnTo>
                  <a:lnTo>
                    <a:pt x="314646" y="529103"/>
                  </a:lnTo>
                  <a:lnTo>
                    <a:pt x="266700" y="533400"/>
                  </a:lnTo>
                  <a:lnTo>
                    <a:pt x="218753" y="529103"/>
                  </a:lnTo>
                  <a:lnTo>
                    <a:pt x="173629" y="516717"/>
                  </a:lnTo>
                  <a:lnTo>
                    <a:pt x="132079" y="496993"/>
                  </a:lnTo>
                  <a:lnTo>
                    <a:pt x="94858" y="470683"/>
                  </a:lnTo>
                  <a:lnTo>
                    <a:pt x="62716" y="438541"/>
                  </a:lnTo>
                  <a:lnTo>
                    <a:pt x="36406" y="401319"/>
                  </a:lnTo>
                  <a:lnTo>
                    <a:pt x="16682" y="359770"/>
                  </a:lnTo>
                  <a:lnTo>
                    <a:pt x="4296" y="314646"/>
                  </a:lnTo>
                  <a:lnTo>
                    <a:pt x="0" y="2667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6700392" y="3806316"/>
              <a:ext cx="386715" cy="537210"/>
            </a:xfrm>
            <a:custGeom>
              <a:avLst/>
              <a:gdLst/>
              <a:ahLst/>
              <a:cxnLst/>
              <a:rect l="l" t="t" r="r" b="b"/>
              <a:pathLst>
                <a:path w="386715" h="537210">
                  <a:moveTo>
                    <a:pt x="336761" y="478707"/>
                  </a:moveTo>
                  <a:lnTo>
                    <a:pt x="310896" y="497204"/>
                  </a:lnTo>
                  <a:lnTo>
                    <a:pt x="386206" y="537082"/>
                  </a:lnTo>
                  <a:lnTo>
                    <a:pt x="378604" y="489076"/>
                  </a:lnTo>
                  <a:lnTo>
                    <a:pt x="344170" y="489076"/>
                  </a:lnTo>
                  <a:lnTo>
                    <a:pt x="336761" y="478707"/>
                  </a:lnTo>
                  <a:close/>
                </a:path>
                <a:path w="386715" h="537210">
                  <a:moveTo>
                    <a:pt x="347054" y="471345"/>
                  </a:moveTo>
                  <a:lnTo>
                    <a:pt x="336761" y="478707"/>
                  </a:lnTo>
                  <a:lnTo>
                    <a:pt x="344170" y="489076"/>
                  </a:lnTo>
                  <a:lnTo>
                    <a:pt x="354456" y="481710"/>
                  </a:lnTo>
                  <a:lnTo>
                    <a:pt x="347054" y="471345"/>
                  </a:lnTo>
                  <a:close/>
                </a:path>
                <a:path w="386715" h="537210">
                  <a:moveTo>
                    <a:pt x="372872" y="452881"/>
                  </a:moveTo>
                  <a:lnTo>
                    <a:pt x="347054" y="471345"/>
                  </a:lnTo>
                  <a:lnTo>
                    <a:pt x="354456" y="481710"/>
                  </a:lnTo>
                  <a:lnTo>
                    <a:pt x="344170" y="489076"/>
                  </a:lnTo>
                  <a:lnTo>
                    <a:pt x="378604" y="489076"/>
                  </a:lnTo>
                  <a:lnTo>
                    <a:pt x="372872" y="452881"/>
                  </a:lnTo>
                  <a:close/>
                </a:path>
                <a:path w="386715" h="537210">
                  <a:moveTo>
                    <a:pt x="10413" y="0"/>
                  </a:moveTo>
                  <a:lnTo>
                    <a:pt x="0" y="7365"/>
                  </a:lnTo>
                  <a:lnTo>
                    <a:pt x="336761" y="478707"/>
                  </a:lnTo>
                  <a:lnTo>
                    <a:pt x="347054" y="471345"/>
                  </a:lnTo>
                  <a:lnTo>
                    <a:pt x="1041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4" name="object 54"/>
          <p:cNvSpPr txBox="1"/>
          <p:nvPr/>
        </p:nvSpPr>
        <p:spPr>
          <a:xfrm>
            <a:off x="5261228" y="4372736"/>
            <a:ext cx="47561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i="1" spc="-5" dirty="0">
                <a:latin typeface="Arial"/>
                <a:cs typeface="Arial"/>
              </a:rPr>
              <a:t>E</a:t>
            </a:r>
            <a:r>
              <a:rPr sz="1600" i="1" spc="-10" dirty="0">
                <a:latin typeface="Arial"/>
                <a:cs typeface="Arial"/>
              </a:rPr>
              <a:t>(-</a:t>
            </a:r>
            <a:r>
              <a:rPr sz="1600" i="1" spc="-5" dirty="0">
                <a:latin typeface="Arial"/>
                <a:cs typeface="Arial"/>
              </a:rPr>
              <a:t>2)</a:t>
            </a:r>
            <a:endParaRPr sz="1600">
              <a:latin typeface="Arial"/>
              <a:cs typeface="Arial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5795009" y="5135117"/>
            <a:ext cx="37528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i="1" spc="-5" dirty="0">
                <a:latin typeface="Arial"/>
                <a:cs typeface="Arial"/>
              </a:rPr>
              <a:t>J(1)</a:t>
            </a:r>
            <a:endParaRPr sz="1600">
              <a:latin typeface="Arial"/>
              <a:cs typeface="Arial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7014209" y="4372736"/>
            <a:ext cx="40830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i="1" spc="-5" dirty="0">
                <a:latin typeface="Arial"/>
                <a:cs typeface="Arial"/>
              </a:rPr>
              <a:t>P(0)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57" name="object 57"/>
          <p:cNvGrpSpPr/>
          <p:nvPr/>
        </p:nvGrpSpPr>
        <p:grpSpPr>
          <a:xfrm>
            <a:off x="6319520" y="5406390"/>
            <a:ext cx="621030" cy="848360"/>
            <a:chOff x="6319520" y="5406390"/>
            <a:chExt cx="621030" cy="848360"/>
          </a:xfrm>
        </p:grpSpPr>
        <p:sp>
          <p:nvSpPr>
            <p:cNvPr id="58" name="object 58"/>
            <p:cNvSpPr/>
            <p:nvPr/>
          </p:nvSpPr>
          <p:spPr>
            <a:xfrm>
              <a:off x="6400800" y="5715000"/>
              <a:ext cx="533400" cy="533400"/>
            </a:xfrm>
            <a:custGeom>
              <a:avLst/>
              <a:gdLst/>
              <a:ahLst/>
              <a:cxnLst/>
              <a:rect l="l" t="t" r="r" b="b"/>
              <a:pathLst>
                <a:path w="533400" h="533400">
                  <a:moveTo>
                    <a:pt x="0" y="266700"/>
                  </a:moveTo>
                  <a:lnTo>
                    <a:pt x="4296" y="218760"/>
                  </a:lnTo>
                  <a:lnTo>
                    <a:pt x="16682" y="173639"/>
                  </a:lnTo>
                  <a:lnTo>
                    <a:pt x="36406" y="132091"/>
                  </a:lnTo>
                  <a:lnTo>
                    <a:pt x="62716" y="94868"/>
                  </a:lnTo>
                  <a:lnTo>
                    <a:pt x="94858" y="62724"/>
                  </a:lnTo>
                  <a:lnTo>
                    <a:pt x="132079" y="36412"/>
                  </a:lnTo>
                  <a:lnTo>
                    <a:pt x="173629" y="16685"/>
                  </a:lnTo>
                  <a:lnTo>
                    <a:pt x="218753" y="4296"/>
                  </a:lnTo>
                  <a:lnTo>
                    <a:pt x="266700" y="0"/>
                  </a:lnTo>
                  <a:lnTo>
                    <a:pt x="314646" y="4296"/>
                  </a:lnTo>
                  <a:lnTo>
                    <a:pt x="359770" y="16685"/>
                  </a:lnTo>
                  <a:lnTo>
                    <a:pt x="401320" y="36412"/>
                  </a:lnTo>
                  <a:lnTo>
                    <a:pt x="438541" y="62724"/>
                  </a:lnTo>
                  <a:lnTo>
                    <a:pt x="470683" y="94868"/>
                  </a:lnTo>
                  <a:lnTo>
                    <a:pt x="496993" y="132091"/>
                  </a:lnTo>
                  <a:lnTo>
                    <a:pt x="516717" y="173639"/>
                  </a:lnTo>
                  <a:lnTo>
                    <a:pt x="529103" y="218760"/>
                  </a:lnTo>
                  <a:lnTo>
                    <a:pt x="533400" y="266700"/>
                  </a:lnTo>
                  <a:lnTo>
                    <a:pt x="529103" y="314639"/>
                  </a:lnTo>
                  <a:lnTo>
                    <a:pt x="516717" y="359760"/>
                  </a:lnTo>
                  <a:lnTo>
                    <a:pt x="496993" y="401308"/>
                  </a:lnTo>
                  <a:lnTo>
                    <a:pt x="470683" y="438531"/>
                  </a:lnTo>
                  <a:lnTo>
                    <a:pt x="438541" y="470675"/>
                  </a:lnTo>
                  <a:lnTo>
                    <a:pt x="401320" y="496987"/>
                  </a:lnTo>
                  <a:lnTo>
                    <a:pt x="359770" y="516714"/>
                  </a:lnTo>
                  <a:lnTo>
                    <a:pt x="314646" y="529103"/>
                  </a:lnTo>
                  <a:lnTo>
                    <a:pt x="266700" y="533400"/>
                  </a:lnTo>
                  <a:lnTo>
                    <a:pt x="218753" y="529103"/>
                  </a:lnTo>
                  <a:lnTo>
                    <a:pt x="173629" y="516714"/>
                  </a:lnTo>
                  <a:lnTo>
                    <a:pt x="132079" y="496987"/>
                  </a:lnTo>
                  <a:lnTo>
                    <a:pt x="94858" y="470675"/>
                  </a:lnTo>
                  <a:lnTo>
                    <a:pt x="62716" y="438531"/>
                  </a:lnTo>
                  <a:lnTo>
                    <a:pt x="36406" y="401308"/>
                  </a:lnTo>
                  <a:lnTo>
                    <a:pt x="16682" y="359760"/>
                  </a:lnTo>
                  <a:lnTo>
                    <a:pt x="4296" y="314639"/>
                  </a:lnTo>
                  <a:lnTo>
                    <a:pt x="0" y="2667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6319520" y="5406390"/>
              <a:ext cx="233679" cy="308610"/>
            </a:xfrm>
            <a:custGeom>
              <a:avLst/>
              <a:gdLst/>
              <a:ahLst/>
              <a:cxnLst/>
              <a:rect l="l" t="t" r="r" b="b"/>
              <a:pathLst>
                <a:path w="233679" h="308610">
                  <a:moveTo>
                    <a:pt x="182879" y="251459"/>
                  </a:moveTo>
                  <a:lnTo>
                    <a:pt x="157479" y="270510"/>
                  </a:lnTo>
                  <a:lnTo>
                    <a:pt x="233679" y="308610"/>
                  </a:lnTo>
                  <a:lnTo>
                    <a:pt x="225136" y="261620"/>
                  </a:lnTo>
                  <a:lnTo>
                    <a:pt x="190500" y="261620"/>
                  </a:lnTo>
                  <a:lnTo>
                    <a:pt x="182879" y="251459"/>
                  </a:lnTo>
                  <a:close/>
                </a:path>
                <a:path w="233679" h="308610">
                  <a:moveTo>
                    <a:pt x="193039" y="243840"/>
                  </a:moveTo>
                  <a:lnTo>
                    <a:pt x="182879" y="251459"/>
                  </a:lnTo>
                  <a:lnTo>
                    <a:pt x="190500" y="261620"/>
                  </a:lnTo>
                  <a:lnTo>
                    <a:pt x="200659" y="254000"/>
                  </a:lnTo>
                  <a:lnTo>
                    <a:pt x="193039" y="243840"/>
                  </a:lnTo>
                  <a:close/>
                </a:path>
                <a:path w="233679" h="308610">
                  <a:moveTo>
                    <a:pt x="218439" y="224790"/>
                  </a:moveTo>
                  <a:lnTo>
                    <a:pt x="193039" y="243840"/>
                  </a:lnTo>
                  <a:lnTo>
                    <a:pt x="200659" y="254000"/>
                  </a:lnTo>
                  <a:lnTo>
                    <a:pt x="190500" y="261620"/>
                  </a:lnTo>
                  <a:lnTo>
                    <a:pt x="225136" y="261620"/>
                  </a:lnTo>
                  <a:lnTo>
                    <a:pt x="218439" y="224790"/>
                  </a:lnTo>
                  <a:close/>
                </a:path>
                <a:path w="233679" h="308610">
                  <a:moveTo>
                    <a:pt x="10159" y="0"/>
                  </a:moveTo>
                  <a:lnTo>
                    <a:pt x="0" y="7620"/>
                  </a:lnTo>
                  <a:lnTo>
                    <a:pt x="182879" y="251459"/>
                  </a:lnTo>
                  <a:lnTo>
                    <a:pt x="193039" y="243840"/>
                  </a:lnTo>
                  <a:lnTo>
                    <a:pt x="1015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0" name="object 60"/>
          <p:cNvSpPr txBox="1"/>
          <p:nvPr/>
        </p:nvSpPr>
        <p:spPr>
          <a:xfrm>
            <a:off x="4956428" y="5820867"/>
            <a:ext cx="3310254" cy="7854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19685" algn="ctr">
              <a:lnSpc>
                <a:spcPct val="100000"/>
              </a:lnSpc>
              <a:spcBef>
                <a:spcPts val="95"/>
              </a:spcBef>
            </a:pPr>
            <a:r>
              <a:rPr sz="1600" i="1" spc="-5" dirty="0">
                <a:latin typeface="Arial"/>
                <a:cs typeface="Arial"/>
              </a:rPr>
              <a:t>L(0)</a:t>
            </a:r>
            <a:endParaRPr sz="1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4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</a:pPr>
            <a:r>
              <a:rPr sz="2000" b="1" i="1" dirty="0">
                <a:latin typeface="Arial"/>
                <a:cs typeface="Arial"/>
              </a:rPr>
              <a:t>This tree needs to be</a:t>
            </a:r>
            <a:r>
              <a:rPr sz="2000" b="1" i="1" spc="-155" dirty="0">
                <a:latin typeface="Arial"/>
                <a:cs typeface="Arial"/>
              </a:rPr>
              <a:t> </a:t>
            </a:r>
            <a:r>
              <a:rPr sz="2000" b="1" i="1" dirty="0">
                <a:latin typeface="Arial"/>
                <a:cs typeface="Arial"/>
              </a:rPr>
              <a:t>fixed!</a:t>
            </a:r>
            <a:endParaRPr sz="2000">
              <a:latin typeface="Arial"/>
              <a:cs typeface="Arial"/>
            </a:endParaRPr>
          </a:p>
        </p:txBody>
      </p:sp>
      <p:sp>
        <p:nvSpPr>
          <p:cNvPr id="61" name="Slide Number Placeholder 60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26</a:t>
            </a:fld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371600"/>
            <a:ext cx="9144000" cy="762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231898" y="392633"/>
            <a:ext cx="468249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Re-Balancing a</a:t>
            </a:r>
            <a:r>
              <a:rPr spc="-35" dirty="0"/>
              <a:t> </a:t>
            </a:r>
            <a:r>
              <a:rPr spc="-5" dirty="0"/>
              <a:t>Tree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36549" y="1521001"/>
            <a:ext cx="7907655" cy="4849495"/>
          </a:xfrm>
          <a:prstGeom prst="rect">
            <a:avLst/>
          </a:prstGeom>
        </p:spPr>
        <p:txBody>
          <a:bodyPr vert="horz" wrap="square" lIns="0" tIns="11239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885"/>
              </a:spcBef>
              <a:buClr>
                <a:srgbClr val="0033CC"/>
              </a:buClr>
              <a:buSzPct val="84375"/>
              <a:buChar char="●"/>
              <a:tabLst>
                <a:tab pos="355600" algn="l"/>
                <a:tab pos="356235" algn="l"/>
              </a:tabLst>
            </a:pPr>
            <a:r>
              <a:rPr sz="3200" dirty="0">
                <a:latin typeface="Times New Roman"/>
                <a:cs typeface="Times New Roman"/>
              </a:rPr>
              <a:t>To </a:t>
            </a:r>
            <a:r>
              <a:rPr sz="3200" spc="5" dirty="0">
                <a:latin typeface="Times New Roman"/>
                <a:cs typeface="Times New Roman"/>
              </a:rPr>
              <a:t>check </a:t>
            </a:r>
            <a:r>
              <a:rPr sz="3200" dirty="0">
                <a:latin typeface="Times New Roman"/>
                <a:cs typeface="Times New Roman"/>
              </a:rPr>
              <a:t>if a tree </a:t>
            </a:r>
            <a:r>
              <a:rPr sz="3200" spc="5" dirty="0">
                <a:latin typeface="Times New Roman"/>
                <a:cs typeface="Times New Roman"/>
              </a:rPr>
              <a:t>needs </a:t>
            </a:r>
            <a:r>
              <a:rPr sz="3200" dirty="0">
                <a:latin typeface="Times New Roman"/>
                <a:cs typeface="Times New Roman"/>
              </a:rPr>
              <a:t>to be</a:t>
            </a:r>
            <a:r>
              <a:rPr sz="3200" spc="-8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rebalanced</a:t>
            </a:r>
          </a:p>
          <a:p>
            <a:pPr marL="756285" marR="5080" lvl="1" indent="-287020">
              <a:lnSpc>
                <a:spcPct val="100000"/>
              </a:lnSpc>
              <a:spcBef>
                <a:spcPts val="675"/>
              </a:spcBef>
              <a:buClr>
                <a:srgbClr val="CC0000"/>
              </a:buClr>
              <a:buSzPct val="83928"/>
              <a:buChar char="■"/>
              <a:tabLst>
                <a:tab pos="756920" algn="l"/>
              </a:tabLst>
            </a:pPr>
            <a:r>
              <a:rPr sz="2800" spc="-5" dirty="0">
                <a:latin typeface="Times New Roman"/>
                <a:cs typeface="Times New Roman"/>
              </a:rPr>
              <a:t>start at the </a:t>
            </a:r>
            <a:r>
              <a:rPr sz="2800" b="1" dirty="0">
                <a:latin typeface="Times New Roman"/>
                <a:cs typeface="Times New Roman"/>
              </a:rPr>
              <a:t>parent </a:t>
            </a:r>
            <a:r>
              <a:rPr sz="2800" b="1" spc="-5" dirty="0">
                <a:latin typeface="Times New Roman"/>
                <a:cs typeface="Times New Roman"/>
              </a:rPr>
              <a:t>of the </a:t>
            </a:r>
            <a:r>
              <a:rPr sz="2800" b="1" dirty="0">
                <a:latin typeface="Times New Roman"/>
                <a:cs typeface="Times New Roman"/>
              </a:rPr>
              <a:t>inserted node </a:t>
            </a:r>
            <a:r>
              <a:rPr sz="2800" b="1" spc="-5" dirty="0">
                <a:latin typeface="Times New Roman"/>
                <a:cs typeface="Times New Roman"/>
              </a:rPr>
              <a:t>and </a:t>
            </a:r>
            <a:r>
              <a:rPr sz="2800" b="1" dirty="0">
                <a:latin typeface="Times New Roman"/>
                <a:cs typeface="Times New Roman"/>
              </a:rPr>
              <a:t>journey  up the </a:t>
            </a:r>
            <a:r>
              <a:rPr sz="2800" b="1" spc="-5" dirty="0">
                <a:latin typeface="Times New Roman"/>
                <a:cs typeface="Times New Roman"/>
              </a:rPr>
              <a:t>tree to </a:t>
            </a:r>
            <a:r>
              <a:rPr sz="2800" b="1" dirty="0">
                <a:latin typeface="Times New Roman"/>
                <a:cs typeface="Times New Roman"/>
              </a:rPr>
              <a:t>the</a:t>
            </a:r>
            <a:r>
              <a:rPr sz="2800" b="1" spc="-4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root</a:t>
            </a:r>
          </a:p>
          <a:p>
            <a:pPr marL="1155700" marR="572770" lvl="2" indent="-228600">
              <a:lnSpc>
                <a:spcPct val="100000"/>
              </a:lnSpc>
              <a:spcBef>
                <a:spcPts val="595"/>
              </a:spcBef>
              <a:buClr>
                <a:srgbClr val="0033CC"/>
              </a:buClr>
              <a:buSzPct val="85416"/>
              <a:buChar char="○"/>
              <a:tabLst>
                <a:tab pos="1156335" algn="l"/>
                <a:tab pos="5617210" algn="l"/>
              </a:tabLst>
            </a:pPr>
            <a:r>
              <a:rPr sz="2400" dirty="0">
                <a:latin typeface="Times New Roman"/>
                <a:cs typeface="Times New Roman"/>
              </a:rPr>
              <a:t>if a node’s balance</a:t>
            </a:r>
            <a:r>
              <a:rPr sz="2400" spc="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factor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spc="-5" dirty="0" smtClean="0">
                <a:latin typeface="Times New Roman"/>
                <a:cs typeface="Times New Roman"/>
              </a:rPr>
              <a:t>becomes</a:t>
            </a:r>
            <a:r>
              <a:rPr lang="en-IN" sz="2400" spc="-5" dirty="0" smtClean="0">
                <a:latin typeface="Times New Roman"/>
                <a:cs typeface="Times New Roman"/>
              </a:rPr>
              <a:t> </a:t>
            </a:r>
            <a:r>
              <a:rPr sz="2400" dirty="0" smtClean="0">
                <a:latin typeface="Times New Roman"/>
                <a:cs typeface="Times New Roman"/>
              </a:rPr>
              <a:t>2 </a:t>
            </a:r>
            <a:r>
              <a:rPr sz="2400" dirty="0">
                <a:latin typeface="Times New Roman"/>
                <a:cs typeface="Times New Roman"/>
              </a:rPr>
              <a:t>need to do</a:t>
            </a:r>
            <a:r>
              <a:rPr sz="2400" spc="-11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  rotation in the sub-tree rooted at the</a:t>
            </a:r>
            <a:r>
              <a:rPr sz="2400" spc="-1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node</a:t>
            </a:r>
          </a:p>
          <a:p>
            <a:pPr marL="1155700" marR="12700" lvl="2" indent="-228600">
              <a:lnSpc>
                <a:spcPct val="100000"/>
              </a:lnSpc>
              <a:spcBef>
                <a:spcPts val="575"/>
              </a:spcBef>
              <a:buClr>
                <a:srgbClr val="0033CC"/>
              </a:buClr>
              <a:buSzPct val="85416"/>
              <a:buChar char="○"/>
              <a:tabLst>
                <a:tab pos="1156335" algn="l"/>
              </a:tabLst>
            </a:pPr>
            <a:r>
              <a:rPr sz="2400" dirty="0">
                <a:latin typeface="Times New Roman"/>
                <a:cs typeface="Times New Roman"/>
              </a:rPr>
              <a:t>once </a:t>
            </a:r>
            <a:r>
              <a:rPr sz="2400" spc="-5" dirty="0">
                <a:latin typeface="Times New Roman"/>
                <a:cs typeface="Times New Roman"/>
              </a:rPr>
              <a:t>sub-tree has </a:t>
            </a:r>
            <a:r>
              <a:rPr sz="2400" dirty="0">
                <a:latin typeface="Times New Roman"/>
                <a:cs typeface="Times New Roman"/>
              </a:rPr>
              <a:t>been re-balanced, guaranteed that</a:t>
            </a:r>
            <a:r>
              <a:rPr sz="2400" spc="-1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  rest of the tree </a:t>
            </a:r>
            <a:r>
              <a:rPr sz="2400" spc="-5" dirty="0">
                <a:latin typeface="Times New Roman"/>
                <a:cs typeface="Times New Roman"/>
              </a:rPr>
              <a:t>is </a:t>
            </a:r>
            <a:r>
              <a:rPr sz="2400" dirty="0">
                <a:latin typeface="Times New Roman"/>
                <a:cs typeface="Times New Roman"/>
              </a:rPr>
              <a:t>balanced </a:t>
            </a:r>
            <a:r>
              <a:rPr sz="2400" spc="-5" dirty="0">
                <a:latin typeface="Times New Roman"/>
                <a:cs typeface="Times New Roman"/>
              </a:rPr>
              <a:t>as</a:t>
            </a:r>
            <a:r>
              <a:rPr sz="2400" spc="-8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well</a:t>
            </a:r>
            <a:endParaRPr sz="2400" dirty="0">
              <a:latin typeface="Times New Roman"/>
              <a:cs typeface="Times New Roman"/>
            </a:endParaRPr>
          </a:p>
          <a:p>
            <a:pPr marL="1612900" lvl="3" indent="-229235">
              <a:lnSpc>
                <a:spcPct val="100000"/>
              </a:lnSpc>
              <a:spcBef>
                <a:spcPts val="500"/>
              </a:spcBef>
              <a:buClr>
                <a:srgbClr val="0033CC"/>
              </a:buClr>
              <a:buSzPct val="65000"/>
              <a:buFont typeface="Wingdings"/>
              <a:buChar char=""/>
              <a:tabLst>
                <a:tab pos="1613535" algn="l"/>
              </a:tabLst>
            </a:pPr>
            <a:r>
              <a:rPr sz="2000" dirty="0">
                <a:latin typeface="Times New Roman"/>
                <a:cs typeface="Times New Roman"/>
              </a:rPr>
              <a:t>can just return false from the </a:t>
            </a:r>
            <a:r>
              <a:rPr sz="2000" i="1" dirty="0">
                <a:latin typeface="Times New Roman"/>
                <a:cs typeface="Times New Roman"/>
              </a:rPr>
              <a:t>insert()</a:t>
            </a:r>
            <a:r>
              <a:rPr sz="2000" i="1" spc="-1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method</a:t>
            </a:r>
          </a:p>
          <a:p>
            <a:pPr marL="756285" lvl="1" indent="-287020">
              <a:lnSpc>
                <a:spcPct val="100000"/>
              </a:lnSpc>
              <a:spcBef>
                <a:spcPts val="640"/>
              </a:spcBef>
              <a:buClr>
                <a:srgbClr val="CC0000"/>
              </a:buClr>
              <a:buSzPct val="83928"/>
              <a:buChar char="■"/>
              <a:tabLst>
                <a:tab pos="756920" algn="l"/>
              </a:tabLst>
            </a:pPr>
            <a:r>
              <a:rPr sz="2800" spc="-5" dirty="0">
                <a:latin typeface="Times New Roman"/>
                <a:cs typeface="Times New Roman"/>
              </a:rPr>
              <a:t>4 </a:t>
            </a:r>
            <a:r>
              <a:rPr sz="2800" dirty="0">
                <a:latin typeface="Times New Roman"/>
                <a:cs typeface="Times New Roman"/>
              </a:rPr>
              <a:t>possible </a:t>
            </a:r>
            <a:r>
              <a:rPr sz="2800" spc="-5" dirty="0">
                <a:latin typeface="Times New Roman"/>
                <a:cs typeface="Times New Roman"/>
              </a:rPr>
              <a:t>cases </a:t>
            </a:r>
            <a:r>
              <a:rPr sz="2800" dirty="0">
                <a:latin typeface="Times New Roman"/>
                <a:cs typeface="Times New Roman"/>
              </a:rPr>
              <a:t>for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re-balancing</a:t>
            </a:r>
            <a:endParaRPr sz="2800" dirty="0">
              <a:latin typeface="Times New Roman"/>
              <a:cs typeface="Times New Roman"/>
            </a:endParaRPr>
          </a:p>
          <a:p>
            <a:pPr marL="1155700" lvl="2" indent="-229235">
              <a:lnSpc>
                <a:spcPct val="100000"/>
              </a:lnSpc>
              <a:spcBef>
                <a:spcPts val="590"/>
              </a:spcBef>
              <a:buClr>
                <a:srgbClr val="0033CC"/>
              </a:buClr>
              <a:buSzPct val="85416"/>
              <a:buChar char="○"/>
              <a:tabLst>
                <a:tab pos="1156335" algn="l"/>
              </a:tabLst>
            </a:pPr>
            <a:r>
              <a:rPr sz="2400" dirty="0">
                <a:latin typeface="Times New Roman"/>
                <a:cs typeface="Times New Roman"/>
              </a:rPr>
              <a:t>only 2 of them need to be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considered</a:t>
            </a:r>
          </a:p>
          <a:p>
            <a:pPr marL="1612900" lvl="3" indent="-229235">
              <a:lnSpc>
                <a:spcPct val="100000"/>
              </a:lnSpc>
              <a:spcBef>
                <a:spcPts val="500"/>
              </a:spcBef>
              <a:buClr>
                <a:srgbClr val="0033CC"/>
              </a:buClr>
              <a:buSzPct val="65000"/>
              <a:buFont typeface="Wingdings"/>
              <a:buChar char=""/>
              <a:tabLst>
                <a:tab pos="1613535" algn="l"/>
              </a:tabLst>
            </a:pPr>
            <a:r>
              <a:rPr sz="2000" dirty="0">
                <a:latin typeface="Times New Roman"/>
                <a:cs typeface="Times New Roman"/>
              </a:rPr>
              <a:t>other 2 are identical </a:t>
            </a:r>
            <a:r>
              <a:rPr sz="2000" spc="5" dirty="0">
                <a:latin typeface="Times New Roman"/>
                <a:cs typeface="Times New Roman"/>
              </a:rPr>
              <a:t>but </a:t>
            </a:r>
            <a:r>
              <a:rPr sz="2000" dirty="0">
                <a:latin typeface="Times New Roman"/>
                <a:cs typeface="Times New Roman"/>
              </a:rPr>
              <a:t>in the opposite</a:t>
            </a:r>
            <a:r>
              <a:rPr sz="2000" spc="-1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direction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27</a:t>
            </a:fld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28</a:t>
            </a:fld>
            <a:endParaRPr lang="en-IN"/>
          </a:p>
        </p:txBody>
      </p:sp>
      <p:sp>
        <p:nvSpPr>
          <p:cNvPr id="3" name="Rectangle 2"/>
          <p:cNvSpPr/>
          <p:nvPr/>
        </p:nvSpPr>
        <p:spPr>
          <a:xfrm>
            <a:off x="762000" y="685800"/>
            <a:ext cx="82296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4000" i="1" dirty="0">
                <a:solidFill>
                  <a:srgbClr val="FF0000"/>
                </a:solidFill>
                <a:latin typeface="Arial"/>
                <a:cs typeface="Arial"/>
              </a:rPr>
              <a:t>Insertions in </a:t>
            </a:r>
            <a:r>
              <a:rPr lang="en-IN" sz="4000" i="1" spc="-80" dirty="0">
                <a:solidFill>
                  <a:srgbClr val="FF0000"/>
                </a:solidFill>
                <a:latin typeface="Arial"/>
                <a:cs typeface="Arial"/>
              </a:rPr>
              <a:t>AVL</a:t>
            </a:r>
            <a:r>
              <a:rPr lang="en-IN" sz="4000" i="1" spc="-32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lang="en-IN" sz="4000" i="1" spc="-65" dirty="0">
                <a:solidFill>
                  <a:srgbClr val="FF0000"/>
                </a:solidFill>
                <a:latin typeface="Arial"/>
                <a:cs typeface="Arial"/>
              </a:rPr>
              <a:t>Trees</a:t>
            </a:r>
            <a:endParaRPr lang="en-IN" sz="4000" dirty="0"/>
          </a:p>
        </p:txBody>
      </p:sp>
      <p:sp>
        <p:nvSpPr>
          <p:cNvPr id="4" name="Rectangle 3"/>
          <p:cNvSpPr/>
          <p:nvPr/>
        </p:nvSpPr>
        <p:spPr>
          <a:xfrm>
            <a:off x="914400" y="1676400"/>
            <a:ext cx="7620000" cy="60939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spc="-5" dirty="0">
                <a:latin typeface="Arial"/>
                <a:cs typeface="Arial"/>
              </a:rPr>
              <a:t>Let the node that needs</a:t>
            </a:r>
            <a:r>
              <a:rPr lang="en-US" sz="2400" i="1" spc="80" dirty="0">
                <a:latin typeface="Arial"/>
                <a:cs typeface="Arial"/>
              </a:rPr>
              <a:t> </a:t>
            </a:r>
            <a:r>
              <a:rPr lang="en-US" sz="2400" i="1" spc="-5" dirty="0">
                <a:latin typeface="Arial"/>
                <a:cs typeface="Arial"/>
              </a:rPr>
              <a:t>rebalancing</a:t>
            </a:r>
            <a:r>
              <a:rPr lang="en-US" sz="2400" i="1" spc="50" dirty="0">
                <a:latin typeface="Arial"/>
                <a:cs typeface="Arial"/>
              </a:rPr>
              <a:t> </a:t>
            </a:r>
            <a:r>
              <a:rPr lang="en-US" sz="2400" i="1" spc="-5" dirty="0" smtClean="0">
                <a:latin typeface="Arial"/>
                <a:cs typeface="Arial"/>
              </a:rPr>
              <a:t>be</a:t>
            </a:r>
          </a:p>
          <a:p>
            <a:endParaRPr lang="en-US" sz="2400" i="1" spc="-5" dirty="0" smtClean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</a:pPr>
            <a:r>
              <a:rPr lang="en-US" sz="2400" i="1" spc="-5" dirty="0">
                <a:latin typeface="Arial"/>
                <a:cs typeface="Arial"/>
              </a:rPr>
              <a:t>There are 4</a:t>
            </a:r>
            <a:r>
              <a:rPr lang="en-US" sz="2400" i="1" spc="10" dirty="0">
                <a:latin typeface="Arial"/>
                <a:cs typeface="Arial"/>
              </a:rPr>
              <a:t> </a:t>
            </a:r>
            <a:r>
              <a:rPr lang="en-US" sz="2400" i="1" spc="-5" dirty="0">
                <a:latin typeface="Arial"/>
                <a:cs typeface="Arial"/>
              </a:rPr>
              <a:t>cases:</a:t>
            </a:r>
            <a:endParaRPr lang="en-US" sz="2400" dirty="0">
              <a:latin typeface="Arial"/>
              <a:cs typeface="Arial"/>
            </a:endParaRPr>
          </a:p>
          <a:p>
            <a:pPr marL="408940">
              <a:lnSpc>
                <a:spcPct val="100000"/>
              </a:lnSpc>
            </a:pPr>
            <a:r>
              <a:rPr lang="en-US" sz="2400" i="1" spc="-5" dirty="0">
                <a:solidFill>
                  <a:srgbClr val="339933"/>
                </a:solidFill>
                <a:latin typeface="Arial"/>
                <a:cs typeface="Arial"/>
              </a:rPr>
              <a:t>Outside Cases </a:t>
            </a:r>
            <a:r>
              <a:rPr lang="en-US" sz="2400" i="1" spc="-5" dirty="0">
                <a:latin typeface="Arial"/>
                <a:cs typeface="Arial"/>
              </a:rPr>
              <a:t>(require single rotation)</a:t>
            </a:r>
            <a:r>
              <a:rPr lang="en-US" sz="2400" i="1" spc="55" dirty="0">
                <a:latin typeface="Arial"/>
                <a:cs typeface="Arial"/>
              </a:rPr>
              <a:t> </a:t>
            </a:r>
            <a:r>
              <a:rPr lang="en-US" sz="2400" i="1" dirty="0">
                <a:latin typeface="Arial"/>
                <a:cs typeface="Arial"/>
              </a:rPr>
              <a:t>:</a:t>
            </a:r>
            <a:endParaRPr lang="en-US" sz="2400" dirty="0">
              <a:latin typeface="Arial"/>
              <a:cs typeface="Arial"/>
            </a:endParaRPr>
          </a:p>
          <a:p>
            <a:pPr marL="999490" indent="-339725">
              <a:lnSpc>
                <a:spcPct val="100000"/>
              </a:lnSpc>
              <a:buAutoNum type="arabicPeriod"/>
              <a:tabLst>
                <a:tab pos="1000125" algn="l"/>
                <a:tab pos="6493510" algn="l"/>
              </a:tabLst>
            </a:pPr>
            <a:r>
              <a:rPr lang="en-US" sz="2400" i="1" spc="-5" dirty="0" smtClean="0">
                <a:latin typeface="Arial"/>
                <a:cs typeface="Arial"/>
              </a:rPr>
              <a:t> Insertion </a:t>
            </a:r>
            <a:r>
              <a:rPr lang="en-US" sz="2400" i="1" spc="-5" dirty="0">
                <a:latin typeface="Arial"/>
                <a:cs typeface="Arial"/>
              </a:rPr>
              <a:t>into </a:t>
            </a:r>
            <a:r>
              <a:rPr lang="en-US" sz="2400" i="1" spc="-5" dirty="0">
                <a:solidFill>
                  <a:srgbClr val="FF3300"/>
                </a:solidFill>
                <a:latin typeface="Arial"/>
                <a:cs typeface="Arial"/>
              </a:rPr>
              <a:t>left </a:t>
            </a:r>
            <a:r>
              <a:rPr lang="en-US" sz="2400" i="1" spc="-5" dirty="0" err="1">
                <a:latin typeface="Arial"/>
                <a:cs typeface="Arial"/>
              </a:rPr>
              <a:t>subtree</a:t>
            </a:r>
            <a:r>
              <a:rPr lang="en-US" sz="2400" i="1" spc="-5" dirty="0">
                <a:latin typeface="Arial"/>
                <a:cs typeface="Arial"/>
              </a:rPr>
              <a:t> </a:t>
            </a:r>
            <a:r>
              <a:rPr lang="en-US" sz="2400" i="1" spc="-5" dirty="0">
                <a:solidFill>
                  <a:srgbClr val="FF3300"/>
                </a:solidFill>
                <a:latin typeface="Arial"/>
                <a:cs typeface="Arial"/>
              </a:rPr>
              <a:t>of left</a:t>
            </a:r>
            <a:r>
              <a:rPr lang="en-US" sz="2400" i="1" spc="145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lang="en-US" sz="2400" i="1" spc="-5" dirty="0">
                <a:latin typeface="Arial"/>
                <a:cs typeface="Arial"/>
              </a:rPr>
              <a:t>child</a:t>
            </a:r>
            <a:r>
              <a:rPr lang="en-US" sz="2400" i="1" spc="25" dirty="0">
                <a:latin typeface="Arial"/>
                <a:cs typeface="Arial"/>
              </a:rPr>
              <a:t> </a:t>
            </a:r>
            <a:endParaRPr lang="en-US" sz="2400" i="1" spc="-5" dirty="0" smtClean="0">
              <a:latin typeface="Arial"/>
              <a:cs typeface="Arial"/>
            </a:endParaRPr>
          </a:p>
          <a:p>
            <a:pPr marL="999490" indent="-339725">
              <a:buFontTx/>
              <a:buAutoNum type="arabicPeriod"/>
              <a:tabLst>
                <a:tab pos="1000125" algn="l"/>
                <a:tab pos="6493510" algn="l"/>
              </a:tabLst>
            </a:pPr>
            <a:r>
              <a:rPr lang="en-US" sz="2400" dirty="0">
                <a:latin typeface="Arial"/>
                <a:cs typeface="Arial"/>
              </a:rPr>
              <a:t> </a:t>
            </a:r>
            <a:r>
              <a:rPr lang="en-US" sz="2400" i="1" spc="-5" dirty="0">
                <a:latin typeface="Arial"/>
                <a:cs typeface="Arial"/>
              </a:rPr>
              <a:t>Insertion into </a:t>
            </a:r>
            <a:r>
              <a:rPr lang="en-US" sz="2400" i="1" spc="-5" dirty="0">
                <a:solidFill>
                  <a:srgbClr val="FF3300"/>
                </a:solidFill>
                <a:latin typeface="Arial"/>
                <a:cs typeface="Arial"/>
              </a:rPr>
              <a:t>right </a:t>
            </a:r>
            <a:r>
              <a:rPr lang="en-US" sz="2400" i="1" spc="-5" dirty="0" err="1">
                <a:latin typeface="Arial"/>
                <a:cs typeface="Arial"/>
              </a:rPr>
              <a:t>subtree</a:t>
            </a:r>
            <a:r>
              <a:rPr lang="en-US" sz="2400" i="1" spc="-5" dirty="0">
                <a:latin typeface="Arial"/>
                <a:cs typeface="Arial"/>
              </a:rPr>
              <a:t> </a:t>
            </a:r>
            <a:r>
              <a:rPr lang="en-US" sz="2400" i="1" spc="-5" dirty="0">
                <a:solidFill>
                  <a:srgbClr val="FF3300"/>
                </a:solidFill>
                <a:latin typeface="Arial"/>
                <a:cs typeface="Arial"/>
              </a:rPr>
              <a:t>of right</a:t>
            </a:r>
            <a:r>
              <a:rPr lang="en-US" sz="2400" i="1" spc="165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lang="en-US" sz="2400" i="1" spc="-5" dirty="0">
                <a:latin typeface="Arial"/>
                <a:cs typeface="Arial"/>
              </a:rPr>
              <a:t>child</a:t>
            </a:r>
            <a:r>
              <a:rPr lang="en-US" sz="2400" i="1" spc="35" dirty="0">
                <a:latin typeface="Arial"/>
                <a:cs typeface="Arial"/>
              </a:rPr>
              <a:t> </a:t>
            </a:r>
            <a:r>
              <a:rPr lang="en-US" sz="2400" i="1" dirty="0" smtClean="0">
                <a:latin typeface="Arial"/>
                <a:cs typeface="Arial"/>
              </a:rPr>
              <a:t>.</a:t>
            </a:r>
            <a:endParaRPr lang="en-US" sz="2400" dirty="0">
              <a:latin typeface="Arial"/>
              <a:cs typeface="Arial"/>
            </a:endParaRPr>
          </a:p>
          <a:p>
            <a:pPr marL="999490" indent="-339725">
              <a:lnSpc>
                <a:spcPct val="100000"/>
              </a:lnSpc>
              <a:buAutoNum type="arabicPeriod"/>
              <a:tabLst>
                <a:tab pos="1000125" algn="l"/>
                <a:tab pos="6493510" algn="l"/>
              </a:tabLst>
            </a:pPr>
            <a:endParaRPr lang="en-US" sz="2400" i="1" spc="-5" dirty="0" smtClean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</a:pPr>
            <a:r>
              <a:rPr lang="en-US" sz="2400" i="1" spc="-5" dirty="0">
                <a:solidFill>
                  <a:srgbClr val="339933"/>
                </a:solidFill>
                <a:latin typeface="Arial"/>
                <a:cs typeface="Arial"/>
              </a:rPr>
              <a:t>Inside Cases </a:t>
            </a:r>
            <a:r>
              <a:rPr lang="en-US" sz="2400" i="1" spc="-5" dirty="0">
                <a:latin typeface="Arial"/>
                <a:cs typeface="Arial"/>
              </a:rPr>
              <a:t>(require double rotation)</a:t>
            </a:r>
            <a:r>
              <a:rPr lang="en-US" sz="2400" i="1" spc="70" dirty="0">
                <a:latin typeface="Arial"/>
                <a:cs typeface="Arial"/>
              </a:rPr>
              <a:t> </a:t>
            </a:r>
            <a:r>
              <a:rPr lang="en-US" sz="2400" i="1" dirty="0">
                <a:latin typeface="Arial"/>
                <a:cs typeface="Arial"/>
              </a:rPr>
              <a:t>:</a:t>
            </a:r>
            <a:endParaRPr lang="en-US" sz="2400" dirty="0">
              <a:latin typeface="Arial"/>
              <a:cs typeface="Arial"/>
            </a:endParaRPr>
          </a:p>
          <a:p>
            <a:pPr marL="999490" indent="-339725">
              <a:lnSpc>
                <a:spcPct val="100000"/>
              </a:lnSpc>
              <a:buAutoNum type="arabicPeriod" startAt="3"/>
              <a:tabLst>
                <a:tab pos="1000125" algn="l"/>
                <a:tab pos="6680834" algn="l"/>
              </a:tabLst>
            </a:pPr>
            <a:r>
              <a:rPr lang="en-US" sz="2400" i="1" spc="-5" dirty="0">
                <a:latin typeface="Arial"/>
                <a:cs typeface="Arial"/>
              </a:rPr>
              <a:t>Insertion into </a:t>
            </a:r>
            <a:r>
              <a:rPr lang="en-US" sz="2400" i="1" spc="-5" dirty="0">
                <a:solidFill>
                  <a:srgbClr val="FF3300"/>
                </a:solidFill>
                <a:latin typeface="Arial"/>
                <a:cs typeface="Arial"/>
              </a:rPr>
              <a:t>right </a:t>
            </a:r>
            <a:r>
              <a:rPr lang="en-US" sz="2400" i="1" spc="-5" dirty="0" err="1">
                <a:latin typeface="Arial"/>
                <a:cs typeface="Arial"/>
              </a:rPr>
              <a:t>subtree</a:t>
            </a:r>
            <a:r>
              <a:rPr lang="en-US" sz="2400" i="1" spc="-5" dirty="0">
                <a:latin typeface="Arial"/>
                <a:cs typeface="Arial"/>
              </a:rPr>
              <a:t> </a:t>
            </a:r>
            <a:r>
              <a:rPr lang="en-US" sz="2400" i="1" spc="-5" dirty="0">
                <a:solidFill>
                  <a:srgbClr val="FF3300"/>
                </a:solidFill>
                <a:latin typeface="Arial"/>
                <a:cs typeface="Arial"/>
              </a:rPr>
              <a:t>of left</a:t>
            </a:r>
            <a:r>
              <a:rPr lang="en-US" sz="2400" i="1" spc="155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lang="en-US" sz="2400" i="1" spc="-5" dirty="0">
                <a:latin typeface="Arial"/>
                <a:cs typeface="Arial"/>
              </a:rPr>
              <a:t>child</a:t>
            </a:r>
            <a:r>
              <a:rPr lang="en-US" sz="2400" i="1" spc="40" dirty="0">
                <a:latin typeface="Arial"/>
                <a:cs typeface="Arial"/>
              </a:rPr>
              <a:t> </a:t>
            </a:r>
            <a:endParaRPr lang="en-US" sz="2400" i="1" spc="-5" dirty="0">
              <a:latin typeface="Arial"/>
              <a:cs typeface="Arial"/>
            </a:endParaRPr>
          </a:p>
          <a:p>
            <a:pPr marL="999490" indent="-339725">
              <a:lnSpc>
                <a:spcPct val="100000"/>
              </a:lnSpc>
              <a:buAutoNum type="arabicPeriod" startAt="3"/>
              <a:tabLst>
                <a:tab pos="1000125" algn="l"/>
                <a:tab pos="6680834" algn="l"/>
              </a:tabLst>
            </a:pPr>
            <a:r>
              <a:rPr lang="en-US" sz="2400" i="1" spc="-5" dirty="0">
                <a:latin typeface="Arial"/>
                <a:cs typeface="Arial"/>
              </a:rPr>
              <a:t>Insertion into </a:t>
            </a:r>
            <a:r>
              <a:rPr lang="en-US" sz="2400" i="1" spc="-5" dirty="0">
                <a:solidFill>
                  <a:srgbClr val="FF3300"/>
                </a:solidFill>
                <a:latin typeface="Arial"/>
                <a:cs typeface="Arial"/>
              </a:rPr>
              <a:t>left </a:t>
            </a:r>
            <a:r>
              <a:rPr lang="en-US" sz="2400" i="1" spc="-5" dirty="0" err="1">
                <a:latin typeface="Arial"/>
                <a:cs typeface="Arial"/>
              </a:rPr>
              <a:t>subtree</a:t>
            </a:r>
            <a:r>
              <a:rPr lang="en-US" sz="2400" i="1" spc="-5" dirty="0">
                <a:latin typeface="Arial"/>
                <a:cs typeface="Arial"/>
              </a:rPr>
              <a:t> </a:t>
            </a:r>
            <a:r>
              <a:rPr lang="en-US" sz="2400" i="1" spc="-5" dirty="0">
                <a:solidFill>
                  <a:srgbClr val="FF3300"/>
                </a:solidFill>
                <a:latin typeface="Arial"/>
                <a:cs typeface="Arial"/>
              </a:rPr>
              <a:t>of right</a:t>
            </a:r>
            <a:r>
              <a:rPr lang="en-US" sz="2400" i="1" spc="145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lang="en-US" sz="2400" i="1" spc="-5" dirty="0">
                <a:latin typeface="Arial"/>
                <a:cs typeface="Arial"/>
              </a:rPr>
              <a:t>child</a:t>
            </a:r>
            <a:r>
              <a:rPr lang="en-US" sz="2400" i="1" spc="35" dirty="0">
                <a:latin typeface="Arial"/>
                <a:cs typeface="Arial"/>
              </a:rPr>
              <a:t> </a:t>
            </a:r>
            <a:endParaRPr lang="en-US" sz="2400" i="1" spc="-5" dirty="0" smtClean="0">
              <a:latin typeface="Arial"/>
              <a:cs typeface="Arial"/>
            </a:endParaRPr>
          </a:p>
          <a:p>
            <a:pPr marL="999490" indent="-339725">
              <a:lnSpc>
                <a:spcPct val="100000"/>
              </a:lnSpc>
              <a:buAutoNum type="arabicPeriod" startAt="3"/>
              <a:tabLst>
                <a:tab pos="1000125" algn="l"/>
                <a:tab pos="6680834" algn="l"/>
              </a:tabLst>
            </a:pPr>
            <a:endParaRPr lang="en-US" sz="2400" i="1" spc="-5" dirty="0">
              <a:latin typeface="Arial"/>
              <a:cs typeface="Arial"/>
            </a:endParaRPr>
          </a:p>
          <a:p>
            <a:pPr marL="88900">
              <a:tabLst>
                <a:tab pos="984250" algn="l"/>
                <a:tab pos="6680200" algn="l"/>
              </a:tabLst>
            </a:pPr>
            <a:r>
              <a:rPr lang="en-US" sz="2400" i="1" spc="-5" dirty="0">
                <a:latin typeface="Arial"/>
                <a:cs typeface="Arial"/>
              </a:rPr>
              <a:t>The rebalancing is performed through four separate  rotation</a:t>
            </a:r>
            <a:r>
              <a:rPr lang="en-US" sz="2400" i="1" spc="-15" dirty="0">
                <a:latin typeface="Arial"/>
                <a:cs typeface="Arial"/>
              </a:rPr>
              <a:t> </a:t>
            </a:r>
            <a:r>
              <a:rPr lang="en-US" sz="2400" i="1" spc="-5" dirty="0">
                <a:latin typeface="Arial"/>
                <a:cs typeface="Arial"/>
              </a:rPr>
              <a:t>algorithms.</a:t>
            </a:r>
            <a:endParaRPr lang="en-US" sz="2400" dirty="0">
              <a:latin typeface="Arial"/>
              <a:cs typeface="Arial"/>
            </a:endParaRPr>
          </a:p>
          <a:p>
            <a:pPr marL="185738">
              <a:lnSpc>
                <a:spcPct val="100000"/>
              </a:lnSpc>
              <a:tabLst>
                <a:tab pos="1000125" algn="l"/>
                <a:tab pos="6680834" algn="l"/>
              </a:tabLst>
            </a:pPr>
            <a:endParaRPr lang="en-US" sz="2400" i="1" spc="-5" dirty="0" smtClean="0">
              <a:latin typeface="Arial"/>
              <a:cs typeface="Arial"/>
            </a:endParaRPr>
          </a:p>
          <a:p>
            <a:pPr marL="659765">
              <a:lnSpc>
                <a:spcPct val="100000"/>
              </a:lnSpc>
              <a:tabLst>
                <a:tab pos="1000125" algn="l"/>
                <a:tab pos="6680834" algn="l"/>
              </a:tabLst>
            </a:pPr>
            <a:endParaRPr lang="en-US" i="1" spc="-5" dirty="0" smtClean="0">
              <a:latin typeface="Arial"/>
              <a:cs typeface="Arial"/>
            </a:endParaRPr>
          </a:p>
          <a:p>
            <a:endParaRPr lang="en-US" i="1" spc="-5" dirty="0">
              <a:latin typeface="Arial"/>
              <a:cs typeface="Arial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312187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80182" y="392633"/>
            <a:ext cx="5978018" cy="635000"/>
          </a:xfrm>
        </p:spPr>
        <p:txBody>
          <a:bodyPr/>
          <a:lstStyle/>
          <a:p>
            <a:r>
              <a:rPr lang="en-IN" dirty="0" smtClean="0"/>
              <a:t> L </a:t>
            </a:r>
            <a:r>
              <a:rPr lang="en-IN" dirty="0" err="1" smtClean="0"/>
              <a:t>L</a:t>
            </a:r>
            <a:r>
              <a:rPr lang="en-IN" dirty="0" smtClean="0"/>
              <a:t> Rotation –Left of Left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29</a:t>
            </a:fld>
            <a:endParaRPr lang="en-IN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1066800"/>
            <a:ext cx="5372100" cy="46274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2819400" y="5694252"/>
            <a:ext cx="2743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 smtClean="0"/>
              <a:t>Single Rotation</a:t>
            </a:r>
            <a:endParaRPr lang="en-IN" dirty="0"/>
          </a:p>
        </p:txBody>
      </p:sp>
      <p:sp>
        <p:nvSpPr>
          <p:cNvPr id="6" name="TextBox 5"/>
          <p:cNvSpPr txBox="1"/>
          <p:nvPr/>
        </p:nvSpPr>
        <p:spPr>
          <a:xfrm>
            <a:off x="4743450" y="1567934"/>
            <a:ext cx="17335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Right Rotation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125579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381000"/>
            <a:ext cx="6511418" cy="1231106"/>
          </a:xfrm>
        </p:spPr>
        <p:txBody>
          <a:bodyPr/>
          <a:lstStyle/>
          <a:p>
            <a:r>
              <a:rPr lang="en-IN" dirty="0" smtClean="0"/>
              <a:t>R </a:t>
            </a:r>
            <a:r>
              <a:rPr lang="en-IN" dirty="0" err="1" smtClean="0"/>
              <a:t>R</a:t>
            </a:r>
            <a:r>
              <a:rPr lang="en-IN" dirty="0" smtClean="0"/>
              <a:t> Rotation Right of Right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30</a:t>
            </a:fld>
            <a:endParaRPr lang="en-IN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2390" y="1938338"/>
            <a:ext cx="5553075" cy="298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2800" y="5257800"/>
            <a:ext cx="2743200" cy="493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3657600" y="2209800"/>
            <a:ext cx="1752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Left Rotation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311989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091" y="457200"/>
            <a:ext cx="6663818" cy="615553"/>
          </a:xfrm>
        </p:spPr>
        <p:txBody>
          <a:bodyPr/>
          <a:lstStyle/>
          <a:p>
            <a:r>
              <a:rPr lang="en-IN" dirty="0" smtClean="0"/>
              <a:t> L R Rotation  - Left of Right 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31</a:t>
            </a:fld>
            <a:endParaRPr lang="en-IN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371600"/>
            <a:ext cx="7010400" cy="302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1981200" y="4953000"/>
            <a:ext cx="426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 smtClean="0"/>
              <a:t>Double rotation is needed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957035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0591" y="457200"/>
            <a:ext cx="6937122" cy="1231106"/>
          </a:xfrm>
        </p:spPr>
        <p:txBody>
          <a:bodyPr/>
          <a:lstStyle/>
          <a:p>
            <a:r>
              <a:rPr lang="en-IN" dirty="0" smtClean="0"/>
              <a:t>R L Rotation  -  Right of Left 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32</a:t>
            </a:fld>
            <a:endParaRPr lang="en-IN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288" y="1447800"/>
            <a:ext cx="7591425" cy="2990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1981200" y="5001491"/>
            <a:ext cx="518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 smtClean="0"/>
              <a:t>Double Rotation is needed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857651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371600"/>
            <a:ext cx="9144000" cy="762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3900551" y="1685925"/>
            <a:ext cx="850900" cy="850900"/>
            <a:chOff x="3900551" y="1685925"/>
            <a:chExt cx="850900" cy="850900"/>
          </a:xfrm>
        </p:grpSpPr>
        <p:sp>
          <p:nvSpPr>
            <p:cNvPr id="4" name="object 4"/>
            <p:cNvSpPr/>
            <p:nvPr/>
          </p:nvSpPr>
          <p:spPr>
            <a:xfrm>
              <a:off x="3906901" y="1692275"/>
              <a:ext cx="838200" cy="838200"/>
            </a:xfrm>
            <a:custGeom>
              <a:avLst/>
              <a:gdLst/>
              <a:ahLst/>
              <a:cxnLst/>
              <a:rect l="l" t="t" r="r" b="b"/>
              <a:pathLst>
                <a:path w="838200" h="838200">
                  <a:moveTo>
                    <a:pt x="419100" y="0"/>
                  </a:moveTo>
                  <a:lnTo>
                    <a:pt x="370213" y="2818"/>
                  </a:lnTo>
                  <a:lnTo>
                    <a:pt x="322985" y="11065"/>
                  </a:lnTo>
                  <a:lnTo>
                    <a:pt x="277731" y="24426"/>
                  </a:lnTo>
                  <a:lnTo>
                    <a:pt x="234764" y="42587"/>
                  </a:lnTo>
                  <a:lnTo>
                    <a:pt x="194399" y="65234"/>
                  </a:lnTo>
                  <a:lnTo>
                    <a:pt x="156949" y="92053"/>
                  </a:lnTo>
                  <a:lnTo>
                    <a:pt x="122729" y="122729"/>
                  </a:lnTo>
                  <a:lnTo>
                    <a:pt x="92053" y="156949"/>
                  </a:lnTo>
                  <a:lnTo>
                    <a:pt x="65234" y="194399"/>
                  </a:lnTo>
                  <a:lnTo>
                    <a:pt x="42587" y="234764"/>
                  </a:lnTo>
                  <a:lnTo>
                    <a:pt x="24426" y="277731"/>
                  </a:lnTo>
                  <a:lnTo>
                    <a:pt x="11065" y="322985"/>
                  </a:lnTo>
                  <a:lnTo>
                    <a:pt x="2818" y="370213"/>
                  </a:lnTo>
                  <a:lnTo>
                    <a:pt x="0" y="419100"/>
                  </a:lnTo>
                  <a:lnTo>
                    <a:pt x="2818" y="467986"/>
                  </a:lnTo>
                  <a:lnTo>
                    <a:pt x="11065" y="515214"/>
                  </a:lnTo>
                  <a:lnTo>
                    <a:pt x="24426" y="560468"/>
                  </a:lnTo>
                  <a:lnTo>
                    <a:pt x="42587" y="603435"/>
                  </a:lnTo>
                  <a:lnTo>
                    <a:pt x="65234" y="643800"/>
                  </a:lnTo>
                  <a:lnTo>
                    <a:pt x="92053" y="681250"/>
                  </a:lnTo>
                  <a:lnTo>
                    <a:pt x="122729" y="715470"/>
                  </a:lnTo>
                  <a:lnTo>
                    <a:pt x="156949" y="746146"/>
                  </a:lnTo>
                  <a:lnTo>
                    <a:pt x="194399" y="772965"/>
                  </a:lnTo>
                  <a:lnTo>
                    <a:pt x="234764" y="795612"/>
                  </a:lnTo>
                  <a:lnTo>
                    <a:pt x="277731" y="813773"/>
                  </a:lnTo>
                  <a:lnTo>
                    <a:pt x="322985" y="827134"/>
                  </a:lnTo>
                  <a:lnTo>
                    <a:pt x="370213" y="835381"/>
                  </a:lnTo>
                  <a:lnTo>
                    <a:pt x="419100" y="838200"/>
                  </a:lnTo>
                  <a:lnTo>
                    <a:pt x="467963" y="835381"/>
                  </a:lnTo>
                  <a:lnTo>
                    <a:pt x="515174" y="827134"/>
                  </a:lnTo>
                  <a:lnTo>
                    <a:pt x="560417" y="813773"/>
                  </a:lnTo>
                  <a:lnTo>
                    <a:pt x="603379" y="795612"/>
                  </a:lnTo>
                  <a:lnTo>
                    <a:pt x="643744" y="772965"/>
                  </a:lnTo>
                  <a:lnTo>
                    <a:pt x="681196" y="746146"/>
                  </a:lnTo>
                  <a:lnTo>
                    <a:pt x="715422" y="715470"/>
                  </a:lnTo>
                  <a:lnTo>
                    <a:pt x="746106" y="681250"/>
                  </a:lnTo>
                  <a:lnTo>
                    <a:pt x="772934" y="643800"/>
                  </a:lnTo>
                  <a:lnTo>
                    <a:pt x="795590" y="603435"/>
                  </a:lnTo>
                  <a:lnTo>
                    <a:pt x="813759" y="560468"/>
                  </a:lnTo>
                  <a:lnTo>
                    <a:pt x="827127" y="515214"/>
                  </a:lnTo>
                  <a:lnTo>
                    <a:pt x="835379" y="467986"/>
                  </a:lnTo>
                  <a:lnTo>
                    <a:pt x="838200" y="419100"/>
                  </a:lnTo>
                  <a:lnTo>
                    <a:pt x="835379" y="370213"/>
                  </a:lnTo>
                  <a:lnTo>
                    <a:pt x="827127" y="322985"/>
                  </a:lnTo>
                  <a:lnTo>
                    <a:pt x="813759" y="277731"/>
                  </a:lnTo>
                  <a:lnTo>
                    <a:pt x="795590" y="234764"/>
                  </a:lnTo>
                  <a:lnTo>
                    <a:pt x="772934" y="194399"/>
                  </a:lnTo>
                  <a:lnTo>
                    <a:pt x="746106" y="156949"/>
                  </a:lnTo>
                  <a:lnTo>
                    <a:pt x="715422" y="122729"/>
                  </a:lnTo>
                  <a:lnTo>
                    <a:pt x="681196" y="92053"/>
                  </a:lnTo>
                  <a:lnTo>
                    <a:pt x="643744" y="65234"/>
                  </a:lnTo>
                  <a:lnTo>
                    <a:pt x="603379" y="42587"/>
                  </a:lnTo>
                  <a:lnTo>
                    <a:pt x="560417" y="24426"/>
                  </a:lnTo>
                  <a:lnTo>
                    <a:pt x="515174" y="11065"/>
                  </a:lnTo>
                  <a:lnTo>
                    <a:pt x="467963" y="2818"/>
                  </a:lnTo>
                  <a:lnTo>
                    <a:pt x="419100" y="0"/>
                  </a:lnTo>
                  <a:close/>
                </a:path>
              </a:pathLst>
            </a:custGeom>
            <a:solidFill>
              <a:srgbClr val="00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906901" y="1692275"/>
              <a:ext cx="838200" cy="838200"/>
            </a:xfrm>
            <a:custGeom>
              <a:avLst/>
              <a:gdLst/>
              <a:ahLst/>
              <a:cxnLst/>
              <a:rect l="l" t="t" r="r" b="b"/>
              <a:pathLst>
                <a:path w="838200" h="838200">
                  <a:moveTo>
                    <a:pt x="0" y="419100"/>
                  </a:moveTo>
                  <a:lnTo>
                    <a:pt x="2818" y="370213"/>
                  </a:lnTo>
                  <a:lnTo>
                    <a:pt x="11065" y="322985"/>
                  </a:lnTo>
                  <a:lnTo>
                    <a:pt x="24426" y="277731"/>
                  </a:lnTo>
                  <a:lnTo>
                    <a:pt x="42587" y="234764"/>
                  </a:lnTo>
                  <a:lnTo>
                    <a:pt x="65234" y="194399"/>
                  </a:lnTo>
                  <a:lnTo>
                    <a:pt x="92053" y="156949"/>
                  </a:lnTo>
                  <a:lnTo>
                    <a:pt x="122729" y="122729"/>
                  </a:lnTo>
                  <a:lnTo>
                    <a:pt x="156949" y="92053"/>
                  </a:lnTo>
                  <a:lnTo>
                    <a:pt x="194399" y="65234"/>
                  </a:lnTo>
                  <a:lnTo>
                    <a:pt x="234764" y="42587"/>
                  </a:lnTo>
                  <a:lnTo>
                    <a:pt x="277731" y="24426"/>
                  </a:lnTo>
                  <a:lnTo>
                    <a:pt x="322985" y="11065"/>
                  </a:lnTo>
                  <a:lnTo>
                    <a:pt x="370213" y="2818"/>
                  </a:lnTo>
                  <a:lnTo>
                    <a:pt x="419100" y="0"/>
                  </a:lnTo>
                  <a:lnTo>
                    <a:pt x="467963" y="2818"/>
                  </a:lnTo>
                  <a:lnTo>
                    <a:pt x="515174" y="11065"/>
                  </a:lnTo>
                  <a:lnTo>
                    <a:pt x="560417" y="24426"/>
                  </a:lnTo>
                  <a:lnTo>
                    <a:pt x="603379" y="42587"/>
                  </a:lnTo>
                  <a:lnTo>
                    <a:pt x="643744" y="65234"/>
                  </a:lnTo>
                  <a:lnTo>
                    <a:pt x="681196" y="92053"/>
                  </a:lnTo>
                  <a:lnTo>
                    <a:pt x="715422" y="122729"/>
                  </a:lnTo>
                  <a:lnTo>
                    <a:pt x="746106" y="156949"/>
                  </a:lnTo>
                  <a:lnTo>
                    <a:pt x="772934" y="194399"/>
                  </a:lnTo>
                  <a:lnTo>
                    <a:pt x="795590" y="234764"/>
                  </a:lnTo>
                  <a:lnTo>
                    <a:pt x="813759" y="277731"/>
                  </a:lnTo>
                  <a:lnTo>
                    <a:pt x="827127" y="322985"/>
                  </a:lnTo>
                  <a:lnTo>
                    <a:pt x="835379" y="370213"/>
                  </a:lnTo>
                  <a:lnTo>
                    <a:pt x="838200" y="419100"/>
                  </a:lnTo>
                  <a:lnTo>
                    <a:pt x="835379" y="467986"/>
                  </a:lnTo>
                  <a:lnTo>
                    <a:pt x="827127" y="515214"/>
                  </a:lnTo>
                  <a:lnTo>
                    <a:pt x="813759" y="560468"/>
                  </a:lnTo>
                  <a:lnTo>
                    <a:pt x="795590" y="603435"/>
                  </a:lnTo>
                  <a:lnTo>
                    <a:pt x="772934" y="643800"/>
                  </a:lnTo>
                  <a:lnTo>
                    <a:pt x="746106" y="681250"/>
                  </a:lnTo>
                  <a:lnTo>
                    <a:pt x="715422" y="715470"/>
                  </a:lnTo>
                  <a:lnTo>
                    <a:pt x="681196" y="746146"/>
                  </a:lnTo>
                  <a:lnTo>
                    <a:pt x="643744" y="772965"/>
                  </a:lnTo>
                  <a:lnTo>
                    <a:pt x="603379" y="795612"/>
                  </a:lnTo>
                  <a:lnTo>
                    <a:pt x="560417" y="813773"/>
                  </a:lnTo>
                  <a:lnTo>
                    <a:pt x="515174" y="827134"/>
                  </a:lnTo>
                  <a:lnTo>
                    <a:pt x="467963" y="835381"/>
                  </a:lnTo>
                  <a:lnTo>
                    <a:pt x="419100" y="838200"/>
                  </a:lnTo>
                  <a:lnTo>
                    <a:pt x="370213" y="835381"/>
                  </a:lnTo>
                  <a:lnTo>
                    <a:pt x="322985" y="827134"/>
                  </a:lnTo>
                  <a:lnTo>
                    <a:pt x="277731" y="813773"/>
                  </a:lnTo>
                  <a:lnTo>
                    <a:pt x="234764" y="795612"/>
                  </a:lnTo>
                  <a:lnTo>
                    <a:pt x="194399" y="772965"/>
                  </a:lnTo>
                  <a:lnTo>
                    <a:pt x="156949" y="746146"/>
                  </a:lnTo>
                  <a:lnTo>
                    <a:pt x="122729" y="715470"/>
                  </a:lnTo>
                  <a:lnTo>
                    <a:pt x="92053" y="681250"/>
                  </a:lnTo>
                  <a:lnTo>
                    <a:pt x="65234" y="643800"/>
                  </a:lnTo>
                  <a:lnTo>
                    <a:pt x="42587" y="603435"/>
                  </a:lnTo>
                  <a:lnTo>
                    <a:pt x="24426" y="560468"/>
                  </a:lnTo>
                  <a:lnTo>
                    <a:pt x="11065" y="515214"/>
                  </a:lnTo>
                  <a:lnTo>
                    <a:pt x="2818" y="467986"/>
                  </a:lnTo>
                  <a:lnTo>
                    <a:pt x="0" y="4191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214876" y="1554937"/>
            <a:ext cx="177800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i="1" spc="-5" dirty="0">
                <a:solidFill>
                  <a:srgbClr val="000000"/>
                </a:solidFill>
                <a:latin typeface="Arial"/>
                <a:cs typeface="Arial"/>
              </a:rPr>
              <a:t>j</a:t>
            </a:r>
            <a:endParaRPr sz="540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224151" y="3057525"/>
            <a:ext cx="850900" cy="850900"/>
            <a:chOff x="2224151" y="3057525"/>
            <a:chExt cx="850900" cy="850900"/>
          </a:xfrm>
        </p:grpSpPr>
        <p:sp>
          <p:nvSpPr>
            <p:cNvPr id="8" name="object 8"/>
            <p:cNvSpPr/>
            <p:nvPr/>
          </p:nvSpPr>
          <p:spPr>
            <a:xfrm>
              <a:off x="2230501" y="3063875"/>
              <a:ext cx="838200" cy="838200"/>
            </a:xfrm>
            <a:custGeom>
              <a:avLst/>
              <a:gdLst/>
              <a:ahLst/>
              <a:cxnLst/>
              <a:rect l="l" t="t" r="r" b="b"/>
              <a:pathLst>
                <a:path w="838200" h="838200">
                  <a:moveTo>
                    <a:pt x="419100" y="0"/>
                  </a:moveTo>
                  <a:lnTo>
                    <a:pt x="370213" y="2818"/>
                  </a:lnTo>
                  <a:lnTo>
                    <a:pt x="322985" y="11065"/>
                  </a:lnTo>
                  <a:lnTo>
                    <a:pt x="277731" y="24426"/>
                  </a:lnTo>
                  <a:lnTo>
                    <a:pt x="234764" y="42587"/>
                  </a:lnTo>
                  <a:lnTo>
                    <a:pt x="194399" y="65234"/>
                  </a:lnTo>
                  <a:lnTo>
                    <a:pt x="156949" y="92053"/>
                  </a:lnTo>
                  <a:lnTo>
                    <a:pt x="122729" y="122729"/>
                  </a:lnTo>
                  <a:lnTo>
                    <a:pt x="92053" y="156949"/>
                  </a:lnTo>
                  <a:lnTo>
                    <a:pt x="65234" y="194399"/>
                  </a:lnTo>
                  <a:lnTo>
                    <a:pt x="42587" y="234764"/>
                  </a:lnTo>
                  <a:lnTo>
                    <a:pt x="24426" y="277731"/>
                  </a:lnTo>
                  <a:lnTo>
                    <a:pt x="11065" y="322985"/>
                  </a:lnTo>
                  <a:lnTo>
                    <a:pt x="2818" y="370213"/>
                  </a:lnTo>
                  <a:lnTo>
                    <a:pt x="0" y="419100"/>
                  </a:lnTo>
                  <a:lnTo>
                    <a:pt x="2818" y="467986"/>
                  </a:lnTo>
                  <a:lnTo>
                    <a:pt x="11065" y="515214"/>
                  </a:lnTo>
                  <a:lnTo>
                    <a:pt x="24426" y="560468"/>
                  </a:lnTo>
                  <a:lnTo>
                    <a:pt x="42587" y="603435"/>
                  </a:lnTo>
                  <a:lnTo>
                    <a:pt x="65234" y="643800"/>
                  </a:lnTo>
                  <a:lnTo>
                    <a:pt x="92053" y="681250"/>
                  </a:lnTo>
                  <a:lnTo>
                    <a:pt x="122729" y="715470"/>
                  </a:lnTo>
                  <a:lnTo>
                    <a:pt x="156949" y="746146"/>
                  </a:lnTo>
                  <a:lnTo>
                    <a:pt x="194399" y="772965"/>
                  </a:lnTo>
                  <a:lnTo>
                    <a:pt x="234764" y="795612"/>
                  </a:lnTo>
                  <a:lnTo>
                    <a:pt x="277731" y="813773"/>
                  </a:lnTo>
                  <a:lnTo>
                    <a:pt x="322985" y="827134"/>
                  </a:lnTo>
                  <a:lnTo>
                    <a:pt x="370213" y="835381"/>
                  </a:lnTo>
                  <a:lnTo>
                    <a:pt x="419100" y="838200"/>
                  </a:lnTo>
                  <a:lnTo>
                    <a:pt x="467963" y="835381"/>
                  </a:lnTo>
                  <a:lnTo>
                    <a:pt x="515174" y="827134"/>
                  </a:lnTo>
                  <a:lnTo>
                    <a:pt x="560417" y="813773"/>
                  </a:lnTo>
                  <a:lnTo>
                    <a:pt x="603379" y="795612"/>
                  </a:lnTo>
                  <a:lnTo>
                    <a:pt x="643744" y="772965"/>
                  </a:lnTo>
                  <a:lnTo>
                    <a:pt x="681196" y="746146"/>
                  </a:lnTo>
                  <a:lnTo>
                    <a:pt x="715422" y="715470"/>
                  </a:lnTo>
                  <a:lnTo>
                    <a:pt x="746106" y="681250"/>
                  </a:lnTo>
                  <a:lnTo>
                    <a:pt x="772934" y="643800"/>
                  </a:lnTo>
                  <a:lnTo>
                    <a:pt x="795590" y="603435"/>
                  </a:lnTo>
                  <a:lnTo>
                    <a:pt x="813759" y="560468"/>
                  </a:lnTo>
                  <a:lnTo>
                    <a:pt x="827127" y="515214"/>
                  </a:lnTo>
                  <a:lnTo>
                    <a:pt x="835379" y="467986"/>
                  </a:lnTo>
                  <a:lnTo>
                    <a:pt x="838200" y="419100"/>
                  </a:lnTo>
                  <a:lnTo>
                    <a:pt x="835379" y="370213"/>
                  </a:lnTo>
                  <a:lnTo>
                    <a:pt x="827127" y="322985"/>
                  </a:lnTo>
                  <a:lnTo>
                    <a:pt x="813759" y="277731"/>
                  </a:lnTo>
                  <a:lnTo>
                    <a:pt x="795590" y="234764"/>
                  </a:lnTo>
                  <a:lnTo>
                    <a:pt x="772934" y="194399"/>
                  </a:lnTo>
                  <a:lnTo>
                    <a:pt x="746106" y="156949"/>
                  </a:lnTo>
                  <a:lnTo>
                    <a:pt x="715422" y="122729"/>
                  </a:lnTo>
                  <a:lnTo>
                    <a:pt x="681196" y="92053"/>
                  </a:lnTo>
                  <a:lnTo>
                    <a:pt x="643744" y="65234"/>
                  </a:lnTo>
                  <a:lnTo>
                    <a:pt x="603379" y="42587"/>
                  </a:lnTo>
                  <a:lnTo>
                    <a:pt x="560417" y="24426"/>
                  </a:lnTo>
                  <a:lnTo>
                    <a:pt x="515174" y="11065"/>
                  </a:lnTo>
                  <a:lnTo>
                    <a:pt x="467963" y="2818"/>
                  </a:lnTo>
                  <a:lnTo>
                    <a:pt x="419100" y="0"/>
                  </a:lnTo>
                  <a:close/>
                </a:path>
              </a:pathLst>
            </a:custGeom>
            <a:solidFill>
              <a:srgbClr val="00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230501" y="3063875"/>
              <a:ext cx="838200" cy="838200"/>
            </a:xfrm>
            <a:custGeom>
              <a:avLst/>
              <a:gdLst/>
              <a:ahLst/>
              <a:cxnLst/>
              <a:rect l="l" t="t" r="r" b="b"/>
              <a:pathLst>
                <a:path w="838200" h="838200">
                  <a:moveTo>
                    <a:pt x="0" y="419100"/>
                  </a:moveTo>
                  <a:lnTo>
                    <a:pt x="2818" y="370213"/>
                  </a:lnTo>
                  <a:lnTo>
                    <a:pt x="11065" y="322985"/>
                  </a:lnTo>
                  <a:lnTo>
                    <a:pt x="24426" y="277731"/>
                  </a:lnTo>
                  <a:lnTo>
                    <a:pt x="42587" y="234764"/>
                  </a:lnTo>
                  <a:lnTo>
                    <a:pt x="65234" y="194399"/>
                  </a:lnTo>
                  <a:lnTo>
                    <a:pt x="92053" y="156949"/>
                  </a:lnTo>
                  <a:lnTo>
                    <a:pt x="122729" y="122729"/>
                  </a:lnTo>
                  <a:lnTo>
                    <a:pt x="156949" y="92053"/>
                  </a:lnTo>
                  <a:lnTo>
                    <a:pt x="194399" y="65234"/>
                  </a:lnTo>
                  <a:lnTo>
                    <a:pt x="234764" y="42587"/>
                  </a:lnTo>
                  <a:lnTo>
                    <a:pt x="277731" y="24426"/>
                  </a:lnTo>
                  <a:lnTo>
                    <a:pt x="322985" y="11065"/>
                  </a:lnTo>
                  <a:lnTo>
                    <a:pt x="370213" y="2818"/>
                  </a:lnTo>
                  <a:lnTo>
                    <a:pt x="419100" y="0"/>
                  </a:lnTo>
                  <a:lnTo>
                    <a:pt x="467963" y="2818"/>
                  </a:lnTo>
                  <a:lnTo>
                    <a:pt x="515174" y="11065"/>
                  </a:lnTo>
                  <a:lnTo>
                    <a:pt x="560417" y="24426"/>
                  </a:lnTo>
                  <a:lnTo>
                    <a:pt x="603379" y="42587"/>
                  </a:lnTo>
                  <a:lnTo>
                    <a:pt x="643744" y="65234"/>
                  </a:lnTo>
                  <a:lnTo>
                    <a:pt x="681196" y="92053"/>
                  </a:lnTo>
                  <a:lnTo>
                    <a:pt x="715422" y="122729"/>
                  </a:lnTo>
                  <a:lnTo>
                    <a:pt x="746106" y="156949"/>
                  </a:lnTo>
                  <a:lnTo>
                    <a:pt x="772934" y="194399"/>
                  </a:lnTo>
                  <a:lnTo>
                    <a:pt x="795590" y="234764"/>
                  </a:lnTo>
                  <a:lnTo>
                    <a:pt x="813759" y="277731"/>
                  </a:lnTo>
                  <a:lnTo>
                    <a:pt x="827127" y="322985"/>
                  </a:lnTo>
                  <a:lnTo>
                    <a:pt x="835379" y="370213"/>
                  </a:lnTo>
                  <a:lnTo>
                    <a:pt x="838200" y="419100"/>
                  </a:lnTo>
                  <a:lnTo>
                    <a:pt x="835379" y="467986"/>
                  </a:lnTo>
                  <a:lnTo>
                    <a:pt x="827127" y="515214"/>
                  </a:lnTo>
                  <a:lnTo>
                    <a:pt x="813759" y="560468"/>
                  </a:lnTo>
                  <a:lnTo>
                    <a:pt x="795590" y="603435"/>
                  </a:lnTo>
                  <a:lnTo>
                    <a:pt x="772934" y="643800"/>
                  </a:lnTo>
                  <a:lnTo>
                    <a:pt x="746106" y="681250"/>
                  </a:lnTo>
                  <a:lnTo>
                    <a:pt x="715422" y="715470"/>
                  </a:lnTo>
                  <a:lnTo>
                    <a:pt x="681196" y="746146"/>
                  </a:lnTo>
                  <a:lnTo>
                    <a:pt x="643744" y="772965"/>
                  </a:lnTo>
                  <a:lnTo>
                    <a:pt x="603379" y="795612"/>
                  </a:lnTo>
                  <a:lnTo>
                    <a:pt x="560417" y="813773"/>
                  </a:lnTo>
                  <a:lnTo>
                    <a:pt x="515174" y="827134"/>
                  </a:lnTo>
                  <a:lnTo>
                    <a:pt x="467963" y="835381"/>
                  </a:lnTo>
                  <a:lnTo>
                    <a:pt x="419100" y="838200"/>
                  </a:lnTo>
                  <a:lnTo>
                    <a:pt x="370213" y="835381"/>
                  </a:lnTo>
                  <a:lnTo>
                    <a:pt x="322985" y="827134"/>
                  </a:lnTo>
                  <a:lnTo>
                    <a:pt x="277731" y="813773"/>
                  </a:lnTo>
                  <a:lnTo>
                    <a:pt x="234764" y="795612"/>
                  </a:lnTo>
                  <a:lnTo>
                    <a:pt x="194399" y="772965"/>
                  </a:lnTo>
                  <a:lnTo>
                    <a:pt x="156949" y="746146"/>
                  </a:lnTo>
                  <a:lnTo>
                    <a:pt x="122729" y="715470"/>
                  </a:lnTo>
                  <a:lnTo>
                    <a:pt x="92053" y="681250"/>
                  </a:lnTo>
                  <a:lnTo>
                    <a:pt x="65234" y="643800"/>
                  </a:lnTo>
                  <a:lnTo>
                    <a:pt x="42587" y="603435"/>
                  </a:lnTo>
                  <a:lnTo>
                    <a:pt x="24426" y="560468"/>
                  </a:lnTo>
                  <a:lnTo>
                    <a:pt x="11065" y="515214"/>
                  </a:lnTo>
                  <a:lnTo>
                    <a:pt x="2818" y="467986"/>
                  </a:lnTo>
                  <a:lnTo>
                    <a:pt x="0" y="4191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538222" y="3002991"/>
            <a:ext cx="368935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i="1" dirty="0">
                <a:latin typeface="Arial"/>
                <a:cs typeface="Arial"/>
              </a:rPr>
              <a:t>k</a:t>
            </a:r>
            <a:endParaRPr sz="5400">
              <a:latin typeface="Arial"/>
              <a:cs typeface="Aria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547687" y="2395601"/>
            <a:ext cx="3494404" cy="3342004"/>
            <a:chOff x="547687" y="2395601"/>
            <a:chExt cx="3494404" cy="3342004"/>
          </a:xfrm>
        </p:grpSpPr>
        <p:sp>
          <p:nvSpPr>
            <p:cNvPr id="12" name="object 12"/>
            <p:cNvSpPr/>
            <p:nvPr/>
          </p:nvSpPr>
          <p:spPr>
            <a:xfrm>
              <a:off x="2946400" y="2408301"/>
              <a:ext cx="1082675" cy="777875"/>
            </a:xfrm>
            <a:custGeom>
              <a:avLst/>
              <a:gdLst/>
              <a:ahLst/>
              <a:cxnLst/>
              <a:rect l="l" t="t" r="r" b="b"/>
              <a:pathLst>
                <a:path w="1082675" h="777875">
                  <a:moveTo>
                    <a:pt x="1082675" y="0"/>
                  </a:moveTo>
                  <a:lnTo>
                    <a:pt x="0" y="777748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54037" y="4435475"/>
              <a:ext cx="1600835" cy="1295400"/>
            </a:xfrm>
            <a:custGeom>
              <a:avLst/>
              <a:gdLst/>
              <a:ahLst/>
              <a:cxnLst/>
              <a:rect l="l" t="t" r="r" b="b"/>
              <a:pathLst>
                <a:path w="1600835" h="1295400">
                  <a:moveTo>
                    <a:pt x="800163" y="0"/>
                  </a:moveTo>
                  <a:lnTo>
                    <a:pt x="0" y="1295400"/>
                  </a:lnTo>
                  <a:lnTo>
                    <a:pt x="1600263" y="1295400"/>
                  </a:lnTo>
                  <a:lnTo>
                    <a:pt x="800163" y="0"/>
                  </a:lnTo>
                  <a:close/>
                </a:path>
              </a:pathLst>
            </a:custGeom>
            <a:solidFill>
              <a:srgbClr val="00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54037" y="4435475"/>
              <a:ext cx="1600835" cy="1295400"/>
            </a:xfrm>
            <a:custGeom>
              <a:avLst/>
              <a:gdLst/>
              <a:ahLst/>
              <a:cxnLst/>
              <a:rect l="l" t="t" r="r" b="b"/>
              <a:pathLst>
                <a:path w="1600835" h="1295400">
                  <a:moveTo>
                    <a:pt x="0" y="1295400"/>
                  </a:moveTo>
                  <a:lnTo>
                    <a:pt x="800163" y="0"/>
                  </a:lnTo>
                  <a:lnTo>
                    <a:pt x="1600263" y="1295400"/>
                  </a:lnTo>
                  <a:lnTo>
                    <a:pt x="0" y="12954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354201" y="3779901"/>
              <a:ext cx="998855" cy="655955"/>
            </a:xfrm>
            <a:custGeom>
              <a:avLst/>
              <a:gdLst/>
              <a:ahLst/>
              <a:cxnLst/>
              <a:rect l="l" t="t" r="r" b="b"/>
              <a:pathLst>
                <a:path w="998855" h="655954">
                  <a:moveTo>
                    <a:pt x="998474" y="0"/>
                  </a:moveTo>
                  <a:lnTo>
                    <a:pt x="0" y="655574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1166266" y="4908296"/>
            <a:ext cx="483234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i="1" dirty="0">
                <a:latin typeface="Arial"/>
                <a:cs typeface="Arial"/>
              </a:rPr>
              <a:t>X</a:t>
            </a:r>
            <a:endParaRPr sz="5400">
              <a:latin typeface="Arial"/>
              <a:cs typeface="Arial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3214751" y="4505325"/>
            <a:ext cx="1536700" cy="1231900"/>
            <a:chOff x="3214751" y="4505325"/>
            <a:chExt cx="1536700" cy="1231900"/>
          </a:xfrm>
        </p:grpSpPr>
        <p:sp>
          <p:nvSpPr>
            <p:cNvPr id="18" name="object 18"/>
            <p:cNvSpPr/>
            <p:nvPr/>
          </p:nvSpPr>
          <p:spPr>
            <a:xfrm>
              <a:off x="3221101" y="4511675"/>
              <a:ext cx="1524000" cy="1219200"/>
            </a:xfrm>
            <a:custGeom>
              <a:avLst/>
              <a:gdLst/>
              <a:ahLst/>
              <a:cxnLst/>
              <a:rect l="l" t="t" r="r" b="b"/>
              <a:pathLst>
                <a:path w="1524000" h="1219200">
                  <a:moveTo>
                    <a:pt x="762000" y="0"/>
                  </a:moveTo>
                  <a:lnTo>
                    <a:pt x="0" y="1219200"/>
                  </a:lnTo>
                  <a:lnTo>
                    <a:pt x="1524000" y="1219200"/>
                  </a:lnTo>
                  <a:lnTo>
                    <a:pt x="762000" y="0"/>
                  </a:lnTo>
                  <a:close/>
                </a:path>
              </a:pathLst>
            </a:custGeom>
            <a:solidFill>
              <a:srgbClr val="00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221101" y="4511675"/>
              <a:ext cx="1524000" cy="1219200"/>
            </a:xfrm>
            <a:custGeom>
              <a:avLst/>
              <a:gdLst/>
              <a:ahLst/>
              <a:cxnLst/>
              <a:rect l="l" t="t" r="r" b="b"/>
              <a:pathLst>
                <a:path w="1524000" h="1219200">
                  <a:moveTo>
                    <a:pt x="0" y="1219200"/>
                  </a:moveTo>
                  <a:lnTo>
                    <a:pt x="762000" y="0"/>
                  </a:lnTo>
                  <a:lnTo>
                    <a:pt x="1524000" y="1219200"/>
                  </a:lnTo>
                  <a:lnTo>
                    <a:pt x="0" y="12192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3757676" y="4908296"/>
            <a:ext cx="483234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i="1" dirty="0">
                <a:latin typeface="Arial"/>
                <a:cs typeface="Arial"/>
              </a:rPr>
              <a:t>Y</a:t>
            </a:r>
            <a:endParaRPr sz="5400">
              <a:latin typeface="Arial"/>
              <a:cs typeface="Arial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5195951" y="3514725"/>
            <a:ext cx="1612900" cy="1308100"/>
            <a:chOff x="5195951" y="3514725"/>
            <a:chExt cx="1612900" cy="1308100"/>
          </a:xfrm>
        </p:grpSpPr>
        <p:sp>
          <p:nvSpPr>
            <p:cNvPr id="22" name="object 22"/>
            <p:cNvSpPr/>
            <p:nvPr/>
          </p:nvSpPr>
          <p:spPr>
            <a:xfrm>
              <a:off x="5202301" y="3521075"/>
              <a:ext cx="1600200" cy="1295400"/>
            </a:xfrm>
            <a:custGeom>
              <a:avLst/>
              <a:gdLst/>
              <a:ahLst/>
              <a:cxnLst/>
              <a:rect l="l" t="t" r="r" b="b"/>
              <a:pathLst>
                <a:path w="1600200" h="1295400">
                  <a:moveTo>
                    <a:pt x="800100" y="0"/>
                  </a:moveTo>
                  <a:lnTo>
                    <a:pt x="0" y="1295400"/>
                  </a:lnTo>
                  <a:lnTo>
                    <a:pt x="1600200" y="1295400"/>
                  </a:lnTo>
                  <a:lnTo>
                    <a:pt x="800100" y="0"/>
                  </a:lnTo>
                  <a:close/>
                </a:path>
              </a:pathLst>
            </a:custGeom>
            <a:solidFill>
              <a:srgbClr val="00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202301" y="3521075"/>
              <a:ext cx="1600200" cy="1295400"/>
            </a:xfrm>
            <a:custGeom>
              <a:avLst/>
              <a:gdLst/>
              <a:ahLst/>
              <a:cxnLst/>
              <a:rect l="l" t="t" r="r" b="b"/>
              <a:pathLst>
                <a:path w="1600200" h="1295400">
                  <a:moveTo>
                    <a:pt x="0" y="1295400"/>
                  </a:moveTo>
                  <a:lnTo>
                    <a:pt x="800100" y="0"/>
                  </a:lnTo>
                  <a:lnTo>
                    <a:pt x="1600200" y="1295400"/>
                  </a:lnTo>
                  <a:lnTo>
                    <a:pt x="0" y="12954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5815329" y="3841495"/>
            <a:ext cx="44450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i="1" dirty="0">
                <a:latin typeface="Arial"/>
                <a:cs typeface="Arial"/>
              </a:rPr>
              <a:t>Z</a:t>
            </a:r>
            <a:endParaRPr sz="5400">
              <a:latin typeface="Arial"/>
              <a:cs typeface="Arial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2946400" y="2408301"/>
            <a:ext cx="3056255" cy="2103755"/>
          </a:xfrm>
          <a:custGeom>
            <a:avLst/>
            <a:gdLst/>
            <a:ahLst/>
            <a:cxnLst/>
            <a:rect l="l" t="t" r="r" b="b"/>
            <a:pathLst>
              <a:path w="3056254" h="2103754">
                <a:moveTo>
                  <a:pt x="0" y="1371600"/>
                </a:moveTo>
                <a:lnTo>
                  <a:pt x="1036701" y="2103374"/>
                </a:lnTo>
              </a:path>
              <a:path w="3056254" h="2103754">
                <a:moveTo>
                  <a:pt x="1676400" y="0"/>
                </a:moveTo>
                <a:lnTo>
                  <a:pt x="3056001" y="1112774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7183501" y="4816475"/>
            <a:ext cx="1600200" cy="0"/>
          </a:xfrm>
          <a:custGeom>
            <a:avLst/>
            <a:gdLst/>
            <a:ahLst/>
            <a:cxnLst/>
            <a:rect l="l" t="t" r="r" b="b"/>
            <a:pathLst>
              <a:path w="1600200">
                <a:moveTo>
                  <a:pt x="0" y="0"/>
                </a:moveTo>
                <a:lnTo>
                  <a:pt x="1600200" y="0"/>
                </a:lnTo>
              </a:path>
            </a:pathLst>
          </a:custGeom>
          <a:ln w="19050">
            <a:solidFill>
              <a:srgbClr val="000000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7183501" y="5730875"/>
            <a:ext cx="1600200" cy="0"/>
          </a:xfrm>
          <a:custGeom>
            <a:avLst/>
            <a:gdLst/>
            <a:ahLst/>
            <a:cxnLst/>
            <a:rect l="l" t="t" r="r" b="b"/>
            <a:pathLst>
              <a:path w="1600200">
                <a:moveTo>
                  <a:pt x="0" y="0"/>
                </a:moveTo>
                <a:lnTo>
                  <a:pt x="1600200" y="0"/>
                </a:lnTo>
              </a:path>
            </a:pathLst>
          </a:custGeom>
          <a:ln w="19050">
            <a:solidFill>
              <a:srgbClr val="000000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720344" y="1779854"/>
            <a:ext cx="221043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i="1" spc="-5" dirty="0">
                <a:latin typeface="Arial"/>
                <a:cs typeface="Arial"/>
              </a:rPr>
              <a:t>Consider </a:t>
            </a:r>
            <a:r>
              <a:rPr sz="2400" i="1" dirty="0">
                <a:latin typeface="Arial"/>
                <a:cs typeface="Arial"/>
              </a:rPr>
              <a:t>a</a:t>
            </a:r>
            <a:r>
              <a:rPr sz="2400" i="1" spc="-40" dirty="0">
                <a:latin typeface="Arial"/>
                <a:cs typeface="Arial"/>
              </a:rPr>
              <a:t> </a:t>
            </a:r>
            <a:r>
              <a:rPr sz="2400" i="1" spc="-5" dirty="0">
                <a:latin typeface="Arial"/>
                <a:cs typeface="Arial"/>
              </a:rPr>
              <a:t>valid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400" i="1" spc="-50" dirty="0">
                <a:latin typeface="Arial"/>
                <a:cs typeface="Arial"/>
              </a:rPr>
              <a:t>AVL</a:t>
            </a:r>
            <a:r>
              <a:rPr sz="2400" i="1" spc="-70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subtree</a:t>
            </a:r>
            <a:endParaRPr sz="24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051661" y="683717"/>
            <a:ext cx="704151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i="1" spc="-80" dirty="0">
                <a:solidFill>
                  <a:srgbClr val="FF0000"/>
                </a:solidFill>
                <a:latin typeface="Arial"/>
                <a:cs typeface="Arial"/>
              </a:rPr>
              <a:t>AVL </a:t>
            </a:r>
            <a:r>
              <a:rPr sz="4400" i="1" dirty="0">
                <a:solidFill>
                  <a:srgbClr val="FF0000"/>
                </a:solidFill>
                <a:latin typeface="Arial"/>
                <a:cs typeface="Arial"/>
              </a:rPr>
              <a:t>Insertion: Outside</a:t>
            </a:r>
            <a:r>
              <a:rPr sz="4400" i="1" spc="-7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4400" i="1" dirty="0">
                <a:solidFill>
                  <a:srgbClr val="FF0000"/>
                </a:solidFill>
                <a:latin typeface="Arial"/>
                <a:cs typeface="Arial"/>
              </a:rPr>
              <a:t>Case</a:t>
            </a:r>
            <a:endParaRPr sz="44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261228" y="3226435"/>
            <a:ext cx="16700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i="1" dirty="0">
                <a:latin typeface="Arial"/>
                <a:cs typeface="Arial"/>
              </a:rPr>
              <a:t>h</a:t>
            </a:r>
            <a:endParaRPr sz="20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831594" y="4217289"/>
            <a:ext cx="16700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i="1" dirty="0">
                <a:latin typeface="Arial"/>
                <a:cs typeface="Arial"/>
              </a:rPr>
              <a:t>h</a:t>
            </a:r>
            <a:endParaRPr sz="200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4270628" y="4064889"/>
            <a:ext cx="16700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i="1" dirty="0">
                <a:latin typeface="Arial"/>
                <a:cs typeface="Arial"/>
              </a:rPr>
              <a:t>h</a:t>
            </a:r>
            <a:endParaRPr sz="2000">
              <a:latin typeface="Arial"/>
              <a:cs typeface="Arial"/>
            </a:endParaRPr>
          </a:p>
        </p:txBody>
      </p:sp>
      <p:sp>
        <p:nvSpPr>
          <p:cNvPr id="33" name="Slide Number Placeholder 32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33</a:t>
            </a:fld>
            <a:endParaRPr lang="en-IN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371600"/>
            <a:ext cx="9144000" cy="762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3971925" y="1712976"/>
            <a:ext cx="802005" cy="755650"/>
            <a:chOff x="3971925" y="1712976"/>
            <a:chExt cx="802005" cy="755650"/>
          </a:xfrm>
        </p:grpSpPr>
        <p:sp>
          <p:nvSpPr>
            <p:cNvPr id="4" name="object 4"/>
            <p:cNvSpPr/>
            <p:nvPr/>
          </p:nvSpPr>
          <p:spPr>
            <a:xfrm>
              <a:off x="3978275" y="1719326"/>
              <a:ext cx="789305" cy="742950"/>
            </a:xfrm>
            <a:custGeom>
              <a:avLst/>
              <a:gdLst/>
              <a:ahLst/>
              <a:cxnLst/>
              <a:rect l="l" t="t" r="r" b="b"/>
              <a:pathLst>
                <a:path w="789304" h="742950">
                  <a:moveTo>
                    <a:pt x="394462" y="0"/>
                  </a:moveTo>
                  <a:lnTo>
                    <a:pt x="344991" y="2893"/>
                  </a:lnTo>
                  <a:lnTo>
                    <a:pt x="297351" y="11340"/>
                  </a:lnTo>
                  <a:lnTo>
                    <a:pt x="251913" y="24995"/>
                  </a:lnTo>
                  <a:lnTo>
                    <a:pt x="209045" y="43509"/>
                  </a:lnTo>
                  <a:lnTo>
                    <a:pt x="169119" y="66536"/>
                  </a:lnTo>
                  <a:lnTo>
                    <a:pt x="132504" y="93727"/>
                  </a:lnTo>
                  <a:lnTo>
                    <a:pt x="99570" y="124734"/>
                  </a:lnTo>
                  <a:lnTo>
                    <a:pt x="70688" y="159211"/>
                  </a:lnTo>
                  <a:lnTo>
                    <a:pt x="46227" y="196810"/>
                  </a:lnTo>
                  <a:lnTo>
                    <a:pt x="26557" y="237184"/>
                  </a:lnTo>
                  <a:lnTo>
                    <a:pt x="12050" y="279984"/>
                  </a:lnTo>
                  <a:lnTo>
                    <a:pt x="3074" y="324863"/>
                  </a:lnTo>
                  <a:lnTo>
                    <a:pt x="0" y="371475"/>
                  </a:lnTo>
                  <a:lnTo>
                    <a:pt x="3074" y="418061"/>
                  </a:lnTo>
                  <a:lnTo>
                    <a:pt x="12050" y="462923"/>
                  </a:lnTo>
                  <a:lnTo>
                    <a:pt x="26557" y="505713"/>
                  </a:lnTo>
                  <a:lnTo>
                    <a:pt x="46227" y="546082"/>
                  </a:lnTo>
                  <a:lnTo>
                    <a:pt x="70688" y="583682"/>
                  </a:lnTo>
                  <a:lnTo>
                    <a:pt x="99570" y="618164"/>
                  </a:lnTo>
                  <a:lnTo>
                    <a:pt x="132504" y="649179"/>
                  </a:lnTo>
                  <a:lnTo>
                    <a:pt x="169119" y="676379"/>
                  </a:lnTo>
                  <a:lnTo>
                    <a:pt x="209045" y="699415"/>
                  </a:lnTo>
                  <a:lnTo>
                    <a:pt x="251913" y="717938"/>
                  </a:lnTo>
                  <a:lnTo>
                    <a:pt x="297351" y="731601"/>
                  </a:lnTo>
                  <a:lnTo>
                    <a:pt x="344991" y="740054"/>
                  </a:lnTo>
                  <a:lnTo>
                    <a:pt x="394462" y="742950"/>
                  </a:lnTo>
                  <a:lnTo>
                    <a:pt x="443959" y="740054"/>
                  </a:lnTo>
                  <a:lnTo>
                    <a:pt x="491622" y="731601"/>
                  </a:lnTo>
                  <a:lnTo>
                    <a:pt x="537079" y="717938"/>
                  </a:lnTo>
                  <a:lnTo>
                    <a:pt x="579963" y="699415"/>
                  </a:lnTo>
                  <a:lnTo>
                    <a:pt x="619902" y="676379"/>
                  </a:lnTo>
                  <a:lnTo>
                    <a:pt x="656526" y="649179"/>
                  </a:lnTo>
                  <a:lnTo>
                    <a:pt x="689467" y="618164"/>
                  </a:lnTo>
                  <a:lnTo>
                    <a:pt x="718355" y="583682"/>
                  </a:lnTo>
                  <a:lnTo>
                    <a:pt x="742819" y="546082"/>
                  </a:lnTo>
                  <a:lnTo>
                    <a:pt x="762491" y="505713"/>
                  </a:lnTo>
                  <a:lnTo>
                    <a:pt x="777000" y="462923"/>
                  </a:lnTo>
                  <a:lnTo>
                    <a:pt x="785976" y="418061"/>
                  </a:lnTo>
                  <a:lnTo>
                    <a:pt x="789051" y="371475"/>
                  </a:lnTo>
                  <a:lnTo>
                    <a:pt x="785976" y="324863"/>
                  </a:lnTo>
                  <a:lnTo>
                    <a:pt x="777000" y="279984"/>
                  </a:lnTo>
                  <a:lnTo>
                    <a:pt x="762491" y="237184"/>
                  </a:lnTo>
                  <a:lnTo>
                    <a:pt x="742819" y="196810"/>
                  </a:lnTo>
                  <a:lnTo>
                    <a:pt x="718355" y="159211"/>
                  </a:lnTo>
                  <a:lnTo>
                    <a:pt x="689467" y="124734"/>
                  </a:lnTo>
                  <a:lnTo>
                    <a:pt x="656526" y="93727"/>
                  </a:lnTo>
                  <a:lnTo>
                    <a:pt x="619902" y="66536"/>
                  </a:lnTo>
                  <a:lnTo>
                    <a:pt x="579963" y="43509"/>
                  </a:lnTo>
                  <a:lnTo>
                    <a:pt x="537079" y="24995"/>
                  </a:lnTo>
                  <a:lnTo>
                    <a:pt x="491622" y="11340"/>
                  </a:lnTo>
                  <a:lnTo>
                    <a:pt x="443959" y="2893"/>
                  </a:lnTo>
                  <a:lnTo>
                    <a:pt x="394462" y="0"/>
                  </a:lnTo>
                  <a:close/>
                </a:path>
              </a:pathLst>
            </a:custGeom>
            <a:solidFill>
              <a:srgbClr val="00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978275" y="1719326"/>
              <a:ext cx="789305" cy="742950"/>
            </a:xfrm>
            <a:custGeom>
              <a:avLst/>
              <a:gdLst/>
              <a:ahLst/>
              <a:cxnLst/>
              <a:rect l="l" t="t" r="r" b="b"/>
              <a:pathLst>
                <a:path w="789304" h="742950">
                  <a:moveTo>
                    <a:pt x="0" y="371475"/>
                  </a:moveTo>
                  <a:lnTo>
                    <a:pt x="3074" y="324863"/>
                  </a:lnTo>
                  <a:lnTo>
                    <a:pt x="12050" y="279984"/>
                  </a:lnTo>
                  <a:lnTo>
                    <a:pt x="26557" y="237184"/>
                  </a:lnTo>
                  <a:lnTo>
                    <a:pt x="46227" y="196810"/>
                  </a:lnTo>
                  <a:lnTo>
                    <a:pt x="70688" y="159211"/>
                  </a:lnTo>
                  <a:lnTo>
                    <a:pt x="99570" y="124734"/>
                  </a:lnTo>
                  <a:lnTo>
                    <a:pt x="132504" y="93727"/>
                  </a:lnTo>
                  <a:lnTo>
                    <a:pt x="169119" y="66536"/>
                  </a:lnTo>
                  <a:lnTo>
                    <a:pt x="209045" y="43509"/>
                  </a:lnTo>
                  <a:lnTo>
                    <a:pt x="251913" y="24995"/>
                  </a:lnTo>
                  <a:lnTo>
                    <a:pt x="297351" y="11340"/>
                  </a:lnTo>
                  <a:lnTo>
                    <a:pt x="344991" y="2893"/>
                  </a:lnTo>
                  <a:lnTo>
                    <a:pt x="394462" y="0"/>
                  </a:lnTo>
                  <a:lnTo>
                    <a:pt x="443959" y="2893"/>
                  </a:lnTo>
                  <a:lnTo>
                    <a:pt x="491622" y="11340"/>
                  </a:lnTo>
                  <a:lnTo>
                    <a:pt x="537079" y="24995"/>
                  </a:lnTo>
                  <a:lnTo>
                    <a:pt x="579963" y="43509"/>
                  </a:lnTo>
                  <a:lnTo>
                    <a:pt x="619902" y="66536"/>
                  </a:lnTo>
                  <a:lnTo>
                    <a:pt x="656526" y="93727"/>
                  </a:lnTo>
                  <a:lnTo>
                    <a:pt x="689467" y="124734"/>
                  </a:lnTo>
                  <a:lnTo>
                    <a:pt x="718355" y="159211"/>
                  </a:lnTo>
                  <a:lnTo>
                    <a:pt x="742819" y="196810"/>
                  </a:lnTo>
                  <a:lnTo>
                    <a:pt x="762491" y="237184"/>
                  </a:lnTo>
                  <a:lnTo>
                    <a:pt x="777000" y="279984"/>
                  </a:lnTo>
                  <a:lnTo>
                    <a:pt x="785976" y="324863"/>
                  </a:lnTo>
                  <a:lnTo>
                    <a:pt x="789051" y="371475"/>
                  </a:lnTo>
                  <a:lnTo>
                    <a:pt x="785976" y="418061"/>
                  </a:lnTo>
                  <a:lnTo>
                    <a:pt x="777000" y="462923"/>
                  </a:lnTo>
                  <a:lnTo>
                    <a:pt x="762491" y="505713"/>
                  </a:lnTo>
                  <a:lnTo>
                    <a:pt x="742819" y="546082"/>
                  </a:lnTo>
                  <a:lnTo>
                    <a:pt x="718355" y="583682"/>
                  </a:lnTo>
                  <a:lnTo>
                    <a:pt x="689467" y="618164"/>
                  </a:lnTo>
                  <a:lnTo>
                    <a:pt x="656526" y="649179"/>
                  </a:lnTo>
                  <a:lnTo>
                    <a:pt x="619902" y="676379"/>
                  </a:lnTo>
                  <a:lnTo>
                    <a:pt x="579963" y="699415"/>
                  </a:lnTo>
                  <a:lnTo>
                    <a:pt x="537079" y="717938"/>
                  </a:lnTo>
                  <a:lnTo>
                    <a:pt x="491622" y="731601"/>
                  </a:lnTo>
                  <a:lnTo>
                    <a:pt x="443959" y="740054"/>
                  </a:lnTo>
                  <a:lnTo>
                    <a:pt x="394462" y="742950"/>
                  </a:lnTo>
                  <a:lnTo>
                    <a:pt x="344991" y="740054"/>
                  </a:lnTo>
                  <a:lnTo>
                    <a:pt x="297351" y="731601"/>
                  </a:lnTo>
                  <a:lnTo>
                    <a:pt x="251913" y="717938"/>
                  </a:lnTo>
                  <a:lnTo>
                    <a:pt x="209045" y="699415"/>
                  </a:lnTo>
                  <a:lnTo>
                    <a:pt x="169119" y="676379"/>
                  </a:lnTo>
                  <a:lnTo>
                    <a:pt x="132504" y="649179"/>
                  </a:lnTo>
                  <a:lnTo>
                    <a:pt x="99570" y="618164"/>
                  </a:lnTo>
                  <a:lnTo>
                    <a:pt x="70688" y="583682"/>
                  </a:lnTo>
                  <a:lnTo>
                    <a:pt x="46227" y="546082"/>
                  </a:lnTo>
                  <a:lnTo>
                    <a:pt x="26557" y="505713"/>
                  </a:lnTo>
                  <a:lnTo>
                    <a:pt x="12050" y="462923"/>
                  </a:lnTo>
                  <a:lnTo>
                    <a:pt x="3074" y="418061"/>
                  </a:lnTo>
                  <a:lnTo>
                    <a:pt x="0" y="371475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329176" y="1520190"/>
            <a:ext cx="17780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i="1" spc="-5" dirty="0">
                <a:solidFill>
                  <a:srgbClr val="000000"/>
                </a:solidFill>
                <a:latin typeface="Arial"/>
                <a:cs typeface="Arial"/>
              </a:rPr>
              <a:t>j</a:t>
            </a:r>
            <a:endParaRPr sz="540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392426" y="2927350"/>
            <a:ext cx="803275" cy="755650"/>
            <a:chOff x="2392426" y="2927350"/>
            <a:chExt cx="803275" cy="755650"/>
          </a:xfrm>
        </p:grpSpPr>
        <p:sp>
          <p:nvSpPr>
            <p:cNvPr id="8" name="object 8"/>
            <p:cNvSpPr/>
            <p:nvPr/>
          </p:nvSpPr>
          <p:spPr>
            <a:xfrm>
              <a:off x="2398776" y="2933700"/>
              <a:ext cx="790575" cy="742950"/>
            </a:xfrm>
            <a:custGeom>
              <a:avLst/>
              <a:gdLst/>
              <a:ahLst/>
              <a:cxnLst/>
              <a:rect l="l" t="t" r="r" b="b"/>
              <a:pathLst>
                <a:path w="790575" h="742950">
                  <a:moveTo>
                    <a:pt x="395224" y="0"/>
                  </a:moveTo>
                  <a:lnTo>
                    <a:pt x="345640" y="2895"/>
                  </a:lnTo>
                  <a:lnTo>
                    <a:pt x="297897" y="11348"/>
                  </a:lnTo>
                  <a:lnTo>
                    <a:pt x="252364" y="25011"/>
                  </a:lnTo>
                  <a:lnTo>
                    <a:pt x="209410" y="43534"/>
                  </a:lnTo>
                  <a:lnTo>
                    <a:pt x="169407" y="66570"/>
                  </a:lnTo>
                  <a:lnTo>
                    <a:pt x="132725" y="93770"/>
                  </a:lnTo>
                  <a:lnTo>
                    <a:pt x="99732" y="124785"/>
                  </a:lnTo>
                  <a:lnTo>
                    <a:pt x="70800" y="159267"/>
                  </a:lnTo>
                  <a:lnTo>
                    <a:pt x="46299" y="196867"/>
                  </a:lnTo>
                  <a:lnTo>
                    <a:pt x="26598" y="237236"/>
                  </a:lnTo>
                  <a:lnTo>
                    <a:pt x="12068" y="280026"/>
                  </a:lnTo>
                  <a:lnTo>
                    <a:pt x="3078" y="324888"/>
                  </a:lnTo>
                  <a:lnTo>
                    <a:pt x="0" y="371475"/>
                  </a:lnTo>
                  <a:lnTo>
                    <a:pt x="3078" y="418061"/>
                  </a:lnTo>
                  <a:lnTo>
                    <a:pt x="12068" y="462923"/>
                  </a:lnTo>
                  <a:lnTo>
                    <a:pt x="26598" y="505713"/>
                  </a:lnTo>
                  <a:lnTo>
                    <a:pt x="46299" y="546082"/>
                  </a:lnTo>
                  <a:lnTo>
                    <a:pt x="70800" y="583682"/>
                  </a:lnTo>
                  <a:lnTo>
                    <a:pt x="99732" y="618164"/>
                  </a:lnTo>
                  <a:lnTo>
                    <a:pt x="132725" y="649179"/>
                  </a:lnTo>
                  <a:lnTo>
                    <a:pt x="169407" y="676379"/>
                  </a:lnTo>
                  <a:lnTo>
                    <a:pt x="209410" y="699415"/>
                  </a:lnTo>
                  <a:lnTo>
                    <a:pt x="252364" y="717938"/>
                  </a:lnTo>
                  <a:lnTo>
                    <a:pt x="297897" y="731601"/>
                  </a:lnTo>
                  <a:lnTo>
                    <a:pt x="345640" y="740054"/>
                  </a:lnTo>
                  <a:lnTo>
                    <a:pt x="395224" y="742950"/>
                  </a:lnTo>
                  <a:lnTo>
                    <a:pt x="444809" y="740054"/>
                  </a:lnTo>
                  <a:lnTo>
                    <a:pt x="492558" y="731601"/>
                  </a:lnTo>
                  <a:lnTo>
                    <a:pt x="538101" y="717938"/>
                  </a:lnTo>
                  <a:lnTo>
                    <a:pt x="581065" y="699415"/>
                  </a:lnTo>
                  <a:lnTo>
                    <a:pt x="621081" y="676379"/>
                  </a:lnTo>
                  <a:lnTo>
                    <a:pt x="657778" y="649179"/>
                  </a:lnTo>
                  <a:lnTo>
                    <a:pt x="690785" y="618164"/>
                  </a:lnTo>
                  <a:lnTo>
                    <a:pt x="719732" y="583682"/>
                  </a:lnTo>
                  <a:lnTo>
                    <a:pt x="744246" y="546082"/>
                  </a:lnTo>
                  <a:lnTo>
                    <a:pt x="763959" y="505713"/>
                  </a:lnTo>
                  <a:lnTo>
                    <a:pt x="778498" y="462923"/>
                  </a:lnTo>
                  <a:lnTo>
                    <a:pt x="787494" y="418061"/>
                  </a:lnTo>
                  <a:lnTo>
                    <a:pt x="790575" y="371475"/>
                  </a:lnTo>
                  <a:lnTo>
                    <a:pt x="787494" y="324888"/>
                  </a:lnTo>
                  <a:lnTo>
                    <a:pt x="778498" y="280026"/>
                  </a:lnTo>
                  <a:lnTo>
                    <a:pt x="763959" y="237236"/>
                  </a:lnTo>
                  <a:lnTo>
                    <a:pt x="744246" y="196867"/>
                  </a:lnTo>
                  <a:lnTo>
                    <a:pt x="719732" y="159267"/>
                  </a:lnTo>
                  <a:lnTo>
                    <a:pt x="690785" y="124785"/>
                  </a:lnTo>
                  <a:lnTo>
                    <a:pt x="657778" y="93770"/>
                  </a:lnTo>
                  <a:lnTo>
                    <a:pt x="621081" y="66570"/>
                  </a:lnTo>
                  <a:lnTo>
                    <a:pt x="581065" y="43534"/>
                  </a:lnTo>
                  <a:lnTo>
                    <a:pt x="538101" y="25011"/>
                  </a:lnTo>
                  <a:lnTo>
                    <a:pt x="492558" y="11348"/>
                  </a:lnTo>
                  <a:lnTo>
                    <a:pt x="444809" y="2895"/>
                  </a:lnTo>
                  <a:lnTo>
                    <a:pt x="395224" y="0"/>
                  </a:lnTo>
                  <a:close/>
                </a:path>
              </a:pathLst>
            </a:custGeom>
            <a:solidFill>
              <a:srgbClr val="00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398776" y="2933700"/>
              <a:ext cx="790575" cy="742950"/>
            </a:xfrm>
            <a:custGeom>
              <a:avLst/>
              <a:gdLst/>
              <a:ahLst/>
              <a:cxnLst/>
              <a:rect l="l" t="t" r="r" b="b"/>
              <a:pathLst>
                <a:path w="790575" h="742950">
                  <a:moveTo>
                    <a:pt x="0" y="371475"/>
                  </a:moveTo>
                  <a:lnTo>
                    <a:pt x="3078" y="324888"/>
                  </a:lnTo>
                  <a:lnTo>
                    <a:pt x="12068" y="280026"/>
                  </a:lnTo>
                  <a:lnTo>
                    <a:pt x="26598" y="237236"/>
                  </a:lnTo>
                  <a:lnTo>
                    <a:pt x="46299" y="196867"/>
                  </a:lnTo>
                  <a:lnTo>
                    <a:pt x="70800" y="159267"/>
                  </a:lnTo>
                  <a:lnTo>
                    <a:pt x="99732" y="124785"/>
                  </a:lnTo>
                  <a:lnTo>
                    <a:pt x="132725" y="93770"/>
                  </a:lnTo>
                  <a:lnTo>
                    <a:pt x="169407" y="66570"/>
                  </a:lnTo>
                  <a:lnTo>
                    <a:pt x="209410" y="43534"/>
                  </a:lnTo>
                  <a:lnTo>
                    <a:pt x="252364" y="25011"/>
                  </a:lnTo>
                  <a:lnTo>
                    <a:pt x="297897" y="11348"/>
                  </a:lnTo>
                  <a:lnTo>
                    <a:pt x="345640" y="2895"/>
                  </a:lnTo>
                  <a:lnTo>
                    <a:pt x="395224" y="0"/>
                  </a:lnTo>
                  <a:lnTo>
                    <a:pt x="444809" y="2895"/>
                  </a:lnTo>
                  <a:lnTo>
                    <a:pt x="492558" y="11348"/>
                  </a:lnTo>
                  <a:lnTo>
                    <a:pt x="538101" y="25011"/>
                  </a:lnTo>
                  <a:lnTo>
                    <a:pt x="581065" y="43534"/>
                  </a:lnTo>
                  <a:lnTo>
                    <a:pt x="621081" y="66570"/>
                  </a:lnTo>
                  <a:lnTo>
                    <a:pt x="657778" y="93770"/>
                  </a:lnTo>
                  <a:lnTo>
                    <a:pt x="690785" y="124785"/>
                  </a:lnTo>
                  <a:lnTo>
                    <a:pt x="719732" y="159267"/>
                  </a:lnTo>
                  <a:lnTo>
                    <a:pt x="744246" y="196867"/>
                  </a:lnTo>
                  <a:lnTo>
                    <a:pt x="763959" y="237236"/>
                  </a:lnTo>
                  <a:lnTo>
                    <a:pt x="778498" y="280026"/>
                  </a:lnTo>
                  <a:lnTo>
                    <a:pt x="787494" y="324888"/>
                  </a:lnTo>
                  <a:lnTo>
                    <a:pt x="790575" y="371475"/>
                  </a:lnTo>
                  <a:lnTo>
                    <a:pt x="787494" y="418061"/>
                  </a:lnTo>
                  <a:lnTo>
                    <a:pt x="778498" y="462923"/>
                  </a:lnTo>
                  <a:lnTo>
                    <a:pt x="763959" y="505713"/>
                  </a:lnTo>
                  <a:lnTo>
                    <a:pt x="744246" y="546082"/>
                  </a:lnTo>
                  <a:lnTo>
                    <a:pt x="719732" y="583682"/>
                  </a:lnTo>
                  <a:lnTo>
                    <a:pt x="690785" y="618164"/>
                  </a:lnTo>
                  <a:lnTo>
                    <a:pt x="657778" y="649179"/>
                  </a:lnTo>
                  <a:lnTo>
                    <a:pt x="621081" y="676379"/>
                  </a:lnTo>
                  <a:lnTo>
                    <a:pt x="581065" y="699415"/>
                  </a:lnTo>
                  <a:lnTo>
                    <a:pt x="538101" y="717938"/>
                  </a:lnTo>
                  <a:lnTo>
                    <a:pt x="492558" y="731601"/>
                  </a:lnTo>
                  <a:lnTo>
                    <a:pt x="444809" y="740054"/>
                  </a:lnTo>
                  <a:lnTo>
                    <a:pt x="395224" y="742950"/>
                  </a:lnTo>
                  <a:lnTo>
                    <a:pt x="345640" y="740054"/>
                  </a:lnTo>
                  <a:lnTo>
                    <a:pt x="297897" y="731601"/>
                  </a:lnTo>
                  <a:lnTo>
                    <a:pt x="252364" y="717938"/>
                  </a:lnTo>
                  <a:lnTo>
                    <a:pt x="209410" y="699415"/>
                  </a:lnTo>
                  <a:lnTo>
                    <a:pt x="169407" y="676379"/>
                  </a:lnTo>
                  <a:lnTo>
                    <a:pt x="132725" y="649179"/>
                  </a:lnTo>
                  <a:lnTo>
                    <a:pt x="99732" y="618164"/>
                  </a:lnTo>
                  <a:lnTo>
                    <a:pt x="70800" y="583682"/>
                  </a:lnTo>
                  <a:lnTo>
                    <a:pt x="46299" y="546082"/>
                  </a:lnTo>
                  <a:lnTo>
                    <a:pt x="26598" y="505713"/>
                  </a:lnTo>
                  <a:lnTo>
                    <a:pt x="12068" y="462923"/>
                  </a:lnTo>
                  <a:lnTo>
                    <a:pt x="3078" y="418061"/>
                  </a:lnTo>
                  <a:lnTo>
                    <a:pt x="0" y="371475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604897" y="2849117"/>
            <a:ext cx="36830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i="1" dirty="0">
                <a:latin typeface="Arial"/>
                <a:cs typeface="Arial"/>
              </a:rPr>
              <a:t>k</a:t>
            </a:r>
            <a:endParaRPr sz="5400">
              <a:latin typeface="Arial"/>
              <a:cs typeface="Aria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814387" y="2339975"/>
            <a:ext cx="3291204" cy="3771900"/>
            <a:chOff x="814387" y="2339975"/>
            <a:chExt cx="3291204" cy="3771900"/>
          </a:xfrm>
        </p:grpSpPr>
        <p:sp>
          <p:nvSpPr>
            <p:cNvPr id="12" name="object 12"/>
            <p:cNvSpPr/>
            <p:nvPr/>
          </p:nvSpPr>
          <p:spPr>
            <a:xfrm>
              <a:off x="3073400" y="2352675"/>
              <a:ext cx="1019175" cy="688975"/>
            </a:xfrm>
            <a:custGeom>
              <a:avLst/>
              <a:gdLst/>
              <a:ahLst/>
              <a:cxnLst/>
              <a:rect l="l" t="t" r="r" b="b"/>
              <a:pathLst>
                <a:path w="1019175" h="688975">
                  <a:moveTo>
                    <a:pt x="1019175" y="0"/>
                  </a:moveTo>
                  <a:lnTo>
                    <a:pt x="0" y="688975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20737" y="4148073"/>
              <a:ext cx="1506855" cy="1957705"/>
            </a:xfrm>
            <a:custGeom>
              <a:avLst/>
              <a:gdLst/>
              <a:ahLst/>
              <a:cxnLst/>
              <a:rect l="l" t="t" r="r" b="b"/>
              <a:pathLst>
                <a:path w="1506855" h="1957704">
                  <a:moveTo>
                    <a:pt x="753300" y="0"/>
                  </a:moveTo>
                  <a:lnTo>
                    <a:pt x="0" y="1957451"/>
                  </a:lnTo>
                  <a:lnTo>
                    <a:pt x="1506537" y="1957451"/>
                  </a:lnTo>
                  <a:lnTo>
                    <a:pt x="753300" y="0"/>
                  </a:lnTo>
                  <a:close/>
                </a:path>
              </a:pathLst>
            </a:custGeom>
            <a:solidFill>
              <a:srgbClr val="00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20737" y="4148073"/>
              <a:ext cx="1506855" cy="1957705"/>
            </a:xfrm>
            <a:custGeom>
              <a:avLst/>
              <a:gdLst/>
              <a:ahLst/>
              <a:cxnLst/>
              <a:rect l="l" t="t" r="r" b="b"/>
              <a:pathLst>
                <a:path w="1506855" h="1957704">
                  <a:moveTo>
                    <a:pt x="0" y="1957451"/>
                  </a:moveTo>
                  <a:lnTo>
                    <a:pt x="753300" y="0"/>
                  </a:lnTo>
                  <a:lnTo>
                    <a:pt x="1506537" y="1957451"/>
                  </a:lnTo>
                  <a:lnTo>
                    <a:pt x="0" y="1957451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574800" y="3568700"/>
              <a:ext cx="939800" cy="579755"/>
            </a:xfrm>
            <a:custGeom>
              <a:avLst/>
              <a:gdLst/>
              <a:ahLst/>
              <a:cxnLst/>
              <a:rect l="l" t="t" r="r" b="b"/>
              <a:pathLst>
                <a:path w="939800" h="579754">
                  <a:moveTo>
                    <a:pt x="939800" y="0"/>
                  </a:moveTo>
                  <a:lnTo>
                    <a:pt x="0" y="579374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1401317" y="5176824"/>
            <a:ext cx="483234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i="1" dirty="0">
                <a:latin typeface="Arial"/>
                <a:cs typeface="Arial"/>
              </a:rPr>
              <a:t>X</a:t>
            </a:r>
            <a:endParaRPr sz="5400">
              <a:latin typeface="Arial"/>
              <a:cs typeface="Arial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3325876" y="3332226"/>
            <a:ext cx="3386454" cy="1970405"/>
            <a:chOff x="3325876" y="3332226"/>
            <a:chExt cx="3386454" cy="1970405"/>
          </a:xfrm>
        </p:grpSpPr>
        <p:sp>
          <p:nvSpPr>
            <p:cNvPr id="18" name="object 18"/>
            <p:cNvSpPr/>
            <p:nvPr/>
          </p:nvSpPr>
          <p:spPr>
            <a:xfrm>
              <a:off x="3332226" y="4216400"/>
              <a:ext cx="1435100" cy="1079500"/>
            </a:xfrm>
            <a:custGeom>
              <a:avLst/>
              <a:gdLst/>
              <a:ahLst/>
              <a:cxnLst/>
              <a:rect l="l" t="t" r="r" b="b"/>
              <a:pathLst>
                <a:path w="1435100" h="1079500">
                  <a:moveTo>
                    <a:pt x="717550" y="0"/>
                  </a:moveTo>
                  <a:lnTo>
                    <a:pt x="0" y="1079500"/>
                  </a:lnTo>
                  <a:lnTo>
                    <a:pt x="1435100" y="1079500"/>
                  </a:lnTo>
                  <a:lnTo>
                    <a:pt x="717550" y="0"/>
                  </a:lnTo>
                  <a:close/>
                </a:path>
              </a:pathLst>
            </a:custGeom>
            <a:solidFill>
              <a:srgbClr val="00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332226" y="4216400"/>
              <a:ext cx="1435100" cy="1079500"/>
            </a:xfrm>
            <a:custGeom>
              <a:avLst/>
              <a:gdLst/>
              <a:ahLst/>
              <a:cxnLst/>
              <a:rect l="l" t="t" r="r" b="b"/>
              <a:pathLst>
                <a:path w="1435100" h="1079500">
                  <a:moveTo>
                    <a:pt x="0" y="1079500"/>
                  </a:moveTo>
                  <a:lnTo>
                    <a:pt x="717550" y="0"/>
                  </a:lnTo>
                  <a:lnTo>
                    <a:pt x="1435100" y="1079500"/>
                  </a:lnTo>
                  <a:lnTo>
                    <a:pt x="0" y="10795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197475" y="3338576"/>
              <a:ext cx="1508125" cy="1148080"/>
            </a:xfrm>
            <a:custGeom>
              <a:avLst/>
              <a:gdLst/>
              <a:ahLst/>
              <a:cxnLst/>
              <a:rect l="l" t="t" r="r" b="b"/>
              <a:pathLst>
                <a:path w="1508125" h="1148079">
                  <a:moveTo>
                    <a:pt x="754126" y="0"/>
                  </a:moveTo>
                  <a:lnTo>
                    <a:pt x="0" y="1147699"/>
                  </a:lnTo>
                  <a:lnTo>
                    <a:pt x="1508125" y="1147699"/>
                  </a:lnTo>
                  <a:lnTo>
                    <a:pt x="754126" y="0"/>
                  </a:lnTo>
                  <a:close/>
                </a:path>
              </a:pathLst>
            </a:custGeom>
            <a:solidFill>
              <a:srgbClr val="00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197475" y="3338576"/>
              <a:ext cx="1508125" cy="1148080"/>
            </a:xfrm>
            <a:custGeom>
              <a:avLst/>
              <a:gdLst/>
              <a:ahLst/>
              <a:cxnLst/>
              <a:rect l="l" t="t" r="r" b="b"/>
              <a:pathLst>
                <a:path w="1508125" h="1148079">
                  <a:moveTo>
                    <a:pt x="0" y="1147699"/>
                  </a:moveTo>
                  <a:lnTo>
                    <a:pt x="754126" y="0"/>
                  </a:lnTo>
                  <a:lnTo>
                    <a:pt x="1508125" y="1147699"/>
                  </a:lnTo>
                  <a:lnTo>
                    <a:pt x="0" y="1147699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5736082" y="3569970"/>
            <a:ext cx="44450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i="1" dirty="0">
                <a:latin typeface="Arial"/>
                <a:cs typeface="Arial"/>
              </a:rPr>
              <a:t>Z</a:t>
            </a:r>
            <a:endParaRPr sz="5400">
              <a:latin typeface="Arial"/>
              <a:cs typeface="Arial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3073400" y="2352675"/>
            <a:ext cx="2878455" cy="1863725"/>
          </a:xfrm>
          <a:custGeom>
            <a:avLst/>
            <a:gdLst/>
            <a:ahLst/>
            <a:cxnLst/>
            <a:rect l="l" t="t" r="r" b="b"/>
            <a:pathLst>
              <a:path w="2878454" h="1863725">
                <a:moveTo>
                  <a:pt x="0" y="1216025"/>
                </a:moveTo>
                <a:lnTo>
                  <a:pt x="976376" y="1863725"/>
                </a:lnTo>
              </a:path>
              <a:path w="2878454" h="1863725">
                <a:moveTo>
                  <a:pt x="1579626" y="0"/>
                </a:moveTo>
                <a:lnTo>
                  <a:pt x="2878201" y="985901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7064375" y="4486275"/>
            <a:ext cx="1506855" cy="1905"/>
          </a:xfrm>
          <a:custGeom>
            <a:avLst/>
            <a:gdLst/>
            <a:ahLst/>
            <a:cxnLst/>
            <a:rect l="l" t="t" r="r" b="b"/>
            <a:pathLst>
              <a:path w="1506854" h="1904">
                <a:moveTo>
                  <a:pt x="0" y="0"/>
                </a:moveTo>
                <a:lnTo>
                  <a:pt x="1506601" y="1524"/>
                </a:lnTo>
              </a:path>
            </a:pathLst>
          </a:custGeom>
          <a:ln w="19050">
            <a:solidFill>
              <a:srgbClr val="000000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7064375" y="5295900"/>
            <a:ext cx="1506855" cy="1905"/>
          </a:xfrm>
          <a:custGeom>
            <a:avLst/>
            <a:gdLst/>
            <a:ahLst/>
            <a:cxnLst/>
            <a:rect l="l" t="t" r="r" b="b"/>
            <a:pathLst>
              <a:path w="1506854" h="1904">
                <a:moveTo>
                  <a:pt x="0" y="0"/>
                </a:moveTo>
                <a:lnTo>
                  <a:pt x="1506601" y="1650"/>
                </a:lnTo>
              </a:path>
            </a:pathLst>
          </a:custGeom>
          <a:ln w="19049">
            <a:solidFill>
              <a:srgbClr val="000000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7064375" y="6037262"/>
            <a:ext cx="1506855" cy="1905"/>
          </a:xfrm>
          <a:custGeom>
            <a:avLst/>
            <a:gdLst/>
            <a:ahLst/>
            <a:cxnLst/>
            <a:rect l="l" t="t" r="r" b="b"/>
            <a:pathLst>
              <a:path w="1506854" h="1904">
                <a:moveTo>
                  <a:pt x="0" y="0"/>
                </a:moveTo>
                <a:lnTo>
                  <a:pt x="1506601" y="1587"/>
                </a:lnTo>
              </a:path>
            </a:pathLst>
          </a:custGeom>
          <a:ln w="19050">
            <a:solidFill>
              <a:srgbClr val="000000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6176009" y="1903857"/>
            <a:ext cx="2397125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i="1" spc="-5" dirty="0">
                <a:latin typeface="Arial"/>
                <a:cs typeface="Arial"/>
              </a:rPr>
              <a:t>Inserting into </a:t>
            </a:r>
            <a:r>
              <a:rPr sz="2400" i="1" dirty="0">
                <a:latin typeface="Arial"/>
                <a:cs typeface="Arial"/>
              </a:rPr>
              <a:t>X  </a:t>
            </a:r>
            <a:r>
              <a:rPr sz="2400" i="1" spc="-5" dirty="0">
                <a:latin typeface="Arial"/>
                <a:cs typeface="Arial"/>
              </a:rPr>
              <a:t>destroys the </a:t>
            </a:r>
            <a:r>
              <a:rPr sz="2400" i="1" spc="-50" dirty="0">
                <a:latin typeface="Arial"/>
                <a:cs typeface="Arial"/>
              </a:rPr>
              <a:t>AVL  </a:t>
            </a:r>
            <a:r>
              <a:rPr sz="2400" i="1" spc="-5" dirty="0">
                <a:latin typeface="Arial"/>
                <a:cs typeface="Arial"/>
              </a:rPr>
              <a:t>property at node</a:t>
            </a:r>
            <a:r>
              <a:rPr sz="2400" i="1" spc="-30" dirty="0">
                <a:latin typeface="Arial"/>
                <a:cs typeface="Arial"/>
              </a:rPr>
              <a:t> </a:t>
            </a:r>
            <a:r>
              <a:rPr sz="2400" i="1" spc="-5" dirty="0">
                <a:latin typeface="Arial"/>
                <a:cs typeface="Arial"/>
              </a:rPr>
              <a:t>j</a:t>
            </a:r>
            <a:endParaRPr sz="24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051661" y="683717"/>
            <a:ext cx="704151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i="1" spc="-80" dirty="0">
                <a:solidFill>
                  <a:srgbClr val="FF0000"/>
                </a:solidFill>
                <a:latin typeface="Arial"/>
                <a:cs typeface="Arial"/>
              </a:rPr>
              <a:t>AVL </a:t>
            </a:r>
            <a:r>
              <a:rPr sz="4400" i="1" dirty="0">
                <a:solidFill>
                  <a:srgbClr val="FF0000"/>
                </a:solidFill>
                <a:latin typeface="Arial"/>
                <a:cs typeface="Arial"/>
              </a:rPr>
              <a:t>Insertion: Outside</a:t>
            </a:r>
            <a:r>
              <a:rPr sz="4400" i="1" spc="-7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4400" i="1" dirty="0">
                <a:solidFill>
                  <a:srgbClr val="FF0000"/>
                </a:solidFill>
                <a:latin typeface="Arial"/>
                <a:cs typeface="Arial"/>
              </a:rPr>
              <a:t>Case</a:t>
            </a:r>
            <a:endParaRPr sz="44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261228" y="3226435"/>
            <a:ext cx="16700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i="1" dirty="0">
                <a:latin typeface="Arial"/>
                <a:cs typeface="Arial"/>
              </a:rPr>
              <a:t>h</a:t>
            </a:r>
            <a:endParaRPr sz="20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907794" y="4064889"/>
            <a:ext cx="457834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i="1" dirty="0">
                <a:latin typeface="Arial"/>
                <a:cs typeface="Arial"/>
              </a:rPr>
              <a:t>h</a:t>
            </a:r>
            <a:r>
              <a:rPr sz="2000" i="1" spc="5" dirty="0">
                <a:latin typeface="Arial"/>
                <a:cs typeface="Arial"/>
              </a:rPr>
              <a:t>+</a:t>
            </a:r>
            <a:r>
              <a:rPr sz="2000" i="1" dirty="0">
                <a:latin typeface="Arial"/>
                <a:cs typeface="Arial"/>
              </a:rPr>
              <a:t>1</a:t>
            </a:r>
            <a:endParaRPr sz="20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3819525" y="4020803"/>
            <a:ext cx="618490" cy="1317625"/>
          </a:xfrm>
          <a:prstGeom prst="rect">
            <a:avLst/>
          </a:prstGeom>
        </p:spPr>
        <p:txBody>
          <a:bodyPr vert="horz" wrap="square" lIns="0" tIns="57150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450"/>
              </a:spcBef>
            </a:pPr>
            <a:r>
              <a:rPr sz="2000" i="1" dirty="0">
                <a:latin typeface="Arial"/>
                <a:cs typeface="Arial"/>
              </a:rPr>
              <a:t>h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sz="5400" i="1" dirty="0">
                <a:latin typeface="Arial"/>
                <a:cs typeface="Arial"/>
              </a:rPr>
              <a:t>Y</a:t>
            </a:r>
            <a:endParaRPr sz="5400">
              <a:latin typeface="Arial"/>
              <a:cs typeface="Arial"/>
            </a:endParaRPr>
          </a:p>
        </p:txBody>
      </p:sp>
      <p:sp>
        <p:nvSpPr>
          <p:cNvPr id="32" name="Slide Number Placeholder 31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34</a:t>
            </a:fld>
            <a:endParaRPr lang="en-IN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371600"/>
            <a:ext cx="9144000" cy="762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3971925" y="1712976"/>
            <a:ext cx="802005" cy="755650"/>
            <a:chOff x="3971925" y="1712976"/>
            <a:chExt cx="802005" cy="755650"/>
          </a:xfrm>
        </p:grpSpPr>
        <p:sp>
          <p:nvSpPr>
            <p:cNvPr id="4" name="object 4"/>
            <p:cNvSpPr/>
            <p:nvPr/>
          </p:nvSpPr>
          <p:spPr>
            <a:xfrm>
              <a:off x="3978275" y="1719326"/>
              <a:ext cx="789305" cy="742950"/>
            </a:xfrm>
            <a:custGeom>
              <a:avLst/>
              <a:gdLst/>
              <a:ahLst/>
              <a:cxnLst/>
              <a:rect l="l" t="t" r="r" b="b"/>
              <a:pathLst>
                <a:path w="789304" h="742950">
                  <a:moveTo>
                    <a:pt x="394462" y="0"/>
                  </a:moveTo>
                  <a:lnTo>
                    <a:pt x="344991" y="2893"/>
                  </a:lnTo>
                  <a:lnTo>
                    <a:pt x="297351" y="11340"/>
                  </a:lnTo>
                  <a:lnTo>
                    <a:pt x="251913" y="24995"/>
                  </a:lnTo>
                  <a:lnTo>
                    <a:pt x="209045" y="43509"/>
                  </a:lnTo>
                  <a:lnTo>
                    <a:pt x="169119" y="66536"/>
                  </a:lnTo>
                  <a:lnTo>
                    <a:pt x="132504" y="93727"/>
                  </a:lnTo>
                  <a:lnTo>
                    <a:pt x="99570" y="124734"/>
                  </a:lnTo>
                  <a:lnTo>
                    <a:pt x="70688" y="159211"/>
                  </a:lnTo>
                  <a:lnTo>
                    <a:pt x="46227" y="196810"/>
                  </a:lnTo>
                  <a:lnTo>
                    <a:pt x="26557" y="237184"/>
                  </a:lnTo>
                  <a:lnTo>
                    <a:pt x="12050" y="279984"/>
                  </a:lnTo>
                  <a:lnTo>
                    <a:pt x="3074" y="324863"/>
                  </a:lnTo>
                  <a:lnTo>
                    <a:pt x="0" y="371475"/>
                  </a:lnTo>
                  <a:lnTo>
                    <a:pt x="3074" y="418061"/>
                  </a:lnTo>
                  <a:lnTo>
                    <a:pt x="12050" y="462923"/>
                  </a:lnTo>
                  <a:lnTo>
                    <a:pt x="26557" y="505713"/>
                  </a:lnTo>
                  <a:lnTo>
                    <a:pt x="46227" y="546082"/>
                  </a:lnTo>
                  <a:lnTo>
                    <a:pt x="70688" y="583682"/>
                  </a:lnTo>
                  <a:lnTo>
                    <a:pt x="99570" y="618164"/>
                  </a:lnTo>
                  <a:lnTo>
                    <a:pt x="132504" y="649179"/>
                  </a:lnTo>
                  <a:lnTo>
                    <a:pt x="169119" y="676379"/>
                  </a:lnTo>
                  <a:lnTo>
                    <a:pt x="209045" y="699415"/>
                  </a:lnTo>
                  <a:lnTo>
                    <a:pt x="251913" y="717938"/>
                  </a:lnTo>
                  <a:lnTo>
                    <a:pt x="297351" y="731601"/>
                  </a:lnTo>
                  <a:lnTo>
                    <a:pt x="344991" y="740054"/>
                  </a:lnTo>
                  <a:lnTo>
                    <a:pt x="394462" y="742950"/>
                  </a:lnTo>
                  <a:lnTo>
                    <a:pt x="443959" y="740054"/>
                  </a:lnTo>
                  <a:lnTo>
                    <a:pt x="491622" y="731601"/>
                  </a:lnTo>
                  <a:lnTo>
                    <a:pt x="537079" y="717938"/>
                  </a:lnTo>
                  <a:lnTo>
                    <a:pt x="579963" y="699415"/>
                  </a:lnTo>
                  <a:lnTo>
                    <a:pt x="619902" y="676379"/>
                  </a:lnTo>
                  <a:lnTo>
                    <a:pt x="656526" y="649179"/>
                  </a:lnTo>
                  <a:lnTo>
                    <a:pt x="689467" y="618164"/>
                  </a:lnTo>
                  <a:lnTo>
                    <a:pt x="718355" y="583682"/>
                  </a:lnTo>
                  <a:lnTo>
                    <a:pt x="742819" y="546082"/>
                  </a:lnTo>
                  <a:lnTo>
                    <a:pt x="762491" y="505713"/>
                  </a:lnTo>
                  <a:lnTo>
                    <a:pt x="777000" y="462923"/>
                  </a:lnTo>
                  <a:lnTo>
                    <a:pt x="785976" y="418061"/>
                  </a:lnTo>
                  <a:lnTo>
                    <a:pt x="789051" y="371475"/>
                  </a:lnTo>
                  <a:lnTo>
                    <a:pt x="785976" y="324863"/>
                  </a:lnTo>
                  <a:lnTo>
                    <a:pt x="777000" y="279984"/>
                  </a:lnTo>
                  <a:lnTo>
                    <a:pt x="762491" y="237184"/>
                  </a:lnTo>
                  <a:lnTo>
                    <a:pt x="742819" y="196810"/>
                  </a:lnTo>
                  <a:lnTo>
                    <a:pt x="718355" y="159211"/>
                  </a:lnTo>
                  <a:lnTo>
                    <a:pt x="689467" y="124734"/>
                  </a:lnTo>
                  <a:lnTo>
                    <a:pt x="656526" y="93727"/>
                  </a:lnTo>
                  <a:lnTo>
                    <a:pt x="619902" y="66536"/>
                  </a:lnTo>
                  <a:lnTo>
                    <a:pt x="579963" y="43509"/>
                  </a:lnTo>
                  <a:lnTo>
                    <a:pt x="537079" y="24995"/>
                  </a:lnTo>
                  <a:lnTo>
                    <a:pt x="491622" y="11340"/>
                  </a:lnTo>
                  <a:lnTo>
                    <a:pt x="443959" y="2893"/>
                  </a:lnTo>
                  <a:lnTo>
                    <a:pt x="394462" y="0"/>
                  </a:lnTo>
                  <a:close/>
                </a:path>
              </a:pathLst>
            </a:custGeom>
            <a:solidFill>
              <a:srgbClr val="00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978275" y="1719326"/>
              <a:ext cx="789305" cy="742950"/>
            </a:xfrm>
            <a:custGeom>
              <a:avLst/>
              <a:gdLst/>
              <a:ahLst/>
              <a:cxnLst/>
              <a:rect l="l" t="t" r="r" b="b"/>
              <a:pathLst>
                <a:path w="789304" h="742950">
                  <a:moveTo>
                    <a:pt x="0" y="371475"/>
                  </a:moveTo>
                  <a:lnTo>
                    <a:pt x="3074" y="324863"/>
                  </a:lnTo>
                  <a:lnTo>
                    <a:pt x="12050" y="279984"/>
                  </a:lnTo>
                  <a:lnTo>
                    <a:pt x="26557" y="237184"/>
                  </a:lnTo>
                  <a:lnTo>
                    <a:pt x="46227" y="196810"/>
                  </a:lnTo>
                  <a:lnTo>
                    <a:pt x="70688" y="159211"/>
                  </a:lnTo>
                  <a:lnTo>
                    <a:pt x="99570" y="124734"/>
                  </a:lnTo>
                  <a:lnTo>
                    <a:pt x="132504" y="93727"/>
                  </a:lnTo>
                  <a:lnTo>
                    <a:pt x="169119" y="66536"/>
                  </a:lnTo>
                  <a:lnTo>
                    <a:pt x="209045" y="43509"/>
                  </a:lnTo>
                  <a:lnTo>
                    <a:pt x="251913" y="24995"/>
                  </a:lnTo>
                  <a:lnTo>
                    <a:pt x="297351" y="11340"/>
                  </a:lnTo>
                  <a:lnTo>
                    <a:pt x="344991" y="2893"/>
                  </a:lnTo>
                  <a:lnTo>
                    <a:pt x="394462" y="0"/>
                  </a:lnTo>
                  <a:lnTo>
                    <a:pt x="443959" y="2893"/>
                  </a:lnTo>
                  <a:lnTo>
                    <a:pt x="491622" y="11340"/>
                  </a:lnTo>
                  <a:lnTo>
                    <a:pt x="537079" y="24995"/>
                  </a:lnTo>
                  <a:lnTo>
                    <a:pt x="579963" y="43509"/>
                  </a:lnTo>
                  <a:lnTo>
                    <a:pt x="619902" y="66536"/>
                  </a:lnTo>
                  <a:lnTo>
                    <a:pt x="656526" y="93727"/>
                  </a:lnTo>
                  <a:lnTo>
                    <a:pt x="689467" y="124734"/>
                  </a:lnTo>
                  <a:lnTo>
                    <a:pt x="718355" y="159211"/>
                  </a:lnTo>
                  <a:lnTo>
                    <a:pt x="742819" y="196810"/>
                  </a:lnTo>
                  <a:lnTo>
                    <a:pt x="762491" y="237184"/>
                  </a:lnTo>
                  <a:lnTo>
                    <a:pt x="777000" y="279984"/>
                  </a:lnTo>
                  <a:lnTo>
                    <a:pt x="785976" y="324863"/>
                  </a:lnTo>
                  <a:lnTo>
                    <a:pt x="789051" y="371475"/>
                  </a:lnTo>
                  <a:lnTo>
                    <a:pt x="785976" y="418061"/>
                  </a:lnTo>
                  <a:lnTo>
                    <a:pt x="777000" y="462923"/>
                  </a:lnTo>
                  <a:lnTo>
                    <a:pt x="762491" y="505713"/>
                  </a:lnTo>
                  <a:lnTo>
                    <a:pt x="742819" y="546082"/>
                  </a:lnTo>
                  <a:lnTo>
                    <a:pt x="718355" y="583682"/>
                  </a:lnTo>
                  <a:lnTo>
                    <a:pt x="689467" y="618164"/>
                  </a:lnTo>
                  <a:lnTo>
                    <a:pt x="656526" y="649179"/>
                  </a:lnTo>
                  <a:lnTo>
                    <a:pt x="619902" y="676379"/>
                  </a:lnTo>
                  <a:lnTo>
                    <a:pt x="579963" y="699415"/>
                  </a:lnTo>
                  <a:lnTo>
                    <a:pt x="537079" y="717938"/>
                  </a:lnTo>
                  <a:lnTo>
                    <a:pt x="491622" y="731601"/>
                  </a:lnTo>
                  <a:lnTo>
                    <a:pt x="443959" y="740054"/>
                  </a:lnTo>
                  <a:lnTo>
                    <a:pt x="394462" y="742950"/>
                  </a:lnTo>
                  <a:lnTo>
                    <a:pt x="344991" y="740054"/>
                  </a:lnTo>
                  <a:lnTo>
                    <a:pt x="297351" y="731601"/>
                  </a:lnTo>
                  <a:lnTo>
                    <a:pt x="251913" y="717938"/>
                  </a:lnTo>
                  <a:lnTo>
                    <a:pt x="209045" y="699415"/>
                  </a:lnTo>
                  <a:lnTo>
                    <a:pt x="169119" y="676379"/>
                  </a:lnTo>
                  <a:lnTo>
                    <a:pt x="132504" y="649179"/>
                  </a:lnTo>
                  <a:lnTo>
                    <a:pt x="99570" y="618164"/>
                  </a:lnTo>
                  <a:lnTo>
                    <a:pt x="70688" y="583682"/>
                  </a:lnTo>
                  <a:lnTo>
                    <a:pt x="46227" y="546082"/>
                  </a:lnTo>
                  <a:lnTo>
                    <a:pt x="26557" y="505713"/>
                  </a:lnTo>
                  <a:lnTo>
                    <a:pt x="12050" y="462923"/>
                  </a:lnTo>
                  <a:lnTo>
                    <a:pt x="3074" y="418061"/>
                  </a:lnTo>
                  <a:lnTo>
                    <a:pt x="0" y="371475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329176" y="1520190"/>
            <a:ext cx="17780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i="1" spc="-5" dirty="0">
                <a:solidFill>
                  <a:srgbClr val="000000"/>
                </a:solidFill>
                <a:latin typeface="Arial"/>
                <a:cs typeface="Arial"/>
              </a:rPr>
              <a:t>j</a:t>
            </a:r>
            <a:endParaRPr sz="540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392426" y="2927350"/>
            <a:ext cx="803275" cy="755650"/>
            <a:chOff x="2392426" y="2927350"/>
            <a:chExt cx="803275" cy="755650"/>
          </a:xfrm>
        </p:grpSpPr>
        <p:sp>
          <p:nvSpPr>
            <p:cNvPr id="8" name="object 8"/>
            <p:cNvSpPr/>
            <p:nvPr/>
          </p:nvSpPr>
          <p:spPr>
            <a:xfrm>
              <a:off x="2398776" y="2933700"/>
              <a:ext cx="790575" cy="742950"/>
            </a:xfrm>
            <a:custGeom>
              <a:avLst/>
              <a:gdLst/>
              <a:ahLst/>
              <a:cxnLst/>
              <a:rect l="l" t="t" r="r" b="b"/>
              <a:pathLst>
                <a:path w="790575" h="742950">
                  <a:moveTo>
                    <a:pt x="395224" y="0"/>
                  </a:moveTo>
                  <a:lnTo>
                    <a:pt x="345640" y="2895"/>
                  </a:lnTo>
                  <a:lnTo>
                    <a:pt x="297897" y="11348"/>
                  </a:lnTo>
                  <a:lnTo>
                    <a:pt x="252364" y="25011"/>
                  </a:lnTo>
                  <a:lnTo>
                    <a:pt x="209410" y="43534"/>
                  </a:lnTo>
                  <a:lnTo>
                    <a:pt x="169407" y="66570"/>
                  </a:lnTo>
                  <a:lnTo>
                    <a:pt x="132725" y="93770"/>
                  </a:lnTo>
                  <a:lnTo>
                    <a:pt x="99732" y="124785"/>
                  </a:lnTo>
                  <a:lnTo>
                    <a:pt x="70800" y="159267"/>
                  </a:lnTo>
                  <a:lnTo>
                    <a:pt x="46299" y="196867"/>
                  </a:lnTo>
                  <a:lnTo>
                    <a:pt x="26598" y="237236"/>
                  </a:lnTo>
                  <a:lnTo>
                    <a:pt x="12068" y="280026"/>
                  </a:lnTo>
                  <a:lnTo>
                    <a:pt x="3078" y="324888"/>
                  </a:lnTo>
                  <a:lnTo>
                    <a:pt x="0" y="371475"/>
                  </a:lnTo>
                  <a:lnTo>
                    <a:pt x="3078" y="418061"/>
                  </a:lnTo>
                  <a:lnTo>
                    <a:pt x="12068" y="462923"/>
                  </a:lnTo>
                  <a:lnTo>
                    <a:pt x="26598" y="505713"/>
                  </a:lnTo>
                  <a:lnTo>
                    <a:pt x="46299" y="546082"/>
                  </a:lnTo>
                  <a:lnTo>
                    <a:pt x="70800" y="583682"/>
                  </a:lnTo>
                  <a:lnTo>
                    <a:pt x="99732" y="618164"/>
                  </a:lnTo>
                  <a:lnTo>
                    <a:pt x="132725" y="649179"/>
                  </a:lnTo>
                  <a:lnTo>
                    <a:pt x="169407" y="676379"/>
                  </a:lnTo>
                  <a:lnTo>
                    <a:pt x="209410" y="699415"/>
                  </a:lnTo>
                  <a:lnTo>
                    <a:pt x="252364" y="717938"/>
                  </a:lnTo>
                  <a:lnTo>
                    <a:pt x="297897" y="731601"/>
                  </a:lnTo>
                  <a:lnTo>
                    <a:pt x="345640" y="740054"/>
                  </a:lnTo>
                  <a:lnTo>
                    <a:pt x="395224" y="742950"/>
                  </a:lnTo>
                  <a:lnTo>
                    <a:pt x="444809" y="740054"/>
                  </a:lnTo>
                  <a:lnTo>
                    <a:pt x="492558" y="731601"/>
                  </a:lnTo>
                  <a:lnTo>
                    <a:pt x="538101" y="717938"/>
                  </a:lnTo>
                  <a:lnTo>
                    <a:pt x="581065" y="699415"/>
                  </a:lnTo>
                  <a:lnTo>
                    <a:pt x="621081" y="676379"/>
                  </a:lnTo>
                  <a:lnTo>
                    <a:pt x="657778" y="649179"/>
                  </a:lnTo>
                  <a:lnTo>
                    <a:pt x="690785" y="618164"/>
                  </a:lnTo>
                  <a:lnTo>
                    <a:pt x="719732" y="583682"/>
                  </a:lnTo>
                  <a:lnTo>
                    <a:pt x="744246" y="546082"/>
                  </a:lnTo>
                  <a:lnTo>
                    <a:pt x="763959" y="505713"/>
                  </a:lnTo>
                  <a:lnTo>
                    <a:pt x="778498" y="462923"/>
                  </a:lnTo>
                  <a:lnTo>
                    <a:pt x="787494" y="418061"/>
                  </a:lnTo>
                  <a:lnTo>
                    <a:pt x="790575" y="371475"/>
                  </a:lnTo>
                  <a:lnTo>
                    <a:pt x="787494" y="324888"/>
                  </a:lnTo>
                  <a:lnTo>
                    <a:pt x="778498" y="280026"/>
                  </a:lnTo>
                  <a:lnTo>
                    <a:pt x="763959" y="237236"/>
                  </a:lnTo>
                  <a:lnTo>
                    <a:pt x="744246" y="196867"/>
                  </a:lnTo>
                  <a:lnTo>
                    <a:pt x="719732" y="159267"/>
                  </a:lnTo>
                  <a:lnTo>
                    <a:pt x="690785" y="124785"/>
                  </a:lnTo>
                  <a:lnTo>
                    <a:pt x="657778" y="93770"/>
                  </a:lnTo>
                  <a:lnTo>
                    <a:pt x="621081" y="66570"/>
                  </a:lnTo>
                  <a:lnTo>
                    <a:pt x="581065" y="43534"/>
                  </a:lnTo>
                  <a:lnTo>
                    <a:pt x="538101" y="25011"/>
                  </a:lnTo>
                  <a:lnTo>
                    <a:pt x="492558" y="11348"/>
                  </a:lnTo>
                  <a:lnTo>
                    <a:pt x="444809" y="2895"/>
                  </a:lnTo>
                  <a:lnTo>
                    <a:pt x="395224" y="0"/>
                  </a:lnTo>
                  <a:close/>
                </a:path>
              </a:pathLst>
            </a:custGeom>
            <a:solidFill>
              <a:srgbClr val="00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398776" y="2933700"/>
              <a:ext cx="790575" cy="742950"/>
            </a:xfrm>
            <a:custGeom>
              <a:avLst/>
              <a:gdLst/>
              <a:ahLst/>
              <a:cxnLst/>
              <a:rect l="l" t="t" r="r" b="b"/>
              <a:pathLst>
                <a:path w="790575" h="742950">
                  <a:moveTo>
                    <a:pt x="0" y="371475"/>
                  </a:moveTo>
                  <a:lnTo>
                    <a:pt x="3078" y="324888"/>
                  </a:lnTo>
                  <a:lnTo>
                    <a:pt x="12068" y="280026"/>
                  </a:lnTo>
                  <a:lnTo>
                    <a:pt x="26598" y="237236"/>
                  </a:lnTo>
                  <a:lnTo>
                    <a:pt x="46299" y="196867"/>
                  </a:lnTo>
                  <a:lnTo>
                    <a:pt x="70800" y="159267"/>
                  </a:lnTo>
                  <a:lnTo>
                    <a:pt x="99732" y="124785"/>
                  </a:lnTo>
                  <a:lnTo>
                    <a:pt x="132725" y="93770"/>
                  </a:lnTo>
                  <a:lnTo>
                    <a:pt x="169407" y="66570"/>
                  </a:lnTo>
                  <a:lnTo>
                    <a:pt x="209410" y="43534"/>
                  </a:lnTo>
                  <a:lnTo>
                    <a:pt x="252364" y="25011"/>
                  </a:lnTo>
                  <a:lnTo>
                    <a:pt x="297897" y="11348"/>
                  </a:lnTo>
                  <a:lnTo>
                    <a:pt x="345640" y="2895"/>
                  </a:lnTo>
                  <a:lnTo>
                    <a:pt x="395224" y="0"/>
                  </a:lnTo>
                  <a:lnTo>
                    <a:pt x="444809" y="2895"/>
                  </a:lnTo>
                  <a:lnTo>
                    <a:pt x="492558" y="11348"/>
                  </a:lnTo>
                  <a:lnTo>
                    <a:pt x="538101" y="25011"/>
                  </a:lnTo>
                  <a:lnTo>
                    <a:pt x="581065" y="43534"/>
                  </a:lnTo>
                  <a:lnTo>
                    <a:pt x="621081" y="66570"/>
                  </a:lnTo>
                  <a:lnTo>
                    <a:pt x="657778" y="93770"/>
                  </a:lnTo>
                  <a:lnTo>
                    <a:pt x="690785" y="124785"/>
                  </a:lnTo>
                  <a:lnTo>
                    <a:pt x="719732" y="159267"/>
                  </a:lnTo>
                  <a:lnTo>
                    <a:pt x="744246" y="196867"/>
                  </a:lnTo>
                  <a:lnTo>
                    <a:pt x="763959" y="237236"/>
                  </a:lnTo>
                  <a:lnTo>
                    <a:pt x="778498" y="280026"/>
                  </a:lnTo>
                  <a:lnTo>
                    <a:pt x="787494" y="324888"/>
                  </a:lnTo>
                  <a:lnTo>
                    <a:pt x="790575" y="371475"/>
                  </a:lnTo>
                  <a:lnTo>
                    <a:pt x="787494" y="418061"/>
                  </a:lnTo>
                  <a:lnTo>
                    <a:pt x="778498" y="462923"/>
                  </a:lnTo>
                  <a:lnTo>
                    <a:pt x="763959" y="505713"/>
                  </a:lnTo>
                  <a:lnTo>
                    <a:pt x="744246" y="546082"/>
                  </a:lnTo>
                  <a:lnTo>
                    <a:pt x="719732" y="583682"/>
                  </a:lnTo>
                  <a:lnTo>
                    <a:pt x="690785" y="618164"/>
                  </a:lnTo>
                  <a:lnTo>
                    <a:pt x="657778" y="649179"/>
                  </a:lnTo>
                  <a:lnTo>
                    <a:pt x="621081" y="676379"/>
                  </a:lnTo>
                  <a:lnTo>
                    <a:pt x="581065" y="699415"/>
                  </a:lnTo>
                  <a:lnTo>
                    <a:pt x="538101" y="717938"/>
                  </a:lnTo>
                  <a:lnTo>
                    <a:pt x="492558" y="731601"/>
                  </a:lnTo>
                  <a:lnTo>
                    <a:pt x="444809" y="740054"/>
                  </a:lnTo>
                  <a:lnTo>
                    <a:pt x="395224" y="742950"/>
                  </a:lnTo>
                  <a:lnTo>
                    <a:pt x="345640" y="740054"/>
                  </a:lnTo>
                  <a:lnTo>
                    <a:pt x="297897" y="731601"/>
                  </a:lnTo>
                  <a:lnTo>
                    <a:pt x="252364" y="717938"/>
                  </a:lnTo>
                  <a:lnTo>
                    <a:pt x="209410" y="699415"/>
                  </a:lnTo>
                  <a:lnTo>
                    <a:pt x="169407" y="676379"/>
                  </a:lnTo>
                  <a:lnTo>
                    <a:pt x="132725" y="649179"/>
                  </a:lnTo>
                  <a:lnTo>
                    <a:pt x="99732" y="618164"/>
                  </a:lnTo>
                  <a:lnTo>
                    <a:pt x="70800" y="583682"/>
                  </a:lnTo>
                  <a:lnTo>
                    <a:pt x="46299" y="546082"/>
                  </a:lnTo>
                  <a:lnTo>
                    <a:pt x="26598" y="505713"/>
                  </a:lnTo>
                  <a:lnTo>
                    <a:pt x="12068" y="462923"/>
                  </a:lnTo>
                  <a:lnTo>
                    <a:pt x="3078" y="418061"/>
                  </a:lnTo>
                  <a:lnTo>
                    <a:pt x="0" y="371475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604897" y="2849117"/>
            <a:ext cx="36830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i="1" dirty="0">
                <a:latin typeface="Arial"/>
                <a:cs typeface="Arial"/>
              </a:rPr>
              <a:t>k</a:t>
            </a:r>
            <a:endParaRPr sz="5400">
              <a:latin typeface="Arial"/>
              <a:cs typeface="Aria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814387" y="2339975"/>
            <a:ext cx="3291204" cy="3771900"/>
            <a:chOff x="814387" y="2339975"/>
            <a:chExt cx="3291204" cy="3771900"/>
          </a:xfrm>
        </p:grpSpPr>
        <p:sp>
          <p:nvSpPr>
            <p:cNvPr id="12" name="object 12"/>
            <p:cNvSpPr/>
            <p:nvPr/>
          </p:nvSpPr>
          <p:spPr>
            <a:xfrm>
              <a:off x="3073400" y="2352675"/>
              <a:ext cx="1019175" cy="688975"/>
            </a:xfrm>
            <a:custGeom>
              <a:avLst/>
              <a:gdLst/>
              <a:ahLst/>
              <a:cxnLst/>
              <a:rect l="l" t="t" r="r" b="b"/>
              <a:pathLst>
                <a:path w="1019175" h="688975">
                  <a:moveTo>
                    <a:pt x="1019175" y="0"/>
                  </a:moveTo>
                  <a:lnTo>
                    <a:pt x="0" y="688975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20737" y="4148073"/>
              <a:ext cx="1506855" cy="1957705"/>
            </a:xfrm>
            <a:custGeom>
              <a:avLst/>
              <a:gdLst/>
              <a:ahLst/>
              <a:cxnLst/>
              <a:rect l="l" t="t" r="r" b="b"/>
              <a:pathLst>
                <a:path w="1506855" h="1957704">
                  <a:moveTo>
                    <a:pt x="753300" y="0"/>
                  </a:moveTo>
                  <a:lnTo>
                    <a:pt x="0" y="1957451"/>
                  </a:lnTo>
                  <a:lnTo>
                    <a:pt x="1506537" y="1957451"/>
                  </a:lnTo>
                  <a:lnTo>
                    <a:pt x="753300" y="0"/>
                  </a:lnTo>
                  <a:close/>
                </a:path>
              </a:pathLst>
            </a:custGeom>
            <a:solidFill>
              <a:srgbClr val="00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20737" y="4148073"/>
              <a:ext cx="1506855" cy="1957705"/>
            </a:xfrm>
            <a:custGeom>
              <a:avLst/>
              <a:gdLst/>
              <a:ahLst/>
              <a:cxnLst/>
              <a:rect l="l" t="t" r="r" b="b"/>
              <a:pathLst>
                <a:path w="1506855" h="1957704">
                  <a:moveTo>
                    <a:pt x="0" y="1957451"/>
                  </a:moveTo>
                  <a:lnTo>
                    <a:pt x="753300" y="0"/>
                  </a:lnTo>
                  <a:lnTo>
                    <a:pt x="1506537" y="1957451"/>
                  </a:lnTo>
                  <a:lnTo>
                    <a:pt x="0" y="1957451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574800" y="3568700"/>
              <a:ext cx="939800" cy="579755"/>
            </a:xfrm>
            <a:custGeom>
              <a:avLst/>
              <a:gdLst/>
              <a:ahLst/>
              <a:cxnLst/>
              <a:rect l="l" t="t" r="r" b="b"/>
              <a:pathLst>
                <a:path w="939800" h="579754">
                  <a:moveTo>
                    <a:pt x="939800" y="0"/>
                  </a:moveTo>
                  <a:lnTo>
                    <a:pt x="0" y="579374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1401317" y="5176824"/>
            <a:ext cx="483234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i="1" dirty="0">
                <a:latin typeface="Arial"/>
                <a:cs typeface="Arial"/>
              </a:rPr>
              <a:t>X</a:t>
            </a:r>
            <a:endParaRPr sz="5400">
              <a:latin typeface="Arial"/>
              <a:cs typeface="Arial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3060700" y="3332226"/>
            <a:ext cx="3651250" cy="1970405"/>
            <a:chOff x="3060700" y="3332226"/>
            <a:chExt cx="3651250" cy="1970405"/>
          </a:xfrm>
        </p:grpSpPr>
        <p:sp>
          <p:nvSpPr>
            <p:cNvPr id="18" name="object 18"/>
            <p:cNvSpPr/>
            <p:nvPr/>
          </p:nvSpPr>
          <p:spPr>
            <a:xfrm>
              <a:off x="3332225" y="4216400"/>
              <a:ext cx="1435100" cy="1079500"/>
            </a:xfrm>
            <a:custGeom>
              <a:avLst/>
              <a:gdLst/>
              <a:ahLst/>
              <a:cxnLst/>
              <a:rect l="l" t="t" r="r" b="b"/>
              <a:pathLst>
                <a:path w="1435100" h="1079500">
                  <a:moveTo>
                    <a:pt x="717550" y="0"/>
                  </a:moveTo>
                  <a:lnTo>
                    <a:pt x="0" y="1079500"/>
                  </a:lnTo>
                  <a:lnTo>
                    <a:pt x="1435100" y="1079500"/>
                  </a:lnTo>
                  <a:lnTo>
                    <a:pt x="717550" y="0"/>
                  </a:lnTo>
                  <a:close/>
                </a:path>
              </a:pathLst>
            </a:custGeom>
            <a:solidFill>
              <a:srgbClr val="00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332225" y="4216400"/>
              <a:ext cx="1435100" cy="1079500"/>
            </a:xfrm>
            <a:custGeom>
              <a:avLst/>
              <a:gdLst/>
              <a:ahLst/>
              <a:cxnLst/>
              <a:rect l="l" t="t" r="r" b="b"/>
              <a:pathLst>
                <a:path w="1435100" h="1079500">
                  <a:moveTo>
                    <a:pt x="0" y="1079500"/>
                  </a:moveTo>
                  <a:lnTo>
                    <a:pt x="717550" y="0"/>
                  </a:lnTo>
                  <a:lnTo>
                    <a:pt x="1435100" y="1079500"/>
                  </a:lnTo>
                  <a:lnTo>
                    <a:pt x="0" y="10795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073400" y="3568700"/>
              <a:ext cx="976630" cy="647700"/>
            </a:xfrm>
            <a:custGeom>
              <a:avLst/>
              <a:gdLst/>
              <a:ahLst/>
              <a:cxnLst/>
              <a:rect l="l" t="t" r="r" b="b"/>
              <a:pathLst>
                <a:path w="976629" h="647700">
                  <a:moveTo>
                    <a:pt x="0" y="0"/>
                  </a:moveTo>
                  <a:lnTo>
                    <a:pt x="976376" y="647700"/>
                  </a:lnTo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197475" y="3338576"/>
              <a:ext cx="1508125" cy="1148080"/>
            </a:xfrm>
            <a:custGeom>
              <a:avLst/>
              <a:gdLst/>
              <a:ahLst/>
              <a:cxnLst/>
              <a:rect l="l" t="t" r="r" b="b"/>
              <a:pathLst>
                <a:path w="1508125" h="1148079">
                  <a:moveTo>
                    <a:pt x="754126" y="0"/>
                  </a:moveTo>
                  <a:lnTo>
                    <a:pt x="0" y="1147699"/>
                  </a:lnTo>
                  <a:lnTo>
                    <a:pt x="1508125" y="1147699"/>
                  </a:lnTo>
                  <a:lnTo>
                    <a:pt x="754126" y="0"/>
                  </a:lnTo>
                  <a:close/>
                </a:path>
              </a:pathLst>
            </a:custGeom>
            <a:solidFill>
              <a:srgbClr val="00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197475" y="3338576"/>
              <a:ext cx="1508125" cy="1148080"/>
            </a:xfrm>
            <a:custGeom>
              <a:avLst/>
              <a:gdLst/>
              <a:ahLst/>
              <a:cxnLst/>
              <a:rect l="l" t="t" r="r" b="b"/>
              <a:pathLst>
                <a:path w="1508125" h="1148079">
                  <a:moveTo>
                    <a:pt x="0" y="1147699"/>
                  </a:moveTo>
                  <a:lnTo>
                    <a:pt x="754126" y="0"/>
                  </a:lnTo>
                  <a:lnTo>
                    <a:pt x="1508125" y="1147699"/>
                  </a:lnTo>
                  <a:lnTo>
                    <a:pt x="0" y="1147699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5736082" y="3473797"/>
            <a:ext cx="3044825" cy="1864360"/>
          </a:xfrm>
          <a:prstGeom prst="rect">
            <a:avLst/>
          </a:prstGeom>
        </p:spPr>
        <p:txBody>
          <a:bodyPr vert="horz" wrap="square" lIns="0" tIns="1085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55"/>
              </a:spcBef>
              <a:tabLst>
                <a:tab pos="1318260" algn="l"/>
                <a:tab pos="3030855" algn="l"/>
              </a:tabLst>
            </a:pPr>
            <a:r>
              <a:rPr sz="5400" i="1" dirty="0">
                <a:latin typeface="Arial"/>
                <a:cs typeface="Arial"/>
              </a:rPr>
              <a:t>Z	</a:t>
            </a:r>
            <a:r>
              <a:rPr sz="5400" i="1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	</a:t>
            </a:r>
            <a:endParaRPr sz="5400">
              <a:latin typeface="Arial"/>
              <a:cs typeface="Arial"/>
            </a:endParaRPr>
          </a:p>
          <a:p>
            <a:pPr marL="1305560" algn="ctr">
              <a:lnSpc>
                <a:spcPct val="100000"/>
              </a:lnSpc>
              <a:spcBef>
                <a:spcPts val="760"/>
              </a:spcBef>
              <a:tabLst>
                <a:tab pos="3018155" algn="l"/>
              </a:tabLst>
            </a:pPr>
            <a:r>
              <a:rPr sz="5400" i="1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	</a:t>
            </a:r>
            <a:endParaRPr sz="5400">
              <a:latin typeface="Arial"/>
              <a:cs typeface="Arial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4653026" y="2352675"/>
            <a:ext cx="1298575" cy="986155"/>
          </a:xfrm>
          <a:custGeom>
            <a:avLst/>
            <a:gdLst/>
            <a:ahLst/>
            <a:cxnLst/>
            <a:rect l="l" t="t" r="r" b="b"/>
            <a:pathLst>
              <a:path w="1298575" h="986154">
                <a:moveTo>
                  <a:pt x="0" y="0"/>
                </a:moveTo>
                <a:lnTo>
                  <a:pt x="1298575" y="985901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7064375" y="6037262"/>
            <a:ext cx="1506855" cy="1905"/>
          </a:xfrm>
          <a:custGeom>
            <a:avLst/>
            <a:gdLst/>
            <a:ahLst/>
            <a:cxnLst/>
            <a:rect l="l" t="t" r="r" b="b"/>
            <a:pathLst>
              <a:path w="1506854" h="1904">
                <a:moveTo>
                  <a:pt x="0" y="0"/>
                </a:moveTo>
                <a:lnTo>
                  <a:pt x="1506601" y="1587"/>
                </a:lnTo>
              </a:path>
            </a:pathLst>
          </a:custGeom>
          <a:ln w="19050">
            <a:solidFill>
              <a:srgbClr val="000000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5375528" y="1913382"/>
            <a:ext cx="26504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i="1" spc="-5" dirty="0">
                <a:latin typeface="Arial"/>
                <a:cs typeface="Arial"/>
              </a:rPr>
              <a:t>Do a </a:t>
            </a:r>
            <a:r>
              <a:rPr sz="2400" i="1" spc="-5" dirty="0">
                <a:solidFill>
                  <a:srgbClr val="339933"/>
                </a:solidFill>
                <a:latin typeface="Arial"/>
                <a:cs typeface="Arial"/>
              </a:rPr>
              <a:t>“right</a:t>
            </a:r>
            <a:r>
              <a:rPr sz="2400" i="1" spc="-50" dirty="0">
                <a:solidFill>
                  <a:srgbClr val="339933"/>
                </a:solidFill>
                <a:latin typeface="Arial"/>
                <a:cs typeface="Arial"/>
              </a:rPr>
              <a:t> </a:t>
            </a:r>
            <a:r>
              <a:rPr sz="2400" i="1" spc="-5" dirty="0">
                <a:solidFill>
                  <a:srgbClr val="339933"/>
                </a:solidFill>
                <a:latin typeface="Arial"/>
                <a:cs typeface="Arial"/>
              </a:rPr>
              <a:t>rotation”</a:t>
            </a:r>
            <a:endParaRPr sz="24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051661" y="683717"/>
            <a:ext cx="704151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i="1" spc="-80" dirty="0">
                <a:solidFill>
                  <a:srgbClr val="FF0000"/>
                </a:solidFill>
                <a:latin typeface="Arial"/>
                <a:cs typeface="Arial"/>
              </a:rPr>
              <a:t>AVL </a:t>
            </a:r>
            <a:r>
              <a:rPr sz="4400" i="1" dirty="0">
                <a:solidFill>
                  <a:srgbClr val="FF0000"/>
                </a:solidFill>
                <a:latin typeface="Arial"/>
                <a:cs typeface="Arial"/>
              </a:rPr>
              <a:t>Insertion: Outside</a:t>
            </a:r>
            <a:r>
              <a:rPr sz="4400" i="1" spc="-7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4400" i="1" dirty="0">
                <a:solidFill>
                  <a:srgbClr val="FF0000"/>
                </a:solidFill>
                <a:latin typeface="Arial"/>
                <a:cs typeface="Arial"/>
              </a:rPr>
              <a:t>Case</a:t>
            </a:r>
            <a:endParaRPr sz="4400">
              <a:latin typeface="Arial"/>
              <a:cs typeface="Arial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2062389" y="1555298"/>
            <a:ext cx="2962275" cy="2339975"/>
            <a:chOff x="2062389" y="1555298"/>
            <a:chExt cx="2962275" cy="2339975"/>
          </a:xfrm>
        </p:grpSpPr>
        <p:sp>
          <p:nvSpPr>
            <p:cNvPr id="29" name="object 29"/>
            <p:cNvSpPr/>
            <p:nvPr/>
          </p:nvSpPr>
          <p:spPr>
            <a:xfrm>
              <a:off x="2581402" y="1852676"/>
              <a:ext cx="1209675" cy="992505"/>
            </a:xfrm>
            <a:custGeom>
              <a:avLst/>
              <a:gdLst/>
              <a:ahLst/>
              <a:cxnLst/>
              <a:rect l="l" t="t" r="r" b="b"/>
              <a:pathLst>
                <a:path w="1209675" h="992505">
                  <a:moveTo>
                    <a:pt x="743458" y="14224"/>
                  </a:moveTo>
                  <a:lnTo>
                    <a:pt x="685800" y="15112"/>
                  </a:lnTo>
                  <a:lnTo>
                    <a:pt x="629666" y="18414"/>
                  </a:lnTo>
                  <a:lnTo>
                    <a:pt x="575437" y="24637"/>
                  </a:lnTo>
                  <a:lnTo>
                    <a:pt x="523367" y="33909"/>
                  </a:lnTo>
                  <a:lnTo>
                    <a:pt x="473583" y="46736"/>
                  </a:lnTo>
                  <a:lnTo>
                    <a:pt x="426339" y="63246"/>
                  </a:lnTo>
                  <a:lnTo>
                    <a:pt x="381762" y="83693"/>
                  </a:lnTo>
                  <a:lnTo>
                    <a:pt x="340360" y="108712"/>
                  </a:lnTo>
                  <a:lnTo>
                    <a:pt x="302133" y="138429"/>
                  </a:lnTo>
                  <a:lnTo>
                    <a:pt x="267208" y="172465"/>
                  </a:lnTo>
                  <a:lnTo>
                    <a:pt x="235458" y="210820"/>
                  </a:lnTo>
                  <a:lnTo>
                    <a:pt x="206629" y="252984"/>
                  </a:lnTo>
                  <a:lnTo>
                    <a:pt x="180340" y="298703"/>
                  </a:lnTo>
                  <a:lnTo>
                    <a:pt x="156464" y="347852"/>
                  </a:lnTo>
                  <a:lnTo>
                    <a:pt x="135000" y="399796"/>
                  </a:lnTo>
                  <a:lnTo>
                    <a:pt x="115316" y="454533"/>
                  </a:lnTo>
                  <a:lnTo>
                    <a:pt x="97536" y="511683"/>
                  </a:lnTo>
                  <a:lnTo>
                    <a:pt x="73660" y="601345"/>
                  </a:lnTo>
                  <a:lnTo>
                    <a:pt x="59436" y="663321"/>
                  </a:lnTo>
                  <a:lnTo>
                    <a:pt x="46228" y="726694"/>
                  </a:lnTo>
                  <a:lnTo>
                    <a:pt x="33909" y="791337"/>
                  </a:lnTo>
                  <a:lnTo>
                    <a:pt x="22225" y="856741"/>
                  </a:lnTo>
                  <a:lnTo>
                    <a:pt x="10922" y="922654"/>
                  </a:lnTo>
                  <a:lnTo>
                    <a:pt x="0" y="988949"/>
                  </a:lnTo>
                  <a:lnTo>
                    <a:pt x="18796" y="992124"/>
                  </a:lnTo>
                  <a:lnTo>
                    <a:pt x="29718" y="925829"/>
                  </a:lnTo>
                  <a:lnTo>
                    <a:pt x="41021" y="859916"/>
                  </a:lnTo>
                  <a:lnTo>
                    <a:pt x="52705" y="794638"/>
                  </a:lnTo>
                  <a:lnTo>
                    <a:pt x="64897" y="730250"/>
                  </a:lnTo>
                  <a:lnTo>
                    <a:pt x="78105" y="667258"/>
                  </a:lnTo>
                  <a:lnTo>
                    <a:pt x="92202" y="605663"/>
                  </a:lnTo>
                  <a:lnTo>
                    <a:pt x="107696" y="545973"/>
                  </a:lnTo>
                  <a:lnTo>
                    <a:pt x="124460" y="488314"/>
                  </a:lnTo>
                  <a:lnTo>
                    <a:pt x="142875" y="433070"/>
                  </a:lnTo>
                  <a:lnTo>
                    <a:pt x="163068" y="380491"/>
                  </a:lnTo>
                  <a:lnTo>
                    <a:pt x="185420" y="330962"/>
                  </a:lnTo>
                  <a:lnTo>
                    <a:pt x="209804" y="284607"/>
                  </a:lnTo>
                  <a:lnTo>
                    <a:pt x="236600" y="241808"/>
                  </a:lnTo>
                  <a:lnTo>
                    <a:pt x="265938" y="203073"/>
                  </a:lnTo>
                  <a:lnTo>
                    <a:pt x="297942" y="168148"/>
                  </a:lnTo>
                  <a:lnTo>
                    <a:pt x="332867" y="137668"/>
                  </a:lnTo>
                  <a:lnTo>
                    <a:pt x="370967" y="111760"/>
                  </a:lnTo>
                  <a:lnTo>
                    <a:pt x="412115" y="90043"/>
                  </a:lnTo>
                  <a:lnTo>
                    <a:pt x="456311" y="72262"/>
                  </a:lnTo>
                  <a:lnTo>
                    <a:pt x="503300" y="58165"/>
                  </a:lnTo>
                  <a:lnTo>
                    <a:pt x="552831" y="47625"/>
                  </a:lnTo>
                  <a:lnTo>
                    <a:pt x="604774" y="40004"/>
                  </a:lnTo>
                  <a:lnTo>
                    <a:pt x="658876" y="35433"/>
                  </a:lnTo>
                  <a:lnTo>
                    <a:pt x="714883" y="33400"/>
                  </a:lnTo>
                  <a:lnTo>
                    <a:pt x="1016924" y="33274"/>
                  </a:lnTo>
                  <a:lnTo>
                    <a:pt x="956310" y="26797"/>
                  </a:lnTo>
                  <a:lnTo>
                    <a:pt x="894207" y="21209"/>
                  </a:lnTo>
                  <a:lnTo>
                    <a:pt x="832865" y="17018"/>
                  </a:lnTo>
                  <a:lnTo>
                    <a:pt x="773049" y="14732"/>
                  </a:lnTo>
                  <a:lnTo>
                    <a:pt x="743458" y="14224"/>
                  </a:lnTo>
                  <a:close/>
                </a:path>
                <a:path w="1209675" h="992505">
                  <a:moveTo>
                    <a:pt x="1154695" y="69600"/>
                  </a:moveTo>
                  <a:lnTo>
                    <a:pt x="1100963" y="92075"/>
                  </a:lnTo>
                  <a:lnTo>
                    <a:pt x="1098677" y="97662"/>
                  </a:lnTo>
                  <a:lnTo>
                    <a:pt x="1100709" y="102488"/>
                  </a:lnTo>
                  <a:lnTo>
                    <a:pt x="1102740" y="107441"/>
                  </a:lnTo>
                  <a:lnTo>
                    <a:pt x="1108328" y="109727"/>
                  </a:lnTo>
                  <a:lnTo>
                    <a:pt x="1192880" y="74295"/>
                  </a:lnTo>
                  <a:lnTo>
                    <a:pt x="1189609" y="74295"/>
                  </a:lnTo>
                  <a:lnTo>
                    <a:pt x="1154695" y="69600"/>
                  </a:lnTo>
                  <a:close/>
                </a:path>
                <a:path w="1209675" h="992505">
                  <a:moveTo>
                    <a:pt x="1172074" y="62331"/>
                  </a:moveTo>
                  <a:lnTo>
                    <a:pt x="1154695" y="69600"/>
                  </a:lnTo>
                  <a:lnTo>
                    <a:pt x="1189609" y="74295"/>
                  </a:lnTo>
                  <a:lnTo>
                    <a:pt x="1189864" y="72389"/>
                  </a:lnTo>
                  <a:lnTo>
                    <a:pt x="1185037" y="72389"/>
                  </a:lnTo>
                  <a:lnTo>
                    <a:pt x="1172074" y="62331"/>
                  </a:lnTo>
                  <a:close/>
                </a:path>
                <a:path w="1209675" h="992505">
                  <a:moveTo>
                    <a:pt x="1122807" y="0"/>
                  </a:moveTo>
                  <a:lnTo>
                    <a:pt x="1116838" y="762"/>
                  </a:lnTo>
                  <a:lnTo>
                    <a:pt x="1113663" y="4952"/>
                  </a:lnTo>
                  <a:lnTo>
                    <a:pt x="1110361" y="9016"/>
                  </a:lnTo>
                  <a:lnTo>
                    <a:pt x="1111123" y="14986"/>
                  </a:lnTo>
                  <a:lnTo>
                    <a:pt x="1115314" y="18287"/>
                  </a:lnTo>
                  <a:lnTo>
                    <a:pt x="1157170" y="50767"/>
                  </a:lnTo>
                  <a:lnTo>
                    <a:pt x="1192149" y="55372"/>
                  </a:lnTo>
                  <a:lnTo>
                    <a:pt x="1189609" y="74295"/>
                  </a:lnTo>
                  <a:lnTo>
                    <a:pt x="1192880" y="74295"/>
                  </a:lnTo>
                  <a:lnTo>
                    <a:pt x="1209548" y="67310"/>
                  </a:lnTo>
                  <a:lnTo>
                    <a:pt x="1126998" y="3175"/>
                  </a:lnTo>
                  <a:lnTo>
                    <a:pt x="1122807" y="0"/>
                  </a:lnTo>
                  <a:close/>
                </a:path>
                <a:path w="1209675" h="992505">
                  <a:moveTo>
                    <a:pt x="1187196" y="56007"/>
                  </a:moveTo>
                  <a:lnTo>
                    <a:pt x="1172074" y="62331"/>
                  </a:lnTo>
                  <a:lnTo>
                    <a:pt x="1185037" y="72389"/>
                  </a:lnTo>
                  <a:lnTo>
                    <a:pt x="1187196" y="56007"/>
                  </a:lnTo>
                  <a:close/>
                </a:path>
                <a:path w="1209675" h="992505">
                  <a:moveTo>
                    <a:pt x="1192063" y="56007"/>
                  </a:moveTo>
                  <a:lnTo>
                    <a:pt x="1187196" y="56007"/>
                  </a:lnTo>
                  <a:lnTo>
                    <a:pt x="1185037" y="72389"/>
                  </a:lnTo>
                  <a:lnTo>
                    <a:pt x="1189864" y="72389"/>
                  </a:lnTo>
                  <a:lnTo>
                    <a:pt x="1192063" y="56007"/>
                  </a:lnTo>
                  <a:close/>
                </a:path>
                <a:path w="1209675" h="992505">
                  <a:moveTo>
                    <a:pt x="1016924" y="33274"/>
                  </a:moveTo>
                  <a:lnTo>
                    <a:pt x="743585" y="33274"/>
                  </a:lnTo>
                  <a:lnTo>
                    <a:pt x="772795" y="33782"/>
                  </a:lnTo>
                  <a:lnTo>
                    <a:pt x="832231" y="36068"/>
                  </a:lnTo>
                  <a:lnTo>
                    <a:pt x="892810" y="40259"/>
                  </a:lnTo>
                  <a:lnTo>
                    <a:pt x="954532" y="45720"/>
                  </a:lnTo>
                  <a:lnTo>
                    <a:pt x="1017270" y="52450"/>
                  </a:lnTo>
                  <a:lnTo>
                    <a:pt x="1154695" y="69600"/>
                  </a:lnTo>
                  <a:lnTo>
                    <a:pt x="1172074" y="62331"/>
                  </a:lnTo>
                  <a:lnTo>
                    <a:pt x="1157170" y="50767"/>
                  </a:lnTo>
                  <a:lnTo>
                    <a:pt x="1019301" y="33527"/>
                  </a:lnTo>
                  <a:lnTo>
                    <a:pt x="1016924" y="33274"/>
                  </a:lnTo>
                  <a:close/>
                </a:path>
                <a:path w="1209675" h="992505">
                  <a:moveTo>
                    <a:pt x="1157170" y="50767"/>
                  </a:moveTo>
                  <a:lnTo>
                    <a:pt x="1172074" y="62331"/>
                  </a:lnTo>
                  <a:lnTo>
                    <a:pt x="1187196" y="56007"/>
                  </a:lnTo>
                  <a:lnTo>
                    <a:pt x="1192063" y="56007"/>
                  </a:lnTo>
                  <a:lnTo>
                    <a:pt x="1192149" y="55372"/>
                  </a:lnTo>
                  <a:lnTo>
                    <a:pt x="1157170" y="5076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2075089" y="1567998"/>
              <a:ext cx="2936875" cy="2314575"/>
            </a:xfrm>
            <a:custGeom>
              <a:avLst/>
              <a:gdLst/>
              <a:ahLst/>
              <a:cxnLst/>
              <a:rect l="l" t="t" r="r" b="b"/>
              <a:pathLst>
                <a:path w="2936875" h="2314575">
                  <a:moveTo>
                    <a:pt x="63717" y="2140401"/>
                  </a:moveTo>
                  <a:lnTo>
                    <a:pt x="35182" y="2091053"/>
                  </a:lnTo>
                  <a:lnTo>
                    <a:pt x="15186" y="2037148"/>
                  </a:lnTo>
                  <a:lnTo>
                    <a:pt x="3526" y="1979017"/>
                  </a:lnTo>
                  <a:lnTo>
                    <a:pt x="0" y="1916989"/>
                  </a:lnTo>
                  <a:lnTo>
                    <a:pt x="1223" y="1884617"/>
                  </a:lnTo>
                  <a:lnTo>
                    <a:pt x="9517" y="1817362"/>
                  </a:lnTo>
                  <a:lnTo>
                    <a:pt x="25438" y="1747035"/>
                  </a:lnTo>
                  <a:lnTo>
                    <a:pt x="48783" y="1673965"/>
                  </a:lnTo>
                  <a:lnTo>
                    <a:pt x="63176" y="1636505"/>
                  </a:lnTo>
                  <a:lnTo>
                    <a:pt x="79349" y="1598483"/>
                  </a:lnTo>
                  <a:lnTo>
                    <a:pt x="97277" y="1559940"/>
                  </a:lnTo>
                  <a:lnTo>
                    <a:pt x="116934" y="1520917"/>
                  </a:lnTo>
                  <a:lnTo>
                    <a:pt x="138295" y="1481457"/>
                  </a:lnTo>
                  <a:lnTo>
                    <a:pt x="161335" y="1441599"/>
                  </a:lnTo>
                  <a:lnTo>
                    <a:pt x="186028" y="1401385"/>
                  </a:lnTo>
                  <a:lnTo>
                    <a:pt x="212349" y="1360857"/>
                  </a:lnTo>
                  <a:lnTo>
                    <a:pt x="240273" y="1320055"/>
                  </a:lnTo>
                  <a:lnTo>
                    <a:pt x="269774" y="1279021"/>
                  </a:lnTo>
                  <a:lnTo>
                    <a:pt x="300827" y="1237796"/>
                  </a:lnTo>
                  <a:lnTo>
                    <a:pt x="333406" y="1196421"/>
                  </a:lnTo>
                  <a:lnTo>
                    <a:pt x="367487" y="1154938"/>
                  </a:lnTo>
                  <a:lnTo>
                    <a:pt x="403044" y="1113387"/>
                  </a:lnTo>
                  <a:lnTo>
                    <a:pt x="440051" y="1071811"/>
                  </a:lnTo>
                  <a:lnTo>
                    <a:pt x="478483" y="1030249"/>
                  </a:lnTo>
                  <a:lnTo>
                    <a:pt x="518315" y="988744"/>
                  </a:lnTo>
                  <a:lnTo>
                    <a:pt x="559522" y="947336"/>
                  </a:lnTo>
                  <a:lnTo>
                    <a:pt x="602078" y="906067"/>
                  </a:lnTo>
                  <a:lnTo>
                    <a:pt x="645958" y="864978"/>
                  </a:lnTo>
                  <a:lnTo>
                    <a:pt x="691137" y="824111"/>
                  </a:lnTo>
                  <a:lnTo>
                    <a:pt x="737589" y="783506"/>
                  </a:lnTo>
                  <a:lnTo>
                    <a:pt x="785288" y="743204"/>
                  </a:lnTo>
                  <a:lnTo>
                    <a:pt x="834210" y="703248"/>
                  </a:lnTo>
                  <a:lnTo>
                    <a:pt x="884330" y="663677"/>
                  </a:lnTo>
                  <a:lnTo>
                    <a:pt x="935621" y="624534"/>
                  </a:lnTo>
                  <a:lnTo>
                    <a:pt x="988058" y="585859"/>
                  </a:lnTo>
                  <a:lnTo>
                    <a:pt x="1041617" y="547694"/>
                  </a:lnTo>
                  <a:lnTo>
                    <a:pt x="1095792" y="510418"/>
                  </a:lnTo>
                  <a:lnTo>
                    <a:pt x="1150062" y="474370"/>
                  </a:lnTo>
                  <a:lnTo>
                    <a:pt x="1204382" y="439560"/>
                  </a:lnTo>
                  <a:lnTo>
                    <a:pt x="1258702" y="405997"/>
                  </a:lnTo>
                  <a:lnTo>
                    <a:pt x="1312976" y="373692"/>
                  </a:lnTo>
                  <a:lnTo>
                    <a:pt x="1367157" y="342654"/>
                  </a:lnTo>
                  <a:lnTo>
                    <a:pt x="1421196" y="312893"/>
                  </a:lnTo>
                  <a:lnTo>
                    <a:pt x="1475047" y="284418"/>
                  </a:lnTo>
                  <a:lnTo>
                    <a:pt x="1528662" y="257240"/>
                  </a:lnTo>
                  <a:lnTo>
                    <a:pt x="1581994" y="231367"/>
                  </a:lnTo>
                  <a:lnTo>
                    <a:pt x="1634995" y="206810"/>
                  </a:lnTo>
                  <a:lnTo>
                    <a:pt x="1687618" y="183578"/>
                  </a:lnTo>
                  <a:lnTo>
                    <a:pt x="1739816" y="161681"/>
                  </a:lnTo>
                  <a:lnTo>
                    <a:pt x="1791541" y="141128"/>
                  </a:lnTo>
                  <a:lnTo>
                    <a:pt x="1842745" y="121930"/>
                  </a:lnTo>
                  <a:lnTo>
                    <a:pt x="1893381" y="104095"/>
                  </a:lnTo>
                  <a:lnTo>
                    <a:pt x="1943402" y="87635"/>
                  </a:lnTo>
                  <a:lnTo>
                    <a:pt x="1992761" y="72557"/>
                  </a:lnTo>
                  <a:lnTo>
                    <a:pt x="2041410" y="58873"/>
                  </a:lnTo>
                  <a:lnTo>
                    <a:pt x="2089301" y="46591"/>
                  </a:lnTo>
                  <a:lnTo>
                    <a:pt x="2136387" y="35722"/>
                  </a:lnTo>
                  <a:lnTo>
                    <a:pt x="2182621" y="26275"/>
                  </a:lnTo>
                  <a:lnTo>
                    <a:pt x="2227956" y="18260"/>
                  </a:lnTo>
                  <a:lnTo>
                    <a:pt x="2272343" y="11686"/>
                  </a:lnTo>
                  <a:lnTo>
                    <a:pt x="2315736" y="6563"/>
                  </a:lnTo>
                  <a:lnTo>
                    <a:pt x="2358087" y="2902"/>
                  </a:lnTo>
                  <a:lnTo>
                    <a:pt x="2399349" y="710"/>
                  </a:lnTo>
                  <a:lnTo>
                    <a:pt x="2439474" y="0"/>
                  </a:lnTo>
                  <a:lnTo>
                    <a:pt x="2478415" y="778"/>
                  </a:lnTo>
                  <a:lnTo>
                    <a:pt x="2552555" y="6845"/>
                  </a:lnTo>
                  <a:lnTo>
                    <a:pt x="2621389" y="18987"/>
                  </a:lnTo>
                  <a:lnTo>
                    <a:pt x="2684539" y="37283"/>
                  </a:lnTo>
                  <a:lnTo>
                    <a:pt x="2741624" y="61810"/>
                  </a:lnTo>
                  <a:lnTo>
                    <a:pt x="2792266" y="92646"/>
                  </a:lnTo>
                  <a:lnTo>
                    <a:pt x="2836086" y="129867"/>
                  </a:lnTo>
                  <a:lnTo>
                    <a:pt x="2872703" y="173552"/>
                  </a:lnTo>
                  <a:lnTo>
                    <a:pt x="2888051" y="197628"/>
                  </a:lnTo>
                  <a:lnTo>
                    <a:pt x="2901238" y="222885"/>
                  </a:lnTo>
                  <a:lnTo>
                    <a:pt x="2921234" y="276776"/>
                  </a:lnTo>
                  <a:lnTo>
                    <a:pt x="2932894" y="334897"/>
                  </a:lnTo>
                  <a:lnTo>
                    <a:pt x="2936420" y="396917"/>
                  </a:lnTo>
                  <a:lnTo>
                    <a:pt x="2935197" y="429286"/>
                  </a:lnTo>
                  <a:lnTo>
                    <a:pt x="2926903" y="496536"/>
                  </a:lnTo>
                  <a:lnTo>
                    <a:pt x="2910982" y="566860"/>
                  </a:lnTo>
                  <a:lnTo>
                    <a:pt x="2887637" y="639927"/>
                  </a:lnTo>
                  <a:lnTo>
                    <a:pt x="2873244" y="677386"/>
                  </a:lnTo>
                  <a:lnTo>
                    <a:pt x="2857071" y="715408"/>
                  </a:lnTo>
                  <a:lnTo>
                    <a:pt x="2839143" y="753951"/>
                  </a:lnTo>
                  <a:lnTo>
                    <a:pt x="2819486" y="792973"/>
                  </a:lnTo>
                  <a:lnTo>
                    <a:pt x="2798124" y="832434"/>
                  </a:lnTo>
                  <a:lnTo>
                    <a:pt x="2775085" y="872292"/>
                  </a:lnTo>
                  <a:lnTo>
                    <a:pt x="2750392" y="912505"/>
                  </a:lnTo>
                  <a:lnTo>
                    <a:pt x="2724071" y="953034"/>
                  </a:lnTo>
                  <a:lnTo>
                    <a:pt x="2696147" y="993835"/>
                  </a:lnTo>
                  <a:lnTo>
                    <a:pt x="2666646" y="1034869"/>
                  </a:lnTo>
                  <a:lnTo>
                    <a:pt x="2635593" y="1076094"/>
                  </a:lnTo>
                  <a:lnTo>
                    <a:pt x="2603014" y="1117468"/>
                  </a:lnTo>
                  <a:lnTo>
                    <a:pt x="2568933" y="1158951"/>
                  </a:lnTo>
                  <a:lnTo>
                    <a:pt x="2533376" y="1200500"/>
                  </a:lnTo>
                  <a:lnTo>
                    <a:pt x="2496369" y="1242076"/>
                  </a:lnTo>
                  <a:lnTo>
                    <a:pt x="2457937" y="1283636"/>
                  </a:lnTo>
                  <a:lnTo>
                    <a:pt x="2418104" y="1325139"/>
                  </a:lnTo>
                  <a:lnTo>
                    <a:pt x="2376898" y="1366544"/>
                  </a:lnTo>
                  <a:lnTo>
                    <a:pt x="2334341" y="1407811"/>
                  </a:lnTo>
                  <a:lnTo>
                    <a:pt x="2290461" y="1448896"/>
                  </a:lnTo>
                  <a:lnTo>
                    <a:pt x="2245283" y="1489760"/>
                  </a:lnTo>
                  <a:lnTo>
                    <a:pt x="2198831" y="1530361"/>
                  </a:lnTo>
                  <a:lnTo>
                    <a:pt x="2151132" y="1570657"/>
                  </a:lnTo>
                  <a:lnTo>
                    <a:pt x="2102210" y="1610609"/>
                  </a:lnTo>
                  <a:lnTo>
                    <a:pt x="2052090" y="1650173"/>
                  </a:lnTo>
                  <a:lnTo>
                    <a:pt x="2000799" y="1689309"/>
                  </a:lnTo>
                  <a:lnTo>
                    <a:pt x="1948362" y="1727976"/>
                  </a:lnTo>
                  <a:lnTo>
                    <a:pt x="1894803" y="1766132"/>
                  </a:lnTo>
                  <a:lnTo>
                    <a:pt x="1840628" y="1803418"/>
                  </a:lnTo>
                  <a:lnTo>
                    <a:pt x="1786358" y="1839474"/>
                  </a:lnTo>
                  <a:lnTo>
                    <a:pt x="1732038" y="1874292"/>
                  </a:lnTo>
                  <a:lnTo>
                    <a:pt x="1677718" y="1907862"/>
                  </a:lnTo>
                  <a:lnTo>
                    <a:pt x="1623444" y="1940174"/>
                  </a:lnTo>
                  <a:lnTo>
                    <a:pt x="1569263" y="1971219"/>
                  </a:lnTo>
                  <a:lnTo>
                    <a:pt x="1515224" y="2000986"/>
                  </a:lnTo>
                  <a:lnTo>
                    <a:pt x="1461373" y="2029467"/>
                  </a:lnTo>
                  <a:lnTo>
                    <a:pt x="1407757" y="2056651"/>
                  </a:lnTo>
                  <a:lnTo>
                    <a:pt x="1354426" y="2082529"/>
                  </a:lnTo>
                  <a:lnTo>
                    <a:pt x="1301424" y="2107092"/>
                  </a:lnTo>
                  <a:lnTo>
                    <a:pt x="1248801" y="2130329"/>
                  </a:lnTo>
                  <a:lnTo>
                    <a:pt x="1196604" y="2152230"/>
                  </a:lnTo>
                  <a:lnTo>
                    <a:pt x="1144879" y="2172787"/>
                  </a:lnTo>
                  <a:lnTo>
                    <a:pt x="1093675" y="2191989"/>
                  </a:lnTo>
                  <a:lnTo>
                    <a:pt x="1043039" y="2209827"/>
                  </a:lnTo>
                  <a:lnTo>
                    <a:pt x="993018" y="2226291"/>
                  </a:lnTo>
                  <a:lnTo>
                    <a:pt x="943659" y="2241372"/>
                  </a:lnTo>
                  <a:lnTo>
                    <a:pt x="895010" y="2255059"/>
                  </a:lnTo>
                  <a:lnTo>
                    <a:pt x="847119" y="2267343"/>
                  </a:lnTo>
                  <a:lnTo>
                    <a:pt x="800033" y="2278215"/>
                  </a:lnTo>
                  <a:lnTo>
                    <a:pt x="753799" y="2287664"/>
                  </a:lnTo>
                  <a:lnTo>
                    <a:pt x="708464" y="2295681"/>
                  </a:lnTo>
                  <a:lnTo>
                    <a:pt x="664077" y="2302257"/>
                  </a:lnTo>
                  <a:lnTo>
                    <a:pt x="620684" y="2307381"/>
                  </a:lnTo>
                  <a:lnTo>
                    <a:pt x="578333" y="2311044"/>
                  </a:lnTo>
                  <a:lnTo>
                    <a:pt x="537071" y="2313237"/>
                  </a:lnTo>
                  <a:lnTo>
                    <a:pt x="496946" y="2313949"/>
                  </a:lnTo>
                  <a:lnTo>
                    <a:pt x="458005" y="2313171"/>
                  </a:lnTo>
                  <a:lnTo>
                    <a:pt x="383865" y="2307106"/>
                  </a:lnTo>
                  <a:lnTo>
                    <a:pt x="315031" y="2294965"/>
                  </a:lnTo>
                  <a:lnTo>
                    <a:pt x="251881" y="2276670"/>
                  </a:lnTo>
                  <a:lnTo>
                    <a:pt x="194796" y="2252143"/>
                  </a:lnTo>
                  <a:lnTo>
                    <a:pt x="144154" y="2221308"/>
                  </a:lnTo>
                  <a:lnTo>
                    <a:pt x="100334" y="2184087"/>
                  </a:lnTo>
                  <a:lnTo>
                    <a:pt x="63717" y="2140401"/>
                  </a:lnTo>
                  <a:close/>
                </a:path>
              </a:pathLst>
            </a:custGeom>
            <a:ln w="254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5261228" y="3226435"/>
            <a:ext cx="16700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i="1" dirty="0">
                <a:latin typeface="Arial"/>
                <a:cs typeface="Arial"/>
              </a:rPr>
              <a:t>h</a:t>
            </a:r>
            <a:endParaRPr sz="200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907794" y="4064889"/>
            <a:ext cx="457834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i="1" dirty="0">
                <a:latin typeface="Arial"/>
                <a:cs typeface="Arial"/>
              </a:rPr>
              <a:t>h</a:t>
            </a:r>
            <a:r>
              <a:rPr sz="2000" i="1" spc="5" dirty="0">
                <a:latin typeface="Arial"/>
                <a:cs typeface="Arial"/>
              </a:rPr>
              <a:t>+</a:t>
            </a:r>
            <a:r>
              <a:rPr sz="2000" i="1" dirty="0">
                <a:latin typeface="Arial"/>
                <a:cs typeface="Arial"/>
              </a:rPr>
              <a:t>1</a:t>
            </a:r>
            <a:endParaRPr sz="200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3819525" y="4020803"/>
            <a:ext cx="618490" cy="1317625"/>
          </a:xfrm>
          <a:prstGeom prst="rect">
            <a:avLst/>
          </a:prstGeom>
        </p:spPr>
        <p:txBody>
          <a:bodyPr vert="horz" wrap="square" lIns="0" tIns="57150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450"/>
              </a:spcBef>
            </a:pPr>
            <a:r>
              <a:rPr sz="2000" i="1" dirty="0">
                <a:latin typeface="Arial"/>
                <a:cs typeface="Arial"/>
              </a:rPr>
              <a:t>h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sz="5400" i="1" dirty="0">
                <a:latin typeface="Arial"/>
                <a:cs typeface="Arial"/>
              </a:rPr>
              <a:t>Y</a:t>
            </a:r>
            <a:endParaRPr sz="5400">
              <a:latin typeface="Arial"/>
              <a:cs typeface="Arial"/>
            </a:endParaRPr>
          </a:p>
        </p:txBody>
      </p:sp>
      <p:sp>
        <p:nvSpPr>
          <p:cNvPr id="34" name="Slide Number Placeholder 33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35</a:t>
            </a:fld>
            <a:endParaRPr lang="en-IN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371600"/>
            <a:ext cx="9144000" cy="762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3971925" y="1712976"/>
            <a:ext cx="802005" cy="755650"/>
            <a:chOff x="3971925" y="1712976"/>
            <a:chExt cx="802005" cy="755650"/>
          </a:xfrm>
        </p:grpSpPr>
        <p:sp>
          <p:nvSpPr>
            <p:cNvPr id="4" name="object 4"/>
            <p:cNvSpPr/>
            <p:nvPr/>
          </p:nvSpPr>
          <p:spPr>
            <a:xfrm>
              <a:off x="3978275" y="1719326"/>
              <a:ext cx="789305" cy="742950"/>
            </a:xfrm>
            <a:custGeom>
              <a:avLst/>
              <a:gdLst/>
              <a:ahLst/>
              <a:cxnLst/>
              <a:rect l="l" t="t" r="r" b="b"/>
              <a:pathLst>
                <a:path w="789304" h="742950">
                  <a:moveTo>
                    <a:pt x="394462" y="0"/>
                  </a:moveTo>
                  <a:lnTo>
                    <a:pt x="344991" y="2893"/>
                  </a:lnTo>
                  <a:lnTo>
                    <a:pt x="297351" y="11340"/>
                  </a:lnTo>
                  <a:lnTo>
                    <a:pt x="251913" y="24995"/>
                  </a:lnTo>
                  <a:lnTo>
                    <a:pt x="209045" y="43509"/>
                  </a:lnTo>
                  <a:lnTo>
                    <a:pt x="169119" y="66536"/>
                  </a:lnTo>
                  <a:lnTo>
                    <a:pt x="132504" y="93727"/>
                  </a:lnTo>
                  <a:lnTo>
                    <a:pt x="99570" y="124734"/>
                  </a:lnTo>
                  <a:lnTo>
                    <a:pt x="70688" y="159211"/>
                  </a:lnTo>
                  <a:lnTo>
                    <a:pt x="46227" y="196810"/>
                  </a:lnTo>
                  <a:lnTo>
                    <a:pt x="26557" y="237184"/>
                  </a:lnTo>
                  <a:lnTo>
                    <a:pt x="12050" y="279984"/>
                  </a:lnTo>
                  <a:lnTo>
                    <a:pt x="3074" y="324863"/>
                  </a:lnTo>
                  <a:lnTo>
                    <a:pt x="0" y="371475"/>
                  </a:lnTo>
                  <a:lnTo>
                    <a:pt x="3074" y="418061"/>
                  </a:lnTo>
                  <a:lnTo>
                    <a:pt x="12050" y="462923"/>
                  </a:lnTo>
                  <a:lnTo>
                    <a:pt x="26557" y="505713"/>
                  </a:lnTo>
                  <a:lnTo>
                    <a:pt x="46227" y="546082"/>
                  </a:lnTo>
                  <a:lnTo>
                    <a:pt x="70688" y="583682"/>
                  </a:lnTo>
                  <a:lnTo>
                    <a:pt x="99570" y="618164"/>
                  </a:lnTo>
                  <a:lnTo>
                    <a:pt x="132504" y="649179"/>
                  </a:lnTo>
                  <a:lnTo>
                    <a:pt x="169119" y="676379"/>
                  </a:lnTo>
                  <a:lnTo>
                    <a:pt x="209045" y="699415"/>
                  </a:lnTo>
                  <a:lnTo>
                    <a:pt x="251913" y="717938"/>
                  </a:lnTo>
                  <a:lnTo>
                    <a:pt x="297351" y="731601"/>
                  </a:lnTo>
                  <a:lnTo>
                    <a:pt x="344991" y="740054"/>
                  </a:lnTo>
                  <a:lnTo>
                    <a:pt x="394462" y="742950"/>
                  </a:lnTo>
                  <a:lnTo>
                    <a:pt x="443959" y="740054"/>
                  </a:lnTo>
                  <a:lnTo>
                    <a:pt x="491622" y="731601"/>
                  </a:lnTo>
                  <a:lnTo>
                    <a:pt x="537079" y="717938"/>
                  </a:lnTo>
                  <a:lnTo>
                    <a:pt x="579963" y="699415"/>
                  </a:lnTo>
                  <a:lnTo>
                    <a:pt x="619902" y="676379"/>
                  </a:lnTo>
                  <a:lnTo>
                    <a:pt x="656526" y="649179"/>
                  </a:lnTo>
                  <a:lnTo>
                    <a:pt x="689467" y="618164"/>
                  </a:lnTo>
                  <a:lnTo>
                    <a:pt x="718355" y="583682"/>
                  </a:lnTo>
                  <a:lnTo>
                    <a:pt x="742819" y="546082"/>
                  </a:lnTo>
                  <a:lnTo>
                    <a:pt x="762491" y="505713"/>
                  </a:lnTo>
                  <a:lnTo>
                    <a:pt x="777000" y="462923"/>
                  </a:lnTo>
                  <a:lnTo>
                    <a:pt x="785976" y="418061"/>
                  </a:lnTo>
                  <a:lnTo>
                    <a:pt x="789051" y="371475"/>
                  </a:lnTo>
                  <a:lnTo>
                    <a:pt x="785976" y="324863"/>
                  </a:lnTo>
                  <a:lnTo>
                    <a:pt x="777000" y="279984"/>
                  </a:lnTo>
                  <a:lnTo>
                    <a:pt x="762491" y="237184"/>
                  </a:lnTo>
                  <a:lnTo>
                    <a:pt x="742819" y="196810"/>
                  </a:lnTo>
                  <a:lnTo>
                    <a:pt x="718355" y="159211"/>
                  </a:lnTo>
                  <a:lnTo>
                    <a:pt x="689467" y="124734"/>
                  </a:lnTo>
                  <a:lnTo>
                    <a:pt x="656526" y="93727"/>
                  </a:lnTo>
                  <a:lnTo>
                    <a:pt x="619902" y="66536"/>
                  </a:lnTo>
                  <a:lnTo>
                    <a:pt x="579963" y="43509"/>
                  </a:lnTo>
                  <a:lnTo>
                    <a:pt x="537079" y="24995"/>
                  </a:lnTo>
                  <a:lnTo>
                    <a:pt x="491622" y="11340"/>
                  </a:lnTo>
                  <a:lnTo>
                    <a:pt x="443959" y="2893"/>
                  </a:lnTo>
                  <a:lnTo>
                    <a:pt x="394462" y="0"/>
                  </a:lnTo>
                  <a:close/>
                </a:path>
              </a:pathLst>
            </a:custGeom>
            <a:solidFill>
              <a:srgbClr val="00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978275" y="1719326"/>
              <a:ext cx="789305" cy="742950"/>
            </a:xfrm>
            <a:custGeom>
              <a:avLst/>
              <a:gdLst/>
              <a:ahLst/>
              <a:cxnLst/>
              <a:rect l="l" t="t" r="r" b="b"/>
              <a:pathLst>
                <a:path w="789304" h="742950">
                  <a:moveTo>
                    <a:pt x="0" y="371475"/>
                  </a:moveTo>
                  <a:lnTo>
                    <a:pt x="3074" y="324863"/>
                  </a:lnTo>
                  <a:lnTo>
                    <a:pt x="12050" y="279984"/>
                  </a:lnTo>
                  <a:lnTo>
                    <a:pt x="26557" y="237184"/>
                  </a:lnTo>
                  <a:lnTo>
                    <a:pt x="46227" y="196810"/>
                  </a:lnTo>
                  <a:lnTo>
                    <a:pt x="70688" y="159211"/>
                  </a:lnTo>
                  <a:lnTo>
                    <a:pt x="99570" y="124734"/>
                  </a:lnTo>
                  <a:lnTo>
                    <a:pt x="132504" y="93727"/>
                  </a:lnTo>
                  <a:lnTo>
                    <a:pt x="169119" y="66536"/>
                  </a:lnTo>
                  <a:lnTo>
                    <a:pt x="209045" y="43509"/>
                  </a:lnTo>
                  <a:lnTo>
                    <a:pt x="251913" y="24995"/>
                  </a:lnTo>
                  <a:lnTo>
                    <a:pt x="297351" y="11340"/>
                  </a:lnTo>
                  <a:lnTo>
                    <a:pt x="344991" y="2893"/>
                  </a:lnTo>
                  <a:lnTo>
                    <a:pt x="394462" y="0"/>
                  </a:lnTo>
                  <a:lnTo>
                    <a:pt x="443959" y="2893"/>
                  </a:lnTo>
                  <a:lnTo>
                    <a:pt x="491622" y="11340"/>
                  </a:lnTo>
                  <a:lnTo>
                    <a:pt x="537079" y="24995"/>
                  </a:lnTo>
                  <a:lnTo>
                    <a:pt x="579963" y="43509"/>
                  </a:lnTo>
                  <a:lnTo>
                    <a:pt x="619902" y="66536"/>
                  </a:lnTo>
                  <a:lnTo>
                    <a:pt x="656526" y="93727"/>
                  </a:lnTo>
                  <a:lnTo>
                    <a:pt x="689467" y="124734"/>
                  </a:lnTo>
                  <a:lnTo>
                    <a:pt x="718355" y="159211"/>
                  </a:lnTo>
                  <a:lnTo>
                    <a:pt x="742819" y="196810"/>
                  </a:lnTo>
                  <a:lnTo>
                    <a:pt x="762491" y="237184"/>
                  </a:lnTo>
                  <a:lnTo>
                    <a:pt x="777000" y="279984"/>
                  </a:lnTo>
                  <a:lnTo>
                    <a:pt x="785976" y="324863"/>
                  </a:lnTo>
                  <a:lnTo>
                    <a:pt x="789051" y="371475"/>
                  </a:lnTo>
                  <a:lnTo>
                    <a:pt x="785976" y="418061"/>
                  </a:lnTo>
                  <a:lnTo>
                    <a:pt x="777000" y="462923"/>
                  </a:lnTo>
                  <a:lnTo>
                    <a:pt x="762491" y="505713"/>
                  </a:lnTo>
                  <a:lnTo>
                    <a:pt x="742819" y="546082"/>
                  </a:lnTo>
                  <a:lnTo>
                    <a:pt x="718355" y="583682"/>
                  </a:lnTo>
                  <a:lnTo>
                    <a:pt x="689467" y="618164"/>
                  </a:lnTo>
                  <a:lnTo>
                    <a:pt x="656526" y="649179"/>
                  </a:lnTo>
                  <a:lnTo>
                    <a:pt x="619902" y="676379"/>
                  </a:lnTo>
                  <a:lnTo>
                    <a:pt x="579963" y="699415"/>
                  </a:lnTo>
                  <a:lnTo>
                    <a:pt x="537079" y="717938"/>
                  </a:lnTo>
                  <a:lnTo>
                    <a:pt x="491622" y="731601"/>
                  </a:lnTo>
                  <a:lnTo>
                    <a:pt x="443959" y="740054"/>
                  </a:lnTo>
                  <a:lnTo>
                    <a:pt x="394462" y="742950"/>
                  </a:lnTo>
                  <a:lnTo>
                    <a:pt x="344991" y="740054"/>
                  </a:lnTo>
                  <a:lnTo>
                    <a:pt x="297351" y="731601"/>
                  </a:lnTo>
                  <a:lnTo>
                    <a:pt x="251913" y="717938"/>
                  </a:lnTo>
                  <a:lnTo>
                    <a:pt x="209045" y="699415"/>
                  </a:lnTo>
                  <a:lnTo>
                    <a:pt x="169119" y="676379"/>
                  </a:lnTo>
                  <a:lnTo>
                    <a:pt x="132504" y="649179"/>
                  </a:lnTo>
                  <a:lnTo>
                    <a:pt x="99570" y="618164"/>
                  </a:lnTo>
                  <a:lnTo>
                    <a:pt x="70688" y="583682"/>
                  </a:lnTo>
                  <a:lnTo>
                    <a:pt x="46227" y="546082"/>
                  </a:lnTo>
                  <a:lnTo>
                    <a:pt x="26557" y="505713"/>
                  </a:lnTo>
                  <a:lnTo>
                    <a:pt x="12050" y="462923"/>
                  </a:lnTo>
                  <a:lnTo>
                    <a:pt x="3074" y="418061"/>
                  </a:lnTo>
                  <a:lnTo>
                    <a:pt x="0" y="371475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329176" y="1520190"/>
            <a:ext cx="17780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i="1" spc="-5" dirty="0">
                <a:solidFill>
                  <a:srgbClr val="000000"/>
                </a:solidFill>
                <a:latin typeface="Arial"/>
                <a:cs typeface="Arial"/>
              </a:rPr>
              <a:t>j</a:t>
            </a:r>
            <a:endParaRPr sz="540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392426" y="2927350"/>
            <a:ext cx="803275" cy="755650"/>
            <a:chOff x="2392426" y="2927350"/>
            <a:chExt cx="803275" cy="755650"/>
          </a:xfrm>
        </p:grpSpPr>
        <p:sp>
          <p:nvSpPr>
            <p:cNvPr id="8" name="object 8"/>
            <p:cNvSpPr/>
            <p:nvPr/>
          </p:nvSpPr>
          <p:spPr>
            <a:xfrm>
              <a:off x="2398776" y="2933700"/>
              <a:ext cx="790575" cy="742950"/>
            </a:xfrm>
            <a:custGeom>
              <a:avLst/>
              <a:gdLst/>
              <a:ahLst/>
              <a:cxnLst/>
              <a:rect l="l" t="t" r="r" b="b"/>
              <a:pathLst>
                <a:path w="790575" h="742950">
                  <a:moveTo>
                    <a:pt x="395224" y="0"/>
                  </a:moveTo>
                  <a:lnTo>
                    <a:pt x="345640" y="2895"/>
                  </a:lnTo>
                  <a:lnTo>
                    <a:pt x="297897" y="11348"/>
                  </a:lnTo>
                  <a:lnTo>
                    <a:pt x="252364" y="25011"/>
                  </a:lnTo>
                  <a:lnTo>
                    <a:pt x="209410" y="43534"/>
                  </a:lnTo>
                  <a:lnTo>
                    <a:pt x="169407" y="66570"/>
                  </a:lnTo>
                  <a:lnTo>
                    <a:pt x="132725" y="93770"/>
                  </a:lnTo>
                  <a:lnTo>
                    <a:pt x="99732" y="124785"/>
                  </a:lnTo>
                  <a:lnTo>
                    <a:pt x="70800" y="159267"/>
                  </a:lnTo>
                  <a:lnTo>
                    <a:pt x="46299" y="196867"/>
                  </a:lnTo>
                  <a:lnTo>
                    <a:pt x="26598" y="237236"/>
                  </a:lnTo>
                  <a:lnTo>
                    <a:pt x="12068" y="280026"/>
                  </a:lnTo>
                  <a:lnTo>
                    <a:pt x="3078" y="324888"/>
                  </a:lnTo>
                  <a:lnTo>
                    <a:pt x="0" y="371475"/>
                  </a:lnTo>
                  <a:lnTo>
                    <a:pt x="3078" y="418061"/>
                  </a:lnTo>
                  <a:lnTo>
                    <a:pt x="12068" y="462923"/>
                  </a:lnTo>
                  <a:lnTo>
                    <a:pt x="26598" y="505713"/>
                  </a:lnTo>
                  <a:lnTo>
                    <a:pt x="46299" y="546082"/>
                  </a:lnTo>
                  <a:lnTo>
                    <a:pt x="70800" y="583682"/>
                  </a:lnTo>
                  <a:lnTo>
                    <a:pt x="99732" y="618164"/>
                  </a:lnTo>
                  <a:lnTo>
                    <a:pt x="132725" y="649179"/>
                  </a:lnTo>
                  <a:lnTo>
                    <a:pt x="169407" y="676379"/>
                  </a:lnTo>
                  <a:lnTo>
                    <a:pt x="209410" y="699415"/>
                  </a:lnTo>
                  <a:lnTo>
                    <a:pt x="252364" y="717938"/>
                  </a:lnTo>
                  <a:lnTo>
                    <a:pt x="297897" y="731601"/>
                  </a:lnTo>
                  <a:lnTo>
                    <a:pt x="345640" y="740054"/>
                  </a:lnTo>
                  <a:lnTo>
                    <a:pt x="395224" y="742950"/>
                  </a:lnTo>
                  <a:lnTo>
                    <a:pt x="444809" y="740054"/>
                  </a:lnTo>
                  <a:lnTo>
                    <a:pt x="492558" y="731601"/>
                  </a:lnTo>
                  <a:lnTo>
                    <a:pt x="538101" y="717938"/>
                  </a:lnTo>
                  <a:lnTo>
                    <a:pt x="581065" y="699415"/>
                  </a:lnTo>
                  <a:lnTo>
                    <a:pt x="621081" y="676379"/>
                  </a:lnTo>
                  <a:lnTo>
                    <a:pt x="657778" y="649179"/>
                  </a:lnTo>
                  <a:lnTo>
                    <a:pt x="690785" y="618164"/>
                  </a:lnTo>
                  <a:lnTo>
                    <a:pt x="719732" y="583682"/>
                  </a:lnTo>
                  <a:lnTo>
                    <a:pt x="744246" y="546082"/>
                  </a:lnTo>
                  <a:lnTo>
                    <a:pt x="763959" y="505713"/>
                  </a:lnTo>
                  <a:lnTo>
                    <a:pt x="778498" y="462923"/>
                  </a:lnTo>
                  <a:lnTo>
                    <a:pt x="787494" y="418061"/>
                  </a:lnTo>
                  <a:lnTo>
                    <a:pt x="790575" y="371475"/>
                  </a:lnTo>
                  <a:lnTo>
                    <a:pt x="787494" y="324888"/>
                  </a:lnTo>
                  <a:lnTo>
                    <a:pt x="778498" y="280026"/>
                  </a:lnTo>
                  <a:lnTo>
                    <a:pt x="763959" y="237236"/>
                  </a:lnTo>
                  <a:lnTo>
                    <a:pt x="744246" y="196867"/>
                  </a:lnTo>
                  <a:lnTo>
                    <a:pt x="719732" y="159267"/>
                  </a:lnTo>
                  <a:lnTo>
                    <a:pt x="690785" y="124785"/>
                  </a:lnTo>
                  <a:lnTo>
                    <a:pt x="657778" y="93770"/>
                  </a:lnTo>
                  <a:lnTo>
                    <a:pt x="621081" y="66570"/>
                  </a:lnTo>
                  <a:lnTo>
                    <a:pt x="581065" y="43534"/>
                  </a:lnTo>
                  <a:lnTo>
                    <a:pt x="538101" y="25011"/>
                  </a:lnTo>
                  <a:lnTo>
                    <a:pt x="492558" y="11348"/>
                  </a:lnTo>
                  <a:lnTo>
                    <a:pt x="444809" y="2895"/>
                  </a:lnTo>
                  <a:lnTo>
                    <a:pt x="395224" y="0"/>
                  </a:lnTo>
                  <a:close/>
                </a:path>
              </a:pathLst>
            </a:custGeom>
            <a:solidFill>
              <a:srgbClr val="00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398776" y="2933700"/>
              <a:ext cx="790575" cy="742950"/>
            </a:xfrm>
            <a:custGeom>
              <a:avLst/>
              <a:gdLst/>
              <a:ahLst/>
              <a:cxnLst/>
              <a:rect l="l" t="t" r="r" b="b"/>
              <a:pathLst>
                <a:path w="790575" h="742950">
                  <a:moveTo>
                    <a:pt x="0" y="371475"/>
                  </a:moveTo>
                  <a:lnTo>
                    <a:pt x="3078" y="324888"/>
                  </a:lnTo>
                  <a:lnTo>
                    <a:pt x="12068" y="280026"/>
                  </a:lnTo>
                  <a:lnTo>
                    <a:pt x="26598" y="237236"/>
                  </a:lnTo>
                  <a:lnTo>
                    <a:pt x="46299" y="196867"/>
                  </a:lnTo>
                  <a:lnTo>
                    <a:pt x="70800" y="159267"/>
                  </a:lnTo>
                  <a:lnTo>
                    <a:pt x="99732" y="124785"/>
                  </a:lnTo>
                  <a:lnTo>
                    <a:pt x="132725" y="93770"/>
                  </a:lnTo>
                  <a:lnTo>
                    <a:pt x="169407" y="66570"/>
                  </a:lnTo>
                  <a:lnTo>
                    <a:pt x="209410" y="43534"/>
                  </a:lnTo>
                  <a:lnTo>
                    <a:pt x="252364" y="25011"/>
                  </a:lnTo>
                  <a:lnTo>
                    <a:pt x="297897" y="11348"/>
                  </a:lnTo>
                  <a:lnTo>
                    <a:pt x="345640" y="2895"/>
                  </a:lnTo>
                  <a:lnTo>
                    <a:pt x="395224" y="0"/>
                  </a:lnTo>
                  <a:lnTo>
                    <a:pt x="444809" y="2895"/>
                  </a:lnTo>
                  <a:lnTo>
                    <a:pt x="492558" y="11348"/>
                  </a:lnTo>
                  <a:lnTo>
                    <a:pt x="538101" y="25011"/>
                  </a:lnTo>
                  <a:lnTo>
                    <a:pt x="581065" y="43534"/>
                  </a:lnTo>
                  <a:lnTo>
                    <a:pt x="621081" y="66570"/>
                  </a:lnTo>
                  <a:lnTo>
                    <a:pt x="657778" y="93770"/>
                  </a:lnTo>
                  <a:lnTo>
                    <a:pt x="690785" y="124785"/>
                  </a:lnTo>
                  <a:lnTo>
                    <a:pt x="719732" y="159267"/>
                  </a:lnTo>
                  <a:lnTo>
                    <a:pt x="744246" y="196867"/>
                  </a:lnTo>
                  <a:lnTo>
                    <a:pt x="763959" y="237236"/>
                  </a:lnTo>
                  <a:lnTo>
                    <a:pt x="778498" y="280026"/>
                  </a:lnTo>
                  <a:lnTo>
                    <a:pt x="787494" y="324888"/>
                  </a:lnTo>
                  <a:lnTo>
                    <a:pt x="790575" y="371475"/>
                  </a:lnTo>
                  <a:lnTo>
                    <a:pt x="787494" y="418061"/>
                  </a:lnTo>
                  <a:lnTo>
                    <a:pt x="778498" y="462923"/>
                  </a:lnTo>
                  <a:lnTo>
                    <a:pt x="763959" y="505713"/>
                  </a:lnTo>
                  <a:lnTo>
                    <a:pt x="744246" y="546082"/>
                  </a:lnTo>
                  <a:lnTo>
                    <a:pt x="719732" y="583682"/>
                  </a:lnTo>
                  <a:lnTo>
                    <a:pt x="690785" y="618164"/>
                  </a:lnTo>
                  <a:lnTo>
                    <a:pt x="657778" y="649179"/>
                  </a:lnTo>
                  <a:lnTo>
                    <a:pt x="621081" y="676379"/>
                  </a:lnTo>
                  <a:lnTo>
                    <a:pt x="581065" y="699415"/>
                  </a:lnTo>
                  <a:lnTo>
                    <a:pt x="538101" y="717938"/>
                  </a:lnTo>
                  <a:lnTo>
                    <a:pt x="492558" y="731601"/>
                  </a:lnTo>
                  <a:lnTo>
                    <a:pt x="444809" y="740054"/>
                  </a:lnTo>
                  <a:lnTo>
                    <a:pt x="395224" y="742950"/>
                  </a:lnTo>
                  <a:lnTo>
                    <a:pt x="345640" y="740054"/>
                  </a:lnTo>
                  <a:lnTo>
                    <a:pt x="297897" y="731601"/>
                  </a:lnTo>
                  <a:lnTo>
                    <a:pt x="252364" y="717938"/>
                  </a:lnTo>
                  <a:lnTo>
                    <a:pt x="209410" y="699415"/>
                  </a:lnTo>
                  <a:lnTo>
                    <a:pt x="169407" y="676379"/>
                  </a:lnTo>
                  <a:lnTo>
                    <a:pt x="132725" y="649179"/>
                  </a:lnTo>
                  <a:lnTo>
                    <a:pt x="99732" y="618164"/>
                  </a:lnTo>
                  <a:lnTo>
                    <a:pt x="70800" y="583682"/>
                  </a:lnTo>
                  <a:lnTo>
                    <a:pt x="46299" y="546082"/>
                  </a:lnTo>
                  <a:lnTo>
                    <a:pt x="26598" y="505713"/>
                  </a:lnTo>
                  <a:lnTo>
                    <a:pt x="12068" y="462923"/>
                  </a:lnTo>
                  <a:lnTo>
                    <a:pt x="3078" y="418061"/>
                  </a:lnTo>
                  <a:lnTo>
                    <a:pt x="0" y="371475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604897" y="2849117"/>
            <a:ext cx="36830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i="1" dirty="0">
                <a:latin typeface="Arial"/>
                <a:cs typeface="Arial"/>
              </a:rPr>
              <a:t>k</a:t>
            </a:r>
            <a:endParaRPr sz="5400">
              <a:latin typeface="Arial"/>
              <a:cs typeface="Aria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814387" y="3556000"/>
            <a:ext cx="1713230" cy="2555875"/>
            <a:chOff x="814387" y="3556000"/>
            <a:chExt cx="1713230" cy="2555875"/>
          </a:xfrm>
        </p:grpSpPr>
        <p:sp>
          <p:nvSpPr>
            <p:cNvPr id="12" name="object 12"/>
            <p:cNvSpPr/>
            <p:nvPr/>
          </p:nvSpPr>
          <p:spPr>
            <a:xfrm>
              <a:off x="820737" y="4148073"/>
              <a:ext cx="1506855" cy="1957705"/>
            </a:xfrm>
            <a:custGeom>
              <a:avLst/>
              <a:gdLst/>
              <a:ahLst/>
              <a:cxnLst/>
              <a:rect l="l" t="t" r="r" b="b"/>
              <a:pathLst>
                <a:path w="1506855" h="1957704">
                  <a:moveTo>
                    <a:pt x="753300" y="0"/>
                  </a:moveTo>
                  <a:lnTo>
                    <a:pt x="0" y="1957451"/>
                  </a:lnTo>
                  <a:lnTo>
                    <a:pt x="1506537" y="1957451"/>
                  </a:lnTo>
                  <a:lnTo>
                    <a:pt x="753300" y="0"/>
                  </a:lnTo>
                  <a:close/>
                </a:path>
              </a:pathLst>
            </a:custGeom>
            <a:solidFill>
              <a:srgbClr val="00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20737" y="4148073"/>
              <a:ext cx="1506855" cy="1957705"/>
            </a:xfrm>
            <a:custGeom>
              <a:avLst/>
              <a:gdLst/>
              <a:ahLst/>
              <a:cxnLst/>
              <a:rect l="l" t="t" r="r" b="b"/>
              <a:pathLst>
                <a:path w="1506855" h="1957704">
                  <a:moveTo>
                    <a:pt x="0" y="1957451"/>
                  </a:moveTo>
                  <a:lnTo>
                    <a:pt x="753300" y="0"/>
                  </a:lnTo>
                  <a:lnTo>
                    <a:pt x="1506537" y="1957451"/>
                  </a:lnTo>
                  <a:lnTo>
                    <a:pt x="0" y="1957451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574800" y="3568700"/>
              <a:ext cx="939800" cy="579755"/>
            </a:xfrm>
            <a:custGeom>
              <a:avLst/>
              <a:gdLst/>
              <a:ahLst/>
              <a:cxnLst/>
              <a:rect l="l" t="t" r="r" b="b"/>
              <a:pathLst>
                <a:path w="939800" h="579754">
                  <a:moveTo>
                    <a:pt x="939800" y="0"/>
                  </a:moveTo>
                  <a:lnTo>
                    <a:pt x="0" y="579374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1401317" y="5176824"/>
            <a:ext cx="483234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i="1" dirty="0">
                <a:latin typeface="Arial"/>
                <a:cs typeface="Arial"/>
              </a:rPr>
              <a:t>X</a:t>
            </a:r>
            <a:endParaRPr sz="5400">
              <a:latin typeface="Arial"/>
              <a:cs typeface="Arial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3325876" y="2339975"/>
            <a:ext cx="3386454" cy="2962275"/>
            <a:chOff x="3325876" y="2339975"/>
            <a:chExt cx="3386454" cy="2962275"/>
          </a:xfrm>
        </p:grpSpPr>
        <p:sp>
          <p:nvSpPr>
            <p:cNvPr id="17" name="object 17"/>
            <p:cNvSpPr/>
            <p:nvPr/>
          </p:nvSpPr>
          <p:spPr>
            <a:xfrm>
              <a:off x="5197475" y="3338575"/>
              <a:ext cx="1508125" cy="1148080"/>
            </a:xfrm>
            <a:custGeom>
              <a:avLst/>
              <a:gdLst/>
              <a:ahLst/>
              <a:cxnLst/>
              <a:rect l="l" t="t" r="r" b="b"/>
              <a:pathLst>
                <a:path w="1508125" h="1148079">
                  <a:moveTo>
                    <a:pt x="754126" y="0"/>
                  </a:moveTo>
                  <a:lnTo>
                    <a:pt x="0" y="1147699"/>
                  </a:lnTo>
                  <a:lnTo>
                    <a:pt x="1508125" y="1147699"/>
                  </a:lnTo>
                  <a:lnTo>
                    <a:pt x="754126" y="0"/>
                  </a:lnTo>
                  <a:close/>
                </a:path>
              </a:pathLst>
            </a:custGeom>
            <a:solidFill>
              <a:srgbClr val="00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197475" y="3338575"/>
              <a:ext cx="1508125" cy="1148080"/>
            </a:xfrm>
            <a:custGeom>
              <a:avLst/>
              <a:gdLst/>
              <a:ahLst/>
              <a:cxnLst/>
              <a:rect l="l" t="t" r="r" b="b"/>
              <a:pathLst>
                <a:path w="1508125" h="1148079">
                  <a:moveTo>
                    <a:pt x="0" y="1147699"/>
                  </a:moveTo>
                  <a:lnTo>
                    <a:pt x="754126" y="0"/>
                  </a:lnTo>
                  <a:lnTo>
                    <a:pt x="1508125" y="1147699"/>
                  </a:lnTo>
                  <a:lnTo>
                    <a:pt x="0" y="1147699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653026" y="2352675"/>
              <a:ext cx="1298575" cy="986155"/>
            </a:xfrm>
            <a:custGeom>
              <a:avLst/>
              <a:gdLst/>
              <a:ahLst/>
              <a:cxnLst/>
              <a:rect l="l" t="t" r="r" b="b"/>
              <a:pathLst>
                <a:path w="1298575" h="986154">
                  <a:moveTo>
                    <a:pt x="0" y="0"/>
                  </a:moveTo>
                  <a:lnTo>
                    <a:pt x="1298575" y="985901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332226" y="4216400"/>
              <a:ext cx="1435100" cy="1079500"/>
            </a:xfrm>
            <a:custGeom>
              <a:avLst/>
              <a:gdLst/>
              <a:ahLst/>
              <a:cxnLst/>
              <a:rect l="l" t="t" r="r" b="b"/>
              <a:pathLst>
                <a:path w="1435100" h="1079500">
                  <a:moveTo>
                    <a:pt x="717550" y="0"/>
                  </a:moveTo>
                  <a:lnTo>
                    <a:pt x="0" y="1079500"/>
                  </a:lnTo>
                  <a:lnTo>
                    <a:pt x="1435100" y="1079500"/>
                  </a:lnTo>
                  <a:lnTo>
                    <a:pt x="717550" y="0"/>
                  </a:lnTo>
                  <a:close/>
                </a:path>
              </a:pathLst>
            </a:custGeom>
            <a:solidFill>
              <a:srgbClr val="00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332226" y="4216400"/>
              <a:ext cx="1435100" cy="1079500"/>
            </a:xfrm>
            <a:custGeom>
              <a:avLst/>
              <a:gdLst/>
              <a:ahLst/>
              <a:cxnLst/>
              <a:rect l="l" t="t" r="r" b="b"/>
              <a:pathLst>
                <a:path w="1435100" h="1079500">
                  <a:moveTo>
                    <a:pt x="0" y="1079500"/>
                  </a:moveTo>
                  <a:lnTo>
                    <a:pt x="717550" y="0"/>
                  </a:lnTo>
                  <a:lnTo>
                    <a:pt x="1435100" y="1079500"/>
                  </a:lnTo>
                  <a:lnTo>
                    <a:pt x="0" y="10795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5736082" y="3473797"/>
            <a:ext cx="3044825" cy="1864360"/>
          </a:xfrm>
          <a:prstGeom prst="rect">
            <a:avLst/>
          </a:prstGeom>
        </p:spPr>
        <p:txBody>
          <a:bodyPr vert="horz" wrap="square" lIns="0" tIns="1085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55"/>
              </a:spcBef>
              <a:tabLst>
                <a:tab pos="1318260" algn="l"/>
                <a:tab pos="3030855" algn="l"/>
              </a:tabLst>
            </a:pPr>
            <a:r>
              <a:rPr sz="5400" i="1" dirty="0">
                <a:latin typeface="Arial"/>
                <a:cs typeface="Arial"/>
              </a:rPr>
              <a:t>Z	</a:t>
            </a:r>
            <a:r>
              <a:rPr sz="5400" i="1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	</a:t>
            </a:r>
            <a:endParaRPr sz="5400">
              <a:latin typeface="Arial"/>
              <a:cs typeface="Arial"/>
            </a:endParaRPr>
          </a:p>
          <a:p>
            <a:pPr marL="1305560" algn="ctr">
              <a:lnSpc>
                <a:spcPct val="100000"/>
              </a:lnSpc>
              <a:spcBef>
                <a:spcPts val="760"/>
              </a:spcBef>
              <a:tabLst>
                <a:tab pos="3018155" algn="l"/>
              </a:tabLst>
            </a:pPr>
            <a:r>
              <a:rPr sz="5400" i="1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	</a:t>
            </a:r>
            <a:endParaRPr sz="5400">
              <a:latin typeface="Arial"/>
              <a:cs typeface="Arial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7064375" y="6037262"/>
            <a:ext cx="1506855" cy="1905"/>
          </a:xfrm>
          <a:custGeom>
            <a:avLst/>
            <a:gdLst/>
            <a:ahLst/>
            <a:cxnLst/>
            <a:rect l="l" t="t" r="r" b="b"/>
            <a:pathLst>
              <a:path w="1506854" h="1904">
                <a:moveTo>
                  <a:pt x="0" y="0"/>
                </a:moveTo>
                <a:lnTo>
                  <a:pt x="1506601" y="1587"/>
                </a:lnTo>
              </a:path>
            </a:pathLst>
          </a:custGeom>
          <a:ln w="19050">
            <a:solidFill>
              <a:srgbClr val="000000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5375528" y="1913382"/>
            <a:ext cx="26517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i="1" spc="-5" dirty="0">
                <a:latin typeface="Arial"/>
                <a:cs typeface="Arial"/>
              </a:rPr>
              <a:t>Do </a:t>
            </a:r>
            <a:r>
              <a:rPr sz="2400" i="1" dirty="0">
                <a:latin typeface="Arial"/>
                <a:cs typeface="Arial"/>
              </a:rPr>
              <a:t>a “</a:t>
            </a:r>
            <a:r>
              <a:rPr sz="2400" i="1" dirty="0">
                <a:solidFill>
                  <a:srgbClr val="FF0000"/>
                </a:solidFill>
                <a:latin typeface="Arial"/>
                <a:cs typeface="Arial"/>
              </a:rPr>
              <a:t>right</a:t>
            </a:r>
            <a:r>
              <a:rPr sz="2400" i="1" spc="-9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FF0000"/>
                </a:solidFill>
                <a:latin typeface="Arial"/>
                <a:cs typeface="Arial"/>
              </a:rPr>
              <a:t>rotation</a:t>
            </a:r>
            <a:r>
              <a:rPr sz="2400" i="1" dirty="0">
                <a:latin typeface="Arial"/>
                <a:cs typeface="Arial"/>
              </a:rPr>
              <a:t>”</a:t>
            </a:r>
            <a:endParaRPr sz="24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150745" y="683717"/>
            <a:ext cx="484441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i="1" dirty="0">
                <a:solidFill>
                  <a:srgbClr val="FF0000"/>
                </a:solidFill>
                <a:latin typeface="Arial"/>
                <a:cs typeface="Arial"/>
              </a:rPr>
              <a:t>Single right</a:t>
            </a:r>
            <a:r>
              <a:rPr sz="4400" i="1" spc="-7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4400" i="1" dirty="0">
                <a:solidFill>
                  <a:srgbClr val="FF0000"/>
                </a:solidFill>
                <a:latin typeface="Arial"/>
                <a:cs typeface="Arial"/>
              </a:rPr>
              <a:t>rotation</a:t>
            </a:r>
            <a:endParaRPr sz="4400">
              <a:latin typeface="Arial"/>
              <a:cs typeface="Arial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3060700" y="2339975"/>
            <a:ext cx="1046480" cy="1948180"/>
            <a:chOff x="3060700" y="2339975"/>
            <a:chExt cx="1046480" cy="1948180"/>
          </a:xfrm>
        </p:grpSpPr>
        <p:sp>
          <p:nvSpPr>
            <p:cNvPr id="27" name="object 27"/>
            <p:cNvSpPr/>
            <p:nvPr/>
          </p:nvSpPr>
          <p:spPr>
            <a:xfrm>
              <a:off x="4048125" y="2352675"/>
              <a:ext cx="46355" cy="1922780"/>
            </a:xfrm>
            <a:custGeom>
              <a:avLst/>
              <a:gdLst/>
              <a:ahLst/>
              <a:cxnLst/>
              <a:rect l="l" t="t" r="r" b="b"/>
              <a:pathLst>
                <a:path w="46354" h="1922779">
                  <a:moveTo>
                    <a:pt x="46100" y="0"/>
                  </a:moveTo>
                  <a:lnTo>
                    <a:pt x="0" y="1922399"/>
                  </a:lnTo>
                </a:path>
              </a:pathLst>
            </a:custGeom>
            <a:ln w="254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3073400" y="2352675"/>
              <a:ext cx="1021080" cy="690880"/>
            </a:xfrm>
            <a:custGeom>
              <a:avLst/>
              <a:gdLst/>
              <a:ahLst/>
              <a:cxnLst/>
              <a:rect l="l" t="t" r="r" b="b"/>
              <a:pathLst>
                <a:path w="1021079" h="690880">
                  <a:moveTo>
                    <a:pt x="0" y="690499"/>
                  </a:moveTo>
                  <a:lnTo>
                    <a:pt x="1020826" y="0"/>
                  </a:lnTo>
                </a:path>
              </a:pathLst>
            </a:custGeom>
            <a:ln w="25399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3429000" y="2514600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0" y="76200"/>
                  </a:moveTo>
                  <a:lnTo>
                    <a:pt x="381000" y="304800"/>
                  </a:lnTo>
                </a:path>
                <a:path w="381000" h="381000">
                  <a:moveTo>
                    <a:pt x="304800" y="0"/>
                  </a:moveTo>
                  <a:lnTo>
                    <a:pt x="0" y="381000"/>
                  </a:lnTo>
                </a:path>
              </a:pathLst>
            </a:custGeom>
            <a:ln w="254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3073400" y="3567175"/>
              <a:ext cx="976630" cy="649605"/>
            </a:xfrm>
            <a:custGeom>
              <a:avLst/>
              <a:gdLst/>
              <a:ahLst/>
              <a:cxnLst/>
              <a:rect l="l" t="t" r="r" b="b"/>
              <a:pathLst>
                <a:path w="976629" h="649604">
                  <a:moveTo>
                    <a:pt x="0" y="0"/>
                  </a:moveTo>
                  <a:lnTo>
                    <a:pt x="976376" y="649224"/>
                  </a:lnTo>
                </a:path>
              </a:pathLst>
            </a:custGeom>
            <a:ln w="25399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3352800" y="3733800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0" y="76200"/>
                  </a:moveTo>
                  <a:lnTo>
                    <a:pt x="381000" y="304800"/>
                  </a:lnTo>
                </a:path>
                <a:path w="381000" h="381000">
                  <a:moveTo>
                    <a:pt x="304800" y="0"/>
                  </a:moveTo>
                  <a:lnTo>
                    <a:pt x="0" y="381000"/>
                  </a:lnTo>
                </a:path>
              </a:pathLst>
            </a:custGeom>
            <a:ln w="254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5261228" y="3226435"/>
            <a:ext cx="16700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i="1" dirty="0">
                <a:latin typeface="Arial"/>
                <a:cs typeface="Arial"/>
              </a:rPr>
              <a:t>h</a:t>
            </a:r>
            <a:endParaRPr sz="200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907794" y="4064889"/>
            <a:ext cx="457834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i="1" dirty="0">
                <a:latin typeface="Arial"/>
                <a:cs typeface="Arial"/>
              </a:rPr>
              <a:t>h</a:t>
            </a:r>
            <a:r>
              <a:rPr sz="2000" i="1" spc="5" dirty="0">
                <a:latin typeface="Arial"/>
                <a:cs typeface="Arial"/>
              </a:rPr>
              <a:t>+</a:t>
            </a:r>
            <a:r>
              <a:rPr sz="2000" i="1" dirty="0">
                <a:latin typeface="Arial"/>
                <a:cs typeface="Arial"/>
              </a:rPr>
              <a:t>1</a:t>
            </a:r>
            <a:endParaRPr sz="200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3819525" y="4020803"/>
            <a:ext cx="618490" cy="1317625"/>
          </a:xfrm>
          <a:prstGeom prst="rect">
            <a:avLst/>
          </a:prstGeom>
        </p:spPr>
        <p:txBody>
          <a:bodyPr vert="horz" wrap="square" lIns="0" tIns="57150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450"/>
              </a:spcBef>
            </a:pPr>
            <a:r>
              <a:rPr sz="2000" i="1" dirty="0">
                <a:latin typeface="Arial"/>
                <a:cs typeface="Arial"/>
              </a:rPr>
              <a:t>h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sz="5400" i="1" dirty="0">
                <a:latin typeface="Arial"/>
                <a:cs typeface="Arial"/>
              </a:rPr>
              <a:t>Y</a:t>
            </a:r>
            <a:endParaRPr sz="5400">
              <a:latin typeface="Arial"/>
              <a:cs typeface="Arial"/>
            </a:endParaRPr>
          </a:p>
        </p:txBody>
      </p:sp>
      <p:sp>
        <p:nvSpPr>
          <p:cNvPr id="35" name="Slide Number Placeholder 34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36</a:t>
            </a:fld>
            <a:endParaRPr lang="en-IN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371600"/>
            <a:ext cx="9144000" cy="762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4565650" y="2889250"/>
            <a:ext cx="802005" cy="755650"/>
            <a:chOff x="4565650" y="2889250"/>
            <a:chExt cx="802005" cy="755650"/>
          </a:xfrm>
        </p:grpSpPr>
        <p:sp>
          <p:nvSpPr>
            <p:cNvPr id="4" name="object 4"/>
            <p:cNvSpPr/>
            <p:nvPr/>
          </p:nvSpPr>
          <p:spPr>
            <a:xfrm>
              <a:off x="4572000" y="2895600"/>
              <a:ext cx="789305" cy="742950"/>
            </a:xfrm>
            <a:custGeom>
              <a:avLst/>
              <a:gdLst/>
              <a:ahLst/>
              <a:cxnLst/>
              <a:rect l="l" t="t" r="r" b="b"/>
              <a:pathLst>
                <a:path w="789304" h="742950">
                  <a:moveTo>
                    <a:pt x="394462" y="0"/>
                  </a:moveTo>
                  <a:lnTo>
                    <a:pt x="344991" y="2895"/>
                  </a:lnTo>
                  <a:lnTo>
                    <a:pt x="297351" y="11348"/>
                  </a:lnTo>
                  <a:lnTo>
                    <a:pt x="251913" y="25011"/>
                  </a:lnTo>
                  <a:lnTo>
                    <a:pt x="209045" y="43534"/>
                  </a:lnTo>
                  <a:lnTo>
                    <a:pt x="169119" y="66570"/>
                  </a:lnTo>
                  <a:lnTo>
                    <a:pt x="132504" y="93770"/>
                  </a:lnTo>
                  <a:lnTo>
                    <a:pt x="99570" y="124785"/>
                  </a:lnTo>
                  <a:lnTo>
                    <a:pt x="70688" y="159267"/>
                  </a:lnTo>
                  <a:lnTo>
                    <a:pt x="46227" y="196867"/>
                  </a:lnTo>
                  <a:lnTo>
                    <a:pt x="26557" y="237236"/>
                  </a:lnTo>
                  <a:lnTo>
                    <a:pt x="12050" y="280026"/>
                  </a:lnTo>
                  <a:lnTo>
                    <a:pt x="3074" y="324888"/>
                  </a:lnTo>
                  <a:lnTo>
                    <a:pt x="0" y="371475"/>
                  </a:lnTo>
                  <a:lnTo>
                    <a:pt x="3074" y="418061"/>
                  </a:lnTo>
                  <a:lnTo>
                    <a:pt x="12050" y="462923"/>
                  </a:lnTo>
                  <a:lnTo>
                    <a:pt x="26557" y="505713"/>
                  </a:lnTo>
                  <a:lnTo>
                    <a:pt x="46227" y="546082"/>
                  </a:lnTo>
                  <a:lnTo>
                    <a:pt x="70688" y="583682"/>
                  </a:lnTo>
                  <a:lnTo>
                    <a:pt x="99570" y="618164"/>
                  </a:lnTo>
                  <a:lnTo>
                    <a:pt x="132504" y="649179"/>
                  </a:lnTo>
                  <a:lnTo>
                    <a:pt x="169119" y="676379"/>
                  </a:lnTo>
                  <a:lnTo>
                    <a:pt x="209045" y="699415"/>
                  </a:lnTo>
                  <a:lnTo>
                    <a:pt x="251913" y="717938"/>
                  </a:lnTo>
                  <a:lnTo>
                    <a:pt x="297351" y="731601"/>
                  </a:lnTo>
                  <a:lnTo>
                    <a:pt x="344991" y="740054"/>
                  </a:lnTo>
                  <a:lnTo>
                    <a:pt x="394462" y="742950"/>
                  </a:lnTo>
                  <a:lnTo>
                    <a:pt x="443959" y="740054"/>
                  </a:lnTo>
                  <a:lnTo>
                    <a:pt x="491622" y="731601"/>
                  </a:lnTo>
                  <a:lnTo>
                    <a:pt x="537079" y="717938"/>
                  </a:lnTo>
                  <a:lnTo>
                    <a:pt x="579963" y="699415"/>
                  </a:lnTo>
                  <a:lnTo>
                    <a:pt x="619902" y="676379"/>
                  </a:lnTo>
                  <a:lnTo>
                    <a:pt x="656526" y="649179"/>
                  </a:lnTo>
                  <a:lnTo>
                    <a:pt x="689467" y="618164"/>
                  </a:lnTo>
                  <a:lnTo>
                    <a:pt x="718355" y="583682"/>
                  </a:lnTo>
                  <a:lnTo>
                    <a:pt x="742819" y="546082"/>
                  </a:lnTo>
                  <a:lnTo>
                    <a:pt x="762491" y="505713"/>
                  </a:lnTo>
                  <a:lnTo>
                    <a:pt x="777000" y="462923"/>
                  </a:lnTo>
                  <a:lnTo>
                    <a:pt x="785976" y="418061"/>
                  </a:lnTo>
                  <a:lnTo>
                    <a:pt x="789051" y="371475"/>
                  </a:lnTo>
                  <a:lnTo>
                    <a:pt x="785976" y="324888"/>
                  </a:lnTo>
                  <a:lnTo>
                    <a:pt x="777000" y="280026"/>
                  </a:lnTo>
                  <a:lnTo>
                    <a:pt x="762491" y="237236"/>
                  </a:lnTo>
                  <a:lnTo>
                    <a:pt x="742819" y="196867"/>
                  </a:lnTo>
                  <a:lnTo>
                    <a:pt x="718355" y="159267"/>
                  </a:lnTo>
                  <a:lnTo>
                    <a:pt x="689467" y="124785"/>
                  </a:lnTo>
                  <a:lnTo>
                    <a:pt x="656526" y="93770"/>
                  </a:lnTo>
                  <a:lnTo>
                    <a:pt x="619902" y="66570"/>
                  </a:lnTo>
                  <a:lnTo>
                    <a:pt x="579963" y="43534"/>
                  </a:lnTo>
                  <a:lnTo>
                    <a:pt x="537079" y="25011"/>
                  </a:lnTo>
                  <a:lnTo>
                    <a:pt x="491622" y="11348"/>
                  </a:lnTo>
                  <a:lnTo>
                    <a:pt x="443959" y="2895"/>
                  </a:lnTo>
                  <a:lnTo>
                    <a:pt x="394462" y="0"/>
                  </a:lnTo>
                  <a:close/>
                </a:path>
              </a:pathLst>
            </a:custGeom>
            <a:solidFill>
              <a:srgbClr val="00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572000" y="2895600"/>
              <a:ext cx="789305" cy="742950"/>
            </a:xfrm>
            <a:custGeom>
              <a:avLst/>
              <a:gdLst/>
              <a:ahLst/>
              <a:cxnLst/>
              <a:rect l="l" t="t" r="r" b="b"/>
              <a:pathLst>
                <a:path w="789304" h="742950">
                  <a:moveTo>
                    <a:pt x="0" y="371475"/>
                  </a:moveTo>
                  <a:lnTo>
                    <a:pt x="3074" y="324888"/>
                  </a:lnTo>
                  <a:lnTo>
                    <a:pt x="12050" y="280026"/>
                  </a:lnTo>
                  <a:lnTo>
                    <a:pt x="26557" y="237236"/>
                  </a:lnTo>
                  <a:lnTo>
                    <a:pt x="46227" y="196867"/>
                  </a:lnTo>
                  <a:lnTo>
                    <a:pt x="70688" y="159267"/>
                  </a:lnTo>
                  <a:lnTo>
                    <a:pt x="99570" y="124785"/>
                  </a:lnTo>
                  <a:lnTo>
                    <a:pt x="132504" y="93770"/>
                  </a:lnTo>
                  <a:lnTo>
                    <a:pt x="169119" y="66570"/>
                  </a:lnTo>
                  <a:lnTo>
                    <a:pt x="209045" y="43534"/>
                  </a:lnTo>
                  <a:lnTo>
                    <a:pt x="251913" y="25011"/>
                  </a:lnTo>
                  <a:lnTo>
                    <a:pt x="297351" y="11348"/>
                  </a:lnTo>
                  <a:lnTo>
                    <a:pt x="344991" y="2895"/>
                  </a:lnTo>
                  <a:lnTo>
                    <a:pt x="394462" y="0"/>
                  </a:lnTo>
                  <a:lnTo>
                    <a:pt x="443959" y="2895"/>
                  </a:lnTo>
                  <a:lnTo>
                    <a:pt x="491622" y="11348"/>
                  </a:lnTo>
                  <a:lnTo>
                    <a:pt x="537079" y="25011"/>
                  </a:lnTo>
                  <a:lnTo>
                    <a:pt x="579963" y="43534"/>
                  </a:lnTo>
                  <a:lnTo>
                    <a:pt x="619902" y="66570"/>
                  </a:lnTo>
                  <a:lnTo>
                    <a:pt x="656526" y="93770"/>
                  </a:lnTo>
                  <a:lnTo>
                    <a:pt x="689467" y="124785"/>
                  </a:lnTo>
                  <a:lnTo>
                    <a:pt x="718355" y="159267"/>
                  </a:lnTo>
                  <a:lnTo>
                    <a:pt x="742819" y="196867"/>
                  </a:lnTo>
                  <a:lnTo>
                    <a:pt x="762491" y="237236"/>
                  </a:lnTo>
                  <a:lnTo>
                    <a:pt x="777000" y="280026"/>
                  </a:lnTo>
                  <a:lnTo>
                    <a:pt x="785976" y="324888"/>
                  </a:lnTo>
                  <a:lnTo>
                    <a:pt x="789051" y="371475"/>
                  </a:lnTo>
                  <a:lnTo>
                    <a:pt x="785976" y="418061"/>
                  </a:lnTo>
                  <a:lnTo>
                    <a:pt x="777000" y="462923"/>
                  </a:lnTo>
                  <a:lnTo>
                    <a:pt x="762491" y="505713"/>
                  </a:lnTo>
                  <a:lnTo>
                    <a:pt x="742819" y="546082"/>
                  </a:lnTo>
                  <a:lnTo>
                    <a:pt x="718355" y="583682"/>
                  </a:lnTo>
                  <a:lnTo>
                    <a:pt x="689467" y="618164"/>
                  </a:lnTo>
                  <a:lnTo>
                    <a:pt x="656526" y="649179"/>
                  </a:lnTo>
                  <a:lnTo>
                    <a:pt x="619902" y="676379"/>
                  </a:lnTo>
                  <a:lnTo>
                    <a:pt x="579963" y="699415"/>
                  </a:lnTo>
                  <a:lnTo>
                    <a:pt x="537079" y="717938"/>
                  </a:lnTo>
                  <a:lnTo>
                    <a:pt x="491622" y="731601"/>
                  </a:lnTo>
                  <a:lnTo>
                    <a:pt x="443959" y="740054"/>
                  </a:lnTo>
                  <a:lnTo>
                    <a:pt x="394462" y="742950"/>
                  </a:lnTo>
                  <a:lnTo>
                    <a:pt x="344991" y="740054"/>
                  </a:lnTo>
                  <a:lnTo>
                    <a:pt x="297351" y="731601"/>
                  </a:lnTo>
                  <a:lnTo>
                    <a:pt x="251913" y="717938"/>
                  </a:lnTo>
                  <a:lnTo>
                    <a:pt x="209045" y="699415"/>
                  </a:lnTo>
                  <a:lnTo>
                    <a:pt x="169119" y="676379"/>
                  </a:lnTo>
                  <a:lnTo>
                    <a:pt x="132504" y="649179"/>
                  </a:lnTo>
                  <a:lnTo>
                    <a:pt x="99570" y="618164"/>
                  </a:lnTo>
                  <a:lnTo>
                    <a:pt x="70688" y="583682"/>
                  </a:lnTo>
                  <a:lnTo>
                    <a:pt x="46227" y="546082"/>
                  </a:lnTo>
                  <a:lnTo>
                    <a:pt x="26557" y="505713"/>
                  </a:lnTo>
                  <a:lnTo>
                    <a:pt x="12050" y="462923"/>
                  </a:lnTo>
                  <a:lnTo>
                    <a:pt x="3074" y="418061"/>
                  </a:lnTo>
                  <a:lnTo>
                    <a:pt x="0" y="371475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4878704" y="2825241"/>
            <a:ext cx="17780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i="1" spc="-5" dirty="0">
                <a:latin typeface="Arial"/>
                <a:cs typeface="Arial"/>
              </a:rPr>
              <a:t>j</a:t>
            </a:r>
            <a:endParaRPr sz="540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749550" y="1868551"/>
            <a:ext cx="803275" cy="755650"/>
            <a:chOff x="2749550" y="1868551"/>
            <a:chExt cx="803275" cy="755650"/>
          </a:xfrm>
        </p:grpSpPr>
        <p:sp>
          <p:nvSpPr>
            <p:cNvPr id="8" name="object 8"/>
            <p:cNvSpPr/>
            <p:nvPr/>
          </p:nvSpPr>
          <p:spPr>
            <a:xfrm>
              <a:off x="2755900" y="1874901"/>
              <a:ext cx="790575" cy="742950"/>
            </a:xfrm>
            <a:custGeom>
              <a:avLst/>
              <a:gdLst/>
              <a:ahLst/>
              <a:cxnLst/>
              <a:rect l="l" t="t" r="r" b="b"/>
              <a:pathLst>
                <a:path w="790575" h="742950">
                  <a:moveTo>
                    <a:pt x="395350" y="0"/>
                  </a:moveTo>
                  <a:lnTo>
                    <a:pt x="345765" y="2893"/>
                  </a:lnTo>
                  <a:lnTo>
                    <a:pt x="298016" y="11340"/>
                  </a:lnTo>
                  <a:lnTo>
                    <a:pt x="252473" y="24995"/>
                  </a:lnTo>
                  <a:lnTo>
                    <a:pt x="209509" y="43509"/>
                  </a:lnTo>
                  <a:lnTo>
                    <a:pt x="169493" y="66536"/>
                  </a:lnTo>
                  <a:lnTo>
                    <a:pt x="132796" y="93727"/>
                  </a:lnTo>
                  <a:lnTo>
                    <a:pt x="99789" y="124734"/>
                  </a:lnTo>
                  <a:lnTo>
                    <a:pt x="70842" y="159211"/>
                  </a:lnTo>
                  <a:lnTo>
                    <a:pt x="46328" y="196810"/>
                  </a:lnTo>
                  <a:lnTo>
                    <a:pt x="26615" y="237184"/>
                  </a:lnTo>
                  <a:lnTo>
                    <a:pt x="12076" y="279984"/>
                  </a:lnTo>
                  <a:lnTo>
                    <a:pt x="3080" y="324863"/>
                  </a:lnTo>
                  <a:lnTo>
                    <a:pt x="0" y="371475"/>
                  </a:lnTo>
                  <a:lnTo>
                    <a:pt x="3080" y="418061"/>
                  </a:lnTo>
                  <a:lnTo>
                    <a:pt x="12076" y="462923"/>
                  </a:lnTo>
                  <a:lnTo>
                    <a:pt x="26615" y="505713"/>
                  </a:lnTo>
                  <a:lnTo>
                    <a:pt x="46328" y="546082"/>
                  </a:lnTo>
                  <a:lnTo>
                    <a:pt x="70842" y="583682"/>
                  </a:lnTo>
                  <a:lnTo>
                    <a:pt x="99789" y="618164"/>
                  </a:lnTo>
                  <a:lnTo>
                    <a:pt x="132796" y="649179"/>
                  </a:lnTo>
                  <a:lnTo>
                    <a:pt x="169493" y="676379"/>
                  </a:lnTo>
                  <a:lnTo>
                    <a:pt x="209509" y="699415"/>
                  </a:lnTo>
                  <a:lnTo>
                    <a:pt x="252473" y="717938"/>
                  </a:lnTo>
                  <a:lnTo>
                    <a:pt x="298016" y="731601"/>
                  </a:lnTo>
                  <a:lnTo>
                    <a:pt x="345765" y="740054"/>
                  </a:lnTo>
                  <a:lnTo>
                    <a:pt x="395350" y="742950"/>
                  </a:lnTo>
                  <a:lnTo>
                    <a:pt x="444909" y="740054"/>
                  </a:lnTo>
                  <a:lnTo>
                    <a:pt x="492635" y="731601"/>
                  </a:lnTo>
                  <a:lnTo>
                    <a:pt x="538158" y="717938"/>
                  </a:lnTo>
                  <a:lnTo>
                    <a:pt x="581107" y="699415"/>
                  </a:lnTo>
                  <a:lnTo>
                    <a:pt x="621111" y="676379"/>
                  </a:lnTo>
                  <a:lnTo>
                    <a:pt x="657798" y="649179"/>
                  </a:lnTo>
                  <a:lnTo>
                    <a:pt x="690798" y="618164"/>
                  </a:lnTo>
                  <a:lnTo>
                    <a:pt x="719739" y="583682"/>
                  </a:lnTo>
                  <a:lnTo>
                    <a:pt x="744250" y="546082"/>
                  </a:lnTo>
                  <a:lnTo>
                    <a:pt x="763960" y="505713"/>
                  </a:lnTo>
                  <a:lnTo>
                    <a:pt x="778499" y="462923"/>
                  </a:lnTo>
                  <a:lnTo>
                    <a:pt x="787494" y="418061"/>
                  </a:lnTo>
                  <a:lnTo>
                    <a:pt x="790575" y="371475"/>
                  </a:lnTo>
                  <a:lnTo>
                    <a:pt x="787494" y="324863"/>
                  </a:lnTo>
                  <a:lnTo>
                    <a:pt x="778499" y="279984"/>
                  </a:lnTo>
                  <a:lnTo>
                    <a:pt x="763960" y="237184"/>
                  </a:lnTo>
                  <a:lnTo>
                    <a:pt x="744250" y="196810"/>
                  </a:lnTo>
                  <a:lnTo>
                    <a:pt x="719739" y="159211"/>
                  </a:lnTo>
                  <a:lnTo>
                    <a:pt x="690798" y="124734"/>
                  </a:lnTo>
                  <a:lnTo>
                    <a:pt x="657798" y="93727"/>
                  </a:lnTo>
                  <a:lnTo>
                    <a:pt x="621111" y="66536"/>
                  </a:lnTo>
                  <a:lnTo>
                    <a:pt x="581107" y="43509"/>
                  </a:lnTo>
                  <a:lnTo>
                    <a:pt x="538158" y="24995"/>
                  </a:lnTo>
                  <a:lnTo>
                    <a:pt x="492635" y="11340"/>
                  </a:lnTo>
                  <a:lnTo>
                    <a:pt x="444909" y="2893"/>
                  </a:lnTo>
                  <a:lnTo>
                    <a:pt x="395350" y="0"/>
                  </a:lnTo>
                  <a:close/>
                </a:path>
              </a:pathLst>
            </a:custGeom>
            <a:solidFill>
              <a:srgbClr val="00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755900" y="1874901"/>
              <a:ext cx="790575" cy="742950"/>
            </a:xfrm>
            <a:custGeom>
              <a:avLst/>
              <a:gdLst/>
              <a:ahLst/>
              <a:cxnLst/>
              <a:rect l="l" t="t" r="r" b="b"/>
              <a:pathLst>
                <a:path w="790575" h="742950">
                  <a:moveTo>
                    <a:pt x="0" y="371475"/>
                  </a:moveTo>
                  <a:lnTo>
                    <a:pt x="3080" y="324863"/>
                  </a:lnTo>
                  <a:lnTo>
                    <a:pt x="12076" y="279984"/>
                  </a:lnTo>
                  <a:lnTo>
                    <a:pt x="26615" y="237184"/>
                  </a:lnTo>
                  <a:lnTo>
                    <a:pt x="46328" y="196810"/>
                  </a:lnTo>
                  <a:lnTo>
                    <a:pt x="70842" y="159211"/>
                  </a:lnTo>
                  <a:lnTo>
                    <a:pt x="99789" y="124734"/>
                  </a:lnTo>
                  <a:lnTo>
                    <a:pt x="132796" y="93727"/>
                  </a:lnTo>
                  <a:lnTo>
                    <a:pt x="169493" y="66536"/>
                  </a:lnTo>
                  <a:lnTo>
                    <a:pt x="209509" y="43509"/>
                  </a:lnTo>
                  <a:lnTo>
                    <a:pt x="252473" y="24995"/>
                  </a:lnTo>
                  <a:lnTo>
                    <a:pt x="298016" y="11340"/>
                  </a:lnTo>
                  <a:lnTo>
                    <a:pt x="345765" y="2893"/>
                  </a:lnTo>
                  <a:lnTo>
                    <a:pt x="395350" y="0"/>
                  </a:lnTo>
                  <a:lnTo>
                    <a:pt x="444909" y="2893"/>
                  </a:lnTo>
                  <a:lnTo>
                    <a:pt x="492635" y="11340"/>
                  </a:lnTo>
                  <a:lnTo>
                    <a:pt x="538158" y="24995"/>
                  </a:lnTo>
                  <a:lnTo>
                    <a:pt x="581107" y="43509"/>
                  </a:lnTo>
                  <a:lnTo>
                    <a:pt x="621111" y="66536"/>
                  </a:lnTo>
                  <a:lnTo>
                    <a:pt x="657798" y="93727"/>
                  </a:lnTo>
                  <a:lnTo>
                    <a:pt x="690798" y="124734"/>
                  </a:lnTo>
                  <a:lnTo>
                    <a:pt x="719739" y="159211"/>
                  </a:lnTo>
                  <a:lnTo>
                    <a:pt x="744250" y="196810"/>
                  </a:lnTo>
                  <a:lnTo>
                    <a:pt x="763960" y="237184"/>
                  </a:lnTo>
                  <a:lnTo>
                    <a:pt x="778499" y="279984"/>
                  </a:lnTo>
                  <a:lnTo>
                    <a:pt x="787494" y="324863"/>
                  </a:lnTo>
                  <a:lnTo>
                    <a:pt x="790575" y="371475"/>
                  </a:lnTo>
                  <a:lnTo>
                    <a:pt x="787494" y="418061"/>
                  </a:lnTo>
                  <a:lnTo>
                    <a:pt x="778499" y="462923"/>
                  </a:lnTo>
                  <a:lnTo>
                    <a:pt x="763960" y="505713"/>
                  </a:lnTo>
                  <a:lnTo>
                    <a:pt x="744250" y="546082"/>
                  </a:lnTo>
                  <a:lnTo>
                    <a:pt x="719739" y="583682"/>
                  </a:lnTo>
                  <a:lnTo>
                    <a:pt x="690798" y="618164"/>
                  </a:lnTo>
                  <a:lnTo>
                    <a:pt x="657798" y="649179"/>
                  </a:lnTo>
                  <a:lnTo>
                    <a:pt x="621111" y="676379"/>
                  </a:lnTo>
                  <a:lnTo>
                    <a:pt x="581107" y="699415"/>
                  </a:lnTo>
                  <a:lnTo>
                    <a:pt x="538158" y="717938"/>
                  </a:lnTo>
                  <a:lnTo>
                    <a:pt x="492635" y="731601"/>
                  </a:lnTo>
                  <a:lnTo>
                    <a:pt x="444909" y="740054"/>
                  </a:lnTo>
                  <a:lnTo>
                    <a:pt x="395350" y="742950"/>
                  </a:lnTo>
                  <a:lnTo>
                    <a:pt x="345765" y="740054"/>
                  </a:lnTo>
                  <a:lnTo>
                    <a:pt x="298016" y="731601"/>
                  </a:lnTo>
                  <a:lnTo>
                    <a:pt x="252473" y="717938"/>
                  </a:lnTo>
                  <a:lnTo>
                    <a:pt x="209509" y="699415"/>
                  </a:lnTo>
                  <a:lnTo>
                    <a:pt x="169493" y="676379"/>
                  </a:lnTo>
                  <a:lnTo>
                    <a:pt x="132796" y="649179"/>
                  </a:lnTo>
                  <a:lnTo>
                    <a:pt x="99789" y="618164"/>
                  </a:lnTo>
                  <a:lnTo>
                    <a:pt x="70842" y="583682"/>
                  </a:lnTo>
                  <a:lnTo>
                    <a:pt x="46328" y="546082"/>
                  </a:lnTo>
                  <a:lnTo>
                    <a:pt x="26615" y="505713"/>
                  </a:lnTo>
                  <a:lnTo>
                    <a:pt x="12076" y="462923"/>
                  </a:lnTo>
                  <a:lnTo>
                    <a:pt x="3080" y="418061"/>
                  </a:lnTo>
                  <a:lnTo>
                    <a:pt x="0" y="371475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962148" y="1789887"/>
            <a:ext cx="368935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i="1" dirty="0">
                <a:latin typeface="Arial"/>
                <a:cs typeface="Arial"/>
              </a:rPr>
              <a:t>k</a:t>
            </a:r>
            <a:endParaRPr sz="5400">
              <a:latin typeface="Arial"/>
              <a:cs typeface="Aria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569912" y="3484626"/>
            <a:ext cx="1519555" cy="1970405"/>
            <a:chOff x="569912" y="3484626"/>
            <a:chExt cx="1519555" cy="1970405"/>
          </a:xfrm>
        </p:grpSpPr>
        <p:sp>
          <p:nvSpPr>
            <p:cNvPr id="12" name="object 12"/>
            <p:cNvSpPr/>
            <p:nvPr/>
          </p:nvSpPr>
          <p:spPr>
            <a:xfrm>
              <a:off x="576262" y="3490976"/>
              <a:ext cx="1506855" cy="1957705"/>
            </a:xfrm>
            <a:custGeom>
              <a:avLst/>
              <a:gdLst/>
              <a:ahLst/>
              <a:cxnLst/>
              <a:rect l="l" t="t" r="r" b="b"/>
              <a:pathLst>
                <a:path w="1506855" h="1957704">
                  <a:moveTo>
                    <a:pt x="753300" y="0"/>
                  </a:moveTo>
                  <a:lnTo>
                    <a:pt x="0" y="1957324"/>
                  </a:lnTo>
                  <a:lnTo>
                    <a:pt x="1506537" y="1957324"/>
                  </a:lnTo>
                  <a:lnTo>
                    <a:pt x="753300" y="0"/>
                  </a:lnTo>
                  <a:close/>
                </a:path>
              </a:pathLst>
            </a:custGeom>
            <a:solidFill>
              <a:srgbClr val="00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76262" y="3490976"/>
              <a:ext cx="1506855" cy="1957705"/>
            </a:xfrm>
            <a:custGeom>
              <a:avLst/>
              <a:gdLst/>
              <a:ahLst/>
              <a:cxnLst/>
              <a:rect l="l" t="t" r="r" b="b"/>
              <a:pathLst>
                <a:path w="1506855" h="1957704">
                  <a:moveTo>
                    <a:pt x="0" y="1957324"/>
                  </a:moveTo>
                  <a:lnTo>
                    <a:pt x="753300" y="0"/>
                  </a:lnTo>
                  <a:lnTo>
                    <a:pt x="1506537" y="1957324"/>
                  </a:lnTo>
                  <a:lnTo>
                    <a:pt x="0" y="1957324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1156817" y="4519371"/>
            <a:ext cx="483234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i="1" dirty="0">
                <a:latin typeface="Arial"/>
                <a:cs typeface="Arial"/>
              </a:rPr>
              <a:t>X</a:t>
            </a:r>
            <a:endParaRPr sz="5400">
              <a:latin typeface="Arial"/>
              <a:cs typeface="Arial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3314700" y="4356100"/>
            <a:ext cx="1447800" cy="1092200"/>
            <a:chOff x="3314700" y="4356100"/>
            <a:chExt cx="1447800" cy="1092200"/>
          </a:xfrm>
        </p:grpSpPr>
        <p:sp>
          <p:nvSpPr>
            <p:cNvPr id="16" name="object 16"/>
            <p:cNvSpPr/>
            <p:nvPr/>
          </p:nvSpPr>
          <p:spPr>
            <a:xfrm>
              <a:off x="3321050" y="4362450"/>
              <a:ext cx="1435100" cy="1079500"/>
            </a:xfrm>
            <a:custGeom>
              <a:avLst/>
              <a:gdLst/>
              <a:ahLst/>
              <a:cxnLst/>
              <a:rect l="l" t="t" r="r" b="b"/>
              <a:pathLst>
                <a:path w="1435100" h="1079500">
                  <a:moveTo>
                    <a:pt x="717550" y="0"/>
                  </a:moveTo>
                  <a:lnTo>
                    <a:pt x="0" y="1079500"/>
                  </a:lnTo>
                  <a:lnTo>
                    <a:pt x="1435100" y="1079500"/>
                  </a:lnTo>
                  <a:lnTo>
                    <a:pt x="717550" y="0"/>
                  </a:lnTo>
                  <a:close/>
                </a:path>
              </a:pathLst>
            </a:custGeom>
            <a:solidFill>
              <a:srgbClr val="00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321050" y="4362450"/>
              <a:ext cx="1435100" cy="1079500"/>
            </a:xfrm>
            <a:custGeom>
              <a:avLst/>
              <a:gdLst/>
              <a:ahLst/>
              <a:cxnLst/>
              <a:rect l="l" t="t" r="r" b="b"/>
              <a:pathLst>
                <a:path w="1435100" h="1079500">
                  <a:moveTo>
                    <a:pt x="0" y="1079500"/>
                  </a:moveTo>
                  <a:lnTo>
                    <a:pt x="717550" y="0"/>
                  </a:lnTo>
                  <a:lnTo>
                    <a:pt x="1435100" y="1079500"/>
                  </a:lnTo>
                  <a:lnTo>
                    <a:pt x="0" y="10795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3808603" y="4635195"/>
            <a:ext cx="483234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i="1" dirty="0">
                <a:latin typeface="Arial"/>
                <a:cs typeface="Arial"/>
              </a:rPr>
              <a:t>Y</a:t>
            </a:r>
            <a:endParaRPr sz="5400">
              <a:latin typeface="Arial"/>
              <a:cs typeface="Arial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5202301" y="4281423"/>
            <a:ext cx="1520825" cy="1160780"/>
            <a:chOff x="5202301" y="4281423"/>
            <a:chExt cx="1520825" cy="1160780"/>
          </a:xfrm>
        </p:grpSpPr>
        <p:sp>
          <p:nvSpPr>
            <p:cNvPr id="20" name="object 20"/>
            <p:cNvSpPr/>
            <p:nvPr/>
          </p:nvSpPr>
          <p:spPr>
            <a:xfrm>
              <a:off x="5208651" y="4287773"/>
              <a:ext cx="1508125" cy="1148080"/>
            </a:xfrm>
            <a:custGeom>
              <a:avLst/>
              <a:gdLst/>
              <a:ahLst/>
              <a:cxnLst/>
              <a:rect l="l" t="t" r="r" b="b"/>
              <a:pathLst>
                <a:path w="1508125" h="1148079">
                  <a:moveTo>
                    <a:pt x="753999" y="0"/>
                  </a:moveTo>
                  <a:lnTo>
                    <a:pt x="0" y="1147826"/>
                  </a:lnTo>
                  <a:lnTo>
                    <a:pt x="1508125" y="1147826"/>
                  </a:lnTo>
                  <a:lnTo>
                    <a:pt x="753999" y="0"/>
                  </a:lnTo>
                  <a:close/>
                </a:path>
              </a:pathLst>
            </a:custGeom>
            <a:solidFill>
              <a:srgbClr val="00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208651" y="4287773"/>
              <a:ext cx="1508125" cy="1148080"/>
            </a:xfrm>
            <a:custGeom>
              <a:avLst/>
              <a:gdLst/>
              <a:ahLst/>
              <a:cxnLst/>
              <a:rect l="l" t="t" r="r" b="b"/>
              <a:pathLst>
                <a:path w="1508125" h="1148079">
                  <a:moveTo>
                    <a:pt x="0" y="1147826"/>
                  </a:moveTo>
                  <a:lnTo>
                    <a:pt x="753999" y="0"/>
                  </a:lnTo>
                  <a:lnTo>
                    <a:pt x="1508125" y="1147826"/>
                  </a:lnTo>
                  <a:lnTo>
                    <a:pt x="0" y="1147826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5747130" y="4519371"/>
            <a:ext cx="3055620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329690" algn="l"/>
                <a:tab pos="3042285" algn="l"/>
              </a:tabLst>
            </a:pPr>
            <a:r>
              <a:rPr sz="5400" i="1" dirty="0">
                <a:latin typeface="Arial"/>
                <a:cs typeface="Arial"/>
              </a:rPr>
              <a:t>Z	</a:t>
            </a:r>
            <a:r>
              <a:rPr sz="5400" i="1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	</a:t>
            </a:r>
            <a:endParaRPr sz="54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375528" y="1768855"/>
            <a:ext cx="3118485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i="1" spc="-5" dirty="0">
                <a:latin typeface="Arial"/>
                <a:cs typeface="Arial"/>
              </a:rPr>
              <a:t>“Right rotation” </a:t>
            </a:r>
            <a:r>
              <a:rPr sz="2400" i="1" spc="-10" dirty="0">
                <a:latin typeface="Arial"/>
                <a:cs typeface="Arial"/>
              </a:rPr>
              <a:t>done!  </a:t>
            </a:r>
            <a:r>
              <a:rPr sz="2400" i="1" spc="-5" dirty="0">
                <a:latin typeface="Arial"/>
                <a:cs typeface="Arial"/>
              </a:rPr>
              <a:t>(“Left rotation” is</a:t>
            </a:r>
            <a:r>
              <a:rPr sz="2400" i="1" spc="-55" dirty="0">
                <a:latin typeface="Arial"/>
                <a:cs typeface="Arial"/>
              </a:rPr>
              <a:t> </a:t>
            </a:r>
            <a:r>
              <a:rPr sz="2400" i="1" spc="-10" dirty="0">
                <a:latin typeface="Arial"/>
                <a:cs typeface="Arial"/>
              </a:rPr>
              <a:t>mirror</a:t>
            </a:r>
            <a:endParaRPr sz="2400">
              <a:latin typeface="Arial"/>
              <a:cs typeface="Arial"/>
            </a:endParaRPr>
          </a:p>
          <a:p>
            <a:pPr marL="264160">
              <a:lnSpc>
                <a:spcPct val="100000"/>
              </a:lnSpc>
            </a:pPr>
            <a:r>
              <a:rPr sz="2400" i="1" spc="-5" dirty="0">
                <a:latin typeface="Arial"/>
                <a:cs typeface="Arial"/>
              </a:rPr>
              <a:t>symmetric)</a:t>
            </a:r>
            <a:endParaRPr sz="24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435735" y="683717"/>
            <a:ext cx="627380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i="1" dirty="0">
                <a:solidFill>
                  <a:srgbClr val="FF0000"/>
                </a:solidFill>
                <a:latin typeface="Arial"/>
                <a:cs typeface="Arial"/>
              </a:rPr>
              <a:t>Outside Case</a:t>
            </a:r>
            <a:r>
              <a:rPr sz="4400" i="1" spc="-7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4400" i="1" dirty="0">
                <a:solidFill>
                  <a:srgbClr val="FF0000"/>
                </a:solidFill>
                <a:latin typeface="Arial"/>
                <a:cs typeface="Arial"/>
              </a:rPr>
              <a:t>Completed</a:t>
            </a:r>
            <a:endParaRPr sz="4400">
              <a:latin typeface="Arial"/>
              <a:cs typeface="Arial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1317625" y="1673493"/>
            <a:ext cx="4657725" cy="2708275"/>
            <a:chOff x="1317625" y="1673493"/>
            <a:chExt cx="4657725" cy="2708275"/>
          </a:xfrm>
        </p:grpSpPr>
        <p:sp>
          <p:nvSpPr>
            <p:cNvPr id="26" name="object 26"/>
            <p:cNvSpPr/>
            <p:nvPr/>
          </p:nvSpPr>
          <p:spPr>
            <a:xfrm>
              <a:off x="1327150" y="2487676"/>
              <a:ext cx="4638675" cy="1884680"/>
            </a:xfrm>
            <a:custGeom>
              <a:avLst/>
              <a:gdLst/>
              <a:ahLst/>
              <a:cxnLst/>
              <a:rect l="l" t="t" r="r" b="b"/>
              <a:pathLst>
                <a:path w="4638675" h="1884679">
                  <a:moveTo>
                    <a:pt x="3367151" y="1058799"/>
                  </a:moveTo>
                  <a:lnTo>
                    <a:pt x="2709926" y="1884299"/>
                  </a:lnTo>
                </a:path>
                <a:path w="4638675" h="1884679">
                  <a:moveTo>
                    <a:pt x="3937000" y="1036574"/>
                  </a:moveTo>
                  <a:lnTo>
                    <a:pt x="4638675" y="1806448"/>
                  </a:lnTo>
                </a:path>
                <a:path w="4638675" h="1884679">
                  <a:moveTo>
                    <a:pt x="0" y="1014349"/>
                  </a:moveTo>
                  <a:lnTo>
                    <a:pt x="1527175" y="0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2522792" y="1686193"/>
              <a:ext cx="3108325" cy="2077720"/>
            </a:xfrm>
            <a:custGeom>
              <a:avLst/>
              <a:gdLst/>
              <a:ahLst/>
              <a:cxnLst/>
              <a:rect l="l" t="t" r="r" b="b"/>
              <a:pathLst>
                <a:path w="3108325" h="2077720">
                  <a:moveTo>
                    <a:pt x="907858" y="822056"/>
                  </a:moveTo>
                  <a:lnTo>
                    <a:pt x="2444558" y="1209406"/>
                  </a:lnTo>
                </a:path>
                <a:path w="3108325" h="2077720">
                  <a:moveTo>
                    <a:pt x="40067" y="233792"/>
                  </a:moveTo>
                  <a:lnTo>
                    <a:pt x="71082" y="185977"/>
                  </a:lnTo>
                  <a:lnTo>
                    <a:pt x="110032" y="143699"/>
                  </a:lnTo>
                  <a:lnTo>
                    <a:pt x="156532" y="106926"/>
                  </a:lnTo>
                  <a:lnTo>
                    <a:pt x="210196" y="75628"/>
                  </a:lnTo>
                  <a:lnTo>
                    <a:pt x="270638" y="49776"/>
                  </a:lnTo>
                  <a:lnTo>
                    <a:pt x="337472" y="29337"/>
                  </a:lnTo>
                  <a:lnTo>
                    <a:pt x="410313" y="14283"/>
                  </a:lnTo>
                  <a:lnTo>
                    <a:pt x="448865" y="8765"/>
                  </a:lnTo>
                  <a:lnTo>
                    <a:pt x="488774" y="4581"/>
                  </a:lnTo>
                  <a:lnTo>
                    <a:pt x="529992" y="1728"/>
                  </a:lnTo>
                  <a:lnTo>
                    <a:pt x="572471" y="202"/>
                  </a:lnTo>
                  <a:lnTo>
                    <a:pt x="616162" y="0"/>
                  </a:lnTo>
                  <a:lnTo>
                    <a:pt x="661016" y="1116"/>
                  </a:lnTo>
                  <a:lnTo>
                    <a:pt x="706987" y="3548"/>
                  </a:lnTo>
                  <a:lnTo>
                    <a:pt x="754025" y="7291"/>
                  </a:lnTo>
                  <a:lnTo>
                    <a:pt x="802083" y="12342"/>
                  </a:lnTo>
                  <a:lnTo>
                    <a:pt x="851112" y="18697"/>
                  </a:lnTo>
                  <a:lnTo>
                    <a:pt x="901063" y="26353"/>
                  </a:lnTo>
                  <a:lnTo>
                    <a:pt x="951889" y="35304"/>
                  </a:lnTo>
                  <a:lnTo>
                    <a:pt x="1003542" y="45549"/>
                  </a:lnTo>
                  <a:lnTo>
                    <a:pt x="1055973" y="57082"/>
                  </a:lnTo>
                  <a:lnTo>
                    <a:pt x="1109134" y="69899"/>
                  </a:lnTo>
                  <a:lnTo>
                    <a:pt x="1162977" y="83998"/>
                  </a:lnTo>
                  <a:lnTo>
                    <a:pt x="1217453" y="99374"/>
                  </a:lnTo>
                  <a:lnTo>
                    <a:pt x="1272515" y="116024"/>
                  </a:lnTo>
                  <a:lnTo>
                    <a:pt x="1328113" y="133943"/>
                  </a:lnTo>
                  <a:lnTo>
                    <a:pt x="1384201" y="153129"/>
                  </a:lnTo>
                  <a:lnTo>
                    <a:pt x="1440729" y="173576"/>
                  </a:lnTo>
                  <a:lnTo>
                    <a:pt x="1497650" y="195281"/>
                  </a:lnTo>
                  <a:lnTo>
                    <a:pt x="1554914" y="218241"/>
                  </a:lnTo>
                  <a:lnTo>
                    <a:pt x="1612475" y="242451"/>
                  </a:lnTo>
                  <a:lnTo>
                    <a:pt x="1670284" y="267908"/>
                  </a:lnTo>
                  <a:lnTo>
                    <a:pt x="1728292" y="294608"/>
                  </a:lnTo>
                  <a:lnTo>
                    <a:pt x="1786451" y="322548"/>
                  </a:lnTo>
                  <a:lnTo>
                    <a:pt x="1844713" y="351722"/>
                  </a:lnTo>
                  <a:lnTo>
                    <a:pt x="1903030" y="382128"/>
                  </a:lnTo>
                  <a:lnTo>
                    <a:pt x="1960843" y="413474"/>
                  </a:lnTo>
                  <a:lnTo>
                    <a:pt x="2017605" y="445463"/>
                  </a:lnTo>
                  <a:lnTo>
                    <a:pt x="2073286" y="478056"/>
                  </a:lnTo>
                  <a:lnTo>
                    <a:pt x="2127856" y="511218"/>
                  </a:lnTo>
                  <a:lnTo>
                    <a:pt x="2181284" y="544908"/>
                  </a:lnTo>
                  <a:lnTo>
                    <a:pt x="2233541" y="579090"/>
                  </a:lnTo>
                  <a:lnTo>
                    <a:pt x="2284595" y="613726"/>
                  </a:lnTo>
                  <a:lnTo>
                    <a:pt x="2334418" y="648778"/>
                  </a:lnTo>
                  <a:lnTo>
                    <a:pt x="2382979" y="684208"/>
                  </a:lnTo>
                  <a:lnTo>
                    <a:pt x="2430247" y="719979"/>
                  </a:lnTo>
                  <a:lnTo>
                    <a:pt x="2476193" y="756052"/>
                  </a:lnTo>
                  <a:lnTo>
                    <a:pt x="2520787" y="792389"/>
                  </a:lnTo>
                  <a:lnTo>
                    <a:pt x="2563998" y="828953"/>
                  </a:lnTo>
                  <a:lnTo>
                    <a:pt x="2605796" y="865706"/>
                  </a:lnTo>
                  <a:lnTo>
                    <a:pt x="2646150" y="902610"/>
                  </a:lnTo>
                  <a:lnTo>
                    <a:pt x="2685032" y="939628"/>
                  </a:lnTo>
                  <a:lnTo>
                    <a:pt x="2722410" y="976720"/>
                  </a:lnTo>
                  <a:lnTo>
                    <a:pt x="2758255" y="1013851"/>
                  </a:lnTo>
                  <a:lnTo>
                    <a:pt x="2792536" y="1050981"/>
                  </a:lnTo>
                  <a:lnTo>
                    <a:pt x="2825223" y="1088073"/>
                  </a:lnTo>
                  <a:lnTo>
                    <a:pt x="2856286" y="1125089"/>
                  </a:lnTo>
                  <a:lnTo>
                    <a:pt x="2885695" y="1161991"/>
                  </a:lnTo>
                  <a:lnTo>
                    <a:pt x="2913419" y="1198742"/>
                  </a:lnTo>
                  <a:lnTo>
                    <a:pt x="2939429" y="1235303"/>
                  </a:lnTo>
                  <a:lnTo>
                    <a:pt x="2963694" y="1271637"/>
                  </a:lnTo>
                  <a:lnTo>
                    <a:pt x="2986185" y="1307706"/>
                  </a:lnTo>
                  <a:lnTo>
                    <a:pt x="3006870" y="1343471"/>
                  </a:lnTo>
                  <a:lnTo>
                    <a:pt x="3025721" y="1378896"/>
                  </a:lnTo>
                  <a:lnTo>
                    <a:pt x="3042706" y="1413943"/>
                  </a:lnTo>
                  <a:lnTo>
                    <a:pt x="3070959" y="1482748"/>
                  </a:lnTo>
                  <a:lnTo>
                    <a:pt x="3091389" y="1549585"/>
                  </a:lnTo>
                  <a:lnTo>
                    <a:pt x="3103755" y="1614150"/>
                  </a:lnTo>
                  <a:lnTo>
                    <a:pt x="3107815" y="1676141"/>
                  </a:lnTo>
                  <a:lnTo>
                    <a:pt x="3106655" y="1706077"/>
                  </a:lnTo>
                  <a:lnTo>
                    <a:pt x="3097804" y="1763640"/>
                  </a:lnTo>
                  <a:lnTo>
                    <a:pt x="3080044" y="1817872"/>
                  </a:lnTo>
                  <a:lnTo>
                    <a:pt x="3067747" y="1843644"/>
                  </a:lnTo>
                  <a:lnTo>
                    <a:pt x="3053256" y="1868254"/>
                  </a:lnTo>
                  <a:lnTo>
                    <a:pt x="3036733" y="1891475"/>
                  </a:lnTo>
                  <a:lnTo>
                    <a:pt x="2997783" y="1933767"/>
                  </a:lnTo>
                  <a:lnTo>
                    <a:pt x="2951283" y="1970550"/>
                  </a:lnTo>
                  <a:lnTo>
                    <a:pt x="2897619" y="2001856"/>
                  </a:lnTo>
                  <a:lnTo>
                    <a:pt x="2837177" y="2027714"/>
                  </a:lnTo>
                  <a:lnTo>
                    <a:pt x="2770342" y="2048157"/>
                  </a:lnTo>
                  <a:lnTo>
                    <a:pt x="2697502" y="2063214"/>
                  </a:lnTo>
                  <a:lnTo>
                    <a:pt x="2658949" y="2068733"/>
                  </a:lnTo>
                  <a:lnTo>
                    <a:pt x="2619040" y="2072918"/>
                  </a:lnTo>
                  <a:lnTo>
                    <a:pt x="2577822" y="2075771"/>
                  </a:lnTo>
                  <a:lnTo>
                    <a:pt x="2535344" y="2077297"/>
                  </a:lnTo>
                  <a:lnTo>
                    <a:pt x="2491653" y="2077500"/>
                  </a:lnTo>
                  <a:lnTo>
                    <a:pt x="2446798" y="2076384"/>
                  </a:lnTo>
                  <a:lnTo>
                    <a:pt x="2400827" y="2073952"/>
                  </a:lnTo>
                  <a:lnTo>
                    <a:pt x="2353789" y="2070209"/>
                  </a:lnTo>
                  <a:lnTo>
                    <a:pt x="2305732" y="2065158"/>
                  </a:lnTo>
                  <a:lnTo>
                    <a:pt x="2256703" y="2058802"/>
                  </a:lnTo>
                  <a:lnTo>
                    <a:pt x="2206751" y="2051147"/>
                  </a:lnTo>
                  <a:lnTo>
                    <a:pt x="2155925" y="2042196"/>
                  </a:lnTo>
                  <a:lnTo>
                    <a:pt x="2104272" y="2031952"/>
                  </a:lnTo>
                  <a:lnTo>
                    <a:pt x="2051841" y="2020420"/>
                  </a:lnTo>
                  <a:lnTo>
                    <a:pt x="1998680" y="2007603"/>
                  </a:lnTo>
                  <a:lnTo>
                    <a:pt x="1944838" y="1993505"/>
                  </a:lnTo>
                  <a:lnTo>
                    <a:pt x="1890361" y="1978131"/>
                  </a:lnTo>
                  <a:lnTo>
                    <a:pt x="1835300" y="1961483"/>
                  </a:lnTo>
                  <a:lnTo>
                    <a:pt x="1779701" y="1943566"/>
                  </a:lnTo>
                  <a:lnTo>
                    <a:pt x="1723614" y="1924384"/>
                  </a:lnTo>
                  <a:lnTo>
                    <a:pt x="1667085" y="1903940"/>
                  </a:lnTo>
                  <a:lnTo>
                    <a:pt x="1610165" y="1882238"/>
                  </a:lnTo>
                  <a:lnTo>
                    <a:pt x="1552900" y="1859283"/>
                  </a:lnTo>
                  <a:lnTo>
                    <a:pt x="1495339" y="1835077"/>
                  </a:lnTo>
                  <a:lnTo>
                    <a:pt x="1437531" y="1809626"/>
                  </a:lnTo>
                  <a:lnTo>
                    <a:pt x="1379523" y="1782932"/>
                  </a:lnTo>
                  <a:lnTo>
                    <a:pt x="1321364" y="1755000"/>
                  </a:lnTo>
                  <a:lnTo>
                    <a:pt x="1263101" y="1725833"/>
                  </a:lnTo>
                  <a:lnTo>
                    <a:pt x="1204784" y="1695435"/>
                  </a:lnTo>
                  <a:lnTo>
                    <a:pt x="1146971" y="1664089"/>
                  </a:lnTo>
                  <a:lnTo>
                    <a:pt x="1090209" y="1632100"/>
                  </a:lnTo>
                  <a:lnTo>
                    <a:pt x="1034528" y="1599505"/>
                  </a:lnTo>
                  <a:lnTo>
                    <a:pt x="979959" y="1566343"/>
                  </a:lnTo>
                  <a:lnTo>
                    <a:pt x="926530" y="1532650"/>
                  </a:lnTo>
                  <a:lnTo>
                    <a:pt x="874274" y="1498466"/>
                  </a:lnTo>
                  <a:lnTo>
                    <a:pt x="823219" y="1463828"/>
                  </a:lnTo>
                  <a:lnTo>
                    <a:pt x="773396" y="1428773"/>
                  </a:lnTo>
                  <a:lnTo>
                    <a:pt x="724836" y="1393340"/>
                  </a:lnTo>
                  <a:lnTo>
                    <a:pt x="677567" y="1357567"/>
                  </a:lnTo>
                  <a:lnTo>
                    <a:pt x="631621" y="1321491"/>
                  </a:lnTo>
                  <a:lnTo>
                    <a:pt x="587027" y="1285150"/>
                  </a:lnTo>
                  <a:lnTo>
                    <a:pt x="543817" y="1248582"/>
                  </a:lnTo>
                  <a:lnTo>
                    <a:pt x="502019" y="1211826"/>
                  </a:lnTo>
                  <a:lnTo>
                    <a:pt x="461664" y="1174917"/>
                  </a:lnTo>
                  <a:lnTo>
                    <a:pt x="422783" y="1137896"/>
                  </a:lnTo>
                  <a:lnTo>
                    <a:pt x="385404" y="1100799"/>
                  </a:lnTo>
                  <a:lnTo>
                    <a:pt x="349560" y="1063664"/>
                  </a:lnTo>
                  <a:lnTo>
                    <a:pt x="315279" y="1026530"/>
                  </a:lnTo>
                  <a:lnTo>
                    <a:pt x="282592" y="989434"/>
                  </a:lnTo>
                  <a:lnTo>
                    <a:pt x="251529" y="952413"/>
                  </a:lnTo>
                  <a:lnTo>
                    <a:pt x="222120" y="915506"/>
                  </a:lnTo>
                  <a:lnTo>
                    <a:pt x="194395" y="878751"/>
                  </a:lnTo>
                  <a:lnTo>
                    <a:pt x="168385" y="842186"/>
                  </a:lnTo>
                  <a:lnTo>
                    <a:pt x="144120" y="805847"/>
                  </a:lnTo>
                  <a:lnTo>
                    <a:pt x="121630" y="769774"/>
                  </a:lnTo>
                  <a:lnTo>
                    <a:pt x="100944" y="734004"/>
                  </a:lnTo>
                  <a:lnTo>
                    <a:pt x="82094" y="698575"/>
                  </a:lnTo>
                  <a:lnTo>
                    <a:pt x="65109" y="663525"/>
                  </a:lnTo>
                  <a:lnTo>
                    <a:pt x="36855" y="594712"/>
                  </a:lnTo>
                  <a:lnTo>
                    <a:pt x="16425" y="527869"/>
                  </a:lnTo>
                  <a:lnTo>
                    <a:pt x="4059" y="463298"/>
                  </a:lnTo>
                  <a:lnTo>
                    <a:pt x="0" y="401301"/>
                  </a:lnTo>
                  <a:lnTo>
                    <a:pt x="1160" y="371364"/>
                  </a:lnTo>
                  <a:lnTo>
                    <a:pt x="10011" y="313798"/>
                  </a:lnTo>
                  <a:lnTo>
                    <a:pt x="27771" y="259565"/>
                  </a:lnTo>
                  <a:lnTo>
                    <a:pt x="40067" y="233792"/>
                  </a:lnTo>
                  <a:close/>
                </a:path>
              </a:pathLst>
            </a:custGeom>
            <a:ln w="254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3086226" y="5709920"/>
            <a:ext cx="514223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i="1" spc="-60" dirty="0">
                <a:latin typeface="Arial"/>
                <a:cs typeface="Arial"/>
              </a:rPr>
              <a:t>AVL </a:t>
            </a:r>
            <a:r>
              <a:rPr sz="2800" i="1" spc="-5" dirty="0">
                <a:latin typeface="Arial"/>
                <a:cs typeface="Arial"/>
              </a:rPr>
              <a:t>property </a:t>
            </a:r>
            <a:r>
              <a:rPr sz="2800" i="1" dirty="0">
                <a:latin typeface="Arial"/>
                <a:cs typeface="Arial"/>
              </a:rPr>
              <a:t>has </a:t>
            </a:r>
            <a:r>
              <a:rPr sz="2800" i="1" spc="-5" dirty="0">
                <a:latin typeface="Arial"/>
                <a:cs typeface="Arial"/>
              </a:rPr>
              <a:t>been</a:t>
            </a:r>
            <a:r>
              <a:rPr sz="2800" i="1" spc="-10" dirty="0">
                <a:latin typeface="Arial"/>
                <a:cs typeface="Arial"/>
              </a:rPr>
              <a:t> </a:t>
            </a:r>
            <a:r>
              <a:rPr sz="2800" i="1" dirty="0">
                <a:latin typeface="Arial"/>
                <a:cs typeface="Arial"/>
              </a:rPr>
              <a:t>restored!</a:t>
            </a:r>
            <a:endParaRPr sz="28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252209" y="3988689"/>
            <a:ext cx="16700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i="1" dirty="0">
                <a:latin typeface="Arial"/>
                <a:cs typeface="Arial"/>
              </a:rPr>
              <a:t>h</a:t>
            </a:r>
            <a:endParaRPr sz="20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679194" y="3454984"/>
            <a:ext cx="457834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i="1" dirty="0">
                <a:latin typeface="Arial"/>
                <a:cs typeface="Arial"/>
              </a:rPr>
              <a:t>h+1</a:t>
            </a:r>
            <a:endParaRPr sz="20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7042150" y="3988689"/>
            <a:ext cx="161861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05280" algn="l"/>
              </a:tabLst>
            </a:pPr>
            <a:r>
              <a:rPr sz="2000" i="1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	</a:t>
            </a:r>
            <a:endParaRPr sz="200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4270628" y="4064889"/>
            <a:ext cx="16700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i="1" dirty="0">
                <a:latin typeface="Arial"/>
                <a:cs typeface="Arial"/>
              </a:rPr>
              <a:t>h</a:t>
            </a:r>
            <a:endParaRPr sz="2000">
              <a:latin typeface="Arial"/>
              <a:cs typeface="Arial"/>
            </a:endParaRPr>
          </a:p>
        </p:txBody>
      </p:sp>
      <p:sp>
        <p:nvSpPr>
          <p:cNvPr id="33" name="Slide Number Placeholder 32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37</a:t>
            </a:fld>
            <a:endParaRPr lang="en-IN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371600"/>
            <a:ext cx="9144000" cy="762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3956050" y="1685925"/>
            <a:ext cx="850900" cy="850900"/>
            <a:chOff x="3956050" y="1685925"/>
            <a:chExt cx="850900" cy="850900"/>
          </a:xfrm>
        </p:grpSpPr>
        <p:sp>
          <p:nvSpPr>
            <p:cNvPr id="4" name="object 4"/>
            <p:cNvSpPr/>
            <p:nvPr/>
          </p:nvSpPr>
          <p:spPr>
            <a:xfrm>
              <a:off x="3962400" y="1692275"/>
              <a:ext cx="838200" cy="838200"/>
            </a:xfrm>
            <a:custGeom>
              <a:avLst/>
              <a:gdLst/>
              <a:ahLst/>
              <a:cxnLst/>
              <a:rect l="l" t="t" r="r" b="b"/>
              <a:pathLst>
                <a:path w="838200" h="838200">
                  <a:moveTo>
                    <a:pt x="419100" y="0"/>
                  </a:moveTo>
                  <a:lnTo>
                    <a:pt x="370213" y="2818"/>
                  </a:lnTo>
                  <a:lnTo>
                    <a:pt x="322985" y="11065"/>
                  </a:lnTo>
                  <a:lnTo>
                    <a:pt x="277731" y="24426"/>
                  </a:lnTo>
                  <a:lnTo>
                    <a:pt x="234764" y="42587"/>
                  </a:lnTo>
                  <a:lnTo>
                    <a:pt x="194399" y="65234"/>
                  </a:lnTo>
                  <a:lnTo>
                    <a:pt x="156949" y="92053"/>
                  </a:lnTo>
                  <a:lnTo>
                    <a:pt x="122729" y="122729"/>
                  </a:lnTo>
                  <a:lnTo>
                    <a:pt x="92053" y="156949"/>
                  </a:lnTo>
                  <a:lnTo>
                    <a:pt x="65234" y="194399"/>
                  </a:lnTo>
                  <a:lnTo>
                    <a:pt x="42587" y="234764"/>
                  </a:lnTo>
                  <a:lnTo>
                    <a:pt x="24426" y="277731"/>
                  </a:lnTo>
                  <a:lnTo>
                    <a:pt x="11065" y="322985"/>
                  </a:lnTo>
                  <a:lnTo>
                    <a:pt x="2818" y="370213"/>
                  </a:lnTo>
                  <a:lnTo>
                    <a:pt x="0" y="419100"/>
                  </a:lnTo>
                  <a:lnTo>
                    <a:pt x="2818" y="467986"/>
                  </a:lnTo>
                  <a:lnTo>
                    <a:pt x="11065" y="515214"/>
                  </a:lnTo>
                  <a:lnTo>
                    <a:pt x="24426" y="560468"/>
                  </a:lnTo>
                  <a:lnTo>
                    <a:pt x="42587" y="603435"/>
                  </a:lnTo>
                  <a:lnTo>
                    <a:pt x="65234" y="643800"/>
                  </a:lnTo>
                  <a:lnTo>
                    <a:pt x="92053" y="681250"/>
                  </a:lnTo>
                  <a:lnTo>
                    <a:pt x="122729" y="715470"/>
                  </a:lnTo>
                  <a:lnTo>
                    <a:pt x="156949" y="746146"/>
                  </a:lnTo>
                  <a:lnTo>
                    <a:pt x="194399" y="772965"/>
                  </a:lnTo>
                  <a:lnTo>
                    <a:pt x="234764" y="795612"/>
                  </a:lnTo>
                  <a:lnTo>
                    <a:pt x="277731" y="813773"/>
                  </a:lnTo>
                  <a:lnTo>
                    <a:pt x="322985" y="827134"/>
                  </a:lnTo>
                  <a:lnTo>
                    <a:pt x="370213" y="835381"/>
                  </a:lnTo>
                  <a:lnTo>
                    <a:pt x="419100" y="838200"/>
                  </a:lnTo>
                  <a:lnTo>
                    <a:pt x="467986" y="835381"/>
                  </a:lnTo>
                  <a:lnTo>
                    <a:pt x="515214" y="827134"/>
                  </a:lnTo>
                  <a:lnTo>
                    <a:pt x="560468" y="813773"/>
                  </a:lnTo>
                  <a:lnTo>
                    <a:pt x="603435" y="795612"/>
                  </a:lnTo>
                  <a:lnTo>
                    <a:pt x="643800" y="772965"/>
                  </a:lnTo>
                  <a:lnTo>
                    <a:pt x="681250" y="746146"/>
                  </a:lnTo>
                  <a:lnTo>
                    <a:pt x="715470" y="715470"/>
                  </a:lnTo>
                  <a:lnTo>
                    <a:pt x="746146" y="681250"/>
                  </a:lnTo>
                  <a:lnTo>
                    <a:pt x="772965" y="643800"/>
                  </a:lnTo>
                  <a:lnTo>
                    <a:pt x="795612" y="603435"/>
                  </a:lnTo>
                  <a:lnTo>
                    <a:pt x="813773" y="560468"/>
                  </a:lnTo>
                  <a:lnTo>
                    <a:pt x="827134" y="515214"/>
                  </a:lnTo>
                  <a:lnTo>
                    <a:pt x="835381" y="467986"/>
                  </a:lnTo>
                  <a:lnTo>
                    <a:pt x="838200" y="419100"/>
                  </a:lnTo>
                  <a:lnTo>
                    <a:pt x="835381" y="370213"/>
                  </a:lnTo>
                  <a:lnTo>
                    <a:pt x="827134" y="322985"/>
                  </a:lnTo>
                  <a:lnTo>
                    <a:pt x="813773" y="277731"/>
                  </a:lnTo>
                  <a:lnTo>
                    <a:pt x="795612" y="234764"/>
                  </a:lnTo>
                  <a:lnTo>
                    <a:pt x="772965" y="194399"/>
                  </a:lnTo>
                  <a:lnTo>
                    <a:pt x="746146" y="156949"/>
                  </a:lnTo>
                  <a:lnTo>
                    <a:pt x="715470" y="122729"/>
                  </a:lnTo>
                  <a:lnTo>
                    <a:pt x="681250" y="92053"/>
                  </a:lnTo>
                  <a:lnTo>
                    <a:pt x="643800" y="65234"/>
                  </a:lnTo>
                  <a:lnTo>
                    <a:pt x="603435" y="42587"/>
                  </a:lnTo>
                  <a:lnTo>
                    <a:pt x="560468" y="24426"/>
                  </a:lnTo>
                  <a:lnTo>
                    <a:pt x="515214" y="11065"/>
                  </a:lnTo>
                  <a:lnTo>
                    <a:pt x="467986" y="2818"/>
                  </a:lnTo>
                  <a:lnTo>
                    <a:pt x="419100" y="0"/>
                  </a:lnTo>
                  <a:close/>
                </a:path>
              </a:pathLst>
            </a:custGeom>
            <a:solidFill>
              <a:srgbClr val="00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962400" y="1692275"/>
              <a:ext cx="838200" cy="838200"/>
            </a:xfrm>
            <a:custGeom>
              <a:avLst/>
              <a:gdLst/>
              <a:ahLst/>
              <a:cxnLst/>
              <a:rect l="l" t="t" r="r" b="b"/>
              <a:pathLst>
                <a:path w="838200" h="838200">
                  <a:moveTo>
                    <a:pt x="0" y="419100"/>
                  </a:moveTo>
                  <a:lnTo>
                    <a:pt x="2818" y="370213"/>
                  </a:lnTo>
                  <a:lnTo>
                    <a:pt x="11065" y="322985"/>
                  </a:lnTo>
                  <a:lnTo>
                    <a:pt x="24426" y="277731"/>
                  </a:lnTo>
                  <a:lnTo>
                    <a:pt x="42587" y="234764"/>
                  </a:lnTo>
                  <a:lnTo>
                    <a:pt x="65234" y="194399"/>
                  </a:lnTo>
                  <a:lnTo>
                    <a:pt x="92053" y="156949"/>
                  </a:lnTo>
                  <a:lnTo>
                    <a:pt x="122729" y="122729"/>
                  </a:lnTo>
                  <a:lnTo>
                    <a:pt x="156949" y="92053"/>
                  </a:lnTo>
                  <a:lnTo>
                    <a:pt x="194399" y="65234"/>
                  </a:lnTo>
                  <a:lnTo>
                    <a:pt x="234764" y="42587"/>
                  </a:lnTo>
                  <a:lnTo>
                    <a:pt x="277731" y="24426"/>
                  </a:lnTo>
                  <a:lnTo>
                    <a:pt x="322985" y="11065"/>
                  </a:lnTo>
                  <a:lnTo>
                    <a:pt x="370213" y="2818"/>
                  </a:lnTo>
                  <a:lnTo>
                    <a:pt x="419100" y="0"/>
                  </a:lnTo>
                  <a:lnTo>
                    <a:pt x="467986" y="2818"/>
                  </a:lnTo>
                  <a:lnTo>
                    <a:pt x="515214" y="11065"/>
                  </a:lnTo>
                  <a:lnTo>
                    <a:pt x="560468" y="24426"/>
                  </a:lnTo>
                  <a:lnTo>
                    <a:pt x="603435" y="42587"/>
                  </a:lnTo>
                  <a:lnTo>
                    <a:pt x="643800" y="65234"/>
                  </a:lnTo>
                  <a:lnTo>
                    <a:pt x="681250" y="92053"/>
                  </a:lnTo>
                  <a:lnTo>
                    <a:pt x="715470" y="122729"/>
                  </a:lnTo>
                  <a:lnTo>
                    <a:pt x="746146" y="156949"/>
                  </a:lnTo>
                  <a:lnTo>
                    <a:pt x="772965" y="194399"/>
                  </a:lnTo>
                  <a:lnTo>
                    <a:pt x="795612" y="234764"/>
                  </a:lnTo>
                  <a:lnTo>
                    <a:pt x="813773" y="277731"/>
                  </a:lnTo>
                  <a:lnTo>
                    <a:pt x="827134" y="322985"/>
                  </a:lnTo>
                  <a:lnTo>
                    <a:pt x="835381" y="370213"/>
                  </a:lnTo>
                  <a:lnTo>
                    <a:pt x="838200" y="419100"/>
                  </a:lnTo>
                  <a:lnTo>
                    <a:pt x="835381" y="467986"/>
                  </a:lnTo>
                  <a:lnTo>
                    <a:pt x="827134" y="515214"/>
                  </a:lnTo>
                  <a:lnTo>
                    <a:pt x="813773" y="560468"/>
                  </a:lnTo>
                  <a:lnTo>
                    <a:pt x="795612" y="603435"/>
                  </a:lnTo>
                  <a:lnTo>
                    <a:pt x="772965" y="643800"/>
                  </a:lnTo>
                  <a:lnTo>
                    <a:pt x="746146" y="681250"/>
                  </a:lnTo>
                  <a:lnTo>
                    <a:pt x="715470" y="715470"/>
                  </a:lnTo>
                  <a:lnTo>
                    <a:pt x="681250" y="746146"/>
                  </a:lnTo>
                  <a:lnTo>
                    <a:pt x="643800" y="772965"/>
                  </a:lnTo>
                  <a:lnTo>
                    <a:pt x="603435" y="795612"/>
                  </a:lnTo>
                  <a:lnTo>
                    <a:pt x="560468" y="813773"/>
                  </a:lnTo>
                  <a:lnTo>
                    <a:pt x="515214" y="827134"/>
                  </a:lnTo>
                  <a:lnTo>
                    <a:pt x="467986" y="835381"/>
                  </a:lnTo>
                  <a:lnTo>
                    <a:pt x="419100" y="838200"/>
                  </a:lnTo>
                  <a:lnTo>
                    <a:pt x="370213" y="835381"/>
                  </a:lnTo>
                  <a:lnTo>
                    <a:pt x="322985" y="827134"/>
                  </a:lnTo>
                  <a:lnTo>
                    <a:pt x="277731" y="813773"/>
                  </a:lnTo>
                  <a:lnTo>
                    <a:pt x="234764" y="795612"/>
                  </a:lnTo>
                  <a:lnTo>
                    <a:pt x="194399" y="772965"/>
                  </a:lnTo>
                  <a:lnTo>
                    <a:pt x="156949" y="746146"/>
                  </a:lnTo>
                  <a:lnTo>
                    <a:pt x="122729" y="715470"/>
                  </a:lnTo>
                  <a:lnTo>
                    <a:pt x="92053" y="681250"/>
                  </a:lnTo>
                  <a:lnTo>
                    <a:pt x="65234" y="643800"/>
                  </a:lnTo>
                  <a:lnTo>
                    <a:pt x="42587" y="603435"/>
                  </a:lnTo>
                  <a:lnTo>
                    <a:pt x="24426" y="560468"/>
                  </a:lnTo>
                  <a:lnTo>
                    <a:pt x="11065" y="515214"/>
                  </a:lnTo>
                  <a:lnTo>
                    <a:pt x="2818" y="467986"/>
                  </a:lnTo>
                  <a:lnTo>
                    <a:pt x="0" y="4191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270628" y="1554937"/>
            <a:ext cx="177800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i="1" spc="-5" dirty="0">
                <a:solidFill>
                  <a:srgbClr val="000000"/>
                </a:solidFill>
                <a:latin typeface="Arial"/>
                <a:cs typeface="Arial"/>
              </a:rPr>
              <a:t>j</a:t>
            </a:r>
            <a:endParaRPr sz="540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279650" y="3057525"/>
            <a:ext cx="850900" cy="850900"/>
            <a:chOff x="2279650" y="3057525"/>
            <a:chExt cx="850900" cy="850900"/>
          </a:xfrm>
        </p:grpSpPr>
        <p:sp>
          <p:nvSpPr>
            <p:cNvPr id="8" name="object 8"/>
            <p:cNvSpPr/>
            <p:nvPr/>
          </p:nvSpPr>
          <p:spPr>
            <a:xfrm>
              <a:off x="2286000" y="3063875"/>
              <a:ext cx="838200" cy="838200"/>
            </a:xfrm>
            <a:custGeom>
              <a:avLst/>
              <a:gdLst/>
              <a:ahLst/>
              <a:cxnLst/>
              <a:rect l="l" t="t" r="r" b="b"/>
              <a:pathLst>
                <a:path w="838200" h="838200">
                  <a:moveTo>
                    <a:pt x="419100" y="0"/>
                  </a:moveTo>
                  <a:lnTo>
                    <a:pt x="370213" y="2818"/>
                  </a:lnTo>
                  <a:lnTo>
                    <a:pt x="322985" y="11065"/>
                  </a:lnTo>
                  <a:lnTo>
                    <a:pt x="277731" y="24426"/>
                  </a:lnTo>
                  <a:lnTo>
                    <a:pt x="234764" y="42587"/>
                  </a:lnTo>
                  <a:lnTo>
                    <a:pt x="194399" y="65234"/>
                  </a:lnTo>
                  <a:lnTo>
                    <a:pt x="156949" y="92053"/>
                  </a:lnTo>
                  <a:lnTo>
                    <a:pt x="122729" y="122729"/>
                  </a:lnTo>
                  <a:lnTo>
                    <a:pt x="92053" y="156949"/>
                  </a:lnTo>
                  <a:lnTo>
                    <a:pt x="65234" y="194399"/>
                  </a:lnTo>
                  <a:lnTo>
                    <a:pt x="42587" y="234764"/>
                  </a:lnTo>
                  <a:lnTo>
                    <a:pt x="24426" y="277731"/>
                  </a:lnTo>
                  <a:lnTo>
                    <a:pt x="11065" y="322985"/>
                  </a:lnTo>
                  <a:lnTo>
                    <a:pt x="2818" y="370213"/>
                  </a:lnTo>
                  <a:lnTo>
                    <a:pt x="0" y="419100"/>
                  </a:lnTo>
                  <a:lnTo>
                    <a:pt x="2818" y="467986"/>
                  </a:lnTo>
                  <a:lnTo>
                    <a:pt x="11065" y="515214"/>
                  </a:lnTo>
                  <a:lnTo>
                    <a:pt x="24426" y="560468"/>
                  </a:lnTo>
                  <a:lnTo>
                    <a:pt x="42587" y="603435"/>
                  </a:lnTo>
                  <a:lnTo>
                    <a:pt x="65234" y="643800"/>
                  </a:lnTo>
                  <a:lnTo>
                    <a:pt x="92053" y="681250"/>
                  </a:lnTo>
                  <a:lnTo>
                    <a:pt x="122729" y="715470"/>
                  </a:lnTo>
                  <a:lnTo>
                    <a:pt x="156949" y="746146"/>
                  </a:lnTo>
                  <a:lnTo>
                    <a:pt x="194399" y="772965"/>
                  </a:lnTo>
                  <a:lnTo>
                    <a:pt x="234764" y="795612"/>
                  </a:lnTo>
                  <a:lnTo>
                    <a:pt x="277731" y="813773"/>
                  </a:lnTo>
                  <a:lnTo>
                    <a:pt x="322985" y="827134"/>
                  </a:lnTo>
                  <a:lnTo>
                    <a:pt x="370213" y="835381"/>
                  </a:lnTo>
                  <a:lnTo>
                    <a:pt x="419100" y="838200"/>
                  </a:lnTo>
                  <a:lnTo>
                    <a:pt x="467986" y="835381"/>
                  </a:lnTo>
                  <a:lnTo>
                    <a:pt x="515214" y="827134"/>
                  </a:lnTo>
                  <a:lnTo>
                    <a:pt x="560468" y="813773"/>
                  </a:lnTo>
                  <a:lnTo>
                    <a:pt x="603435" y="795612"/>
                  </a:lnTo>
                  <a:lnTo>
                    <a:pt x="643800" y="772965"/>
                  </a:lnTo>
                  <a:lnTo>
                    <a:pt x="681250" y="746146"/>
                  </a:lnTo>
                  <a:lnTo>
                    <a:pt x="715470" y="715470"/>
                  </a:lnTo>
                  <a:lnTo>
                    <a:pt x="746146" y="681250"/>
                  </a:lnTo>
                  <a:lnTo>
                    <a:pt x="772965" y="643800"/>
                  </a:lnTo>
                  <a:lnTo>
                    <a:pt x="795612" y="603435"/>
                  </a:lnTo>
                  <a:lnTo>
                    <a:pt x="813773" y="560468"/>
                  </a:lnTo>
                  <a:lnTo>
                    <a:pt x="827134" y="515214"/>
                  </a:lnTo>
                  <a:lnTo>
                    <a:pt x="835381" y="467986"/>
                  </a:lnTo>
                  <a:lnTo>
                    <a:pt x="838200" y="419100"/>
                  </a:lnTo>
                  <a:lnTo>
                    <a:pt x="835381" y="370213"/>
                  </a:lnTo>
                  <a:lnTo>
                    <a:pt x="827134" y="322985"/>
                  </a:lnTo>
                  <a:lnTo>
                    <a:pt x="813773" y="277731"/>
                  </a:lnTo>
                  <a:lnTo>
                    <a:pt x="795612" y="234764"/>
                  </a:lnTo>
                  <a:lnTo>
                    <a:pt x="772965" y="194399"/>
                  </a:lnTo>
                  <a:lnTo>
                    <a:pt x="746146" y="156949"/>
                  </a:lnTo>
                  <a:lnTo>
                    <a:pt x="715470" y="122729"/>
                  </a:lnTo>
                  <a:lnTo>
                    <a:pt x="681250" y="92053"/>
                  </a:lnTo>
                  <a:lnTo>
                    <a:pt x="643800" y="65234"/>
                  </a:lnTo>
                  <a:lnTo>
                    <a:pt x="603435" y="42587"/>
                  </a:lnTo>
                  <a:lnTo>
                    <a:pt x="560468" y="24426"/>
                  </a:lnTo>
                  <a:lnTo>
                    <a:pt x="515214" y="11065"/>
                  </a:lnTo>
                  <a:lnTo>
                    <a:pt x="467986" y="2818"/>
                  </a:lnTo>
                  <a:lnTo>
                    <a:pt x="419100" y="0"/>
                  </a:lnTo>
                  <a:close/>
                </a:path>
              </a:pathLst>
            </a:custGeom>
            <a:solidFill>
              <a:srgbClr val="00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286000" y="3063875"/>
              <a:ext cx="838200" cy="838200"/>
            </a:xfrm>
            <a:custGeom>
              <a:avLst/>
              <a:gdLst/>
              <a:ahLst/>
              <a:cxnLst/>
              <a:rect l="l" t="t" r="r" b="b"/>
              <a:pathLst>
                <a:path w="838200" h="838200">
                  <a:moveTo>
                    <a:pt x="0" y="419100"/>
                  </a:moveTo>
                  <a:lnTo>
                    <a:pt x="2818" y="370213"/>
                  </a:lnTo>
                  <a:lnTo>
                    <a:pt x="11065" y="322985"/>
                  </a:lnTo>
                  <a:lnTo>
                    <a:pt x="24426" y="277731"/>
                  </a:lnTo>
                  <a:lnTo>
                    <a:pt x="42587" y="234764"/>
                  </a:lnTo>
                  <a:lnTo>
                    <a:pt x="65234" y="194399"/>
                  </a:lnTo>
                  <a:lnTo>
                    <a:pt x="92053" y="156949"/>
                  </a:lnTo>
                  <a:lnTo>
                    <a:pt x="122729" y="122729"/>
                  </a:lnTo>
                  <a:lnTo>
                    <a:pt x="156949" y="92053"/>
                  </a:lnTo>
                  <a:lnTo>
                    <a:pt x="194399" y="65234"/>
                  </a:lnTo>
                  <a:lnTo>
                    <a:pt x="234764" y="42587"/>
                  </a:lnTo>
                  <a:lnTo>
                    <a:pt x="277731" y="24426"/>
                  </a:lnTo>
                  <a:lnTo>
                    <a:pt x="322985" y="11065"/>
                  </a:lnTo>
                  <a:lnTo>
                    <a:pt x="370213" y="2818"/>
                  </a:lnTo>
                  <a:lnTo>
                    <a:pt x="419100" y="0"/>
                  </a:lnTo>
                  <a:lnTo>
                    <a:pt x="467986" y="2818"/>
                  </a:lnTo>
                  <a:lnTo>
                    <a:pt x="515214" y="11065"/>
                  </a:lnTo>
                  <a:lnTo>
                    <a:pt x="560468" y="24426"/>
                  </a:lnTo>
                  <a:lnTo>
                    <a:pt x="603435" y="42587"/>
                  </a:lnTo>
                  <a:lnTo>
                    <a:pt x="643800" y="65234"/>
                  </a:lnTo>
                  <a:lnTo>
                    <a:pt x="681250" y="92053"/>
                  </a:lnTo>
                  <a:lnTo>
                    <a:pt x="715470" y="122729"/>
                  </a:lnTo>
                  <a:lnTo>
                    <a:pt x="746146" y="156949"/>
                  </a:lnTo>
                  <a:lnTo>
                    <a:pt x="772965" y="194399"/>
                  </a:lnTo>
                  <a:lnTo>
                    <a:pt x="795612" y="234764"/>
                  </a:lnTo>
                  <a:lnTo>
                    <a:pt x="813773" y="277731"/>
                  </a:lnTo>
                  <a:lnTo>
                    <a:pt x="827134" y="322985"/>
                  </a:lnTo>
                  <a:lnTo>
                    <a:pt x="835381" y="370213"/>
                  </a:lnTo>
                  <a:lnTo>
                    <a:pt x="838200" y="419100"/>
                  </a:lnTo>
                  <a:lnTo>
                    <a:pt x="835381" y="467986"/>
                  </a:lnTo>
                  <a:lnTo>
                    <a:pt x="827134" y="515214"/>
                  </a:lnTo>
                  <a:lnTo>
                    <a:pt x="813773" y="560468"/>
                  </a:lnTo>
                  <a:lnTo>
                    <a:pt x="795612" y="603435"/>
                  </a:lnTo>
                  <a:lnTo>
                    <a:pt x="772965" y="643800"/>
                  </a:lnTo>
                  <a:lnTo>
                    <a:pt x="746146" y="681250"/>
                  </a:lnTo>
                  <a:lnTo>
                    <a:pt x="715470" y="715470"/>
                  </a:lnTo>
                  <a:lnTo>
                    <a:pt x="681250" y="746146"/>
                  </a:lnTo>
                  <a:lnTo>
                    <a:pt x="643800" y="772965"/>
                  </a:lnTo>
                  <a:lnTo>
                    <a:pt x="603435" y="795612"/>
                  </a:lnTo>
                  <a:lnTo>
                    <a:pt x="560468" y="813773"/>
                  </a:lnTo>
                  <a:lnTo>
                    <a:pt x="515214" y="827134"/>
                  </a:lnTo>
                  <a:lnTo>
                    <a:pt x="467986" y="835381"/>
                  </a:lnTo>
                  <a:lnTo>
                    <a:pt x="419100" y="838200"/>
                  </a:lnTo>
                  <a:lnTo>
                    <a:pt x="370213" y="835381"/>
                  </a:lnTo>
                  <a:lnTo>
                    <a:pt x="322985" y="827134"/>
                  </a:lnTo>
                  <a:lnTo>
                    <a:pt x="277731" y="813773"/>
                  </a:lnTo>
                  <a:lnTo>
                    <a:pt x="234764" y="795612"/>
                  </a:lnTo>
                  <a:lnTo>
                    <a:pt x="194399" y="772965"/>
                  </a:lnTo>
                  <a:lnTo>
                    <a:pt x="156949" y="746146"/>
                  </a:lnTo>
                  <a:lnTo>
                    <a:pt x="122729" y="715470"/>
                  </a:lnTo>
                  <a:lnTo>
                    <a:pt x="92053" y="681250"/>
                  </a:lnTo>
                  <a:lnTo>
                    <a:pt x="65234" y="643800"/>
                  </a:lnTo>
                  <a:lnTo>
                    <a:pt x="42587" y="603435"/>
                  </a:lnTo>
                  <a:lnTo>
                    <a:pt x="24426" y="560468"/>
                  </a:lnTo>
                  <a:lnTo>
                    <a:pt x="11065" y="515214"/>
                  </a:lnTo>
                  <a:lnTo>
                    <a:pt x="2818" y="467986"/>
                  </a:lnTo>
                  <a:lnTo>
                    <a:pt x="0" y="4191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593975" y="3002991"/>
            <a:ext cx="368935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i="1" dirty="0">
                <a:latin typeface="Arial"/>
                <a:cs typeface="Arial"/>
              </a:rPr>
              <a:t>k</a:t>
            </a:r>
            <a:endParaRPr sz="5400">
              <a:latin typeface="Arial"/>
              <a:cs typeface="Aria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603250" y="2395601"/>
            <a:ext cx="3494404" cy="3342004"/>
            <a:chOff x="603250" y="2395601"/>
            <a:chExt cx="3494404" cy="3342004"/>
          </a:xfrm>
        </p:grpSpPr>
        <p:sp>
          <p:nvSpPr>
            <p:cNvPr id="12" name="object 12"/>
            <p:cNvSpPr/>
            <p:nvPr/>
          </p:nvSpPr>
          <p:spPr>
            <a:xfrm>
              <a:off x="3002026" y="2408301"/>
              <a:ext cx="1082675" cy="777875"/>
            </a:xfrm>
            <a:custGeom>
              <a:avLst/>
              <a:gdLst/>
              <a:ahLst/>
              <a:cxnLst/>
              <a:rect l="l" t="t" r="r" b="b"/>
              <a:pathLst>
                <a:path w="1082675" h="777875">
                  <a:moveTo>
                    <a:pt x="1082675" y="0"/>
                  </a:moveTo>
                  <a:lnTo>
                    <a:pt x="0" y="777748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09600" y="4435475"/>
              <a:ext cx="1600200" cy="1295400"/>
            </a:xfrm>
            <a:custGeom>
              <a:avLst/>
              <a:gdLst/>
              <a:ahLst/>
              <a:cxnLst/>
              <a:rect l="l" t="t" r="r" b="b"/>
              <a:pathLst>
                <a:path w="1600200" h="1295400">
                  <a:moveTo>
                    <a:pt x="800100" y="0"/>
                  </a:moveTo>
                  <a:lnTo>
                    <a:pt x="0" y="1295400"/>
                  </a:lnTo>
                  <a:lnTo>
                    <a:pt x="1600200" y="1295400"/>
                  </a:lnTo>
                  <a:lnTo>
                    <a:pt x="800100" y="0"/>
                  </a:lnTo>
                  <a:close/>
                </a:path>
              </a:pathLst>
            </a:custGeom>
            <a:solidFill>
              <a:srgbClr val="00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09600" y="4435475"/>
              <a:ext cx="1600200" cy="1295400"/>
            </a:xfrm>
            <a:custGeom>
              <a:avLst/>
              <a:gdLst/>
              <a:ahLst/>
              <a:cxnLst/>
              <a:rect l="l" t="t" r="r" b="b"/>
              <a:pathLst>
                <a:path w="1600200" h="1295400">
                  <a:moveTo>
                    <a:pt x="0" y="1295400"/>
                  </a:moveTo>
                  <a:lnTo>
                    <a:pt x="800100" y="0"/>
                  </a:lnTo>
                  <a:lnTo>
                    <a:pt x="1600200" y="1295400"/>
                  </a:lnTo>
                  <a:lnTo>
                    <a:pt x="0" y="12954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409700" y="3779901"/>
              <a:ext cx="998855" cy="655955"/>
            </a:xfrm>
            <a:custGeom>
              <a:avLst/>
              <a:gdLst/>
              <a:ahLst/>
              <a:cxnLst/>
              <a:rect l="l" t="t" r="r" b="b"/>
              <a:pathLst>
                <a:path w="998855" h="655954">
                  <a:moveTo>
                    <a:pt x="998601" y="0"/>
                  </a:moveTo>
                  <a:lnTo>
                    <a:pt x="0" y="655574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1222044" y="4908296"/>
            <a:ext cx="483234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i="1" dirty="0">
                <a:latin typeface="Arial"/>
                <a:cs typeface="Arial"/>
              </a:rPr>
              <a:t>X</a:t>
            </a:r>
            <a:endParaRPr sz="5400">
              <a:latin typeface="Arial"/>
              <a:cs typeface="Arial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3270250" y="4505325"/>
            <a:ext cx="1536700" cy="1231900"/>
            <a:chOff x="3270250" y="4505325"/>
            <a:chExt cx="1536700" cy="1231900"/>
          </a:xfrm>
        </p:grpSpPr>
        <p:sp>
          <p:nvSpPr>
            <p:cNvPr id="18" name="object 18"/>
            <p:cNvSpPr/>
            <p:nvPr/>
          </p:nvSpPr>
          <p:spPr>
            <a:xfrm>
              <a:off x="3276600" y="4511675"/>
              <a:ext cx="1524000" cy="1219200"/>
            </a:xfrm>
            <a:custGeom>
              <a:avLst/>
              <a:gdLst/>
              <a:ahLst/>
              <a:cxnLst/>
              <a:rect l="l" t="t" r="r" b="b"/>
              <a:pathLst>
                <a:path w="1524000" h="1219200">
                  <a:moveTo>
                    <a:pt x="762000" y="0"/>
                  </a:moveTo>
                  <a:lnTo>
                    <a:pt x="0" y="1219200"/>
                  </a:lnTo>
                  <a:lnTo>
                    <a:pt x="1524000" y="1219200"/>
                  </a:lnTo>
                  <a:lnTo>
                    <a:pt x="762000" y="0"/>
                  </a:lnTo>
                  <a:close/>
                </a:path>
              </a:pathLst>
            </a:custGeom>
            <a:solidFill>
              <a:srgbClr val="00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276600" y="4511675"/>
              <a:ext cx="1524000" cy="1219200"/>
            </a:xfrm>
            <a:custGeom>
              <a:avLst/>
              <a:gdLst/>
              <a:ahLst/>
              <a:cxnLst/>
              <a:rect l="l" t="t" r="r" b="b"/>
              <a:pathLst>
                <a:path w="1524000" h="1219200">
                  <a:moveTo>
                    <a:pt x="0" y="1219200"/>
                  </a:moveTo>
                  <a:lnTo>
                    <a:pt x="762000" y="0"/>
                  </a:lnTo>
                  <a:lnTo>
                    <a:pt x="1524000" y="1219200"/>
                  </a:lnTo>
                  <a:lnTo>
                    <a:pt x="0" y="12192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3813175" y="4908296"/>
            <a:ext cx="483234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i="1" dirty="0">
                <a:latin typeface="Arial"/>
                <a:cs typeface="Arial"/>
              </a:rPr>
              <a:t>Y</a:t>
            </a:r>
            <a:endParaRPr sz="5400">
              <a:latin typeface="Arial"/>
              <a:cs typeface="Arial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5251450" y="3514725"/>
            <a:ext cx="1612900" cy="1308100"/>
            <a:chOff x="5251450" y="3514725"/>
            <a:chExt cx="1612900" cy="1308100"/>
          </a:xfrm>
        </p:grpSpPr>
        <p:sp>
          <p:nvSpPr>
            <p:cNvPr id="22" name="object 22"/>
            <p:cNvSpPr/>
            <p:nvPr/>
          </p:nvSpPr>
          <p:spPr>
            <a:xfrm>
              <a:off x="5257800" y="3521075"/>
              <a:ext cx="1600200" cy="1295400"/>
            </a:xfrm>
            <a:custGeom>
              <a:avLst/>
              <a:gdLst/>
              <a:ahLst/>
              <a:cxnLst/>
              <a:rect l="l" t="t" r="r" b="b"/>
              <a:pathLst>
                <a:path w="1600200" h="1295400">
                  <a:moveTo>
                    <a:pt x="800100" y="0"/>
                  </a:moveTo>
                  <a:lnTo>
                    <a:pt x="0" y="1295400"/>
                  </a:lnTo>
                  <a:lnTo>
                    <a:pt x="1600200" y="1295400"/>
                  </a:lnTo>
                  <a:lnTo>
                    <a:pt x="800100" y="0"/>
                  </a:lnTo>
                  <a:close/>
                </a:path>
              </a:pathLst>
            </a:custGeom>
            <a:solidFill>
              <a:srgbClr val="00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257800" y="3521075"/>
              <a:ext cx="1600200" cy="1295400"/>
            </a:xfrm>
            <a:custGeom>
              <a:avLst/>
              <a:gdLst/>
              <a:ahLst/>
              <a:cxnLst/>
              <a:rect l="l" t="t" r="r" b="b"/>
              <a:pathLst>
                <a:path w="1600200" h="1295400">
                  <a:moveTo>
                    <a:pt x="0" y="1295400"/>
                  </a:moveTo>
                  <a:lnTo>
                    <a:pt x="800100" y="0"/>
                  </a:lnTo>
                  <a:lnTo>
                    <a:pt x="1600200" y="1295400"/>
                  </a:lnTo>
                  <a:lnTo>
                    <a:pt x="0" y="12954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5871209" y="3841495"/>
            <a:ext cx="44450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i="1" dirty="0">
                <a:latin typeface="Arial"/>
                <a:cs typeface="Arial"/>
              </a:rPr>
              <a:t>Z</a:t>
            </a:r>
            <a:endParaRPr sz="5400">
              <a:latin typeface="Arial"/>
              <a:cs typeface="Arial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3002026" y="2408301"/>
            <a:ext cx="3056255" cy="2103755"/>
          </a:xfrm>
          <a:custGeom>
            <a:avLst/>
            <a:gdLst/>
            <a:ahLst/>
            <a:cxnLst/>
            <a:rect l="l" t="t" r="r" b="b"/>
            <a:pathLst>
              <a:path w="3056254" h="2103754">
                <a:moveTo>
                  <a:pt x="0" y="1371600"/>
                </a:moveTo>
                <a:lnTo>
                  <a:pt x="1036574" y="2103374"/>
                </a:lnTo>
              </a:path>
              <a:path w="3056254" h="2103754">
                <a:moveTo>
                  <a:pt x="1676400" y="0"/>
                </a:moveTo>
                <a:lnTo>
                  <a:pt x="3055874" y="1112774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7239000" y="4816475"/>
            <a:ext cx="1600200" cy="0"/>
          </a:xfrm>
          <a:custGeom>
            <a:avLst/>
            <a:gdLst/>
            <a:ahLst/>
            <a:cxnLst/>
            <a:rect l="l" t="t" r="r" b="b"/>
            <a:pathLst>
              <a:path w="1600200">
                <a:moveTo>
                  <a:pt x="0" y="0"/>
                </a:moveTo>
                <a:lnTo>
                  <a:pt x="1600200" y="0"/>
                </a:lnTo>
              </a:path>
            </a:pathLst>
          </a:custGeom>
          <a:ln w="19050">
            <a:solidFill>
              <a:srgbClr val="000000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7239000" y="5730875"/>
            <a:ext cx="1600200" cy="0"/>
          </a:xfrm>
          <a:custGeom>
            <a:avLst/>
            <a:gdLst/>
            <a:ahLst/>
            <a:cxnLst/>
            <a:rect l="l" t="t" r="r" b="b"/>
            <a:pathLst>
              <a:path w="1600200">
                <a:moveTo>
                  <a:pt x="0" y="0"/>
                </a:moveTo>
                <a:lnTo>
                  <a:pt x="1600200" y="0"/>
                </a:lnTo>
              </a:path>
            </a:pathLst>
          </a:custGeom>
          <a:ln w="19050">
            <a:solidFill>
              <a:srgbClr val="000000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1269619" y="683717"/>
            <a:ext cx="660654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i="1" spc="-80" dirty="0">
                <a:solidFill>
                  <a:srgbClr val="FF0000"/>
                </a:solidFill>
                <a:latin typeface="Arial"/>
                <a:cs typeface="Arial"/>
              </a:rPr>
              <a:t>AVL </a:t>
            </a:r>
            <a:r>
              <a:rPr sz="4400" i="1" dirty="0">
                <a:solidFill>
                  <a:srgbClr val="FF0000"/>
                </a:solidFill>
                <a:latin typeface="Arial"/>
                <a:cs typeface="Arial"/>
              </a:rPr>
              <a:t>Insertion: Inside</a:t>
            </a:r>
            <a:r>
              <a:rPr sz="4400" i="1" spc="-8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4400" i="1" dirty="0">
                <a:solidFill>
                  <a:srgbClr val="FF0000"/>
                </a:solidFill>
                <a:latin typeface="Arial"/>
                <a:cs typeface="Arial"/>
              </a:rPr>
              <a:t>Case</a:t>
            </a:r>
            <a:endParaRPr sz="44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720344" y="1779854"/>
            <a:ext cx="221043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i="1" spc="-5" dirty="0">
                <a:latin typeface="Arial"/>
                <a:cs typeface="Arial"/>
              </a:rPr>
              <a:t>Consider </a:t>
            </a:r>
            <a:r>
              <a:rPr sz="2400" i="1" dirty="0">
                <a:latin typeface="Arial"/>
                <a:cs typeface="Arial"/>
              </a:rPr>
              <a:t>a</a:t>
            </a:r>
            <a:r>
              <a:rPr sz="2400" i="1" spc="-40" dirty="0">
                <a:latin typeface="Arial"/>
                <a:cs typeface="Arial"/>
              </a:rPr>
              <a:t> </a:t>
            </a:r>
            <a:r>
              <a:rPr sz="2400" i="1" spc="-5" dirty="0">
                <a:latin typeface="Arial"/>
                <a:cs typeface="Arial"/>
              </a:rPr>
              <a:t>valid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400" i="1" spc="-50" dirty="0">
                <a:latin typeface="Arial"/>
                <a:cs typeface="Arial"/>
              </a:rPr>
              <a:t>AVL</a:t>
            </a:r>
            <a:r>
              <a:rPr sz="2400" i="1" spc="-70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subtree</a:t>
            </a:r>
            <a:endParaRPr sz="24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6328409" y="3378834"/>
            <a:ext cx="16700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i="1" dirty="0">
                <a:latin typeface="Arial"/>
                <a:cs typeface="Arial"/>
              </a:rPr>
              <a:t>h</a:t>
            </a:r>
            <a:endParaRPr sz="20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270628" y="4217289"/>
            <a:ext cx="16700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i="1" dirty="0">
                <a:latin typeface="Arial"/>
                <a:cs typeface="Arial"/>
              </a:rPr>
              <a:t>h</a:t>
            </a:r>
            <a:endParaRPr sz="200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755394" y="4293489"/>
            <a:ext cx="16700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i="1" dirty="0">
                <a:latin typeface="Arial"/>
                <a:cs typeface="Arial"/>
              </a:rPr>
              <a:t>h</a:t>
            </a:r>
            <a:endParaRPr sz="2000">
              <a:latin typeface="Arial"/>
              <a:cs typeface="Arial"/>
            </a:endParaRPr>
          </a:p>
        </p:txBody>
      </p:sp>
      <p:sp>
        <p:nvSpPr>
          <p:cNvPr id="33" name="Slide Number Placeholder 32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38</a:t>
            </a:fld>
            <a:endParaRPr lang="en-IN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371600"/>
            <a:ext cx="9144000" cy="762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26440" y="1770379"/>
            <a:ext cx="2052955" cy="1489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i="1" dirty="0">
                <a:latin typeface="Arial"/>
                <a:cs typeface="Arial"/>
              </a:rPr>
              <a:t>Inserting </a:t>
            </a:r>
            <a:r>
              <a:rPr sz="2400" i="1" spc="-5" dirty="0">
                <a:latin typeface="Arial"/>
                <a:cs typeface="Arial"/>
              </a:rPr>
              <a:t>into</a:t>
            </a:r>
            <a:r>
              <a:rPr sz="2400" i="1" spc="-135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Y  destroys the  </a:t>
            </a:r>
            <a:r>
              <a:rPr sz="2400" i="1" spc="-50" dirty="0">
                <a:latin typeface="Arial"/>
                <a:cs typeface="Arial"/>
              </a:rPr>
              <a:t>AVL </a:t>
            </a:r>
            <a:r>
              <a:rPr sz="2400" i="1" dirty="0">
                <a:latin typeface="Arial"/>
                <a:cs typeface="Arial"/>
              </a:rPr>
              <a:t>property  </a:t>
            </a:r>
            <a:r>
              <a:rPr sz="2400" i="1" spc="-5" dirty="0">
                <a:latin typeface="Arial"/>
                <a:cs typeface="Arial"/>
              </a:rPr>
              <a:t>at node</a:t>
            </a:r>
            <a:r>
              <a:rPr sz="2400" i="1" spc="-15" dirty="0">
                <a:latin typeface="Arial"/>
                <a:cs typeface="Arial"/>
              </a:rPr>
              <a:t> </a:t>
            </a:r>
            <a:r>
              <a:rPr sz="2400" i="1" spc="-5" dirty="0">
                <a:latin typeface="Arial"/>
                <a:cs typeface="Arial"/>
              </a:rPr>
              <a:t>j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472051" y="1824101"/>
            <a:ext cx="706755" cy="682625"/>
            <a:chOff x="4472051" y="1824101"/>
            <a:chExt cx="706755" cy="682625"/>
          </a:xfrm>
        </p:grpSpPr>
        <p:sp>
          <p:nvSpPr>
            <p:cNvPr id="5" name="object 5"/>
            <p:cNvSpPr/>
            <p:nvPr/>
          </p:nvSpPr>
          <p:spPr>
            <a:xfrm>
              <a:off x="4478401" y="1830451"/>
              <a:ext cx="694055" cy="669925"/>
            </a:xfrm>
            <a:custGeom>
              <a:avLst/>
              <a:gdLst/>
              <a:ahLst/>
              <a:cxnLst/>
              <a:rect l="l" t="t" r="r" b="b"/>
              <a:pathLst>
                <a:path w="694054" h="669925">
                  <a:moveTo>
                    <a:pt x="346837" y="0"/>
                  </a:moveTo>
                  <a:lnTo>
                    <a:pt x="299754" y="3055"/>
                  </a:lnTo>
                  <a:lnTo>
                    <a:pt x="254602" y="11957"/>
                  </a:lnTo>
                  <a:lnTo>
                    <a:pt x="211794" y="26306"/>
                  </a:lnTo>
                  <a:lnTo>
                    <a:pt x="171741" y="45705"/>
                  </a:lnTo>
                  <a:lnTo>
                    <a:pt x="134856" y="69756"/>
                  </a:lnTo>
                  <a:lnTo>
                    <a:pt x="101552" y="98059"/>
                  </a:lnTo>
                  <a:lnTo>
                    <a:pt x="72240" y="130218"/>
                  </a:lnTo>
                  <a:lnTo>
                    <a:pt x="47333" y="165833"/>
                  </a:lnTo>
                  <a:lnTo>
                    <a:pt x="27243" y="204507"/>
                  </a:lnTo>
                  <a:lnTo>
                    <a:pt x="12383" y="245842"/>
                  </a:lnTo>
                  <a:lnTo>
                    <a:pt x="3164" y="289438"/>
                  </a:lnTo>
                  <a:lnTo>
                    <a:pt x="0" y="334899"/>
                  </a:lnTo>
                  <a:lnTo>
                    <a:pt x="3164" y="380361"/>
                  </a:lnTo>
                  <a:lnTo>
                    <a:pt x="12383" y="423965"/>
                  </a:lnTo>
                  <a:lnTo>
                    <a:pt x="27243" y="465310"/>
                  </a:lnTo>
                  <a:lnTo>
                    <a:pt x="47333" y="503997"/>
                  </a:lnTo>
                  <a:lnTo>
                    <a:pt x="72240" y="539627"/>
                  </a:lnTo>
                  <a:lnTo>
                    <a:pt x="101552" y="571801"/>
                  </a:lnTo>
                  <a:lnTo>
                    <a:pt x="134856" y="600120"/>
                  </a:lnTo>
                  <a:lnTo>
                    <a:pt x="171741" y="624186"/>
                  </a:lnTo>
                  <a:lnTo>
                    <a:pt x="211794" y="643598"/>
                  </a:lnTo>
                  <a:lnTo>
                    <a:pt x="254602" y="657958"/>
                  </a:lnTo>
                  <a:lnTo>
                    <a:pt x="299754" y="666866"/>
                  </a:lnTo>
                  <a:lnTo>
                    <a:pt x="346837" y="669925"/>
                  </a:lnTo>
                  <a:lnTo>
                    <a:pt x="393892" y="666866"/>
                  </a:lnTo>
                  <a:lnTo>
                    <a:pt x="439027" y="657958"/>
                  </a:lnTo>
                  <a:lnTo>
                    <a:pt x="481826" y="643598"/>
                  </a:lnTo>
                  <a:lnTo>
                    <a:pt x="521875" y="624186"/>
                  </a:lnTo>
                  <a:lnTo>
                    <a:pt x="558763" y="600120"/>
                  </a:lnTo>
                  <a:lnTo>
                    <a:pt x="592073" y="571801"/>
                  </a:lnTo>
                  <a:lnTo>
                    <a:pt x="621394" y="539627"/>
                  </a:lnTo>
                  <a:lnTo>
                    <a:pt x="646312" y="503997"/>
                  </a:lnTo>
                  <a:lnTo>
                    <a:pt x="666412" y="465310"/>
                  </a:lnTo>
                  <a:lnTo>
                    <a:pt x="681282" y="423965"/>
                  </a:lnTo>
                  <a:lnTo>
                    <a:pt x="690507" y="380361"/>
                  </a:lnTo>
                  <a:lnTo>
                    <a:pt x="693674" y="334899"/>
                  </a:lnTo>
                  <a:lnTo>
                    <a:pt x="690507" y="289438"/>
                  </a:lnTo>
                  <a:lnTo>
                    <a:pt x="681282" y="245842"/>
                  </a:lnTo>
                  <a:lnTo>
                    <a:pt x="666412" y="204507"/>
                  </a:lnTo>
                  <a:lnTo>
                    <a:pt x="646312" y="165833"/>
                  </a:lnTo>
                  <a:lnTo>
                    <a:pt x="621394" y="130218"/>
                  </a:lnTo>
                  <a:lnTo>
                    <a:pt x="592073" y="98059"/>
                  </a:lnTo>
                  <a:lnTo>
                    <a:pt x="558763" y="69756"/>
                  </a:lnTo>
                  <a:lnTo>
                    <a:pt x="521875" y="45705"/>
                  </a:lnTo>
                  <a:lnTo>
                    <a:pt x="481826" y="26306"/>
                  </a:lnTo>
                  <a:lnTo>
                    <a:pt x="439027" y="11957"/>
                  </a:lnTo>
                  <a:lnTo>
                    <a:pt x="393892" y="3055"/>
                  </a:lnTo>
                  <a:lnTo>
                    <a:pt x="346837" y="0"/>
                  </a:lnTo>
                  <a:close/>
                </a:path>
              </a:pathLst>
            </a:custGeom>
            <a:solidFill>
              <a:srgbClr val="00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478401" y="1830451"/>
              <a:ext cx="694055" cy="669925"/>
            </a:xfrm>
            <a:custGeom>
              <a:avLst/>
              <a:gdLst/>
              <a:ahLst/>
              <a:cxnLst/>
              <a:rect l="l" t="t" r="r" b="b"/>
              <a:pathLst>
                <a:path w="694054" h="669925">
                  <a:moveTo>
                    <a:pt x="0" y="334899"/>
                  </a:moveTo>
                  <a:lnTo>
                    <a:pt x="3164" y="289438"/>
                  </a:lnTo>
                  <a:lnTo>
                    <a:pt x="12383" y="245842"/>
                  </a:lnTo>
                  <a:lnTo>
                    <a:pt x="27243" y="204507"/>
                  </a:lnTo>
                  <a:lnTo>
                    <a:pt x="47333" y="165833"/>
                  </a:lnTo>
                  <a:lnTo>
                    <a:pt x="72240" y="130218"/>
                  </a:lnTo>
                  <a:lnTo>
                    <a:pt x="101552" y="98059"/>
                  </a:lnTo>
                  <a:lnTo>
                    <a:pt x="134856" y="69756"/>
                  </a:lnTo>
                  <a:lnTo>
                    <a:pt x="171741" y="45705"/>
                  </a:lnTo>
                  <a:lnTo>
                    <a:pt x="211794" y="26306"/>
                  </a:lnTo>
                  <a:lnTo>
                    <a:pt x="254602" y="11957"/>
                  </a:lnTo>
                  <a:lnTo>
                    <a:pt x="299754" y="3055"/>
                  </a:lnTo>
                  <a:lnTo>
                    <a:pt x="346837" y="0"/>
                  </a:lnTo>
                  <a:lnTo>
                    <a:pt x="393892" y="3055"/>
                  </a:lnTo>
                  <a:lnTo>
                    <a:pt x="439027" y="11957"/>
                  </a:lnTo>
                  <a:lnTo>
                    <a:pt x="481826" y="26306"/>
                  </a:lnTo>
                  <a:lnTo>
                    <a:pt x="521875" y="45705"/>
                  </a:lnTo>
                  <a:lnTo>
                    <a:pt x="558763" y="69756"/>
                  </a:lnTo>
                  <a:lnTo>
                    <a:pt x="592073" y="98059"/>
                  </a:lnTo>
                  <a:lnTo>
                    <a:pt x="621394" y="130218"/>
                  </a:lnTo>
                  <a:lnTo>
                    <a:pt x="646312" y="165833"/>
                  </a:lnTo>
                  <a:lnTo>
                    <a:pt x="666412" y="204507"/>
                  </a:lnTo>
                  <a:lnTo>
                    <a:pt x="681282" y="245842"/>
                  </a:lnTo>
                  <a:lnTo>
                    <a:pt x="690507" y="289438"/>
                  </a:lnTo>
                  <a:lnTo>
                    <a:pt x="693674" y="334899"/>
                  </a:lnTo>
                  <a:lnTo>
                    <a:pt x="690507" y="380361"/>
                  </a:lnTo>
                  <a:lnTo>
                    <a:pt x="681282" y="423965"/>
                  </a:lnTo>
                  <a:lnTo>
                    <a:pt x="666412" y="465310"/>
                  </a:lnTo>
                  <a:lnTo>
                    <a:pt x="646312" y="503997"/>
                  </a:lnTo>
                  <a:lnTo>
                    <a:pt x="621394" y="539627"/>
                  </a:lnTo>
                  <a:lnTo>
                    <a:pt x="592074" y="571801"/>
                  </a:lnTo>
                  <a:lnTo>
                    <a:pt x="558763" y="600120"/>
                  </a:lnTo>
                  <a:lnTo>
                    <a:pt x="521875" y="624186"/>
                  </a:lnTo>
                  <a:lnTo>
                    <a:pt x="481826" y="643598"/>
                  </a:lnTo>
                  <a:lnTo>
                    <a:pt x="439027" y="657958"/>
                  </a:lnTo>
                  <a:lnTo>
                    <a:pt x="393892" y="666866"/>
                  </a:lnTo>
                  <a:lnTo>
                    <a:pt x="346837" y="669925"/>
                  </a:lnTo>
                  <a:lnTo>
                    <a:pt x="299754" y="666866"/>
                  </a:lnTo>
                  <a:lnTo>
                    <a:pt x="254602" y="657958"/>
                  </a:lnTo>
                  <a:lnTo>
                    <a:pt x="211794" y="643598"/>
                  </a:lnTo>
                  <a:lnTo>
                    <a:pt x="171741" y="624186"/>
                  </a:lnTo>
                  <a:lnTo>
                    <a:pt x="134856" y="600120"/>
                  </a:lnTo>
                  <a:lnTo>
                    <a:pt x="101552" y="571801"/>
                  </a:lnTo>
                  <a:lnTo>
                    <a:pt x="72240" y="539627"/>
                  </a:lnTo>
                  <a:lnTo>
                    <a:pt x="47333" y="503997"/>
                  </a:lnTo>
                  <a:lnTo>
                    <a:pt x="27243" y="465310"/>
                  </a:lnTo>
                  <a:lnTo>
                    <a:pt x="12383" y="423965"/>
                  </a:lnTo>
                  <a:lnTo>
                    <a:pt x="3164" y="380361"/>
                  </a:lnTo>
                  <a:lnTo>
                    <a:pt x="0" y="334899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4758054" y="1623136"/>
            <a:ext cx="177800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i="1" spc="-5" dirty="0">
                <a:solidFill>
                  <a:srgbClr val="000000"/>
                </a:solidFill>
                <a:latin typeface="Arial"/>
                <a:cs typeface="Arial"/>
              </a:rPr>
              <a:t>j</a:t>
            </a:r>
            <a:endParaRPr sz="54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084576" y="2921000"/>
            <a:ext cx="706755" cy="682625"/>
            <a:chOff x="3084576" y="2921000"/>
            <a:chExt cx="706755" cy="682625"/>
          </a:xfrm>
        </p:grpSpPr>
        <p:sp>
          <p:nvSpPr>
            <p:cNvPr id="9" name="object 9"/>
            <p:cNvSpPr/>
            <p:nvPr/>
          </p:nvSpPr>
          <p:spPr>
            <a:xfrm>
              <a:off x="3090926" y="2927350"/>
              <a:ext cx="694055" cy="669925"/>
            </a:xfrm>
            <a:custGeom>
              <a:avLst/>
              <a:gdLst/>
              <a:ahLst/>
              <a:cxnLst/>
              <a:rect l="l" t="t" r="r" b="b"/>
              <a:pathLst>
                <a:path w="694054" h="669925">
                  <a:moveTo>
                    <a:pt x="346837" y="0"/>
                  </a:moveTo>
                  <a:lnTo>
                    <a:pt x="299754" y="3058"/>
                  </a:lnTo>
                  <a:lnTo>
                    <a:pt x="254602" y="11966"/>
                  </a:lnTo>
                  <a:lnTo>
                    <a:pt x="211794" y="26326"/>
                  </a:lnTo>
                  <a:lnTo>
                    <a:pt x="171741" y="45738"/>
                  </a:lnTo>
                  <a:lnTo>
                    <a:pt x="134856" y="69804"/>
                  </a:lnTo>
                  <a:lnTo>
                    <a:pt x="101552" y="98123"/>
                  </a:lnTo>
                  <a:lnTo>
                    <a:pt x="72240" y="130297"/>
                  </a:lnTo>
                  <a:lnTo>
                    <a:pt x="47333" y="165927"/>
                  </a:lnTo>
                  <a:lnTo>
                    <a:pt x="27243" y="204614"/>
                  </a:lnTo>
                  <a:lnTo>
                    <a:pt x="12383" y="245959"/>
                  </a:lnTo>
                  <a:lnTo>
                    <a:pt x="3164" y="289563"/>
                  </a:lnTo>
                  <a:lnTo>
                    <a:pt x="0" y="335025"/>
                  </a:lnTo>
                  <a:lnTo>
                    <a:pt x="3164" y="380459"/>
                  </a:lnTo>
                  <a:lnTo>
                    <a:pt x="12383" y="424038"/>
                  </a:lnTo>
                  <a:lnTo>
                    <a:pt x="27243" y="465363"/>
                  </a:lnTo>
                  <a:lnTo>
                    <a:pt x="47333" y="504034"/>
                  </a:lnTo>
                  <a:lnTo>
                    <a:pt x="72240" y="539652"/>
                  </a:lnTo>
                  <a:lnTo>
                    <a:pt x="101552" y="571817"/>
                  </a:lnTo>
                  <a:lnTo>
                    <a:pt x="134856" y="600130"/>
                  </a:lnTo>
                  <a:lnTo>
                    <a:pt x="171741" y="624190"/>
                  </a:lnTo>
                  <a:lnTo>
                    <a:pt x="211794" y="643600"/>
                  </a:lnTo>
                  <a:lnTo>
                    <a:pt x="254602" y="657958"/>
                  </a:lnTo>
                  <a:lnTo>
                    <a:pt x="299754" y="666866"/>
                  </a:lnTo>
                  <a:lnTo>
                    <a:pt x="346837" y="669925"/>
                  </a:lnTo>
                  <a:lnTo>
                    <a:pt x="393892" y="666866"/>
                  </a:lnTo>
                  <a:lnTo>
                    <a:pt x="439027" y="657958"/>
                  </a:lnTo>
                  <a:lnTo>
                    <a:pt x="481826" y="643600"/>
                  </a:lnTo>
                  <a:lnTo>
                    <a:pt x="521875" y="624190"/>
                  </a:lnTo>
                  <a:lnTo>
                    <a:pt x="558763" y="600130"/>
                  </a:lnTo>
                  <a:lnTo>
                    <a:pt x="592074" y="571817"/>
                  </a:lnTo>
                  <a:lnTo>
                    <a:pt x="621394" y="539652"/>
                  </a:lnTo>
                  <a:lnTo>
                    <a:pt x="646312" y="504034"/>
                  </a:lnTo>
                  <a:lnTo>
                    <a:pt x="666412" y="465363"/>
                  </a:lnTo>
                  <a:lnTo>
                    <a:pt x="681282" y="424038"/>
                  </a:lnTo>
                  <a:lnTo>
                    <a:pt x="690507" y="380459"/>
                  </a:lnTo>
                  <a:lnTo>
                    <a:pt x="693674" y="335025"/>
                  </a:lnTo>
                  <a:lnTo>
                    <a:pt x="690507" y="289563"/>
                  </a:lnTo>
                  <a:lnTo>
                    <a:pt x="681282" y="245959"/>
                  </a:lnTo>
                  <a:lnTo>
                    <a:pt x="666412" y="204614"/>
                  </a:lnTo>
                  <a:lnTo>
                    <a:pt x="646312" y="165927"/>
                  </a:lnTo>
                  <a:lnTo>
                    <a:pt x="621394" y="130297"/>
                  </a:lnTo>
                  <a:lnTo>
                    <a:pt x="592074" y="98123"/>
                  </a:lnTo>
                  <a:lnTo>
                    <a:pt x="558763" y="69804"/>
                  </a:lnTo>
                  <a:lnTo>
                    <a:pt x="521875" y="45738"/>
                  </a:lnTo>
                  <a:lnTo>
                    <a:pt x="481826" y="26326"/>
                  </a:lnTo>
                  <a:lnTo>
                    <a:pt x="439027" y="11966"/>
                  </a:lnTo>
                  <a:lnTo>
                    <a:pt x="393892" y="3058"/>
                  </a:lnTo>
                  <a:lnTo>
                    <a:pt x="346837" y="0"/>
                  </a:lnTo>
                  <a:close/>
                </a:path>
              </a:pathLst>
            </a:custGeom>
            <a:solidFill>
              <a:srgbClr val="00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090926" y="2927350"/>
              <a:ext cx="694055" cy="669925"/>
            </a:xfrm>
            <a:custGeom>
              <a:avLst/>
              <a:gdLst/>
              <a:ahLst/>
              <a:cxnLst/>
              <a:rect l="l" t="t" r="r" b="b"/>
              <a:pathLst>
                <a:path w="694054" h="669925">
                  <a:moveTo>
                    <a:pt x="0" y="335025"/>
                  </a:moveTo>
                  <a:lnTo>
                    <a:pt x="3164" y="289563"/>
                  </a:lnTo>
                  <a:lnTo>
                    <a:pt x="12383" y="245959"/>
                  </a:lnTo>
                  <a:lnTo>
                    <a:pt x="27243" y="204614"/>
                  </a:lnTo>
                  <a:lnTo>
                    <a:pt x="47333" y="165927"/>
                  </a:lnTo>
                  <a:lnTo>
                    <a:pt x="72240" y="130297"/>
                  </a:lnTo>
                  <a:lnTo>
                    <a:pt x="101552" y="98123"/>
                  </a:lnTo>
                  <a:lnTo>
                    <a:pt x="134856" y="69804"/>
                  </a:lnTo>
                  <a:lnTo>
                    <a:pt x="171741" y="45738"/>
                  </a:lnTo>
                  <a:lnTo>
                    <a:pt x="211794" y="26326"/>
                  </a:lnTo>
                  <a:lnTo>
                    <a:pt x="254602" y="11966"/>
                  </a:lnTo>
                  <a:lnTo>
                    <a:pt x="299754" y="3058"/>
                  </a:lnTo>
                  <a:lnTo>
                    <a:pt x="346837" y="0"/>
                  </a:lnTo>
                  <a:lnTo>
                    <a:pt x="393892" y="3058"/>
                  </a:lnTo>
                  <a:lnTo>
                    <a:pt x="439027" y="11966"/>
                  </a:lnTo>
                  <a:lnTo>
                    <a:pt x="481826" y="26326"/>
                  </a:lnTo>
                  <a:lnTo>
                    <a:pt x="521875" y="45738"/>
                  </a:lnTo>
                  <a:lnTo>
                    <a:pt x="558763" y="69804"/>
                  </a:lnTo>
                  <a:lnTo>
                    <a:pt x="592073" y="98123"/>
                  </a:lnTo>
                  <a:lnTo>
                    <a:pt x="621394" y="130297"/>
                  </a:lnTo>
                  <a:lnTo>
                    <a:pt x="646312" y="165927"/>
                  </a:lnTo>
                  <a:lnTo>
                    <a:pt x="666412" y="204614"/>
                  </a:lnTo>
                  <a:lnTo>
                    <a:pt x="681282" y="245959"/>
                  </a:lnTo>
                  <a:lnTo>
                    <a:pt x="690507" y="289563"/>
                  </a:lnTo>
                  <a:lnTo>
                    <a:pt x="693674" y="335025"/>
                  </a:lnTo>
                  <a:lnTo>
                    <a:pt x="690507" y="380459"/>
                  </a:lnTo>
                  <a:lnTo>
                    <a:pt x="681282" y="424038"/>
                  </a:lnTo>
                  <a:lnTo>
                    <a:pt x="666412" y="465363"/>
                  </a:lnTo>
                  <a:lnTo>
                    <a:pt x="646312" y="504034"/>
                  </a:lnTo>
                  <a:lnTo>
                    <a:pt x="621394" y="539652"/>
                  </a:lnTo>
                  <a:lnTo>
                    <a:pt x="592074" y="571817"/>
                  </a:lnTo>
                  <a:lnTo>
                    <a:pt x="558763" y="600130"/>
                  </a:lnTo>
                  <a:lnTo>
                    <a:pt x="521875" y="624190"/>
                  </a:lnTo>
                  <a:lnTo>
                    <a:pt x="481826" y="643600"/>
                  </a:lnTo>
                  <a:lnTo>
                    <a:pt x="439027" y="657958"/>
                  </a:lnTo>
                  <a:lnTo>
                    <a:pt x="393892" y="666866"/>
                  </a:lnTo>
                  <a:lnTo>
                    <a:pt x="346837" y="669925"/>
                  </a:lnTo>
                  <a:lnTo>
                    <a:pt x="299754" y="666866"/>
                  </a:lnTo>
                  <a:lnTo>
                    <a:pt x="254602" y="657958"/>
                  </a:lnTo>
                  <a:lnTo>
                    <a:pt x="211794" y="643600"/>
                  </a:lnTo>
                  <a:lnTo>
                    <a:pt x="171741" y="624190"/>
                  </a:lnTo>
                  <a:lnTo>
                    <a:pt x="134856" y="600130"/>
                  </a:lnTo>
                  <a:lnTo>
                    <a:pt x="101552" y="571817"/>
                  </a:lnTo>
                  <a:lnTo>
                    <a:pt x="72240" y="539652"/>
                  </a:lnTo>
                  <a:lnTo>
                    <a:pt x="47333" y="504034"/>
                  </a:lnTo>
                  <a:lnTo>
                    <a:pt x="27243" y="465363"/>
                  </a:lnTo>
                  <a:lnTo>
                    <a:pt x="12383" y="424038"/>
                  </a:lnTo>
                  <a:lnTo>
                    <a:pt x="3164" y="380459"/>
                  </a:lnTo>
                  <a:lnTo>
                    <a:pt x="0" y="335025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3292602" y="2826765"/>
            <a:ext cx="36830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i="1" dirty="0">
                <a:latin typeface="Arial"/>
                <a:cs typeface="Arial"/>
              </a:rPr>
              <a:t>k</a:t>
            </a:r>
            <a:endParaRPr sz="5400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1695450" y="2390775"/>
            <a:ext cx="2897505" cy="2676525"/>
            <a:chOff x="1695450" y="2390775"/>
            <a:chExt cx="2897505" cy="2676525"/>
          </a:xfrm>
        </p:grpSpPr>
        <p:sp>
          <p:nvSpPr>
            <p:cNvPr id="13" name="object 13"/>
            <p:cNvSpPr/>
            <p:nvPr/>
          </p:nvSpPr>
          <p:spPr>
            <a:xfrm>
              <a:off x="3683000" y="2403475"/>
              <a:ext cx="897255" cy="622300"/>
            </a:xfrm>
            <a:custGeom>
              <a:avLst/>
              <a:gdLst/>
              <a:ahLst/>
              <a:cxnLst/>
              <a:rect l="l" t="t" r="r" b="b"/>
              <a:pathLst>
                <a:path w="897254" h="622300">
                  <a:moveTo>
                    <a:pt x="897001" y="0"/>
                  </a:moveTo>
                  <a:lnTo>
                    <a:pt x="0" y="62230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701800" y="4024248"/>
              <a:ext cx="1325880" cy="1036955"/>
            </a:xfrm>
            <a:custGeom>
              <a:avLst/>
              <a:gdLst/>
              <a:ahLst/>
              <a:cxnLst/>
              <a:rect l="l" t="t" r="r" b="b"/>
              <a:pathLst>
                <a:path w="1325880" h="1036954">
                  <a:moveTo>
                    <a:pt x="662813" y="0"/>
                  </a:moveTo>
                  <a:lnTo>
                    <a:pt x="0" y="1036701"/>
                  </a:lnTo>
                  <a:lnTo>
                    <a:pt x="1325626" y="1036701"/>
                  </a:lnTo>
                  <a:lnTo>
                    <a:pt x="662813" y="0"/>
                  </a:lnTo>
                  <a:close/>
                </a:path>
              </a:pathLst>
            </a:custGeom>
            <a:solidFill>
              <a:srgbClr val="00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701800" y="4024248"/>
              <a:ext cx="1325880" cy="1036955"/>
            </a:xfrm>
            <a:custGeom>
              <a:avLst/>
              <a:gdLst/>
              <a:ahLst/>
              <a:cxnLst/>
              <a:rect l="l" t="t" r="r" b="b"/>
              <a:pathLst>
                <a:path w="1325880" h="1036954">
                  <a:moveTo>
                    <a:pt x="0" y="1036701"/>
                  </a:moveTo>
                  <a:lnTo>
                    <a:pt x="662813" y="0"/>
                  </a:lnTo>
                  <a:lnTo>
                    <a:pt x="1325626" y="1036701"/>
                  </a:lnTo>
                  <a:lnTo>
                    <a:pt x="0" y="1036701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363851" y="3500500"/>
              <a:ext cx="827405" cy="523875"/>
            </a:xfrm>
            <a:custGeom>
              <a:avLst/>
              <a:gdLst/>
              <a:ahLst/>
              <a:cxnLst/>
              <a:rect l="l" t="t" r="r" b="b"/>
              <a:pathLst>
                <a:path w="827405" h="523875">
                  <a:moveTo>
                    <a:pt x="827024" y="0"/>
                  </a:moveTo>
                  <a:lnTo>
                    <a:pt x="0" y="523748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2133345" y="4260595"/>
            <a:ext cx="483234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i="1" dirty="0">
                <a:latin typeface="Arial"/>
                <a:cs typeface="Arial"/>
              </a:rPr>
              <a:t>X</a:t>
            </a:r>
            <a:endParaRPr sz="5400">
              <a:latin typeface="Arial"/>
              <a:cs typeface="Arial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3903726" y="4078223"/>
            <a:ext cx="1275080" cy="1781810"/>
            <a:chOff x="3903726" y="4078223"/>
            <a:chExt cx="1275080" cy="1781810"/>
          </a:xfrm>
        </p:grpSpPr>
        <p:sp>
          <p:nvSpPr>
            <p:cNvPr id="19" name="object 19"/>
            <p:cNvSpPr/>
            <p:nvPr/>
          </p:nvSpPr>
          <p:spPr>
            <a:xfrm>
              <a:off x="3910076" y="4084573"/>
              <a:ext cx="1262380" cy="1769110"/>
            </a:xfrm>
            <a:custGeom>
              <a:avLst/>
              <a:gdLst/>
              <a:ahLst/>
              <a:cxnLst/>
              <a:rect l="l" t="t" r="r" b="b"/>
              <a:pathLst>
                <a:path w="1262379" h="1769110">
                  <a:moveTo>
                    <a:pt x="630936" y="0"/>
                  </a:moveTo>
                  <a:lnTo>
                    <a:pt x="0" y="1768538"/>
                  </a:lnTo>
                  <a:lnTo>
                    <a:pt x="1261999" y="1768538"/>
                  </a:lnTo>
                  <a:lnTo>
                    <a:pt x="630936" y="0"/>
                  </a:lnTo>
                  <a:close/>
                </a:path>
              </a:pathLst>
            </a:custGeom>
            <a:solidFill>
              <a:srgbClr val="00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910076" y="4084573"/>
              <a:ext cx="1262380" cy="1769110"/>
            </a:xfrm>
            <a:custGeom>
              <a:avLst/>
              <a:gdLst/>
              <a:ahLst/>
              <a:cxnLst/>
              <a:rect l="l" t="t" r="r" b="b"/>
              <a:pathLst>
                <a:path w="1262379" h="1769110">
                  <a:moveTo>
                    <a:pt x="0" y="1768538"/>
                  </a:moveTo>
                  <a:lnTo>
                    <a:pt x="630936" y="0"/>
                  </a:lnTo>
                  <a:lnTo>
                    <a:pt x="1261999" y="1768538"/>
                  </a:lnTo>
                  <a:lnTo>
                    <a:pt x="0" y="1768538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4335526" y="4816297"/>
            <a:ext cx="483234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i="1" dirty="0">
                <a:latin typeface="Arial"/>
                <a:cs typeface="Arial"/>
              </a:rPr>
              <a:t>Y</a:t>
            </a:r>
            <a:endParaRPr sz="5400">
              <a:latin typeface="Arial"/>
              <a:cs typeface="Arial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3670300" y="2390775"/>
            <a:ext cx="3213100" cy="1945005"/>
            <a:chOff x="3670300" y="2390775"/>
            <a:chExt cx="3213100" cy="1945005"/>
          </a:xfrm>
        </p:grpSpPr>
        <p:sp>
          <p:nvSpPr>
            <p:cNvPr id="23" name="object 23"/>
            <p:cNvSpPr/>
            <p:nvPr/>
          </p:nvSpPr>
          <p:spPr>
            <a:xfrm>
              <a:off x="3683000" y="3500500"/>
              <a:ext cx="859155" cy="584200"/>
            </a:xfrm>
            <a:custGeom>
              <a:avLst/>
              <a:gdLst/>
              <a:ahLst/>
              <a:cxnLst/>
              <a:rect l="l" t="t" r="r" b="b"/>
              <a:pathLst>
                <a:path w="859154" h="584200">
                  <a:moveTo>
                    <a:pt x="0" y="0"/>
                  </a:moveTo>
                  <a:lnTo>
                    <a:pt x="858901" y="584073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5551551" y="3292475"/>
              <a:ext cx="1325880" cy="1036955"/>
            </a:xfrm>
            <a:custGeom>
              <a:avLst/>
              <a:gdLst/>
              <a:ahLst/>
              <a:cxnLst/>
              <a:rect l="l" t="t" r="r" b="b"/>
              <a:pathLst>
                <a:path w="1325879" h="1036954">
                  <a:moveTo>
                    <a:pt x="662686" y="0"/>
                  </a:moveTo>
                  <a:lnTo>
                    <a:pt x="0" y="1036574"/>
                  </a:lnTo>
                  <a:lnTo>
                    <a:pt x="1325499" y="1036574"/>
                  </a:lnTo>
                  <a:lnTo>
                    <a:pt x="662686" y="0"/>
                  </a:lnTo>
                  <a:close/>
                </a:path>
              </a:pathLst>
            </a:custGeom>
            <a:solidFill>
              <a:srgbClr val="00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5551551" y="3292475"/>
              <a:ext cx="1325880" cy="1036955"/>
            </a:xfrm>
            <a:custGeom>
              <a:avLst/>
              <a:gdLst/>
              <a:ahLst/>
              <a:cxnLst/>
              <a:rect l="l" t="t" r="r" b="b"/>
              <a:pathLst>
                <a:path w="1325879" h="1036954">
                  <a:moveTo>
                    <a:pt x="0" y="1036574"/>
                  </a:moveTo>
                  <a:lnTo>
                    <a:pt x="662686" y="0"/>
                  </a:lnTo>
                  <a:lnTo>
                    <a:pt x="1325499" y="1036574"/>
                  </a:lnTo>
                  <a:lnTo>
                    <a:pt x="0" y="1036574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5072125" y="2403475"/>
              <a:ext cx="1141730" cy="889000"/>
            </a:xfrm>
            <a:custGeom>
              <a:avLst/>
              <a:gdLst/>
              <a:ahLst/>
              <a:cxnLst/>
              <a:rect l="l" t="t" r="r" b="b"/>
              <a:pathLst>
                <a:path w="1141729" h="889000">
                  <a:moveTo>
                    <a:pt x="0" y="0"/>
                  </a:moveTo>
                  <a:lnTo>
                    <a:pt x="1141349" y="88900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/>
          <p:nvPr/>
        </p:nvSpPr>
        <p:spPr>
          <a:xfrm>
            <a:off x="7213600" y="5094223"/>
            <a:ext cx="1325880" cy="0"/>
          </a:xfrm>
          <a:custGeom>
            <a:avLst/>
            <a:gdLst/>
            <a:ahLst/>
            <a:cxnLst/>
            <a:rect l="l" t="t" r="r" b="b"/>
            <a:pathLst>
              <a:path w="1325879">
                <a:moveTo>
                  <a:pt x="0" y="0"/>
                </a:moveTo>
                <a:lnTo>
                  <a:pt x="1325626" y="0"/>
                </a:lnTo>
              </a:path>
            </a:pathLst>
          </a:custGeom>
          <a:ln w="19050">
            <a:solidFill>
              <a:srgbClr val="000000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7221601" y="5853112"/>
            <a:ext cx="1325880" cy="0"/>
          </a:xfrm>
          <a:custGeom>
            <a:avLst/>
            <a:gdLst/>
            <a:ahLst/>
            <a:cxnLst/>
            <a:rect l="l" t="t" r="r" b="b"/>
            <a:pathLst>
              <a:path w="1325879">
                <a:moveTo>
                  <a:pt x="0" y="0"/>
                </a:moveTo>
                <a:lnTo>
                  <a:pt x="1325499" y="0"/>
                </a:lnTo>
              </a:path>
            </a:pathLst>
          </a:custGeom>
          <a:ln w="19050">
            <a:solidFill>
              <a:srgbClr val="000000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1269619" y="683717"/>
            <a:ext cx="660654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i="1" spc="-80" dirty="0">
                <a:solidFill>
                  <a:srgbClr val="FF0000"/>
                </a:solidFill>
                <a:latin typeface="Arial"/>
                <a:cs typeface="Arial"/>
              </a:rPr>
              <a:t>AVL </a:t>
            </a:r>
            <a:r>
              <a:rPr sz="4400" i="1" dirty="0">
                <a:solidFill>
                  <a:srgbClr val="FF0000"/>
                </a:solidFill>
                <a:latin typeface="Arial"/>
                <a:cs typeface="Arial"/>
              </a:rPr>
              <a:t>Insertion: Inside</a:t>
            </a:r>
            <a:r>
              <a:rPr sz="4400" i="1" spc="-8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4400" i="1" dirty="0">
                <a:solidFill>
                  <a:srgbClr val="FF0000"/>
                </a:solidFill>
                <a:latin typeface="Arial"/>
                <a:cs typeface="Arial"/>
              </a:rPr>
              <a:t>Case</a:t>
            </a:r>
            <a:endParaRPr sz="44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798058" y="1845055"/>
            <a:ext cx="271780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i="1" spc="-5" dirty="0">
                <a:latin typeface="Arial"/>
                <a:cs typeface="Arial"/>
              </a:rPr>
              <a:t>Does </a:t>
            </a:r>
            <a:r>
              <a:rPr sz="2400" i="1" dirty="0">
                <a:latin typeface="Arial"/>
                <a:cs typeface="Arial"/>
              </a:rPr>
              <a:t>“right</a:t>
            </a:r>
            <a:r>
              <a:rPr sz="2400" i="1" spc="-85" dirty="0">
                <a:latin typeface="Arial"/>
                <a:cs typeface="Arial"/>
              </a:rPr>
              <a:t> </a:t>
            </a:r>
            <a:r>
              <a:rPr sz="2400" i="1" spc="-5" dirty="0">
                <a:latin typeface="Arial"/>
                <a:cs typeface="Arial"/>
              </a:rPr>
              <a:t>rotation”  restore</a:t>
            </a:r>
            <a:r>
              <a:rPr sz="2400" i="1" spc="-30" dirty="0">
                <a:latin typeface="Arial"/>
                <a:cs typeface="Arial"/>
              </a:rPr>
              <a:t> </a:t>
            </a:r>
            <a:r>
              <a:rPr sz="2400" i="1" spc="-5" dirty="0">
                <a:latin typeface="Arial"/>
                <a:cs typeface="Arial"/>
              </a:rPr>
              <a:t>balance?</a:t>
            </a:r>
            <a:endParaRPr sz="2400">
              <a:latin typeface="Arial"/>
              <a:cs typeface="Arial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2608489" y="1567998"/>
            <a:ext cx="2936875" cy="2314575"/>
          </a:xfrm>
          <a:custGeom>
            <a:avLst/>
            <a:gdLst/>
            <a:ahLst/>
            <a:cxnLst/>
            <a:rect l="l" t="t" r="r" b="b"/>
            <a:pathLst>
              <a:path w="2936875" h="2314575">
                <a:moveTo>
                  <a:pt x="63717" y="2140401"/>
                </a:moveTo>
                <a:lnTo>
                  <a:pt x="35182" y="2091053"/>
                </a:lnTo>
                <a:lnTo>
                  <a:pt x="15186" y="2037148"/>
                </a:lnTo>
                <a:lnTo>
                  <a:pt x="3526" y="1979017"/>
                </a:lnTo>
                <a:lnTo>
                  <a:pt x="0" y="1916989"/>
                </a:lnTo>
                <a:lnTo>
                  <a:pt x="1223" y="1884617"/>
                </a:lnTo>
                <a:lnTo>
                  <a:pt x="9517" y="1817362"/>
                </a:lnTo>
                <a:lnTo>
                  <a:pt x="25438" y="1747035"/>
                </a:lnTo>
                <a:lnTo>
                  <a:pt x="48783" y="1673965"/>
                </a:lnTo>
                <a:lnTo>
                  <a:pt x="63176" y="1636505"/>
                </a:lnTo>
                <a:lnTo>
                  <a:pt x="79349" y="1598483"/>
                </a:lnTo>
                <a:lnTo>
                  <a:pt x="97277" y="1559940"/>
                </a:lnTo>
                <a:lnTo>
                  <a:pt x="116934" y="1520917"/>
                </a:lnTo>
                <a:lnTo>
                  <a:pt x="138295" y="1481457"/>
                </a:lnTo>
                <a:lnTo>
                  <a:pt x="161335" y="1441599"/>
                </a:lnTo>
                <a:lnTo>
                  <a:pt x="186028" y="1401385"/>
                </a:lnTo>
                <a:lnTo>
                  <a:pt x="212349" y="1360857"/>
                </a:lnTo>
                <a:lnTo>
                  <a:pt x="240273" y="1320055"/>
                </a:lnTo>
                <a:lnTo>
                  <a:pt x="269774" y="1279021"/>
                </a:lnTo>
                <a:lnTo>
                  <a:pt x="300827" y="1237796"/>
                </a:lnTo>
                <a:lnTo>
                  <a:pt x="333406" y="1196421"/>
                </a:lnTo>
                <a:lnTo>
                  <a:pt x="367487" y="1154938"/>
                </a:lnTo>
                <a:lnTo>
                  <a:pt x="403044" y="1113387"/>
                </a:lnTo>
                <a:lnTo>
                  <a:pt x="440051" y="1071811"/>
                </a:lnTo>
                <a:lnTo>
                  <a:pt x="478483" y="1030249"/>
                </a:lnTo>
                <a:lnTo>
                  <a:pt x="518315" y="988744"/>
                </a:lnTo>
                <a:lnTo>
                  <a:pt x="559522" y="947336"/>
                </a:lnTo>
                <a:lnTo>
                  <a:pt x="602078" y="906067"/>
                </a:lnTo>
                <a:lnTo>
                  <a:pt x="645958" y="864978"/>
                </a:lnTo>
                <a:lnTo>
                  <a:pt x="691137" y="824111"/>
                </a:lnTo>
                <a:lnTo>
                  <a:pt x="737589" y="783506"/>
                </a:lnTo>
                <a:lnTo>
                  <a:pt x="785288" y="743204"/>
                </a:lnTo>
                <a:lnTo>
                  <a:pt x="834210" y="703248"/>
                </a:lnTo>
                <a:lnTo>
                  <a:pt x="884330" y="663677"/>
                </a:lnTo>
                <a:lnTo>
                  <a:pt x="935621" y="624534"/>
                </a:lnTo>
                <a:lnTo>
                  <a:pt x="988058" y="585859"/>
                </a:lnTo>
                <a:lnTo>
                  <a:pt x="1041617" y="547694"/>
                </a:lnTo>
                <a:lnTo>
                  <a:pt x="1095792" y="510418"/>
                </a:lnTo>
                <a:lnTo>
                  <a:pt x="1150062" y="474370"/>
                </a:lnTo>
                <a:lnTo>
                  <a:pt x="1204382" y="439560"/>
                </a:lnTo>
                <a:lnTo>
                  <a:pt x="1258702" y="405997"/>
                </a:lnTo>
                <a:lnTo>
                  <a:pt x="1312976" y="373692"/>
                </a:lnTo>
                <a:lnTo>
                  <a:pt x="1367157" y="342654"/>
                </a:lnTo>
                <a:lnTo>
                  <a:pt x="1421196" y="312893"/>
                </a:lnTo>
                <a:lnTo>
                  <a:pt x="1475047" y="284418"/>
                </a:lnTo>
                <a:lnTo>
                  <a:pt x="1528662" y="257240"/>
                </a:lnTo>
                <a:lnTo>
                  <a:pt x="1581994" y="231367"/>
                </a:lnTo>
                <a:lnTo>
                  <a:pt x="1634995" y="206810"/>
                </a:lnTo>
                <a:lnTo>
                  <a:pt x="1687618" y="183578"/>
                </a:lnTo>
                <a:lnTo>
                  <a:pt x="1739816" y="161681"/>
                </a:lnTo>
                <a:lnTo>
                  <a:pt x="1791541" y="141128"/>
                </a:lnTo>
                <a:lnTo>
                  <a:pt x="1842745" y="121930"/>
                </a:lnTo>
                <a:lnTo>
                  <a:pt x="1893381" y="104095"/>
                </a:lnTo>
                <a:lnTo>
                  <a:pt x="1943402" y="87635"/>
                </a:lnTo>
                <a:lnTo>
                  <a:pt x="1992761" y="72557"/>
                </a:lnTo>
                <a:lnTo>
                  <a:pt x="2041410" y="58873"/>
                </a:lnTo>
                <a:lnTo>
                  <a:pt x="2089301" y="46591"/>
                </a:lnTo>
                <a:lnTo>
                  <a:pt x="2136387" y="35722"/>
                </a:lnTo>
                <a:lnTo>
                  <a:pt x="2182621" y="26275"/>
                </a:lnTo>
                <a:lnTo>
                  <a:pt x="2227956" y="18260"/>
                </a:lnTo>
                <a:lnTo>
                  <a:pt x="2272343" y="11686"/>
                </a:lnTo>
                <a:lnTo>
                  <a:pt x="2315736" y="6563"/>
                </a:lnTo>
                <a:lnTo>
                  <a:pt x="2358087" y="2902"/>
                </a:lnTo>
                <a:lnTo>
                  <a:pt x="2399349" y="710"/>
                </a:lnTo>
                <a:lnTo>
                  <a:pt x="2439474" y="0"/>
                </a:lnTo>
                <a:lnTo>
                  <a:pt x="2478415" y="778"/>
                </a:lnTo>
                <a:lnTo>
                  <a:pt x="2552555" y="6845"/>
                </a:lnTo>
                <a:lnTo>
                  <a:pt x="2621389" y="18987"/>
                </a:lnTo>
                <a:lnTo>
                  <a:pt x="2684539" y="37283"/>
                </a:lnTo>
                <a:lnTo>
                  <a:pt x="2741624" y="61810"/>
                </a:lnTo>
                <a:lnTo>
                  <a:pt x="2792266" y="92646"/>
                </a:lnTo>
                <a:lnTo>
                  <a:pt x="2836086" y="129867"/>
                </a:lnTo>
                <a:lnTo>
                  <a:pt x="2872703" y="173552"/>
                </a:lnTo>
                <a:lnTo>
                  <a:pt x="2888051" y="197628"/>
                </a:lnTo>
                <a:lnTo>
                  <a:pt x="2901238" y="222885"/>
                </a:lnTo>
                <a:lnTo>
                  <a:pt x="2921234" y="276776"/>
                </a:lnTo>
                <a:lnTo>
                  <a:pt x="2932894" y="334897"/>
                </a:lnTo>
                <a:lnTo>
                  <a:pt x="2936420" y="396917"/>
                </a:lnTo>
                <a:lnTo>
                  <a:pt x="2935197" y="429286"/>
                </a:lnTo>
                <a:lnTo>
                  <a:pt x="2926903" y="496536"/>
                </a:lnTo>
                <a:lnTo>
                  <a:pt x="2910982" y="566860"/>
                </a:lnTo>
                <a:lnTo>
                  <a:pt x="2887637" y="639927"/>
                </a:lnTo>
                <a:lnTo>
                  <a:pt x="2873244" y="677386"/>
                </a:lnTo>
                <a:lnTo>
                  <a:pt x="2857071" y="715408"/>
                </a:lnTo>
                <a:lnTo>
                  <a:pt x="2839143" y="753951"/>
                </a:lnTo>
                <a:lnTo>
                  <a:pt x="2819486" y="792973"/>
                </a:lnTo>
                <a:lnTo>
                  <a:pt x="2798124" y="832434"/>
                </a:lnTo>
                <a:lnTo>
                  <a:pt x="2775085" y="872292"/>
                </a:lnTo>
                <a:lnTo>
                  <a:pt x="2750392" y="912505"/>
                </a:lnTo>
                <a:lnTo>
                  <a:pt x="2724071" y="953034"/>
                </a:lnTo>
                <a:lnTo>
                  <a:pt x="2696147" y="993835"/>
                </a:lnTo>
                <a:lnTo>
                  <a:pt x="2666646" y="1034869"/>
                </a:lnTo>
                <a:lnTo>
                  <a:pt x="2635593" y="1076094"/>
                </a:lnTo>
                <a:lnTo>
                  <a:pt x="2603014" y="1117468"/>
                </a:lnTo>
                <a:lnTo>
                  <a:pt x="2568933" y="1158951"/>
                </a:lnTo>
                <a:lnTo>
                  <a:pt x="2533376" y="1200500"/>
                </a:lnTo>
                <a:lnTo>
                  <a:pt x="2496369" y="1242076"/>
                </a:lnTo>
                <a:lnTo>
                  <a:pt x="2457937" y="1283636"/>
                </a:lnTo>
                <a:lnTo>
                  <a:pt x="2418104" y="1325139"/>
                </a:lnTo>
                <a:lnTo>
                  <a:pt x="2376898" y="1366544"/>
                </a:lnTo>
                <a:lnTo>
                  <a:pt x="2334341" y="1407811"/>
                </a:lnTo>
                <a:lnTo>
                  <a:pt x="2290461" y="1448896"/>
                </a:lnTo>
                <a:lnTo>
                  <a:pt x="2245283" y="1489760"/>
                </a:lnTo>
                <a:lnTo>
                  <a:pt x="2198831" y="1530361"/>
                </a:lnTo>
                <a:lnTo>
                  <a:pt x="2151132" y="1570657"/>
                </a:lnTo>
                <a:lnTo>
                  <a:pt x="2102210" y="1610609"/>
                </a:lnTo>
                <a:lnTo>
                  <a:pt x="2052090" y="1650173"/>
                </a:lnTo>
                <a:lnTo>
                  <a:pt x="2000799" y="1689309"/>
                </a:lnTo>
                <a:lnTo>
                  <a:pt x="1948362" y="1727976"/>
                </a:lnTo>
                <a:lnTo>
                  <a:pt x="1894803" y="1766132"/>
                </a:lnTo>
                <a:lnTo>
                  <a:pt x="1840628" y="1803418"/>
                </a:lnTo>
                <a:lnTo>
                  <a:pt x="1786358" y="1839474"/>
                </a:lnTo>
                <a:lnTo>
                  <a:pt x="1732038" y="1874292"/>
                </a:lnTo>
                <a:lnTo>
                  <a:pt x="1677718" y="1907862"/>
                </a:lnTo>
                <a:lnTo>
                  <a:pt x="1623444" y="1940174"/>
                </a:lnTo>
                <a:lnTo>
                  <a:pt x="1569263" y="1971219"/>
                </a:lnTo>
                <a:lnTo>
                  <a:pt x="1515224" y="2000986"/>
                </a:lnTo>
                <a:lnTo>
                  <a:pt x="1461373" y="2029467"/>
                </a:lnTo>
                <a:lnTo>
                  <a:pt x="1407757" y="2056651"/>
                </a:lnTo>
                <a:lnTo>
                  <a:pt x="1354426" y="2082529"/>
                </a:lnTo>
                <a:lnTo>
                  <a:pt x="1301424" y="2107092"/>
                </a:lnTo>
                <a:lnTo>
                  <a:pt x="1248801" y="2130329"/>
                </a:lnTo>
                <a:lnTo>
                  <a:pt x="1196604" y="2152230"/>
                </a:lnTo>
                <a:lnTo>
                  <a:pt x="1144879" y="2172787"/>
                </a:lnTo>
                <a:lnTo>
                  <a:pt x="1093675" y="2191989"/>
                </a:lnTo>
                <a:lnTo>
                  <a:pt x="1043039" y="2209827"/>
                </a:lnTo>
                <a:lnTo>
                  <a:pt x="993018" y="2226291"/>
                </a:lnTo>
                <a:lnTo>
                  <a:pt x="943659" y="2241372"/>
                </a:lnTo>
                <a:lnTo>
                  <a:pt x="895010" y="2255059"/>
                </a:lnTo>
                <a:lnTo>
                  <a:pt x="847119" y="2267343"/>
                </a:lnTo>
                <a:lnTo>
                  <a:pt x="800033" y="2278215"/>
                </a:lnTo>
                <a:lnTo>
                  <a:pt x="753799" y="2287664"/>
                </a:lnTo>
                <a:lnTo>
                  <a:pt x="708464" y="2295681"/>
                </a:lnTo>
                <a:lnTo>
                  <a:pt x="664077" y="2302257"/>
                </a:lnTo>
                <a:lnTo>
                  <a:pt x="620684" y="2307381"/>
                </a:lnTo>
                <a:lnTo>
                  <a:pt x="578333" y="2311044"/>
                </a:lnTo>
                <a:lnTo>
                  <a:pt x="537071" y="2313237"/>
                </a:lnTo>
                <a:lnTo>
                  <a:pt x="496946" y="2313949"/>
                </a:lnTo>
                <a:lnTo>
                  <a:pt x="458005" y="2313171"/>
                </a:lnTo>
                <a:lnTo>
                  <a:pt x="383865" y="2307106"/>
                </a:lnTo>
                <a:lnTo>
                  <a:pt x="315031" y="2294965"/>
                </a:lnTo>
                <a:lnTo>
                  <a:pt x="251881" y="2276670"/>
                </a:lnTo>
                <a:lnTo>
                  <a:pt x="194796" y="2252143"/>
                </a:lnTo>
                <a:lnTo>
                  <a:pt x="144154" y="2221308"/>
                </a:lnTo>
                <a:lnTo>
                  <a:pt x="100334" y="2184087"/>
                </a:lnTo>
                <a:lnTo>
                  <a:pt x="63717" y="2140401"/>
                </a:lnTo>
                <a:close/>
              </a:path>
            </a:pathLst>
          </a:custGeom>
          <a:ln w="2540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5983604" y="3034011"/>
            <a:ext cx="588010" cy="1301750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420"/>
              </a:spcBef>
            </a:pPr>
            <a:r>
              <a:rPr sz="2000" i="1" dirty="0">
                <a:latin typeface="Arial"/>
                <a:cs typeface="Arial"/>
              </a:rPr>
              <a:t>h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50"/>
              </a:spcBef>
            </a:pPr>
            <a:r>
              <a:rPr sz="5400" i="1" dirty="0">
                <a:latin typeface="Arial"/>
                <a:cs typeface="Arial"/>
              </a:rPr>
              <a:t>Z</a:t>
            </a:r>
            <a:endParaRPr sz="540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4880228" y="3988689"/>
            <a:ext cx="457834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i="1" dirty="0">
                <a:latin typeface="Arial"/>
                <a:cs typeface="Arial"/>
              </a:rPr>
              <a:t>h</a:t>
            </a:r>
            <a:r>
              <a:rPr sz="2000" i="1" spc="5" dirty="0">
                <a:latin typeface="Arial"/>
                <a:cs typeface="Arial"/>
              </a:rPr>
              <a:t>+</a:t>
            </a:r>
            <a:r>
              <a:rPr sz="2000" i="1" dirty="0">
                <a:latin typeface="Arial"/>
                <a:cs typeface="Arial"/>
              </a:rPr>
              <a:t>1</a:t>
            </a:r>
            <a:endParaRPr sz="200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7178675" y="3074035"/>
            <a:ext cx="141859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405255" algn="l"/>
              </a:tabLst>
            </a:pPr>
            <a:r>
              <a:rPr sz="2000" i="1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	</a:t>
            </a:r>
            <a:endParaRPr sz="200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2593975" y="3988689"/>
            <a:ext cx="16700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i="1" dirty="0">
                <a:latin typeface="Arial"/>
                <a:cs typeface="Arial"/>
              </a:rPr>
              <a:t>h</a:t>
            </a:r>
            <a:endParaRPr sz="2000">
              <a:latin typeface="Arial"/>
              <a:cs typeface="Arial"/>
            </a:endParaRPr>
          </a:p>
        </p:txBody>
      </p:sp>
      <p:sp>
        <p:nvSpPr>
          <p:cNvPr id="36" name="Slide Number Placeholder 35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39</a:t>
            </a:fld>
            <a:endParaRPr lang="en-IN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371600"/>
            <a:ext cx="9144000" cy="762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4637151" y="2670175"/>
            <a:ext cx="790575" cy="768350"/>
            <a:chOff x="4637151" y="2670175"/>
            <a:chExt cx="790575" cy="768350"/>
          </a:xfrm>
        </p:grpSpPr>
        <p:sp>
          <p:nvSpPr>
            <p:cNvPr id="4" name="object 4"/>
            <p:cNvSpPr/>
            <p:nvPr/>
          </p:nvSpPr>
          <p:spPr>
            <a:xfrm>
              <a:off x="4643501" y="2676525"/>
              <a:ext cx="777875" cy="755650"/>
            </a:xfrm>
            <a:custGeom>
              <a:avLst/>
              <a:gdLst/>
              <a:ahLst/>
              <a:cxnLst/>
              <a:rect l="l" t="t" r="r" b="b"/>
              <a:pathLst>
                <a:path w="777875" h="755650">
                  <a:moveTo>
                    <a:pt x="388874" y="0"/>
                  </a:moveTo>
                  <a:lnTo>
                    <a:pt x="340096" y="2943"/>
                  </a:lnTo>
                  <a:lnTo>
                    <a:pt x="293127" y="11539"/>
                  </a:lnTo>
                  <a:lnTo>
                    <a:pt x="248329" y="25432"/>
                  </a:lnTo>
                  <a:lnTo>
                    <a:pt x="206067" y="44269"/>
                  </a:lnTo>
                  <a:lnTo>
                    <a:pt x="166707" y="67695"/>
                  </a:lnTo>
                  <a:lnTo>
                    <a:pt x="130612" y="95356"/>
                  </a:lnTo>
                  <a:lnTo>
                    <a:pt x="98147" y="126898"/>
                  </a:lnTo>
                  <a:lnTo>
                    <a:pt x="69676" y="161968"/>
                  </a:lnTo>
                  <a:lnTo>
                    <a:pt x="45565" y="200210"/>
                  </a:lnTo>
                  <a:lnTo>
                    <a:pt x="26177" y="241271"/>
                  </a:lnTo>
                  <a:lnTo>
                    <a:pt x="11877" y="284796"/>
                  </a:lnTo>
                  <a:lnTo>
                    <a:pt x="3030" y="330432"/>
                  </a:lnTo>
                  <a:lnTo>
                    <a:pt x="0" y="377825"/>
                  </a:lnTo>
                  <a:lnTo>
                    <a:pt x="3030" y="425217"/>
                  </a:lnTo>
                  <a:lnTo>
                    <a:pt x="11877" y="470853"/>
                  </a:lnTo>
                  <a:lnTo>
                    <a:pt x="26177" y="514378"/>
                  </a:lnTo>
                  <a:lnTo>
                    <a:pt x="45565" y="555439"/>
                  </a:lnTo>
                  <a:lnTo>
                    <a:pt x="69676" y="593681"/>
                  </a:lnTo>
                  <a:lnTo>
                    <a:pt x="98147" y="628751"/>
                  </a:lnTo>
                  <a:lnTo>
                    <a:pt x="130612" y="660293"/>
                  </a:lnTo>
                  <a:lnTo>
                    <a:pt x="166707" y="687954"/>
                  </a:lnTo>
                  <a:lnTo>
                    <a:pt x="206067" y="711380"/>
                  </a:lnTo>
                  <a:lnTo>
                    <a:pt x="248329" y="730217"/>
                  </a:lnTo>
                  <a:lnTo>
                    <a:pt x="293127" y="744110"/>
                  </a:lnTo>
                  <a:lnTo>
                    <a:pt x="340096" y="752706"/>
                  </a:lnTo>
                  <a:lnTo>
                    <a:pt x="388874" y="755650"/>
                  </a:lnTo>
                  <a:lnTo>
                    <a:pt x="437653" y="752706"/>
                  </a:lnTo>
                  <a:lnTo>
                    <a:pt x="484628" y="744110"/>
                  </a:lnTo>
                  <a:lnTo>
                    <a:pt x="529435" y="730217"/>
                  </a:lnTo>
                  <a:lnTo>
                    <a:pt x="571708" y="711380"/>
                  </a:lnTo>
                  <a:lnTo>
                    <a:pt x="611082" y="687954"/>
                  </a:lnTo>
                  <a:lnTo>
                    <a:pt x="647191" y="660293"/>
                  </a:lnTo>
                  <a:lnTo>
                    <a:pt x="679671" y="628751"/>
                  </a:lnTo>
                  <a:lnTo>
                    <a:pt x="708156" y="593681"/>
                  </a:lnTo>
                  <a:lnTo>
                    <a:pt x="732281" y="555439"/>
                  </a:lnTo>
                  <a:lnTo>
                    <a:pt x="751680" y="514378"/>
                  </a:lnTo>
                  <a:lnTo>
                    <a:pt x="765989" y="470853"/>
                  </a:lnTo>
                  <a:lnTo>
                    <a:pt x="774842" y="425217"/>
                  </a:lnTo>
                  <a:lnTo>
                    <a:pt x="777875" y="377825"/>
                  </a:lnTo>
                  <a:lnTo>
                    <a:pt x="774842" y="330432"/>
                  </a:lnTo>
                  <a:lnTo>
                    <a:pt x="765989" y="284796"/>
                  </a:lnTo>
                  <a:lnTo>
                    <a:pt x="751680" y="241271"/>
                  </a:lnTo>
                  <a:lnTo>
                    <a:pt x="732281" y="200210"/>
                  </a:lnTo>
                  <a:lnTo>
                    <a:pt x="708156" y="161968"/>
                  </a:lnTo>
                  <a:lnTo>
                    <a:pt x="679671" y="126898"/>
                  </a:lnTo>
                  <a:lnTo>
                    <a:pt x="647192" y="95356"/>
                  </a:lnTo>
                  <a:lnTo>
                    <a:pt x="611082" y="67695"/>
                  </a:lnTo>
                  <a:lnTo>
                    <a:pt x="571708" y="44269"/>
                  </a:lnTo>
                  <a:lnTo>
                    <a:pt x="529435" y="25432"/>
                  </a:lnTo>
                  <a:lnTo>
                    <a:pt x="484628" y="11539"/>
                  </a:lnTo>
                  <a:lnTo>
                    <a:pt x="437653" y="2943"/>
                  </a:lnTo>
                  <a:lnTo>
                    <a:pt x="388874" y="0"/>
                  </a:lnTo>
                  <a:close/>
                </a:path>
              </a:pathLst>
            </a:custGeom>
            <a:solidFill>
              <a:srgbClr val="00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643501" y="2676525"/>
              <a:ext cx="777875" cy="755650"/>
            </a:xfrm>
            <a:custGeom>
              <a:avLst/>
              <a:gdLst/>
              <a:ahLst/>
              <a:cxnLst/>
              <a:rect l="l" t="t" r="r" b="b"/>
              <a:pathLst>
                <a:path w="777875" h="755650">
                  <a:moveTo>
                    <a:pt x="0" y="377825"/>
                  </a:moveTo>
                  <a:lnTo>
                    <a:pt x="3030" y="330432"/>
                  </a:lnTo>
                  <a:lnTo>
                    <a:pt x="11877" y="284796"/>
                  </a:lnTo>
                  <a:lnTo>
                    <a:pt x="26177" y="241271"/>
                  </a:lnTo>
                  <a:lnTo>
                    <a:pt x="45565" y="200210"/>
                  </a:lnTo>
                  <a:lnTo>
                    <a:pt x="69676" y="161968"/>
                  </a:lnTo>
                  <a:lnTo>
                    <a:pt x="98147" y="126898"/>
                  </a:lnTo>
                  <a:lnTo>
                    <a:pt x="130612" y="95356"/>
                  </a:lnTo>
                  <a:lnTo>
                    <a:pt x="166707" y="67695"/>
                  </a:lnTo>
                  <a:lnTo>
                    <a:pt x="206067" y="44269"/>
                  </a:lnTo>
                  <a:lnTo>
                    <a:pt x="248329" y="25432"/>
                  </a:lnTo>
                  <a:lnTo>
                    <a:pt x="293127" y="11539"/>
                  </a:lnTo>
                  <a:lnTo>
                    <a:pt x="340096" y="2943"/>
                  </a:lnTo>
                  <a:lnTo>
                    <a:pt x="388874" y="0"/>
                  </a:lnTo>
                  <a:lnTo>
                    <a:pt x="437653" y="2943"/>
                  </a:lnTo>
                  <a:lnTo>
                    <a:pt x="484628" y="11539"/>
                  </a:lnTo>
                  <a:lnTo>
                    <a:pt x="529435" y="25432"/>
                  </a:lnTo>
                  <a:lnTo>
                    <a:pt x="571708" y="44269"/>
                  </a:lnTo>
                  <a:lnTo>
                    <a:pt x="611082" y="67695"/>
                  </a:lnTo>
                  <a:lnTo>
                    <a:pt x="647191" y="95356"/>
                  </a:lnTo>
                  <a:lnTo>
                    <a:pt x="679671" y="126898"/>
                  </a:lnTo>
                  <a:lnTo>
                    <a:pt x="708156" y="161968"/>
                  </a:lnTo>
                  <a:lnTo>
                    <a:pt x="732281" y="200210"/>
                  </a:lnTo>
                  <a:lnTo>
                    <a:pt x="751680" y="241271"/>
                  </a:lnTo>
                  <a:lnTo>
                    <a:pt x="765989" y="284796"/>
                  </a:lnTo>
                  <a:lnTo>
                    <a:pt x="774842" y="330432"/>
                  </a:lnTo>
                  <a:lnTo>
                    <a:pt x="777875" y="377825"/>
                  </a:lnTo>
                  <a:lnTo>
                    <a:pt x="774842" y="425217"/>
                  </a:lnTo>
                  <a:lnTo>
                    <a:pt x="765989" y="470853"/>
                  </a:lnTo>
                  <a:lnTo>
                    <a:pt x="751680" y="514378"/>
                  </a:lnTo>
                  <a:lnTo>
                    <a:pt x="732281" y="555439"/>
                  </a:lnTo>
                  <a:lnTo>
                    <a:pt x="708156" y="593681"/>
                  </a:lnTo>
                  <a:lnTo>
                    <a:pt x="679671" y="628751"/>
                  </a:lnTo>
                  <a:lnTo>
                    <a:pt x="647191" y="660293"/>
                  </a:lnTo>
                  <a:lnTo>
                    <a:pt x="611082" y="687954"/>
                  </a:lnTo>
                  <a:lnTo>
                    <a:pt x="571708" y="711380"/>
                  </a:lnTo>
                  <a:lnTo>
                    <a:pt x="529435" y="730217"/>
                  </a:lnTo>
                  <a:lnTo>
                    <a:pt x="484628" y="744110"/>
                  </a:lnTo>
                  <a:lnTo>
                    <a:pt x="437653" y="752706"/>
                  </a:lnTo>
                  <a:lnTo>
                    <a:pt x="388874" y="755650"/>
                  </a:lnTo>
                  <a:lnTo>
                    <a:pt x="340096" y="752706"/>
                  </a:lnTo>
                  <a:lnTo>
                    <a:pt x="293127" y="744110"/>
                  </a:lnTo>
                  <a:lnTo>
                    <a:pt x="248329" y="730217"/>
                  </a:lnTo>
                  <a:lnTo>
                    <a:pt x="206067" y="711380"/>
                  </a:lnTo>
                  <a:lnTo>
                    <a:pt x="166707" y="687954"/>
                  </a:lnTo>
                  <a:lnTo>
                    <a:pt x="130612" y="660293"/>
                  </a:lnTo>
                  <a:lnTo>
                    <a:pt x="98147" y="628751"/>
                  </a:lnTo>
                  <a:lnTo>
                    <a:pt x="69676" y="593681"/>
                  </a:lnTo>
                  <a:lnTo>
                    <a:pt x="45565" y="555439"/>
                  </a:lnTo>
                  <a:lnTo>
                    <a:pt x="26177" y="514378"/>
                  </a:lnTo>
                  <a:lnTo>
                    <a:pt x="11877" y="470853"/>
                  </a:lnTo>
                  <a:lnTo>
                    <a:pt x="3030" y="425217"/>
                  </a:lnTo>
                  <a:lnTo>
                    <a:pt x="0" y="377825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4935728" y="2498216"/>
            <a:ext cx="17780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i="1" spc="-5" dirty="0">
                <a:latin typeface="Arial"/>
                <a:cs typeface="Arial"/>
              </a:rPr>
              <a:t>j</a:t>
            </a:r>
            <a:endParaRPr sz="540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973451" y="1749425"/>
            <a:ext cx="792480" cy="768350"/>
            <a:chOff x="2973451" y="1749425"/>
            <a:chExt cx="792480" cy="768350"/>
          </a:xfrm>
        </p:grpSpPr>
        <p:sp>
          <p:nvSpPr>
            <p:cNvPr id="8" name="object 8"/>
            <p:cNvSpPr/>
            <p:nvPr/>
          </p:nvSpPr>
          <p:spPr>
            <a:xfrm>
              <a:off x="2979801" y="1755775"/>
              <a:ext cx="779780" cy="755650"/>
            </a:xfrm>
            <a:custGeom>
              <a:avLst/>
              <a:gdLst/>
              <a:ahLst/>
              <a:cxnLst/>
              <a:rect l="l" t="t" r="r" b="b"/>
              <a:pathLst>
                <a:path w="779779" h="755650">
                  <a:moveTo>
                    <a:pt x="389636" y="0"/>
                  </a:moveTo>
                  <a:lnTo>
                    <a:pt x="340746" y="2943"/>
                  </a:lnTo>
                  <a:lnTo>
                    <a:pt x="293672" y="11539"/>
                  </a:lnTo>
                  <a:lnTo>
                    <a:pt x="248780" y="25432"/>
                  </a:lnTo>
                  <a:lnTo>
                    <a:pt x="206432" y="44269"/>
                  </a:lnTo>
                  <a:lnTo>
                    <a:pt x="166995" y="67695"/>
                  </a:lnTo>
                  <a:lnTo>
                    <a:pt x="130833" y="95356"/>
                  </a:lnTo>
                  <a:lnTo>
                    <a:pt x="98309" y="126898"/>
                  </a:lnTo>
                  <a:lnTo>
                    <a:pt x="69789" y="161968"/>
                  </a:lnTo>
                  <a:lnTo>
                    <a:pt x="45637" y="200210"/>
                  </a:lnTo>
                  <a:lnTo>
                    <a:pt x="26217" y="241271"/>
                  </a:lnTo>
                  <a:lnTo>
                    <a:pt x="11895" y="284796"/>
                  </a:lnTo>
                  <a:lnTo>
                    <a:pt x="3034" y="330432"/>
                  </a:lnTo>
                  <a:lnTo>
                    <a:pt x="0" y="377825"/>
                  </a:lnTo>
                  <a:lnTo>
                    <a:pt x="3034" y="425217"/>
                  </a:lnTo>
                  <a:lnTo>
                    <a:pt x="11895" y="470853"/>
                  </a:lnTo>
                  <a:lnTo>
                    <a:pt x="26217" y="514378"/>
                  </a:lnTo>
                  <a:lnTo>
                    <a:pt x="45637" y="555439"/>
                  </a:lnTo>
                  <a:lnTo>
                    <a:pt x="69789" y="593681"/>
                  </a:lnTo>
                  <a:lnTo>
                    <a:pt x="98309" y="628751"/>
                  </a:lnTo>
                  <a:lnTo>
                    <a:pt x="130833" y="660293"/>
                  </a:lnTo>
                  <a:lnTo>
                    <a:pt x="166995" y="687954"/>
                  </a:lnTo>
                  <a:lnTo>
                    <a:pt x="206432" y="711380"/>
                  </a:lnTo>
                  <a:lnTo>
                    <a:pt x="248780" y="730217"/>
                  </a:lnTo>
                  <a:lnTo>
                    <a:pt x="293672" y="744110"/>
                  </a:lnTo>
                  <a:lnTo>
                    <a:pt x="340746" y="752706"/>
                  </a:lnTo>
                  <a:lnTo>
                    <a:pt x="389636" y="755650"/>
                  </a:lnTo>
                  <a:lnTo>
                    <a:pt x="438527" y="752706"/>
                  </a:lnTo>
                  <a:lnTo>
                    <a:pt x="485607" y="744110"/>
                  </a:lnTo>
                  <a:lnTo>
                    <a:pt x="530509" y="730217"/>
                  </a:lnTo>
                  <a:lnTo>
                    <a:pt x="572867" y="711380"/>
                  </a:lnTo>
                  <a:lnTo>
                    <a:pt x="612318" y="687954"/>
                  </a:lnTo>
                  <a:lnTo>
                    <a:pt x="648495" y="660293"/>
                  </a:lnTo>
                  <a:lnTo>
                    <a:pt x="681033" y="628751"/>
                  </a:lnTo>
                  <a:lnTo>
                    <a:pt x="709567" y="593681"/>
                  </a:lnTo>
                  <a:lnTo>
                    <a:pt x="733733" y="555439"/>
                  </a:lnTo>
                  <a:lnTo>
                    <a:pt x="753164" y="514378"/>
                  </a:lnTo>
                  <a:lnTo>
                    <a:pt x="767495" y="470853"/>
                  </a:lnTo>
                  <a:lnTo>
                    <a:pt x="776362" y="425217"/>
                  </a:lnTo>
                  <a:lnTo>
                    <a:pt x="779399" y="377825"/>
                  </a:lnTo>
                  <a:lnTo>
                    <a:pt x="776362" y="330432"/>
                  </a:lnTo>
                  <a:lnTo>
                    <a:pt x="767495" y="284796"/>
                  </a:lnTo>
                  <a:lnTo>
                    <a:pt x="753164" y="241271"/>
                  </a:lnTo>
                  <a:lnTo>
                    <a:pt x="733733" y="200210"/>
                  </a:lnTo>
                  <a:lnTo>
                    <a:pt x="709567" y="161968"/>
                  </a:lnTo>
                  <a:lnTo>
                    <a:pt x="681033" y="126898"/>
                  </a:lnTo>
                  <a:lnTo>
                    <a:pt x="648495" y="95356"/>
                  </a:lnTo>
                  <a:lnTo>
                    <a:pt x="612318" y="67695"/>
                  </a:lnTo>
                  <a:lnTo>
                    <a:pt x="572867" y="44269"/>
                  </a:lnTo>
                  <a:lnTo>
                    <a:pt x="530509" y="25432"/>
                  </a:lnTo>
                  <a:lnTo>
                    <a:pt x="485607" y="11539"/>
                  </a:lnTo>
                  <a:lnTo>
                    <a:pt x="438527" y="2943"/>
                  </a:lnTo>
                  <a:lnTo>
                    <a:pt x="389636" y="0"/>
                  </a:lnTo>
                  <a:close/>
                </a:path>
              </a:pathLst>
            </a:custGeom>
            <a:solidFill>
              <a:srgbClr val="00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979801" y="1755775"/>
              <a:ext cx="779780" cy="755650"/>
            </a:xfrm>
            <a:custGeom>
              <a:avLst/>
              <a:gdLst/>
              <a:ahLst/>
              <a:cxnLst/>
              <a:rect l="l" t="t" r="r" b="b"/>
              <a:pathLst>
                <a:path w="779779" h="755650">
                  <a:moveTo>
                    <a:pt x="0" y="377825"/>
                  </a:moveTo>
                  <a:lnTo>
                    <a:pt x="3034" y="330432"/>
                  </a:lnTo>
                  <a:lnTo>
                    <a:pt x="11895" y="284796"/>
                  </a:lnTo>
                  <a:lnTo>
                    <a:pt x="26217" y="241271"/>
                  </a:lnTo>
                  <a:lnTo>
                    <a:pt x="45637" y="200210"/>
                  </a:lnTo>
                  <a:lnTo>
                    <a:pt x="69789" y="161968"/>
                  </a:lnTo>
                  <a:lnTo>
                    <a:pt x="98309" y="126898"/>
                  </a:lnTo>
                  <a:lnTo>
                    <a:pt x="130833" y="95356"/>
                  </a:lnTo>
                  <a:lnTo>
                    <a:pt x="166995" y="67695"/>
                  </a:lnTo>
                  <a:lnTo>
                    <a:pt x="206432" y="44269"/>
                  </a:lnTo>
                  <a:lnTo>
                    <a:pt x="248780" y="25432"/>
                  </a:lnTo>
                  <a:lnTo>
                    <a:pt x="293672" y="11539"/>
                  </a:lnTo>
                  <a:lnTo>
                    <a:pt x="340746" y="2943"/>
                  </a:lnTo>
                  <a:lnTo>
                    <a:pt x="389636" y="0"/>
                  </a:lnTo>
                  <a:lnTo>
                    <a:pt x="438527" y="2943"/>
                  </a:lnTo>
                  <a:lnTo>
                    <a:pt x="485607" y="11539"/>
                  </a:lnTo>
                  <a:lnTo>
                    <a:pt x="530509" y="25432"/>
                  </a:lnTo>
                  <a:lnTo>
                    <a:pt x="572867" y="44269"/>
                  </a:lnTo>
                  <a:lnTo>
                    <a:pt x="612318" y="67695"/>
                  </a:lnTo>
                  <a:lnTo>
                    <a:pt x="648495" y="95356"/>
                  </a:lnTo>
                  <a:lnTo>
                    <a:pt x="681033" y="126898"/>
                  </a:lnTo>
                  <a:lnTo>
                    <a:pt x="709567" y="161968"/>
                  </a:lnTo>
                  <a:lnTo>
                    <a:pt x="733733" y="200210"/>
                  </a:lnTo>
                  <a:lnTo>
                    <a:pt x="753164" y="241271"/>
                  </a:lnTo>
                  <a:lnTo>
                    <a:pt x="767495" y="284796"/>
                  </a:lnTo>
                  <a:lnTo>
                    <a:pt x="776362" y="330432"/>
                  </a:lnTo>
                  <a:lnTo>
                    <a:pt x="779399" y="377825"/>
                  </a:lnTo>
                  <a:lnTo>
                    <a:pt x="776362" y="425217"/>
                  </a:lnTo>
                  <a:lnTo>
                    <a:pt x="767495" y="470853"/>
                  </a:lnTo>
                  <a:lnTo>
                    <a:pt x="753164" y="514378"/>
                  </a:lnTo>
                  <a:lnTo>
                    <a:pt x="733733" y="555439"/>
                  </a:lnTo>
                  <a:lnTo>
                    <a:pt x="709567" y="593681"/>
                  </a:lnTo>
                  <a:lnTo>
                    <a:pt x="681033" y="628751"/>
                  </a:lnTo>
                  <a:lnTo>
                    <a:pt x="648495" y="660293"/>
                  </a:lnTo>
                  <a:lnTo>
                    <a:pt x="612318" y="687954"/>
                  </a:lnTo>
                  <a:lnTo>
                    <a:pt x="572867" y="711380"/>
                  </a:lnTo>
                  <a:lnTo>
                    <a:pt x="530509" y="730217"/>
                  </a:lnTo>
                  <a:lnTo>
                    <a:pt x="485607" y="744110"/>
                  </a:lnTo>
                  <a:lnTo>
                    <a:pt x="438527" y="752706"/>
                  </a:lnTo>
                  <a:lnTo>
                    <a:pt x="389636" y="755650"/>
                  </a:lnTo>
                  <a:lnTo>
                    <a:pt x="340746" y="752706"/>
                  </a:lnTo>
                  <a:lnTo>
                    <a:pt x="293672" y="744110"/>
                  </a:lnTo>
                  <a:lnTo>
                    <a:pt x="248780" y="730217"/>
                  </a:lnTo>
                  <a:lnTo>
                    <a:pt x="206432" y="711380"/>
                  </a:lnTo>
                  <a:lnTo>
                    <a:pt x="166995" y="687954"/>
                  </a:lnTo>
                  <a:lnTo>
                    <a:pt x="130833" y="660293"/>
                  </a:lnTo>
                  <a:lnTo>
                    <a:pt x="98309" y="628751"/>
                  </a:lnTo>
                  <a:lnTo>
                    <a:pt x="69789" y="593681"/>
                  </a:lnTo>
                  <a:lnTo>
                    <a:pt x="45637" y="555439"/>
                  </a:lnTo>
                  <a:lnTo>
                    <a:pt x="26217" y="514378"/>
                  </a:lnTo>
                  <a:lnTo>
                    <a:pt x="11895" y="470853"/>
                  </a:lnTo>
                  <a:lnTo>
                    <a:pt x="3034" y="425217"/>
                  </a:lnTo>
                  <a:lnTo>
                    <a:pt x="0" y="377825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3194050" y="1680464"/>
            <a:ext cx="36830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i="1" dirty="0">
                <a:solidFill>
                  <a:srgbClr val="000000"/>
                </a:solidFill>
                <a:latin typeface="Arial"/>
                <a:cs typeface="Arial"/>
              </a:rPr>
              <a:t>k</a:t>
            </a:r>
            <a:endParaRPr sz="5400">
              <a:latin typeface="Arial"/>
              <a:cs typeface="Aria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417700" y="2389251"/>
            <a:ext cx="3351529" cy="1736725"/>
            <a:chOff x="1417700" y="2389251"/>
            <a:chExt cx="3351529" cy="1736725"/>
          </a:xfrm>
        </p:grpSpPr>
        <p:sp>
          <p:nvSpPr>
            <p:cNvPr id="12" name="object 12"/>
            <p:cNvSpPr/>
            <p:nvPr/>
          </p:nvSpPr>
          <p:spPr>
            <a:xfrm>
              <a:off x="4006849" y="3322701"/>
              <a:ext cx="749300" cy="522605"/>
            </a:xfrm>
            <a:custGeom>
              <a:avLst/>
              <a:gdLst/>
              <a:ahLst/>
              <a:cxnLst/>
              <a:rect l="l" t="t" r="r" b="b"/>
              <a:pathLst>
                <a:path w="749300" h="522604">
                  <a:moveTo>
                    <a:pt x="749300" y="0"/>
                  </a:moveTo>
                  <a:lnTo>
                    <a:pt x="0" y="522224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424050" y="2992374"/>
              <a:ext cx="1450975" cy="1127125"/>
            </a:xfrm>
            <a:custGeom>
              <a:avLst/>
              <a:gdLst/>
              <a:ahLst/>
              <a:cxnLst/>
              <a:rect l="l" t="t" r="r" b="b"/>
              <a:pathLst>
                <a:path w="1450975" h="1127125">
                  <a:moveTo>
                    <a:pt x="725424" y="0"/>
                  </a:moveTo>
                  <a:lnTo>
                    <a:pt x="0" y="1127125"/>
                  </a:lnTo>
                  <a:lnTo>
                    <a:pt x="1450975" y="1127125"/>
                  </a:lnTo>
                  <a:lnTo>
                    <a:pt x="725424" y="0"/>
                  </a:lnTo>
                  <a:close/>
                </a:path>
              </a:pathLst>
            </a:custGeom>
            <a:solidFill>
              <a:srgbClr val="00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424050" y="2992374"/>
              <a:ext cx="1450975" cy="1127125"/>
            </a:xfrm>
            <a:custGeom>
              <a:avLst/>
              <a:gdLst/>
              <a:ahLst/>
              <a:cxnLst/>
              <a:rect l="l" t="t" r="r" b="b"/>
              <a:pathLst>
                <a:path w="1450975" h="1127125">
                  <a:moveTo>
                    <a:pt x="0" y="1127125"/>
                  </a:moveTo>
                  <a:lnTo>
                    <a:pt x="725424" y="0"/>
                  </a:lnTo>
                  <a:lnTo>
                    <a:pt x="1450975" y="1127125"/>
                  </a:lnTo>
                  <a:lnTo>
                    <a:pt x="0" y="1127125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149474" y="2401951"/>
              <a:ext cx="944880" cy="590550"/>
            </a:xfrm>
            <a:custGeom>
              <a:avLst/>
              <a:gdLst/>
              <a:ahLst/>
              <a:cxnLst/>
              <a:rect l="l" t="t" r="r" b="b"/>
              <a:pathLst>
                <a:path w="944880" h="590550">
                  <a:moveTo>
                    <a:pt x="944626" y="0"/>
                  </a:moveTo>
                  <a:lnTo>
                    <a:pt x="0" y="590423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1930145" y="3230067"/>
            <a:ext cx="483234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i="1" dirty="0">
                <a:latin typeface="Arial"/>
                <a:cs typeface="Arial"/>
              </a:rPr>
              <a:t>X</a:t>
            </a:r>
            <a:endParaRPr sz="5400">
              <a:latin typeface="Arial"/>
              <a:cs typeface="Arial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3292475" y="3310001"/>
            <a:ext cx="3479800" cy="2670175"/>
            <a:chOff x="3292475" y="3310001"/>
            <a:chExt cx="3479800" cy="2670175"/>
          </a:xfrm>
        </p:grpSpPr>
        <p:sp>
          <p:nvSpPr>
            <p:cNvPr id="18" name="object 18"/>
            <p:cNvSpPr/>
            <p:nvPr/>
          </p:nvSpPr>
          <p:spPr>
            <a:xfrm>
              <a:off x="3298825" y="3844925"/>
              <a:ext cx="1414780" cy="2129155"/>
            </a:xfrm>
            <a:custGeom>
              <a:avLst/>
              <a:gdLst/>
              <a:ahLst/>
              <a:cxnLst/>
              <a:rect l="l" t="t" r="r" b="b"/>
              <a:pathLst>
                <a:path w="1414779" h="2129154">
                  <a:moveTo>
                    <a:pt x="707263" y="0"/>
                  </a:moveTo>
                  <a:lnTo>
                    <a:pt x="0" y="2128837"/>
                  </a:lnTo>
                  <a:lnTo>
                    <a:pt x="1414526" y="2128837"/>
                  </a:lnTo>
                  <a:lnTo>
                    <a:pt x="707263" y="0"/>
                  </a:lnTo>
                  <a:close/>
                </a:path>
              </a:pathLst>
            </a:custGeom>
            <a:solidFill>
              <a:srgbClr val="00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298825" y="3844925"/>
              <a:ext cx="1414780" cy="2129155"/>
            </a:xfrm>
            <a:custGeom>
              <a:avLst/>
              <a:gdLst/>
              <a:ahLst/>
              <a:cxnLst/>
              <a:rect l="l" t="t" r="r" b="b"/>
              <a:pathLst>
                <a:path w="1414779" h="2129154">
                  <a:moveTo>
                    <a:pt x="0" y="2128837"/>
                  </a:moveTo>
                  <a:lnTo>
                    <a:pt x="707263" y="0"/>
                  </a:lnTo>
                  <a:lnTo>
                    <a:pt x="1414526" y="2128837"/>
                  </a:lnTo>
                  <a:lnTo>
                    <a:pt x="0" y="2128837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280025" y="3844925"/>
              <a:ext cx="1485900" cy="1167130"/>
            </a:xfrm>
            <a:custGeom>
              <a:avLst/>
              <a:gdLst/>
              <a:ahLst/>
              <a:cxnLst/>
              <a:rect l="l" t="t" r="r" b="b"/>
              <a:pathLst>
                <a:path w="1485900" h="1167129">
                  <a:moveTo>
                    <a:pt x="742950" y="0"/>
                  </a:moveTo>
                  <a:lnTo>
                    <a:pt x="0" y="1166749"/>
                  </a:lnTo>
                  <a:lnTo>
                    <a:pt x="1485900" y="1166749"/>
                  </a:lnTo>
                  <a:lnTo>
                    <a:pt x="742950" y="0"/>
                  </a:lnTo>
                  <a:close/>
                </a:path>
              </a:pathLst>
            </a:custGeom>
            <a:solidFill>
              <a:srgbClr val="00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280025" y="3844925"/>
              <a:ext cx="1485900" cy="1167130"/>
            </a:xfrm>
            <a:custGeom>
              <a:avLst/>
              <a:gdLst/>
              <a:ahLst/>
              <a:cxnLst/>
              <a:rect l="l" t="t" r="r" b="b"/>
              <a:pathLst>
                <a:path w="1485900" h="1167129">
                  <a:moveTo>
                    <a:pt x="0" y="1166749"/>
                  </a:moveTo>
                  <a:lnTo>
                    <a:pt x="742950" y="0"/>
                  </a:lnTo>
                  <a:lnTo>
                    <a:pt x="1485900" y="1166749"/>
                  </a:lnTo>
                  <a:lnTo>
                    <a:pt x="0" y="1166749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308600" y="3322701"/>
              <a:ext cx="714375" cy="522605"/>
            </a:xfrm>
            <a:custGeom>
              <a:avLst/>
              <a:gdLst/>
              <a:ahLst/>
              <a:cxnLst/>
              <a:rect l="l" t="t" r="r" b="b"/>
              <a:pathLst>
                <a:path w="714375" h="522604">
                  <a:moveTo>
                    <a:pt x="0" y="0"/>
                  </a:moveTo>
                  <a:lnTo>
                    <a:pt x="714375" y="522224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3802126" y="4135069"/>
            <a:ext cx="4860925" cy="16046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21205">
              <a:lnSpc>
                <a:spcPts val="6215"/>
              </a:lnSpc>
              <a:spcBef>
                <a:spcPts val="100"/>
              </a:spcBef>
              <a:tabLst>
                <a:tab pos="3176270" algn="l"/>
                <a:tab pos="4847590" algn="l"/>
              </a:tabLst>
            </a:pPr>
            <a:r>
              <a:rPr sz="5400" i="1" dirty="0">
                <a:latin typeface="Arial"/>
                <a:cs typeface="Arial"/>
              </a:rPr>
              <a:t>Z	</a:t>
            </a:r>
            <a:r>
              <a:rPr sz="5400" i="1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	</a:t>
            </a:r>
            <a:endParaRPr sz="5400">
              <a:latin typeface="Arial"/>
              <a:cs typeface="Arial"/>
            </a:endParaRPr>
          </a:p>
          <a:p>
            <a:pPr marL="12700">
              <a:lnSpc>
                <a:spcPts val="6215"/>
              </a:lnSpc>
            </a:pPr>
            <a:r>
              <a:rPr sz="5400" i="1" dirty="0">
                <a:latin typeface="Arial"/>
                <a:cs typeface="Arial"/>
              </a:rPr>
              <a:t>Y</a:t>
            </a:r>
            <a:endParaRPr sz="5400">
              <a:latin typeface="Arial"/>
              <a:cs typeface="Arial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6978650" y="4187825"/>
            <a:ext cx="1484630" cy="0"/>
          </a:xfrm>
          <a:custGeom>
            <a:avLst/>
            <a:gdLst/>
            <a:ahLst/>
            <a:cxnLst/>
            <a:rect l="l" t="t" r="r" b="b"/>
            <a:pathLst>
              <a:path w="1484629">
                <a:moveTo>
                  <a:pt x="0" y="0"/>
                </a:moveTo>
                <a:lnTo>
                  <a:pt x="1484376" y="0"/>
                </a:lnTo>
              </a:path>
            </a:pathLst>
          </a:custGeom>
          <a:ln w="19050">
            <a:solidFill>
              <a:srgbClr val="000000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5" name="object 25"/>
          <p:cNvGrpSpPr/>
          <p:nvPr/>
        </p:nvGrpSpPr>
        <p:grpSpPr>
          <a:xfrm>
            <a:off x="2738692" y="1673493"/>
            <a:ext cx="3133725" cy="2103120"/>
            <a:chOff x="2738692" y="1673493"/>
            <a:chExt cx="3133725" cy="2103120"/>
          </a:xfrm>
        </p:grpSpPr>
        <p:sp>
          <p:nvSpPr>
            <p:cNvPr id="26" name="object 26"/>
            <p:cNvSpPr/>
            <p:nvPr/>
          </p:nvSpPr>
          <p:spPr>
            <a:xfrm>
              <a:off x="3644900" y="2401951"/>
              <a:ext cx="1111250" cy="384175"/>
            </a:xfrm>
            <a:custGeom>
              <a:avLst/>
              <a:gdLst/>
              <a:ahLst/>
              <a:cxnLst/>
              <a:rect l="l" t="t" r="r" b="b"/>
              <a:pathLst>
                <a:path w="1111250" h="384175">
                  <a:moveTo>
                    <a:pt x="0" y="0"/>
                  </a:moveTo>
                  <a:lnTo>
                    <a:pt x="1111250" y="384048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2751392" y="1686193"/>
              <a:ext cx="3108325" cy="2077720"/>
            </a:xfrm>
            <a:custGeom>
              <a:avLst/>
              <a:gdLst/>
              <a:ahLst/>
              <a:cxnLst/>
              <a:rect l="l" t="t" r="r" b="b"/>
              <a:pathLst>
                <a:path w="3108325" h="2077720">
                  <a:moveTo>
                    <a:pt x="40067" y="233792"/>
                  </a:moveTo>
                  <a:lnTo>
                    <a:pt x="71082" y="185977"/>
                  </a:lnTo>
                  <a:lnTo>
                    <a:pt x="110032" y="143699"/>
                  </a:lnTo>
                  <a:lnTo>
                    <a:pt x="156532" y="106926"/>
                  </a:lnTo>
                  <a:lnTo>
                    <a:pt x="210196" y="75628"/>
                  </a:lnTo>
                  <a:lnTo>
                    <a:pt x="270638" y="49776"/>
                  </a:lnTo>
                  <a:lnTo>
                    <a:pt x="337472" y="29337"/>
                  </a:lnTo>
                  <a:lnTo>
                    <a:pt x="410313" y="14283"/>
                  </a:lnTo>
                  <a:lnTo>
                    <a:pt x="448865" y="8765"/>
                  </a:lnTo>
                  <a:lnTo>
                    <a:pt x="488774" y="4581"/>
                  </a:lnTo>
                  <a:lnTo>
                    <a:pt x="529992" y="1728"/>
                  </a:lnTo>
                  <a:lnTo>
                    <a:pt x="572471" y="202"/>
                  </a:lnTo>
                  <a:lnTo>
                    <a:pt x="616162" y="0"/>
                  </a:lnTo>
                  <a:lnTo>
                    <a:pt x="661016" y="1116"/>
                  </a:lnTo>
                  <a:lnTo>
                    <a:pt x="706987" y="3548"/>
                  </a:lnTo>
                  <a:lnTo>
                    <a:pt x="754025" y="7291"/>
                  </a:lnTo>
                  <a:lnTo>
                    <a:pt x="802083" y="12342"/>
                  </a:lnTo>
                  <a:lnTo>
                    <a:pt x="851112" y="18697"/>
                  </a:lnTo>
                  <a:lnTo>
                    <a:pt x="901063" y="26353"/>
                  </a:lnTo>
                  <a:lnTo>
                    <a:pt x="951889" y="35304"/>
                  </a:lnTo>
                  <a:lnTo>
                    <a:pt x="1003542" y="45549"/>
                  </a:lnTo>
                  <a:lnTo>
                    <a:pt x="1055973" y="57082"/>
                  </a:lnTo>
                  <a:lnTo>
                    <a:pt x="1109134" y="69899"/>
                  </a:lnTo>
                  <a:lnTo>
                    <a:pt x="1162977" y="83998"/>
                  </a:lnTo>
                  <a:lnTo>
                    <a:pt x="1217453" y="99374"/>
                  </a:lnTo>
                  <a:lnTo>
                    <a:pt x="1272515" y="116024"/>
                  </a:lnTo>
                  <a:lnTo>
                    <a:pt x="1328113" y="133943"/>
                  </a:lnTo>
                  <a:lnTo>
                    <a:pt x="1384201" y="153129"/>
                  </a:lnTo>
                  <a:lnTo>
                    <a:pt x="1440729" y="173576"/>
                  </a:lnTo>
                  <a:lnTo>
                    <a:pt x="1497650" y="195281"/>
                  </a:lnTo>
                  <a:lnTo>
                    <a:pt x="1554914" y="218241"/>
                  </a:lnTo>
                  <a:lnTo>
                    <a:pt x="1612475" y="242451"/>
                  </a:lnTo>
                  <a:lnTo>
                    <a:pt x="1670284" y="267908"/>
                  </a:lnTo>
                  <a:lnTo>
                    <a:pt x="1728292" y="294608"/>
                  </a:lnTo>
                  <a:lnTo>
                    <a:pt x="1786451" y="322548"/>
                  </a:lnTo>
                  <a:lnTo>
                    <a:pt x="1844713" y="351722"/>
                  </a:lnTo>
                  <a:lnTo>
                    <a:pt x="1903030" y="382128"/>
                  </a:lnTo>
                  <a:lnTo>
                    <a:pt x="1960843" y="413474"/>
                  </a:lnTo>
                  <a:lnTo>
                    <a:pt x="2017605" y="445463"/>
                  </a:lnTo>
                  <a:lnTo>
                    <a:pt x="2073286" y="478056"/>
                  </a:lnTo>
                  <a:lnTo>
                    <a:pt x="2127856" y="511218"/>
                  </a:lnTo>
                  <a:lnTo>
                    <a:pt x="2181284" y="544908"/>
                  </a:lnTo>
                  <a:lnTo>
                    <a:pt x="2233541" y="579090"/>
                  </a:lnTo>
                  <a:lnTo>
                    <a:pt x="2284595" y="613726"/>
                  </a:lnTo>
                  <a:lnTo>
                    <a:pt x="2334418" y="648778"/>
                  </a:lnTo>
                  <a:lnTo>
                    <a:pt x="2382979" y="684208"/>
                  </a:lnTo>
                  <a:lnTo>
                    <a:pt x="2430247" y="719979"/>
                  </a:lnTo>
                  <a:lnTo>
                    <a:pt x="2476193" y="756052"/>
                  </a:lnTo>
                  <a:lnTo>
                    <a:pt x="2520787" y="792389"/>
                  </a:lnTo>
                  <a:lnTo>
                    <a:pt x="2563998" y="828953"/>
                  </a:lnTo>
                  <a:lnTo>
                    <a:pt x="2605796" y="865706"/>
                  </a:lnTo>
                  <a:lnTo>
                    <a:pt x="2646150" y="902610"/>
                  </a:lnTo>
                  <a:lnTo>
                    <a:pt x="2685032" y="939628"/>
                  </a:lnTo>
                  <a:lnTo>
                    <a:pt x="2722410" y="976720"/>
                  </a:lnTo>
                  <a:lnTo>
                    <a:pt x="2758255" y="1013851"/>
                  </a:lnTo>
                  <a:lnTo>
                    <a:pt x="2792536" y="1050981"/>
                  </a:lnTo>
                  <a:lnTo>
                    <a:pt x="2825223" y="1088073"/>
                  </a:lnTo>
                  <a:lnTo>
                    <a:pt x="2856286" y="1125089"/>
                  </a:lnTo>
                  <a:lnTo>
                    <a:pt x="2885695" y="1161991"/>
                  </a:lnTo>
                  <a:lnTo>
                    <a:pt x="2913419" y="1198742"/>
                  </a:lnTo>
                  <a:lnTo>
                    <a:pt x="2939429" y="1235303"/>
                  </a:lnTo>
                  <a:lnTo>
                    <a:pt x="2963694" y="1271637"/>
                  </a:lnTo>
                  <a:lnTo>
                    <a:pt x="2986185" y="1307706"/>
                  </a:lnTo>
                  <a:lnTo>
                    <a:pt x="3006870" y="1343471"/>
                  </a:lnTo>
                  <a:lnTo>
                    <a:pt x="3025721" y="1378896"/>
                  </a:lnTo>
                  <a:lnTo>
                    <a:pt x="3042706" y="1413943"/>
                  </a:lnTo>
                  <a:lnTo>
                    <a:pt x="3070959" y="1482748"/>
                  </a:lnTo>
                  <a:lnTo>
                    <a:pt x="3091389" y="1549585"/>
                  </a:lnTo>
                  <a:lnTo>
                    <a:pt x="3103755" y="1614150"/>
                  </a:lnTo>
                  <a:lnTo>
                    <a:pt x="3107815" y="1676141"/>
                  </a:lnTo>
                  <a:lnTo>
                    <a:pt x="3106655" y="1706077"/>
                  </a:lnTo>
                  <a:lnTo>
                    <a:pt x="3097804" y="1763640"/>
                  </a:lnTo>
                  <a:lnTo>
                    <a:pt x="3080044" y="1817872"/>
                  </a:lnTo>
                  <a:lnTo>
                    <a:pt x="3067747" y="1843644"/>
                  </a:lnTo>
                  <a:lnTo>
                    <a:pt x="3053256" y="1868254"/>
                  </a:lnTo>
                  <a:lnTo>
                    <a:pt x="3036733" y="1891475"/>
                  </a:lnTo>
                  <a:lnTo>
                    <a:pt x="2997783" y="1933767"/>
                  </a:lnTo>
                  <a:lnTo>
                    <a:pt x="2951283" y="1970550"/>
                  </a:lnTo>
                  <a:lnTo>
                    <a:pt x="2897619" y="2001856"/>
                  </a:lnTo>
                  <a:lnTo>
                    <a:pt x="2837177" y="2027714"/>
                  </a:lnTo>
                  <a:lnTo>
                    <a:pt x="2770342" y="2048157"/>
                  </a:lnTo>
                  <a:lnTo>
                    <a:pt x="2697502" y="2063214"/>
                  </a:lnTo>
                  <a:lnTo>
                    <a:pt x="2658949" y="2068733"/>
                  </a:lnTo>
                  <a:lnTo>
                    <a:pt x="2619040" y="2072918"/>
                  </a:lnTo>
                  <a:lnTo>
                    <a:pt x="2577822" y="2075771"/>
                  </a:lnTo>
                  <a:lnTo>
                    <a:pt x="2535344" y="2077297"/>
                  </a:lnTo>
                  <a:lnTo>
                    <a:pt x="2491653" y="2077500"/>
                  </a:lnTo>
                  <a:lnTo>
                    <a:pt x="2446798" y="2076384"/>
                  </a:lnTo>
                  <a:lnTo>
                    <a:pt x="2400827" y="2073952"/>
                  </a:lnTo>
                  <a:lnTo>
                    <a:pt x="2353789" y="2070209"/>
                  </a:lnTo>
                  <a:lnTo>
                    <a:pt x="2305732" y="2065158"/>
                  </a:lnTo>
                  <a:lnTo>
                    <a:pt x="2256703" y="2058802"/>
                  </a:lnTo>
                  <a:lnTo>
                    <a:pt x="2206751" y="2051147"/>
                  </a:lnTo>
                  <a:lnTo>
                    <a:pt x="2155925" y="2042196"/>
                  </a:lnTo>
                  <a:lnTo>
                    <a:pt x="2104272" y="2031952"/>
                  </a:lnTo>
                  <a:lnTo>
                    <a:pt x="2051841" y="2020420"/>
                  </a:lnTo>
                  <a:lnTo>
                    <a:pt x="1998680" y="2007603"/>
                  </a:lnTo>
                  <a:lnTo>
                    <a:pt x="1944838" y="1993505"/>
                  </a:lnTo>
                  <a:lnTo>
                    <a:pt x="1890361" y="1978131"/>
                  </a:lnTo>
                  <a:lnTo>
                    <a:pt x="1835300" y="1961483"/>
                  </a:lnTo>
                  <a:lnTo>
                    <a:pt x="1779701" y="1943566"/>
                  </a:lnTo>
                  <a:lnTo>
                    <a:pt x="1723614" y="1924384"/>
                  </a:lnTo>
                  <a:lnTo>
                    <a:pt x="1667085" y="1903940"/>
                  </a:lnTo>
                  <a:lnTo>
                    <a:pt x="1610165" y="1882238"/>
                  </a:lnTo>
                  <a:lnTo>
                    <a:pt x="1552900" y="1859283"/>
                  </a:lnTo>
                  <a:lnTo>
                    <a:pt x="1495339" y="1835077"/>
                  </a:lnTo>
                  <a:lnTo>
                    <a:pt x="1437531" y="1809626"/>
                  </a:lnTo>
                  <a:lnTo>
                    <a:pt x="1379523" y="1782932"/>
                  </a:lnTo>
                  <a:lnTo>
                    <a:pt x="1321364" y="1755000"/>
                  </a:lnTo>
                  <a:lnTo>
                    <a:pt x="1263101" y="1725833"/>
                  </a:lnTo>
                  <a:lnTo>
                    <a:pt x="1204784" y="1695435"/>
                  </a:lnTo>
                  <a:lnTo>
                    <a:pt x="1146971" y="1664089"/>
                  </a:lnTo>
                  <a:lnTo>
                    <a:pt x="1090209" y="1632100"/>
                  </a:lnTo>
                  <a:lnTo>
                    <a:pt x="1034528" y="1599505"/>
                  </a:lnTo>
                  <a:lnTo>
                    <a:pt x="979959" y="1566343"/>
                  </a:lnTo>
                  <a:lnTo>
                    <a:pt x="926530" y="1532650"/>
                  </a:lnTo>
                  <a:lnTo>
                    <a:pt x="874274" y="1498466"/>
                  </a:lnTo>
                  <a:lnTo>
                    <a:pt x="823219" y="1463828"/>
                  </a:lnTo>
                  <a:lnTo>
                    <a:pt x="773396" y="1428773"/>
                  </a:lnTo>
                  <a:lnTo>
                    <a:pt x="724836" y="1393340"/>
                  </a:lnTo>
                  <a:lnTo>
                    <a:pt x="677567" y="1357567"/>
                  </a:lnTo>
                  <a:lnTo>
                    <a:pt x="631621" y="1321491"/>
                  </a:lnTo>
                  <a:lnTo>
                    <a:pt x="587027" y="1285150"/>
                  </a:lnTo>
                  <a:lnTo>
                    <a:pt x="543817" y="1248582"/>
                  </a:lnTo>
                  <a:lnTo>
                    <a:pt x="502019" y="1211826"/>
                  </a:lnTo>
                  <a:lnTo>
                    <a:pt x="461664" y="1174917"/>
                  </a:lnTo>
                  <a:lnTo>
                    <a:pt x="422783" y="1137896"/>
                  </a:lnTo>
                  <a:lnTo>
                    <a:pt x="385404" y="1100799"/>
                  </a:lnTo>
                  <a:lnTo>
                    <a:pt x="349560" y="1063664"/>
                  </a:lnTo>
                  <a:lnTo>
                    <a:pt x="315279" y="1026530"/>
                  </a:lnTo>
                  <a:lnTo>
                    <a:pt x="282592" y="989434"/>
                  </a:lnTo>
                  <a:lnTo>
                    <a:pt x="251529" y="952413"/>
                  </a:lnTo>
                  <a:lnTo>
                    <a:pt x="222120" y="915506"/>
                  </a:lnTo>
                  <a:lnTo>
                    <a:pt x="194395" y="878751"/>
                  </a:lnTo>
                  <a:lnTo>
                    <a:pt x="168385" y="842186"/>
                  </a:lnTo>
                  <a:lnTo>
                    <a:pt x="144120" y="805847"/>
                  </a:lnTo>
                  <a:lnTo>
                    <a:pt x="121630" y="769774"/>
                  </a:lnTo>
                  <a:lnTo>
                    <a:pt x="100944" y="734004"/>
                  </a:lnTo>
                  <a:lnTo>
                    <a:pt x="82094" y="698575"/>
                  </a:lnTo>
                  <a:lnTo>
                    <a:pt x="65109" y="663525"/>
                  </a:lnTo>
                  <a:lnTo>
                    <a:pt x="36855" y="594712"/>
                  </a:lnTo>
                  <a:lnTo>
                    <a:pt x="16425" y="527869"/>
                  </a:lnTo>
                  <a:lnTo>
                    <a:pt x="4059" y="463298"/>
                  </a:lnTo>
                  <a:lnTo>
                    <a:pt x="0" y="401301"/>
                  </a:lnTo>
                  <a:lnTo>
                    <a:pt x="1160" y="371364"/>
                  </a:lnTo>
                  <a:lnTo>
                    <a:pt x="10011" y="313798"/>
                  </a:lnTo>
                  <a:lnTo>
                    <a:pt x="27771" y="259565"/>
                  </a:lnTo>
                  <a:lnTo>
                    <a:pt x="40067" y="233792"/>
                  </a:lnTo>
                  <a:close/>
                </a:path>
              </a:pathLst>
            </a:custGeom>
            <a:ln w="254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/>
          <p:nvPr/>
        </p:nvSpPr>
        <p:spPr>
          <a:xfrm>
            <a:off x="7048500" y="5894387"/>
            <a:ext cx="1485900" cy="11430"/>
          </a:xfrm>
          <a:custGeom>
            <a:avLst/>
            <a:gdLst/>
            <a:ahLst/>
            <a:cxnLst/>
            <a:rect l="l" t="t" r="r" b="b"/>
            <a:pathLst>
              <a:path w="1485900" h="11429">
                <a:moveTo>
                  <a:pt x="0" y="11112"/>
                </a:moveTo>
                <a:lnTo>
                  <a:pt x="1485900" y="0"/>
                </a:lnTo>
              </a:path>
            </a:pathLst>
          </a:custGeom>
          <a:ln w="19050">
            <a:solidFill>
              <a:srgbClr val="000000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6099809" y="1794205"/>
            <a:ext cx="2583180" cy="1489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i="1" spc="-5" dirty="0">
                <a:latin typeface="Arial"/>
                <a:cs typeface="Arial"/>
              </a:rPr>
              <a:t>“Right rotation”  does not restore  </a:t>
            </a:r>
            <a:r>
              <a:rPr sz="2400" i="1" spc="-10" dirty="0">
                <a:latin typeface="Arial"/>
                <a:cs typeface="Arial"/>
              </a:rPr>
              <a:t>balance… </a:t>
            </a:r>
            <a:r>
              <a:rPr sz="2400" i="1" spc="-5" dirty="0">
                <a:latin typeface="Arial"/>
                <a:cs typeface="Arial"/>
              </a:rPr>
              <a:t>now </a:t>
            </a:r>
            <a:r>
              <a:rPr sz="2400" i="1" dirty="0">
                <a:latin typeface="Arial"/>
                <a:cs typeface="Arial"/>
              </a:rPr>
              <a:t>k </a:t>
            </a:r>
            <a:r>
              <a:rPr sz="2400" i="1" spc="-5" dirty="0">
                <a:latin typeface="Arial"/>
                <a:cs typeface="Arial"/>
              </a:rPr>
              <a:t>is  out of</a:t>
            </a:r>
            <a:r>
              <a:rPr sz="2400" i="1" spc="-30" dirty="0">
                <a:latin typeface="Arial"/>
                <a:cs typeface="Arial"/>
              </a:rPr>
              <a:t> </a:t>
            </a:r>
            <a:r>
              <a:rPr sz="2400" i="1" spc="-5" dirty="0">
                <a:latin typeface="Arial"/>
                <a:cs typeface="Arial"/>
              </a:rPr>
              <a:t>balance</a:t>
            </a:r>
            <a:endParaRPr sz="24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269619" y="683717"/>
            <a:ext cx="660654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i="1" spc="-80" dirty="0">
                <a:solidFill>
                  <a:srgbClr val="FF0000"/>
                </a:solidFill>
                <a:latin typeface="Arial"/>
                <a:cs typeface="Arial"/>
              </a:rPr>
              <a:t>AVL </a:t>
            </a:r>
            <a:r>
              <a:rPr sz="4400" i="1" dirty="0">
                <a:solidFill>
                  <a:srgbClr val="FF0000"/>
                </a:solidFill>
                <a:latin typeface="Arial"/>
                <a:cs typeface="Arial"/>
              </a:rPr>
              <a:t>Insertion: Inside</a:t>
            </a:r>
            <a:r>
              <a:rPr sz="4400" i="1" spc="-8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4400" i="1" dirty="0">
                <a:solidFill>
                  <a:srgbClr val="FF0000"/>
                </a:solidFill>
                <a:latin typeface="Arial"/>
                <a:cs typeface="Arial"/>
              </a:rPr>
              <a:t>Case</a:t>
            </a:r>
            <a:endParaRPr sz="44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6328409" y="3607384"/>
            <a:ext cx="16764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i="1" dirty="0">
                <a:latin typeface="Arial"/>
                <a:cs typeface="Arial"/>
              </a:rPr>
              <a:t>h</a:t>
            </a:r>
            <a:endParaRPr sz="200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4270628" y="3760089"/>
            <a:ext cx="457834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i="1" dirty="0">
                <a:latin typeface="Arial"/>
                <a:cs typeface="Arial"/>
              </a:rPr>
              <a:t>h</a:t>
            </a:r>
            <a:r>
              <a:rPr sz="2000" i="1" spc="5" dirty="0">
                <a:latin typeface="Arial"/>
                <a:cs typeface="Arial"/>
              </a:rPr>
              <a:t>+</a:t>
            </a:r>
            <a:r>
              <a:rPr sz="2000" i="1" dirty="0">
                <a:latin typeface="Arial"/>
                <a:cs typeface="Arial"/>
              </a:rPr>
              <a:t>1</a:t>
            </a:r>
            <a:endParaRPr sz="200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2517775" y="2845435"/>
            <a:ext cx="16700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i="1" dirty="0">
                <a:latin typeface="Arial"/>
                <a:cs typeface="Arial"/>
              </a:rPr>
              <a:t>h</a:t>
            </a:r>
            <a:endParaRPr sz="2000">
              <a:latin typeface="Arial"/>
              <a:cs typeface="Arial"/>
            </a:endParaRPr>
          </a:p>
        </p:txBody>
      </p:sp>
      <p:sp>
        <p:nvSpPr>
          <p:cNvPr id="34" name="Slide Number Placeholder 33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40</a:t>
            </a:fld>
            <a:endParaRPr lang="en-IN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371600"/>
            <a:ext cx="9144000" cy="762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26440" y="1770379"/>
            <a:ext cx="302831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i="1" spc="-5" dirty="0">
                <a:latin typeface="Arial"/>
                <a:cs typeface="Arial"/>
              </a:rPr>
              <a:t>Consider the</a:t>
            </a:r>
            <a:r>
              <a:rPr sz="2400" i="1" spc="-25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structure  </a:t>
            </a:r>
            <a:r>
              <a:rPr sz="2400" i="1" spc="-5" dirty="0">
                <a:latin typeface="Arial"/>
                <a:cs typeface="Arial"/>
              </a:rPr>
              <a:t>of </a:t>
            </a:r>
            <a:r>
              <a:rPr sz="2400" i="1" dirty="0">
                <a:latin typeface="Arial"/>
                <a:cs typeface="Arial"/>
              </a:rPr>
              <a:t>subtree</a:t>
            </a:r>
            <a:r>
              <a:rPr sz="2400" i="1" spc="-70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Y…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472051" y="1824101"/>
            <a:ext cx="706755" cy="682625"/>
            <a:chOff x="4472051" y="1824101"/>
            <a:chExt cx="706755" cy="682625"/>
          </a:xfrm>
        </p:grpSpPr>
        <p:sp>
          <p:nvSpPr>
            <p:cNvPr id="5" name="object 5"/>
            <p:cNvSpPr/>
            <p:nvPr/>
          </p:nvSpPr>
          <p:spPr>
            <a:xfrm>
              <a:off x="4478401" y="1830451"/>
              <a:ext cx="694055" cy="669925"/>
            </a:xfrm>
            <a:custGeom>
              <a:avLst/>
              <a:gdLst/>
              <a:ahLst/>
              <a:cxnLst/>
              <a:rect l="l" t="t" r="r" b="b"/>
              <a:pathLst>
                <a:path w="694054" h="669925">
                  <a:moveTo>
                    <a:pt x="346837" y="0"/>
                  </a:moveTo>
                  <a:lnTo>
                    <a:pt x="299754" y="3055"/>
                  </a:lnTo>
                  <a:lnTo>
                    <a:pt x="254602" y="11957"/>
                  </a:lnTo>
                  <a:lnTo>
                    <a:pt x="211794" y="26306"/>
                  </a:lnTo>
                  <a:lnTo>
                    <a:pt x="171741" y="45705"/>
                  </a:lnTo>
                  <a:lnTo>
                    <a:pt x="134856" y="69756"/>
                  </a:lnTo>
                  <a:lnTo>
                    <a:pt x="101552" y="98059"/>
                  </a:lnTo>
                  <a:lnTo>
                    <a:pt x="72240" y="130218"/>
                  </a:lnTo>
                  <a:lnTo>
                    <a:pt x="47333" y="165833"/>
                  </a:lnTo>
                  <a:lnTo>
                    <a:pt x="27243" y="204507"/>
                  </a:lnTo>
                  <a:lnTo>
                    <a:pt x="12383" y="245842"/>
                  </a:lnTo>
                  <a:lnTo>
                    <a:pt x="3164" y="289438"/>
                  </a:lnTo>
                  <a:lnTo>
                    <a:pt x="0" y="334899"/>
                  </a:lnTo>
                  <a:lnTo>
                    <a:pt x="3164" y="380361"/>
                  </a:lnTo>
                  <a:lnTo>
                    <a:pt x="12383" y="423965"/>
                  </a:lnTo>
                  <a:lnTo>
                    <a:pt x="27243" y="465310"/>
                  </a:lnTo>
                  <a:lnTo>
                    <a:pt x="47333" y="503997"/>
                  </a:lnTo>
                  <a:lnTo>
                    <a:pt x="72240" y="539627"/>
                  </a:lnTo>
                  <a:lnTo>
                    <a:pt x="101552" y="571801"/>
                  </a:lnTo>
                  <a:lnTo>
                    <a:pt x="134856" y="600120"/>
                  </a:lnTo>
                  <a:lnTo>
                    <a:pt x="171741" y="624186"/>
                  </a:lnTo>
                  <a:lnTo>
                    <a:pt x="211794" y="643598"/>
                  </a:lnTo>
                  <a:lnTo>
                    <a:pt x="254602" y="657958"/>
                  </a:lnTo>
                  <a:lnTo>
                    <a:pt x="299754" y="666866"/>
                  </a:lnTo>
                  <a:lnTo>
                    <a:pt x="346837" y="669925"/>
                  </a:lnTo>
                  <a:lnTo>
                    <a:pt x="393892" y="666866"/>
                  </a:lnTo>
                  <a:lnTo>
                    <a:pt x="439027" y="657958"/>
                  </a:lnTo>
                  <a:lnTo>
                    <a:pt x="481826" y="643598"/>
                  </a:lnTo>
                  <a:lnTo>
                    <a:pt x="521875" y="624186"/>
                  </a:lnTo>
                  <a:lnTo>
                    <a:pt x="558763" y="600120"/>
                  </a:lnTo>
                  <a:lnTo>
                    <a:pt x="592073" y="571801"/>
                  </a:lnTo>
                  <a:lnTo>
                    <a:pt x="621394" y="539627"/>
                  </a:lnTo>
                  <a:lnTo>
                    <a:pt x="646312" y="503997"/>
                  </a:lnTo>
                  <a:lnTo>
                    <a:pt x="666412" y="465310"/>
                  </a:lnTo>
                  <a:lnTo>
                    <a:pt x="681282" y="423965"/>
                  </a:lnTo>
                  <a:lnTo>
                    <a:pt x="690507" y="380361"/>
                  </a:lnTo>
                  <a:lnTo>
                    <a:pt x="693674" y="334899"/>
                  </a:lnTo>
                  <a:lnTo>
                    <a:pt x="690507" y="289438"/>
                  </a:lnTo>
                  <a:lnTo>
                    <a:pt x="681282" y="245842"/>
                  </a:lnTo>
                  <a:lnTo>
                    <a:pt x="666412" y="204507"/>
                  </a:lnTo>
                  <a:lnTo>
                    <a:pt x="646312" y="165833"/>
                  </a:lnTo>
                  <a:lnTo>
                    <a:pt x="621394" y="130218"/>
                  </a:lnTo>
                  <a:lnTo>
                    <a:pt x="592073" y="98059"/>
                  </a:lnTo>
                  <a:lnTo>
                    <a:pt x="558763" y="69756"/>
                  </a:lnTo>
                  <a:lnTo>
                    <a:pt x="521875" y="45705"/>
                  </a:lnTo>
                  <a:lnTo>
                    <a:pt x="481826" y="26306"/>
                  </a:lnTo>
                  <a:lnTo>
                    <a:pt x="439027" y="11957"/>
                  </a:lnTo>
                  <a:lnTo>
                    <a:pt x="393892" y="3055"/>
                  </a:lnTo>
                  <a:lnTo>
                    <a:pt x="346837" y="0"/>
                  </a:lnTo>
                  <a:close/>
                </a:path>
              </a:pathLst>
            </a:custGeom>
            <a:solidFill>
              <a:srgbClr val="00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478401" y="1830451"/>
              <a:ext cx="694055" cy="669925"/>
            </a:xfrm>
            <a:custGeom>
              <a:avLst/>
              <a:gdLst/>
              <a:ahLst/>
              <a:cxnLst/>
              <a:rect l="l" t="t" r="r" b="b"/>
              <a:pathLst>
                <a:path w="694054" h="669925">
                  <a:moveTo>
                    <a:pt x="0" y="334899"/>
                  </a:moveTo>
                  <a:lnTo>
                    <a:pt x="3164" y="289438"/>
                  </a:lnTo>
                  <a:lnTo>
                    <a:pt x="12383" y="245842"/>
                  </a:lnTo>
                  <a:lnTo>
                    <a:pt x="27243" y="204507"/>
                  </a:lnTo>
                  <a:lnTo>
                    <a:pt x="47333" y="165833"/>
                  </a:lnTo>
                  <a:lnTo>
                    <a:pt x="72240" y="130218"/>
                  </a:lnTo>
                  <a:lnTo>
                    <a:pt x="101552" y="98059"/>
                  </a:lnTo>
                  <a:lnTo>
                    <a:pt x="134856" y="69756"/>
                  </a:lnTo>
                  <a:lnTo>
                    <a:pt x="171741" y="45705"/>
                  </a:lnTo>
                  <a:lnTo>
                    <a:pt x="211794" y="26306"/>
                  </a:lnTo>
                  <a:lnTo>
                    <a:pt x="254602" y="11957"/>
                  </a:lnTo>
                  <a:lnTo>
                    <a:pt x="299754" y="3055"/>
                  </a:lnTo>
                  <a:lnTo>
                    <a:pt x="346837" y="0"/>
                  </a:lnTo>
                  <a:lnTo>
                    <a:pt x="393892" y="3055"/>
                  </a:lnTo>
                  <a:lnTo>
                    <a:pt x="439027" y="11957"/>
                  </a:lnTo>
                  <a:lnTo>
                    <a:pt x="481826" y="26306"/>
                  </a:lnTo>
                  <a:lnTo>
                    <a:pt x="521875" y="45705"/>
                  </a:lnTo>
                  <a:lnTo>
                    <a:pt x="558763" y="69756"/>
                  </a:lnTo>
                  <a:lnTo>
                    <a:pt x="592073" y="98059"/>
                  </a:lnTo>
                  <a:lnTo>
                    <a:pt x="621394" y="130218"/>
                  </a:lnTo>
                  <a:lnTo>
                    <a:pt x="646312" y="165833"/>
                  </a:lnTo>
                  <a:lnTo>
                    <a:pt x="666412" y="204507"/>
                  </a:lnTo>
                  <a:lnTo>
                    <a:pt x="681282" y="245842"/>
                  </a:lnTo>
                  <a:lnTo>
                    <a:pt x="690507" y="289438"/>
                  </a:lnTo>
                  <a:lnTo>
                    <a:pt x="693674" y="334899"/>
                  </a:lnTo>
                  <a:lnTo>
                    <a:pt x="690507" y="380361"/>
                  </a:lnTo>
                  <a:lnTo>
                    <a:pt x="681282" y="423965"/>
                  </a:lnTo>
                  <a:lnTo>
                    <a:pt x="666412" y="465310"/>
                  </a:lnTo>
                  <a:lnTo>
                    <a:pt x="646312" y="503997"/>
                  </a:lnTo>
                  <a:lnTo>
                    <a:pt x="621394" y="539627"/>
                  </a:lnTo>
                  <a:lnTo>
                    <a:pt x="592074" y="571801"/>
                  </a:lnTo>
                  <a:lnTo>
                    <a:pt x="558763" y="600120"/>
                  </a:lnTo>
                  <a:lnTo>
                    <a:pt x="521875" y="624186"/>
                  </a:lnTo>
                  <a:lnTo>
                    <a:pt x="481826" y="643598"/>
                  </a:lnTo>
                  <a:lnTo>
                    <a:pt x="439027" y="657958"/>
                  </a:lnTo>
                  <a:lnTo>
                    <a:pt x="393892" y="666866"/>
                  </a:lnTo>
                  <a:lnTo>
                    <a:pt x="346837" y="669925"/>
                  </a:lnTo>
                  <a:lnTo>
                    <a:pt x="299754" y="666866"/>
                  </a:lnTo>
                  <a:lnTo>
                    <a:pt x="254602" y="657958"/>
                  </a:lnTo>
                  <a:lnTo>
                    <a:pt x="211794" y="643598"/>
                  </a:lnTo>
                  <a:lnTo>
                    <a:pt x="171741" y="624186"/>
                  </a:lnTo>
                  <a:lnTo>
                    <a:pt x="134856" y="600120"/>
                  </a:lnTo>
                  <a:lnTo>
                    <a:pt x="101552" y="571801"/>
                  </a:lnTo>
                  <a:lnTo>
                    <a:pt x="72240" y="539627"/>
                  </a:lnTo>
                  <a:lnTo>
                    <a:pt x="47333" y="503997"/>
                  </a:lnTo>
                  <a:lnTo>
                    <a:pt x="27243" y="465310"/>
                  </a:lnTo>
                  <a:lnTo>
                    <a:pt x="12383" y="423965"/>
                  </a:lnTo>
                  <a:lnTo>
                    <a:pt x="3164" y="380361"/>
                  </a:lnTo>
                  <a:lnTo>
                    <a:pt x="0" y="334899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4758054" y="1623136"/>
            <a:ext cx="177800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i="1" spc="-5" dirty="0">
                <a:solidFill>
                  <a:srgbClr val="000000"/>
                </a:solidFill>
                <a:latin typeface="Arial"/>
                <a:cs typeface="Arial"/>
              </a:rPr>
              <a:t>j</a:t>
            </a:r>
            <a:endParaRPr sz="54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084576" y="2921000"/>
            <a:ext cx="706755" cy="682625"/>
            <a:chOff x="3084576" y="2921000"/>
            <a:chExt cx="706755" cy="682625"/>
          </a:xfrm>
        </p:grpSpPr>
        <p:sp>
          <p:nvSpPr>
            <p:cNvPr id="9" name="object 9"/>
            <p:cNvSpPr/>
            <p:nvPr/>
          </p:nvSpPr>
          <p:spPr>
            <a:xfrm>
              <a:off x="3090926" y="2927350"/>
              <a:ext cx="694055" cy="669925"/>
            </a:xfrm>
            <a:custGeom>
              <a:avLst/>
              <a:gdLst/>
              <a:ahLst/>
              <a:cxnLst/>
              <a:rect l="l" t="t" r="r" b="b"/>
              <a:pathLst>
                <a:path w="694054" h="669925">
                  <a:moveTo>
                    <a:pt x="346837" y="0"/>
                  </a:moveTo>
                  <a:lnTo>
                    <a:pt x="299754" y="3058"/>
                  </a:lnTo>
                  <a:lnTo>
                    <a:pt x="254602" y="11966"/>
                  </a:lnTo>
                  <a:lnTo>
                    <a:pt x="211794" y="26326"/>
                  </a:lnTo>
                  <a:lnTo>
                    <a:pt x="171741" y="45738"/>
                  </a:lnTo>
                  <a:lnTo>
                    <a:pt x="134856" y="69804"/>
                  </a:lnTo>
                  <a:lnTo>
                    <a:pt x="101552" y="98123"/>
                  </a:lnTo>
                  <a:lnTo>
                    <a:pt x="72240" y="130297"/>
                  </a:lnTo>
                  <a:lnTo>
                    <a:pt x="47333" y="165927"/>
                  </a:lnTo>
                  <a:lnTo>
                    <a:pt x="27243" y="204614"/>
                  </a:lnTo>
                  <a:lnTo>
                    <a:pt x="12383" y="245959"/>
                  </a:lnTo>
                  <a:lnTo>
                    <a:pt x="3164" y="289563"/>
                  </a:lnTo>
                  <a:lnTo>
                    <a:pt x="0" y="335025"/>
                  </a:lnTo>
                  <a:lnTo>
                    <a:pt x="3164" y="380459"/>
                  </a:lnTo>
                  <a:lnTo>
                    <a:pt x="12383" y="424038"/>
                  </a:lnTo>
                  <a:lnTo>
                    <a:pt x="27243" y="465363"/>
                  </a:lnTo>
                  <a:lnTo>
                    <a:pt x="47333" y="504034"/>
                  </a:lnTo>
                  <a:lnTo>
                    <a:pt x="72240" y="539652"/>
                  </a:lnTo>
                  <a:lnTo>
                    <a:pt x="101552" y="571817"/>
                  </a:lnTo>
                  <a:lnTo>
                    <a:pt x="134856" y="600130"/>
                  </a:lnTo>
                  <a:lnTo>
                    <a:pt x="171741" y="624190"/>
                  </a:lnTo>
                  <a:lnTo>
                    <a:pt x="211794" y="643600"/>
                  </a:lnTo>
                  <a:lnTo>
                    <a:pt x="254602" y="657958"/>
                  </a:lnTo>
                  <a:lnTo>
                    <a:pt x="299754" y="666866"/>
                  </a:lnTo>
                  <a:lnTo>
                    <a:pt x="346837" y="669925"/>
                  </a:lnTo>
                  <a:lnTo>
                    <a:pt x="393892" y="666866"/>
                  </a:lnTo>
                  <a:lnTo>
                    <a:pt x="439027" y="657958"/>
                  </a:lnTo>
                  <a:lnTo>
                    <a:pt x="481826" y="643600"/>
                  </a:lnTo>
                  <a:lnTo>
                    <a:pt x="521875" y="624190"/>
                  </a:lnTo>
                  <a:lnTo>
                    <a:pt x="558763" y="600130"/>
                  </a:lnTo>
                  <a:lnTo>
                    <a:pt x="592074" y="571817"/>
                  </a:lnTo>
                  <a:lnTo>
                    <a:pt x="621394" y="539652"/>
                  </a:lnTo>
                  <a:lnTo>
                    <a:pt x="646312" y="504034"/>
                  </a:lnTo>
                  <a:lnTo>
                    <a:pt x="666412" y="465363"/>
                  </a:lnTo>
                  <a:lnTo>
                    <a:pt x="681282" y="424038"/>
                  </a:lnTo>
                  <a:lnTo>
                    <a:pt x="690507" y="380459"/>
                  </a:lnTo>
                  <a:lnTo>
                    <a:pt x="693674" y="335025"/>
                  </a:lnTo>
                  <a:lnTo>
                    <a:pt x="690507" y="289563"/>
                  </a:lnTo>
                  <a:lnTo>
                    <a:pt x="681282" y="245959"/>
                  </a:lnTo>
                  <a:lnTo>
                    <a:pt x="666412" y="204614"/>
                  </a:lnTo>
                  <a:lnTo>
                    <a:pt x="646312" y="165927"/>
                  </a:lnTo>
                  <a:lnTo>
                    <a:pt x="621394" y="130297"/>
                  </a:lnTo>
                  <a:lnTo>
                    <a:pt x="592074" y="98123"/>
                  </a:lnTo>
                  <a:lnTo>
                    <a:pt x="558763" y="69804"/>
                  </a:lnTo>
                  <a:lnTo>
                    <a:pt x="521875" y="45738"/>
                  </a:lnTo>
                  <a:lnTo>
                    <a:pt x="481826" y="26326"/>
                  </a:lnTo>
                  <a:lnTo>
                    <a:pt x="439027" y="11966"/>
                  </a:lnTo>
                  <a:lnTo>
                    <a:pt x="393892" y="3058"/>
                  </a:lnTo>
                  <a:lnTo>
                    <a:pt x="346837" y="0"/>
                  </a:lnTo>
                  <a:close/>
                </a:path>
              </a:pathLst>
            </a:custGeom>
            <a:solidFill>
              <a:srgbClr val="00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090926" y="2927350"/>
              <a:ext cx="694055" cy="669925"/>
            </a:xfrm>
            <a:custGeom>
              <a:avLst/>
              <a:gdLst/>
              <a:ahLst/>
              <a:cxnLst/>
              <a:rect l="l" t="t" r="r" b="b"/>
              <a:pathLst>
                <a:path w="694054" h="669925">
                  <a:moveTo>
                    <a:pt x="0" y="335025"/>
                  </a:moveTo>
                  <a:lnTo>
                    <a:pt x="3164" y="289563"/>
                  </a:lnTo>
                  <a:lnTo>
                    <a:pt x="12383" y="245959"/>
                  </a:lnTo>
                  <a:lnTo>
                    <a:pt x="27243" y="204614"/>
                  </a:lnTo>
                  <a:lnTo>
                    <a:pt x="47333" y="165927"/>
                  </a:lnTo>
                  <a:lnTo>
                    <a:pt x="72240" y="130297"/>
                  </a:lnTo>
                  <a:lnTo>
                    <a:pt x="101552" y="98123"/>
                  </a:lnTo>
                  <a:lnTo>
                    <a:pt x="134856" y="69804"/>
                  </a:lnTo>
                  <a:lnTo>
                    <a:pt x="171741" y="45738"/>
                  </a:lnTo>
                  <a:lnTo>
                    <a:pt x="211794" y="26326"/>
                  </a:lnTo>
                  <a:lnTo>
                    <a:pt x="254602" y="11966"/>
                  </a:lnTo>
                  <a:lnTo>
                    <a:pt x="299754" y="3058"/>
                  </a:lnTo>
                  <a:lnTo>
                    <a:pt x="346837" y="0"/>
                  </a:lnTo>
                  <a:lnTo>
                    <a:pt x="393892" y="3058"/>
                  </a:lnTo>
                  <a:lnTo>
                    <a:pt x="439027" y="11966"/>
                  </a:lnTo>
                  <a:lnTo>
                    <a:pt x="481826" y="26326"/>
                  </a:lnTo>
                  <a:lnTo>
                    <a:pt x="521875" y="45738"/>
                  </a:lnTo>
                  <a:lnTo>
                    <a:pt x="558763" y="69804"/>
                  </a:lnTo>
                  <a:lnTo>
                    <a:pt x="592073" y="98123"/>
                  </a:lnTo>
                  <a:lnTo>
                    <a:pt x="621394" y="130297"/>
                  </a:lnTo>
                  <a:lnTo>
                    <a:pt x="646312" y="165927"/>
                  </a:lnTo>
                  <a:lnTo>
                    <a:pt x="666412" y="204614"/>
                  </a:lnTo>
                  <a:lnTo>
                    <a:pt x="681282" y="245959"/>
                  </a:lnTo>
                  <a:lnTo>
                    <a:pt x="690507" y="289563"/>
                  </a:lnTo>
                  <a:lnTo>
                    <a:pt x="693674" y="335025"/>
                  </a:lnTo>
                  <a:lnTo>
                    <a:pt x="690507" y="380459"/>
                  </a:lnTo>
                  <a:lnTo>
                    <a:pt x="681282" y="424038"/>
                  </a:lnTo>
                  <a:lnTo>
                    <a:pt x="666412" y="465363"/>
                  </a:lnTo>
                  <a:lnTo>
                    <a:pt x="646312" y="504034"/>
                  </a:lnTo>
                  <a:lnTo>
                    <a:pt x="621394" y="539652"/>
                  </a:lnTo>
                  <a:lnTo>
                    <a:pt x="592074" y="571817"/>
                  </a:lnTo>
                  <a:lnTo>
                    <a:pt x="558763" y="600130"/>
                  </a:lnTo>
                  <a:lnTo>
                    <a:pt x="521875" y="624190"/>
                  </a:lnTo>
                  <a:lnTo>
                    <a:pt x="481826" y="643600"/>
                  </a:lnTo>
                  <a:lnTo>
                    <a:pt x="439027" y="657958"/>
                  </a:lnTo>
                  <a:lnTo>
                    <a:pt x="393892" y="666866"/>
                  </a:lnTo>
                  <a:lnTo>
                    <a:pt x="346837" y="669925"/>
                  </a:lnTo>
                  <a:lnTo>
                    <a:pt x="299754" y="666866"/>
                  </a:lnTo>
                  <a:lnTo>
                    <a:pt x="254602" y="657958"/>
                  </a:lnTo>
                  <a:lnTo>
                    <a:pt x="211794" y="643600"/>
                  </a:lnTo>
                  <a:lnTo>
                    <a:pt x="171741" y="624190"/>
                  </a:lnTo>
                  <a:lnTo>
                    <a:pt x="134856" y="600130"/>
                  </a:lnTo>
                  <a:lnTo>
                    <a:pt x="101552" y="571817"/>
                  </a:lnTo>
                  <a:lnTo>
                    <a:pt x="72240" y="539652"/>
                  </a:lnTo>
                  <a:lnTo>
                    <a:pt x="47333" y="504034"/>
                  </a:lnTo>
                  <a:lnTo>
                    <a:pt x="27243" y="465363"/>
                  </a:lnTo>
                  <a:lnTo>
                    <a:pt x="12383" y="424038"/>
                  </a:lnTo>
                  <a:lnTo>
                    <a:pt x="3164" y="380459"/>
                  </a:lnTo>
                  <a:lnTo>
                    <a:pt x="0" y="335025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3292602" y="2826765"/>
            <a:ext cx="36830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i="1" dirty="0">
                <a:latin typeface="Arial"/>
                <a:cs typeface="Arial"/>
              </a:rPr>
              <a:t>k</a:t>
            </a:r>
            <a:endParaRPr sz="5400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1695450" y="2390775"/>
            <a:ext cx="2897505" cy="2676525"/>
            <a:chOff x="1695450" y="2390775"/>
            <a:chExt cx="2897505" cy="2676525"/>
          </a:xfrm>
        </p:grpSpPr>
        <p:sp>
          <p:nvSpPr>
            <p:cNvPr id="13" name="object 13"/>
            <p:cNvSpPr/>
            <p:nvPr/>
          </p:nvSpPr>
          <p:spPr>
            <a:xfrm>
              <a:off x="3683000" y="2403475"/>
              <a:ext cx="897255" cy="622300"/>
            </a:xfrm>
            <a:custGeom>
              <a:avLst/>
              <a:gdLst/>
              <a:ahLst/>
              <a:cxnLst/>
              <a:rect l="l" t="t" r="r" b="b"/>
              <a:pathLst>
                <a:path w="897254" h="622300">
                  <a:moveTo>
                    <a:pt x="897001" y="0"/>
                  </a:moveTo>
                  <a:lnTo>
                    <a:pt x="0" y="62230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701800" y="4024248"/>
              <a:ext cx="1325880" cy="1036955"/>
            </a:xfrm>
            <a:custGeom>
              <a:avLst/>
              <a:gdLst/>
              <a:ahLst/>
              <a:cxnLst/>
              <a:rect l="l" t="t" r="r" b="b"/>
              <a:pathLst>
                <a:path w="1325880" h="1036954">
                  <a:moveTo>
                    <a:pt x="662813" y="0"/>
                  </a:moveTo>
                  <a:lnTo>
                    <a:pt x="0" y="1036701"/>
                  </a:lnTo>
                  <a:lnTo>
                    <a:pt x="1325626" y="1036701"/>
                  </a:lnTo>
                  <a:lnTo>
                    <a:pt x="662813" y="0"/>
                  </a:lnTo>
                  <a:close/>
                </a:path>
              </a:pathLst>
            </a:custGeom>
            <a:solidFill>
              <a:srgbClr val="00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701800" y="4024248"/>
              <a:ext cx="1325880" cy="1036955"/>
            </a:xfrm>
            <a:custGeom>
              <a:avLst/>
              <a:gdLst/>
              <a:ahLst/>
              <a:cxnLst/>
              <a:rect l="l" t="t" r="r" b="b"/>
              <a:pathLst>
                <a:path w="1325880" h="1036954">
                  <a:moveTo>
                    <a:pt x="0" y="1036701"/>
                  </a:moveTo>
                  <a:lnTo>
                    <a:pt x="662813" y="0"/>
                  </a:lnTo>
                  <a:lnTo>
                    <a:pt x="1325626" y="1036701"/>
                  </a:lnTo>
                  <a:lnTo>
                    <a:pt x="0" y="1036701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363851" y="3500500"/>
              <a:ext cx="827405" cy="523875"/>
            </a:xfrm>
            <a:custGeom>
              <a:avLst/>
              <a:gdLst/>
              <a:ahLst/>
              <a:cxnLst/>
              <a:rect l="l" t="t" r="r" b="b"/>
              <a:pathLst>
                <a:path w="827405" h="523875">
                  <a:moveTo>
                    <a:pt x="827024" y="0"/>
                  </a:moveTo>
                  <a:lnTo>
                    <a:pt x="0" y="523748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2133345" y="4260595"/>
            <a:ext cx="483234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i="1" dirty="0">
                <a:latin typeface="Arial"/>
                <a:cs typeface="Arial"/>
              </a:rPr>
              <a:t>X</a:t>
            </a:r>
            <a:endParaRPr sz="5400">
              <a:latin typeface="Arial"/>
              <a:cs typeface="Arial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3903726" y="4078223"/>
            <a:ext cx="1275080" cy="1781810"/>
            <a:chOff x="3903726" y="4078223"/>
            <a:chExt cx="1275080" cy="1781810"/>
          </a:xfrm>
        </p:grpSpPr>
        <p:sp>
          <p:nvSpPr>
            <p:cNvPr id="19" name="object 19"/>
            <p:cNvSpPr/>
            <p:nvPr/>
          </p:nvSpPr>
          <p:spPr>
            <a:xfrm>
              <a:off x="3910076" y="4084573"/>
              <a:ext cx="1262380" cy="1769110"/>
            </a:xfrm>
            <a:custGeom>
              <a:avLst/>
              <a:gdLst/>
              <a:ahLst/>
              <a:cxnLst/>
              <a:rect l="l" t="t" r="r" b="b"/>
              <a:pathLst>
                <a:path w="1262379" h="1769110">
                  <a:moveTo>
                    <a:pt x="630936" y="0"/>
                  </a:moveTo>
                  <a:lnTo>
                    <a:pt x="0" y="1768538"/>
                  </a:lnTo>
                  <a:lnTo>
                    <a:pt x="1261999" y="1768538"/>
                  </a:lnTo>
                  <a:lnTo>
                    <a:pt x="630936" y="0"/>
                  </a:lnTo>
                  <a:close/>
                </a:path>
              </a:pathLst>
            </a:custGeom>
            <a:solidFill>
              <a:srgbClr val="00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910076" y="4084573"/>
              <a:ext cx="1262380" cy="1769110"/>
            </a:xfrm>
            <a:custGeom>
              <a:avLst/>
              <a:gdLst/>
              <a:ahLst/>
              <a:cxnLst/>
              <a:rect l="l" t="t" r="r" b="b"/>
              <a:pathLst>
                <a:path w="1262379" h="1769110">
                  <a:moveTo>
                    <a:pt x="0" y="1768538"/>
                  </a:moveTo>
                  <a:lnTo>
                    <a:pt x="630936" y="0"/>
                  </a:lnTo>
                  <a:lnTo>
                    <a:pt x="1261999" y="1768538"/>
                  </a:lnTo>
                  <a:lnTo>
                    <a:pt x="0" y="1768538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4335526" y="4816297"/>
            <a:ext cx="483234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i="1" dirty="0">
                <a:latin typeface="Arial"/>
                <a:cs typeface="Arial"/>
              </a:rPr>
              <a:t>Y</a:t>
            </a:r>
            <a:endParaRPr sz="5400">
              <a:latin typeface="Arial"/>
              <a:cs typeface="Arial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3670300" y="2390775"/>
            <a:ext cx="3213100" cy="1945005"/>
            <a:chOff x="3670300" y="2390775"/>
            <a:chExt cx="3213100" cy="1945005"/>
          </a:xfrm>
        </p:grpSpPr>
        <p:sp>
          <p:nvSpPr>
            <p:cNvPr id="23" name="object 23"/>
            <p:cNvSpPr/>
            <p:nvPr/>
          </p:nvSpPr>
          <p:spPr>
            <a:xfrm>
              <a:off x="3683000" y="3500500"/>
              <a:ext cx="859155" cy="584200"/>
            </a:xfrm>
            <a:custGeom>
              <a:avLst/>
              <a:gdLst/>
              <a:ahLst/>
              <a:cxnLst/>
              <a:rect l="l" t="t" r="r" b="b"/>
              <a:pathLst>
                <a:path w="859154" h="584200">
                  <a:moveTo>
                    <a:pt x="0" y="0"/>
                  </a:moveTo>
                  <a:lnTo>
                    <a:pt x="858901" y="584073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5551551" y="3292475"/>
              <a:ext cx="1325880" cy="1036955"/>
            </a:xfrm>
            <a:custGeom>
              <a:avLst/>
              <a:gdLst/>
              <a:ahLst/>
              <a:cxnLst/>
              <a:rect l="l" t="t" r="r" b="b"/>
              <a:pathLst>
                <a:path w="1325879" h="1036954">
                  <a:moveTo>
                    <a:pt x="662686" y="0"/>
                  </a:moveTo>
                  <a:lnTo>
                    <a:pt x="0" y="1036574"/>
                  </a:lnTo>
                  <a:lnTo>
                    <a:pt x="1325499" y="1036574"/>
                  </a:lnTo>
                  <a:lnTo>
                    <a:pt x="662686" y="0"/>
                  </a:lnTo>
                  <a:close/>
                </a:path>
              </a:pathLst>
            </a:custGeom>
            <a:solidFill>
              <a:srgbClr val="00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5551551" y="3292475"/>
              <a:ext cx="1325880" cy="1036955"/>
            </a:xfrm>
            <a:custGeom>
              <a:avLst/>
              <a:gdLst/>
              <a:ahLst/>
              <a:cxnLst/>
              <a:rect l="l" t="t" r="r" b="b"/>
              <a:pathLst>
                <a:path w="1325879" h="1036954">
                  <a:moveTo>
                    <a:pt x="0" y="1036574"/>
                  </a:moveTo>
                  <a:lnTo>
                    <a:pt x="662686" y="0"/>
                  </a:lnTo>
                  <a:lnTo>
                    <a:pt x="1325499" y="1036574"/>
                  </a:lnTo>
                  <a:lnTo>
                    <a:pt x="0" y="1036574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5072125" y="2403475"/>
              <a:ext cx="1141730" cy="889000"/>
            </a:xfrm>
            <a:custGeom>
              <a:avLst/>
              <a:gdLst/>
              <a:ahLst/>
              <a:cxnLst/>
              <a:rect l="l" t="t" r="r" b="b"/>
              <a:pathLst>
                <a:path w="1141729" h="889000">
                  <a:moveTo>
                    <a:pt x="0" y="0"/>
                  </a:moveTo>
                  <a:lnTo>
                    <a:pt x="1141349" y="88900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5983604" y="3034011"/>
            <a:ext cx="588010" cy="1301750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420"/>
              </a:spcBef>
            </a:pPr>
            <a:r>
              <a:rPr sz="2000" i="1" dirty="0">
                <a:latin typeface="Arial"/>
                <a:cs typeface="Arial"/>
              </a:rPr>
              <a:t>h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50"/>
              </a:spcBef>
            </a:pPr>
            <a:r>
              <a:rPr sz="5400" i="1" dirty="0">
                <a:latin typeface="Arial"/>
                <a:cs typeface="Arial"/>
              </a:rPr>
              <a:t>Z</a:t>
            </a:r>
            <a:endParaRPr sz="5400">
              <a:latin typeface="Arial"/>
              <a:cs typeface="Arial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7213600" y="5094223"/>
            <a:ext cx="1325880" cy="0"/>
          </a:xfrm>
          <a:custGeom>
            <a:avLst/>
            <a:gdLst/>
            <a:ahLst/>
            <a:cxnLst/>
            <a:rect l="l" t="t" r="r" b="b"/>
            <a:pathLst>
              <a:path w="1325879">
                <a:moveTo>
                  <a:pt x="0" y="0"/>
                </a:moveTo>
                <a:lnTo>
                  <a:pt x="1325626" y="0"/>
                </a:lnTo>
              </a:path>
            </a:pathLst>
          </a:custGeom>
          <a:ln w="19050">
            <a:solidFill>
              <a:srgbClr val="000000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7221601" y="5853112"/>
            <a:ext cx="1325880" cy="0"/>
          </a:xfrm>
          <a:custGeom>
            <a:avLst/>
            <a:gdLst/>
            <a:ahLst/>
            <a:cxnLst/>
            <a:rect l="l" t="t" r="r" b="b"/>
            <a:pathLst>
              <a:path w="1325879">
                <a:moveTo>
                  <a:pt x="0" y="0"/>
                </a:moveTo>
                <a:lnTo>
                  <a:pt x="1325499" y="0"/>
                </a:lnTo>
              </a:path>
            </a:pathLst>
          </a:custGeom>
          <a:ln w="19050">
            <a:solidFill>
              <a:srgbClr val="000000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1269619" y="683717"/>
            <a:ext cx="660654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i="1" spc="-80" dirty="0">
                <a:solidFill>
                  <a:srgbClr val="FF0000"/>
                </a:solidFill>
                <a:latin typeface="Arial"/>
                <a:cs typeface="Arial"/>
              </a:rPr>
              <a:t>AVL </a:t>
            </a:r>
            <a:r>
              <a:rPr sz="4400" i="1" dirty="0">
                <a:solidFill>
                  <a:srgbClr val="FF0000"/>
                </a:solidFill>
                <a:latin typeface="Arial"/>
                <a:cs typeface="Arial"/>
              </a:rPr>
              <a:t>Insertion: Inside</a:t>
            </a:r>
            <a:r>
              <a:rPr sz="4400" i="1" spc="-8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4400" i="1" dirty="0">
                <a:solidFill>
                  <a:srgbClr val="FF0000"/>
                </a:solidFill>
                <a:latin typeface="Arial"/>
                <a:cs typeface="Arial"/>
              </a:rPr>
              <a:t>Case</a:t>
            </a:r>
            <a:endParaRPr sz="44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880228" y="3988689"/>
            <a:ext cx="457834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i="1" dirty="0">
                <a:latin typeface="Arial"/>
                <a:cs typeface="Arial"/>
              </a:rPr>
              <a:t>h</a:t>
            </a:r>
            <a:r>
              <a:rPr sz="2000" i="1" spc="5" dirty="0">
                <a:latin typeface="Arial"/>
                <a:cs typeface="Arial"/>
              </a:rPr>
              <a:t>+</a:t>
            </a:r>
            <a:r>
              <a:rPr sz="2000" i="1" dirty="0">
                <a:latin typeface="Arial"/>
                <a:cs typeface="Arial"/>
              </a:rPr>
              <a:t>1</a:t>
            </a:r>
            <a:endParaRPr sz="200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7178675" y="3074035"/>
            <a:ext cx="141859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405255" algn="l"/>
              </a:tabLst>
            </a:pPr>
            <a:r>
              <a:rPr sz="2000" i="1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	</a:t>
            </a:r>
            <a:endParaRPr sz="200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2593975" y="3988689"/>
            <a:ext cx="16700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i="1" dirty="0">
                <a:latin typeface="Arial"/>
                <a:cs typeface="Arial"/>
              </a:rPr>
              <a:t>h</a:t>
            </a:r>
            <a:endParaRPr sz="2000">
              <a:latin typeface="Arial"/>
              <a:cs typeface="Arial"/>
            </a:endParaRPr>
          </a:p>
        </p:txBody>
      </p:sp>
      <p:sp>
        <p:nvSpPr>
          <p:cNvPr id="34" name="Slide Number Placeholder 33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41</a:t>
            </a:fld>
            <a:endParaRPr lang="en-IN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371600"/>
            <a:ext cx="9144000" cy="762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4044950" y="1689100"/>
            <a:ext cx="774700" cy="735330"/>
            <a:chOff x="4044950" y="1689100"/>
            <a:chExt cx="774700" cy="735330"/>
          </a:xfrm>
        </p:grpSpPr>
        <p:sp>
          <p:nvSpPr>
            <p:cNvPr id="4" name="object 4"/>
            <p:cNvSpPr/>
            <p:nvPr/>
          </p:nvSpPr>
          <p:spPr>
            <a:xfrm>
              <a:off x="4051300" y="1695450"/>
              <a:ext cx="762000" cy="722630"/>
            </a:xfrm>
            <a:custGeom>
              <a:avLst/>
              <a:gdLst/>
              <a:ahLst/>
              <a:cxnLst/>
              <a:rect l="l" t="t" r="r" b="b"/>
              <a:pathLst>
                <a:path w="762000" h="722630">
                  <a:moveTo>
                    <a:pt x="381000" y="0"/>
                  </a:moveTo>
                  <a:lnTo>
                    <a:pt x="333204" y="2813"/>
                  </a:lnTo>
                  <a:lnTo>
                    <a:pt x="287181" y="11028"/>
                  </a:lnTo>
                  <a:lnTo>
                    <a:pt x="243288" y="24307"/>
                  </a:lnTo>
                  <a:lnTo>
                    <a:pt x="201881" y="42311"/>
                  </a:lnTo>
                  <a:lnTo>
                    <a:pt x="163318" y="64702"/>
                  </a:lnTo>
                  <a:lnTo>
                    <a:pt x="127955" y="91142"/>
                  </a:lnTo>
                  <a:lnTo>
                    <a:pt x="96149" y="121293"/>
                  </a:lnTo>
                  <a:lnTo>
                    <a:pt x="68257" y="154816"/>
                  </a:lnTo>
                  <a:lnTo>
                    <a:pt x="44636" y="191374"/>
                  </a:lnTo>
                  <a:lnTo>
                    <a:pt x="25643" y="230628"/>
                  </a:lnTo>
                  <a:lnTo>
                    <a:pt x="11634" y="272241"/>
                  </a:lnTo>
                  <a:lnTo>
                    <a:pt x="2968" y="315873"/>
                  </a:lnTo>
                  <a:lnTo>
                    <a:pt x="0" y="361188"/>
                  </a:lnTo>
                  <a:lnTo>
                    <a:pt x="2968" y="406477"/>
                  </a:lnTo>
                  <a:lnTo>
                    <a:pt x="11634" y="450092"/>
                  </a:lnTo>
                  <a:lnTo>
                    <a:pt x="25643" y="491694"/>
                  </a:lnTo>
                  <a:lnTo>
                    <a:pt x="44636" y="530945"/>
                  </a:lnTo>
                  <a:lnTo>
                    <a:pt x="68257" y="567503"/>
                  </a:lnTo>
                  <a:lnTo>
                    <a:pt x="96149" y="601031"/>
                  </a:lnTo>
                  <a:lnTo>
                    <a:pt x="127955" y="631189"/>
                  </a:lnTo>
                  <a:lnTo>
                    <a:pt x="163318" y="657638"/>
                  </a:lnTo>
                  <a:lnTo>
                    <a:pt x="201881" y="680039"/>
                  </a:lnTo>
                  <a:lnTo>
                    <a:pt x="243288" y="698053"/>
                  </a:lnTo>
                  <a:lnTo>
                    <a:pt x="287181" y="711339"/>
                  </a:lnTo>
                  <a:lnTo>
                    <a:pt x="333204" y="719560"/>
                  </a:lnTo>
                  <a:lnTo>
                    <a:pt x="381000" y="722376"/>
                  </a:lnTo>
                  <a:lnTo>
                    <a:pt x="428795" y="719560"/>
                  </a:lnTo>
                  <a:lnTo>
                    <a:pt x="474818" y="711339"/>
                  </a:lnTo>
                  <a:lnTo>
                    <a:pt x="518711" y="698053"/>
                  </a:lnTo>
                  <a:lnTo>
                    <a:pt x="560118" y="680039"/>
                  </a:lnTo>
                  <a:lnTo>
                    <a:pt x="598681" y="657638"/>
                  </a:lnTo>
                  <a:lnTo>
                    <a:pt x="634044" y="631189"/>
                  </a:lnTo>
                  <a:lnTo>
                    <a:pt x="665850" y="601031"/>
                  </a:lnTo>
                  <a:lnTo>
                    <a:pt x="693742" y="567503"/>
                  </a:lnTo>
                  <a:lnTo>
                    <a:pt x="717363" y="530945"/>
                  </a:lnTo>
                  <a:lnTo>
                    <a:pt x="736356" y="491694"/>
                  </a:lnTo>
                  <a:lnTo>
                    <a:pt x="750365" y="450092"/>
                  </a:lnTo>
                  <a:lnTo>
                    <a:pt x="759031" y="406477"/>
                  </a:lnTo>
                  <a:lnTo>
                    <a:pt x="762000" y="361188"/>
                  </a:lnTo>
                  <a:lnTo>
                    <a:pt x="759031" y="315873"/>
                  </a:lnTo>
                  <a:lnTo>
                    <a:pt x="750365" y="272241"/>
                  </a:lnTo>
                  <a:lnTo>
                    <a:pt x="736356" y="230628"/>
                  </a:lnTo>
                  <a:lnTo>
                    <a:pt x="717363" y="191374"/>
                  </a:lnTo>
                  <a:lnTo>
                    <a:pt x="693742" y="154816"/>
                  </a:lnTo>
                  <a:lnTo>
                    <a:pt x="665850" y="121293"/>
                  </a:lnTo>
                  <a:lnTo>
                    <a:pt x="634044" y="91142"/>
                  </a:lnTo>
                  <a:lnTo>
                    <a:pt x="598681" y="64702"/>
                  </a:lnTo>
                  <a:lnTo>
                    <a:pt x="560118" y="42311"/>
                  </a:lnTo>
                  <a:lnTo>
                    <a:pt x="518711" y="24307"/>
                  </a:lnTo>
                  <a:lnTo>
                    <a:pt x="474818" y="11028"/>
                  </a:lnTo>
                  <a:lnTo>
                    <a:pt x="428795" y="2813"/>
                  </a:lnTo>
                  <a:lnTo>
                    <a:pt x="381000" y="0"/>
                  </a:lnTo>
                  <a:close/>
                </a:path>
              </a:pathLst>
            </a:custGeom>
            <a:solidFill>
              <a:srgbClr val="00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051300" y="1695450"/>
              <a:ext cx="762000" cy="722630"/>
            </a:xfrm>
            <a:custGeom>
              <a:avLst/>
              <a:gdLst/>
              <a:ahLst/>
              <a:cxnLst/>
              <a:rect l="l" t="t" r="r" b="b"/>
              <a:pathLst>
                <a:path w="762000" h="722630">
                  <a:moveTo>
                    <a:pt x="0" y="361188"/>
                  </a:moveTo>
                  <a:lnTo>
                    <a:pt x="2968" y="315873"/>
                  </a:lnTo>
                  <a:lnTo>
                    <a:pt x="11634" y="272241"/>
                  </a:lnTo>
                  <a:lnTo>
                    <a:pt x="25643" y="230628"/>
                  </a:lnTo>
                  <a:lnTo>
                    <a:pt x="44636" y="191374"/>
                  </a:lnTo>
                  <a:lnTo>
                    <a:pt x="68257" y="154816"/>
                  </a:lnTo>
                  <a:lnTo>
                    <a:pt x="96149" y="121293"/>
                  </a:lnTo>
                  <a:lnTo>
                    <a:pt x="127955" y="91142"/>
                  </a:lnTo>
                  <a:lnTo>
                    <a:pt x="163318" y="64702"/>
                  </a:lnTo>
                  <a:lnTo>
                    <a:pt x="201881" y="42311"/>
                  </a:lnTo>
                  <a:lnTo>
                    <a:pt x="243288" y="24307"/>
                  </a:lnTo>
                  <a:lnTo>
                    <a:pt x="287181" y="11028"/>
                  </a:lnTo>
                  <a:lnTo>
                    <a:pt x="333204" y="2813"/>
                  </a:lnTo>
                  <a:lnTo>
                    <a:pt x="381000" y="0"/>
                  </a:lnTo>
                  <a:lnTo>
                    <a:pt x="428795" y="2813"/>
                  </a:lnTo>
                  <a:lnTo>
                    <a:pt x="474818" y="11028"/>
                  </a:lnTo>
                  <a:lnTo>
                    <a:pt x="518711" y="24307"/>
                  </a:lnTo>
                  <a:lnTo>
                    <a:pt x="560118" y="42311"/>
                  </a:lnTo>
                  <a:lnTo>
                    <a:pt x="598681" y="64702"/>
                  </a:lnTo>
                  <a:lnTo>
                    <a:pt x="634044" y="91142"/>
                  </a:lnTo>
                  <a:lnTo>
                    <a:pt x="665850" y="121293"/>
                  </a:lnTo>
                  <a:lnTo>
                    <a:pt x="693742" y="154816"/>
                  </a:lnTo>
                  <a:lnTo>
                    <a:pt x="717363" y="191374"/>
                  </a:lnTo>
                  <a:lnTo>
                    <a:pt x="736356" y="230628"/>
                  </a:lnTo>
                  <a:lnTo>
                    <a:pt x="750365" y="272241"/>
                  </a:lnTo>
                  <a:lnTo>
                    <a:pt x="759031" y="315873"/>
                  </a:lnTo>
                  <a:lnTo>
                    <a:pt x="762000" y="361188"/>
                  </a:lnTo>
                  <a:lnTo>
                    <a:pt x="759031" y="406477"/>
                  </a:lnTo>
                  <a:lnTo>
                    <a:pt x="750365" y="450092"/>
                  </a:lnTo>
                  <a:lnTo>
                    <a:pt x="736356" y="491694"/>
                  </a:lnTo>
                  <a:lnTo>
                    <a:pt x="717363" y="530945"/>
                  </a:lnTo>
                  <a:lnTo>
                    <a:pt x="693742" y="567503"/>
                  </a:lnTo>
                  <a:lnTo>
                    <a:pt x="665850" y="601031"/>
                  </a:lnTo>
                  <a:lnTo>
                    <a:pt x="634044" y="631189"/>
                  </a:lnTo>
                  <a:lnTo>
                    <a:pt x="598681" y="657638"/>
                  </a:lnTo>
                  <a:lnTo>
                    <a:pt x="560118" y="680039"/>
                  </a:lnTo>
                  <a:lnTo>
                    <a:pt x="518711" y="698053"/>
                  </a:lnTo>
                  <a:lnTo>
                    <a:pt x="474818" y="711339"/>
                  </a:lnTo>
                  <a:lnTo>
                    <a:pt x="428795" y="719560"/>
                  </a:lnTo>
                  <a:lnTo>
                    <a:pt x="381000" y="722376"/>
                  </a:lnTo>
                  <a:lnTo>
                    <a:pt x="333204" y="719560"/>
                  </a:lnTo>
                  <a:lnTo>
                    <a:pt x="287181" y="711339"/>
                  </a:lnTo>
                  <a:lnTo>
                    <a:pt x="243288" y="698053"/>
                  </a:lnTo>
                  <a:lnTo>
                    <a:pt x="201881" y="680039"/>
                  </a:lnTo>
                  <a:lnTo>
                    <a:pt x="163318" y="657638"/>
                  </a:lnTo>
                  <a:lnTo>
                    <a:pt x="127955" y="631189"/>
                  </a:lnTo>
                  <a:lnTo>
                    <a:pt x="96149" y="601031"/>
                  </a:lnTo>
                  <a:lnTo>
                    <a:pt x="68257" y="567503"/>
                  </a:lnTo>
                  <a:lnTo>
                    <a:pt x="44636" y="530945"/>
                  </a:lnTo>
                  <a:lnTo>
                    <a:pt x="25643" y="491694"/>
                  </a:lnTo>
                  <a:lnTo>
                    <a:pt x="11634" y="450092"/>
                  </a:lnTo>
                  <a:lnTo>
                    <a:pt x="2968" y="406477"/>
                  </a:lnTo>
                  <a:lnTo>
                    <a:pt x="0" y="361188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338954" y="1512189"/>
            <a:ext cx="17780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i="1" spc="-5" dirty="0">
                <a:solidFill>
                  <a:srgbClr val="000000"/>
                </a:solidFill>
                <a:latin typeface="Arial"/>
                <a:cs typeface="Arial"/>
              </a:rPr>
              <a:t>j</a:t>
            </a:r>
            <a:endParaRPr sz="540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519426" y="2871851"/>
            <a:ext cx="774700" cy="735330"/>
            <a:chOff x="2519426" y="2871851"/>
            <a:chExt cx="774700" cy="735330"/>
          </a:xfrm>
        </p:grpSpPr>
        <p:sp>
          <p:nvSpPr>
            <p:cNvPr id="8" name="object 8"/>
            <p:cNvSpPr/>
            <p:nvPr/>
          </p:nvSpPr>
          <p:spPr>
            <a:xfrm>
              <a:off x="2525776" y="2878201"/>
              <a:ext cx="762000" cy="722630"/>
            </a:xfrm>
            <a:custGeom>
              <a:avLst/>
              <a:gdLst/>
              <a:ahLst/>
              <a:cxnLst/>
              <a:rect l="l" t="t" r="r" b="b"/>
              <a:pathLst>
                <a:path w="762000" h="722629">
                  <a:moveTo>
                    <a:pt x="381000" y="0"/>
                  </a:moveTo>
                  <a:lnTo>
                    <a:pt x="333204" y="2813"/>
                  </a:lnTo>
                  <a:lnTo>
                    <a:pt x="287181" y="11028"/>
                  </a:lnTo>
                  <a:lnTo>
                    <a:pt x="243288" y="24305"/>
                  </a:lnTo>
                  <a:lnTo>
                    <a:pt x="201881" y="42307"/>
                  </a:lnTo>
                  <a:lnTo>
                    <a:pt x="163318" y="64695"/>
                  </a:lnTo>
                  <a:lnTo>
                    <a:pt x="127955" y="91129"/>
                  </a:lnTo>
                  <a:lnTo>
                    <a:pt x="96149" y="121273"/>
                  </a:lnTo>
                  <a:lnTo>
                    <a:pt x="68257" y="154787"/>
                  </a:lnTo>
                  <a:lnTo>
                    <a:pt x="44636" y="191332"/>
                  </a:lnTo>
                  <a:lnTo>
                    <a:pt x="25643" y="230571"/>
                  </a:lnTo>
                  <a:lnTo>
                    <a:pt x="11634" y="272164"/>
                  </a:lnTo>
                  <a:lnTo>
                    <a:pt x="2968" y="315773"/>
                  </a:lnTo>
                  <a:lnTo>
                    <a:pt x="0" y="361061"/>
                  </a:lnTo>
                  <a:lnTo>
                    <a:pt x="2968" y="406375"/>
                  </a:lnTo>
                  <a:lnTo>
                    <a:pt x="11634" y="450007"/>
                  </a:lnTo>
                  <a:lnTo>
                    <a:pt x="25643" y="491620"/>
                  </a:lnTo>
                  <a:lnTo>
                    <a:pt x="44636" y="530874"/>
                  </a:lnTo>
                  <a:lnTo>
                    <a:pt x="68257" y="567432"/>
                  </a:lnTo>
                  <a:lnTo>
                    <a:pt x="96149" y="600955"/>
                  </a:lnTo>
                  <a:lnTo>
                    <a:pt x="127955" y="631106"/>
                  </a:lnTo>
                  <a:lnTo>
                    <a:pt x="163318" y="657546"/>
                  </a:lnTo>
                  <a:lnTo>
                    <a:pt x="201881" y="679937"/>
                  </a:lnTo>
                  <a:lnTo>
                    <a:pt x="243288" y="697941"/>
                  </a:lnTo>
                  <a:lnTo>
                    <a:pt x="287181" y="711220"/>
                  </a:lnTo>
                  <a:lnTo>
                    <a:pt x="333204" y="719435"/>
                  </a:lnTo>
                  <a:lnTo>
                    <a:pt x="381000" y="722249"/>
                  </a:lnTo>
                  <a:lnTo>
                    <a:pt x="428770" y="719435"/>
                  </a:lnTo>
                  <a:lnTo>
                    <a:pt x="474776" y="711220"/>
                  </a:lnTo>
                  <a:lnTo>
                    <a:pt x="518659" y="697941"/>
                  </a:lnTo>
                  <a:lnTo>
                    <a:pt x="560062" y="679937"/>
                  </a:lnTo>
                  <a:lnTo>
                    <a:pt x="598626" y="657546"/>
                  </a:lnTo>
                  <a:lnTo>
                    <a:pt x="633993" y="631106"/>
                  </a:lnTo>
                  <a:lnTo>
                    <a:pt x="665806" y="600955"/>
                  </a:lnTo>
                  <a:lnTo>
                    <a:pt x="693707" y="567432"/>
                  </a:lnTo>
                  <a:lnTo>
                    <a:pt x="717338" y="530874"/>
                  </a:lnTo>
                  <a:lnTo>
                    <a:pt x="736341" y="491620"/>
                  </a:lnTo>
                  <a:lnTo>
                    <a:pt x="750357" y="450007"/>
                  </a:lnTo>
                  <a:lnTo>
                    <a:pt x="759029" y="406375"/>
                  </a:lnTo>
                  <a:lnTo>
                    <a:pt x="762000" y="361061"/>
                  </a:lnTo>
                  <a:lnTo>
                    <a:pt x="759029" y="315773"/>
                  </a:lnTo>
                  <a:lnTo>
                    <a:pt x="750357" y="272164"/>
                  </a:lnTo>
                  <a:lnTo>
                    <a:pt x="736341" y="230571"/>
                  </a:lnTo>
                  <a:lnTo>
                    <a:pt x="717338" y="191332"/>
                  </a:lnTo>
                  <a:lnTo>
                    <a:pt x="693707" y="154787"/>
                  </a:lnTo>
                  <a:lnTo>
                    <a:pt x="665806" y="121273"/>
                  </a:lnTo>
                  <a:lnTo>
                    <a:pt x="633993" y="91129"/>
                  </a:lnTo>
                  <a:lnTo>
                    <a:pt x="598626" y="64695"/>
                  </a:lnTo>
                  <a:lnTo>
                    <a:pt x="560062" y="42307"/>
                  </a:lnTo>
                  <a:lnTo>
                    <a:pt x="518659" y="24305"/>
                  </a:lnTo>
                  <a:lnTo>
                    <a:pt x="474776" y="11028"/>
                  </a:lnTo>
                  <a:lnTo>
                    <a:pt x="428770" y="2813"/>
                  </a:lnTo>
                  <a:lnTo>
                    <a:pt x="381000" y="0"/>
                  </a:lnTo>
                  <a:close/>
                </a:path>
              </a:pathLst>
            </a:custGeom>
            <a:solidFill>
              <a:srgbClr val="00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525776" y="2878201"/>
              <a:ext cx="762000" cy="722630"/>
            </a:xfrm>
            <a:custGeom>
              <a:avLst/>
              <a:gdLst/>
              <a:ahLst/>
              <a:cxnLst/>
              <a:rect l="l" t="t" r="r" b="b"/>
              <a:pathLst>
                <a:path w="762000" h="722629">
                  <a:moveTo>
                    <a:pt x="0" y="361061"/>
                  </a:moveTo>
                  <a:lnTo>
                    <a:pt x="2968" y="315773"/>
                  </a:lnTo>
                  <a:lnTo>
                    <a:pt x="11634" y="272164"/>
                  </a:lnTo>
                  <a:lnTo>
                    <a:pt x="25643" y="230571"/>
                  </a:lnTo>
                  <a:lnTo>
                    <a:pt x="44636" y="191332"/>
                  </a:lnTo>
                  <a:lnTo>
                    <a:pt x="68257" y="154787"/>
                  </a:lnTo>
                  <a:lnTo>
                    <a:pt x="96149" y="121273"/>
                  </a:lnTo>
                  <a:lnTo>
                    <a:pt x="127955" y="91129"/>
                  </a:lnTo>
                  <a:lnTo>
                    <a:pt x="163318" y="64695"/>
                  </a:lnTo>
                  <a:lnTo>
                    <a:pt x="201881" y="42307"/>
                  </a:lnTo>
                  <a:lnTo>
                    <a:pt x="243288" y="24305"/>
                  </a:lnTo>
                  <a:lnTo>
                    <a:pt x="287181" y="11028"/>
                  </a:lnTo>
                  <a:lnTo>
                    <a:pt x="333204" y="2813"/>
                  </a:lnTo>
                  <a:lnTo>
                    <a:pt x="381000" y="0"/>
                  </a:lnTo>
                  <a:lnTo>
                    <a:pt x="428770" y="2813"/>
                  </a:lnTo>
                  <a:lnTo>
                    <a:pt x="474776" y="11028"/>
                  </a:lnTo>
                  <a:lnTo>
                    <a:pt x="518659" y="24305"/>
                  </a:lnTo>
                  <a:lnTo>
                    <a:pt x="560062" y="42307"/>
                  </a:lnTo>
                  <a:lnTo>
                    <a:pt x="598626" y="64695"/>
                  </a:lnTo>
                  <a:lnTo>
                    <a:pt x="633993" y="91129"/>
                  </a:lnTo>
                  <a:lnTo>
                    <a:pt x="665806" y="121273"/>
                  </a:lnTo>
                  <a:lnTo>
                    <a:pt x="693707" y="154787"/>
                  </a:lnTo>
                  <a:lnTo>
                    <a:pt x="717338" y="191332"/>
                  </a:lnTo>
                  <a:lnTo>
                    <a:pt x="736341" y="230571"/>
                  </a:lnTo>
                  <a:lnTo>
                    <a:pt x="750357" y="272164"/>
                  </a:lnTo>
                  <a:lnTo>
                    <a:pt x="759029" y="315773"/>
                  </a:lnTo>
                  <a:lnTo>
                    <a:pt x="762000" y="361061"/>
                  </a:lnTo>
                  <a:lnTo>
                    <a:pt x="759029" y="406375"/>
                  </a:lnTo>
                  <a:lnTo>
                    <a:pt x="750357" y="450007"/>
                  </a:lnTo>
                  <a:lnTo>
                    <a:pt x="736341" y="491620"/>
                  </a:lnTo>
                  <a:lnTo>
                    <a:pt x="717338" y="530874"/>
                  </a:lnTo>
                  <a:lnTo>
                    <a:pt x="693707" y="567432"/>
                  </a:lnTo>
                  <a:lnTo>
                    <a:pt x="665806" y="600955"/>
                  </a:lnTo>
                  <a:lnTo>
                    <a:pt x="633993" y="631106"/>
                  </a:lnTo>
                  <a:lnTo>
                    <a:pt x="598626" y="657546"/>
                  </a:lnTo>
                  <a:lnTo>
                    <a:pt x="560062" y="679937"/>
                  </a:lnTo>
                  <a:lnTo>
                    <a:pt x="518659" y="697941"/>
                  </a:lnTo>
                  <a:lnTo>
                    <a:pt x="474776" y="711220"/>
                  </a:lnTo>
                  <a:lnTo>
                    <a:pt x="428770" y="719435"/>
                  </a:lnTo>
                  <a:lnTo>
                    <a:pt x="381000" y="722249"/>
                  </a:lnTo>
                  <a:lnTo>
                    <a:pt x="333204" y="719435"/>
                  </a:lnTo>
                  <a:lnTo>
                    <a:pt x="287181" y="711220"/>
                  </a:lnTo>
                  <a:lnTo>
                    <a:pt x="243288" y="697941"/>
                  </a:lnTo>
                  <a:lnTo>
                    <a:pt x="201881" y="679937"/>
                  </a:lnTo>
                  <a:lnTo>
                    <a:pt x="163318" y="657546"/>
                  </a:lnTo>
                  <a:lnTo>
                    <a:pt x="127955" y="631106"/>
                  </a:lnTo>
                  <a:lnTo>
                    <a:pt x="96149" y="600955"/>
                  </a:lnTo>
                  <a:lnTo>
                    <a:pt x="68257" y="567432"/>
                  </a:lnTo>
                  <a:lnTo>
                    <a:pt x="44636" y="530874"/>
                  </a:lnTo>
                  <a:lnTo>
                    <a:pt x="25643" y="491620"/>
                  </a:lnTo>
                  <a:lnTo>
                    <a:pt x="11634" y="450007"/>
                  </a:lnTo>
                  <a:lnTo>
                    <a:pt x="2968" y="406375"/>
                  </a:lnTo>
                  <a:lnTo>
                    <a:pt x="0" y="361061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757297" y="2771394"/>
            <a:ext cx="36830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i="1" dirty="0">
                <a:latin typeface="Arial"/>
                <a:cs typeface="Arial"/>
              </a:rPr>
              <a:t>k</a:t>
            </a:r>
            <a:endParaRPr sz="5400">
              <a:latin typeface="Arial"/>
              <a:cs typeface="Aria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993775" y="2300351"/>
            <a:ext cx="3181350" cy="2882900"/>
            <a:chOff x="993775" y="2300351"/>
            <a:chExt cx="3181350" cy="2882900"/>
          </a:xfrm>
        </p:grpSpPr>
        <p:sp>
          <p:nvSpPr>
            <p:cNvPr id="12" name="object 12"/>
            <p:cNvSpPr/>
            <p:nvPr/>
          </p:nvSpPr>
          <p:spPr>
            <a:xfrm>
              <a:off x="3176651" y="2313051"/>
              <a:ext cx="986155" cy="669925"/>
            </a:xfrm>
            <a:custGeom>
              <a:avLst/>
              <a:gdLst/>
              <a:ahLst/>
              <a:cxnLst/>
              <a:rect l="l" t="t" r="r" b="b"/>
              <a:pathLst>
                <a:path w="986154" h="669925">
                  <a:moveTo>
                    <a:pt x="985774" y="0"/>
                  </a:moveTo>
                  <a:lnTo>
                    <a:pt x="0" y="669798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000125" y="4060825"/>
              <a:ext cx="1456055" cy="1116330"/>
            </a:xfrm>
            <a:custGeom>
              <a:avLst/>
              <a:gdLst/>
              <a:ahLst/>
              <a:cxnLst/>
              <a:rect l="l" t="t" r="r" b="b"/>
              <a:pathLst>
                <a:path w="1456055" h="1116329">
                  <a:moveTo>
                    <a:pt x="727837" y="0"/>
                  </a:moveTo>
                  <a:lnTo>
                    <a:pt x="0" y="1115949"/>
                  </a:lnTo>
                  <a:lnTo>
                    <a:pt x="1455801" y="1115949"/>
                  </a:lnTo>
                  <a:lnTo>
                    <a:pt x="727837" y="0"/>
                  </a:lnTo>
                  <a:close/>
                </a:path>
              </a:pathLst>
            </a:custGeom>
            <a:solidFill>
              <a:srgbClr val="00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000125" y="4060825"/>
              <a:ext cx="1456055" cy="1116330"/>
            </a:xfrm>
            <a:custGeom>
              <a:avLst/>
              <a:gdLst/>
              <a:ahLst/>
              <a:cxnLst/>
              <a:rect l="l" t="t" r="r" b="b"/>
              <a:pathLst>
                <a:path w="1456055" h="1116329">
                  <a:moveTo>
                    <a:pt x="0" y="1115949"/>
                  </a:moveTo>
                  <a:lnTo>
                    <a:pt x="727837" y="0"/>
                  </a:lnTo>
                  <a:lnTo>
                    <a:pt x="1455801" y="1115949"/>
                  </a:lnTo>
                  <a:lnTo>
                    <a:pt x="0" y="1115949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728851" y="3495675"/>
              <a:ext cx="908050" cy="565150"/>
            </a:xfrm>
            <a:custGeom>
              <a:avLst/>
              <a:gdLst/>
              <a:ahLst/>
              <a:cxnLst/>
              <a:rect l="l" t="t" r="r" b="b"/>
              <a:pathLst>
                <a:path w="908050" h="565150">
                  <a:moveTo>
                    <a:pt x="908050" y="0"/>
                  </a:moveTo>
                  <a:lnTo>
                    <a:pt x="0" y="56515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1541144" y="4314520"/>
            <a:ext cx="483234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i="1" dirty="0">
                <a:latin typeface="Arial"/>
                <a:cs typeface="Arial"/>
              </a:rPr>
              <a:t>X</a:t>
            </a:r>
            <a:endParaRPr sz="5400">
              <a:latin typeface="Arial"/>
              <a:cs typeface="Arial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2589276" y="4908550"/>
            <a:ext cx="1330325" cy="1195705"/>
            <a:chOff x="2589276" y="4908550"/>
            <a:chExt cx="1330325" cy="1195705"/>
          </a:xfrm>
        </p:grpSpPr>
        <p:sp>
          <p:nvSpPr>
            <p:cNvPr id="18" name="object 18"/>
            <p:cNvSpPr/>
            <p:nvPr/>
          </p:nvSpPr>
          <p:spPr>
            <a:xfrm>
              <a:off x="2595626" y="4914900"/>
              <a:ext cx="1317625" cy="1183005"/>
            </a:xfrm>
            <a:custGeom>
              <a:avLst/>
              <a:gdLst/>
              <a:ahLst/>
              <a:cxnLst/>
              <a:rect l="l" t="t" r="r" b="b"/>
              <a:pathLst>
                <a:path w="1317625" h="1183004">
                  <a:moveTo>
                    <a:pt x="658749" y="0"/>
                  </a:moveTo>
                  <a:lnTo>
                    <a:pt x="0" y="1182687"/>
                  </a:lnTo>
                  <a:lnTo>
                    <a:pt x="1317625" y="1182687"/>
                  </a:lnTo>
                  <a:lnTo>
                    <a:pt x="658749" y="0"/>
                  </a:lnTo>
                  <a:close/>
                </a:path>
              </a:pathLst>
            </a:custGeom>
            <a:solidFill>
              <a:srgbClr val="00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595626" y="4914900"/>
              <a:ext cx="1317625" cy="1183005"/>
            </a:xfrm>
            <a:custGeom>
              <a:avLst/>
              <a:gdLst/>
              <a:ahLst/>
              <a:cxnLst/>
              <a:rect l="l" t="t" r="r" b="b"/>
              <a:pathLst>
                <a:path w="1317625" h="1183004">
                  <a:moveTo>
                    <a:pt x="0" y="1182687"/>
                  </a:moveTo>
                  <a:lnTo>
                    <a:pt x="658749" y="0"/>
                  </a:lnTo>
                  <a:lnTo>
                    <a:pt x="1317625" y="1182687"/>
                  </a:lnTo>
                  <a:lnTo>
                    <a:pt x="0" y="1182687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3057525" y="5291124"/>
            <a:ext cx="483234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i="1" dirty="0">
                <a:latin typeface="Arial"/>
                <a:cs typeface="Arial"/>
              </a:rPr>
              <a:t>V</a:t>
            </a:r>
            <a:endParaRPr sz="5400">
              <a:latin typeface="Arial"/>
              <a:cs typeface="Arial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3163951" y="2300351"/>
            <a:ext cx="3529329" cy="3803650"/>
            <a:chOff x="3163951" y="2300351"/>
            <a:chExt cx="3529329" cy="3803650"/>
          </a:xfrm>
        </p:grpSpPr>
        <p:sp>
          <p:nvSpPr>
            <p:cNvPr id="22" name="object 22"/>
            <p:cNvSpPr/>
            <p:nvPr/>
          </p:nvSpPr>
          <p:spPr>
            <a:xfrm>
              <a:off x="3176651" y="3495675"/>
              <a:ext cx="640080" cy="473075"/>
            </a:xfrm>
            <a:custGeom>
              <a:avLst/>
              <a:gdLst/>
              <a:ahLst/>
              <a:cxnLst/>
              <a:rect l="l" t="t" r="r" b="b"/>
              <a:pathLst>
                <a:path w="640079" h="473075">
                  <a:moveTo>
                    <a:pt x="0" y="0"/>
                  </a:moveTo>
                  <a:lnTo>
                    <a:pt x="639699" y="473075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229225" y="3271901"/>
              <a:ext cx="1457325" cy="1117600"/>
            </a:xfrm>
            <a:custGeom>
              <a:avLst/>
              <a:gdLst/>
              <a:ahLst/>
              <a:cxnLst/>
              <a:rect l="l" t="t" r="r" b="b"/>
              <a:pathLst>
                <a:path w="1457325" h="1117600">
                  <a:moveTo>
                    <a:pt x="728726" y="0"/>
                  </a:moveTo>
                  <a:lnTo>
                    <a:pt x="0" y="1117473"/>
                  </a:lnTo>
                  <a:lnTo>
                    <a:pt x="1457325" y="1117473"/>
                  </a:lnTo>
                  <a:lnTo>
                    <a:pt x="728726" y="0"/>
                  </a:lnTo>
                  <a:close/>
                </a:path>
              </a:pathLst>
            </a:custGeom>
            <a:solidFill>
              <a:srgbClr val="00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5229225" y="3271901"/>
              <a:ext cx="1457325" cy="1117600"/>
            </a:xfrm>
            <a:custGeom>
              <a:avLst/>
              <a:gdLst/>
              <a:ahLst/>
              <a:cxnLst/>
              <a:rect l="l" t="t" r="r" b="b"/>
              <a:pathLst>
                <a:path w="1457325" h="1117600">
                  <a:moveTo>
                    <a:pt x="0" y="1117473"/>
                  </a:moveTo>
                  <a:lnTo>
                    <a:pt x="728726" y="0"/>
                  </a:lnTo>
                  <a:lnTo>
                    <a:pt x="1457325" y="1117473"/>
                  </a:lnTo>
                  <a:lnTo>
                    <a:pt x="0" y="1117473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702175" y="2313051"/>
              <a:ext cx="1256030" cy="958850"/>
            </a:xfrm>
            <a:custGeom>
              <a:avLst/>
              <a:gdLst/>
              <a:ahLst/>
              <a:cxnLst/>
              <a:rect l="l" t="t" r="r" b="b"/>
              <a:pathLst>
                <a:path w="1256029" h="958850">
                  <a:moveTo>
                    <a:pt x="0" y="0"/>
                  </a:moveTo>
                  <a:lnTo>
                    <a:pt x="1255776" y="95885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329176" y="4914900"/>
              <a:ext cx="1316355" cy="1183005"/>
            </a:xfrm>
            <a:custGeom>
              <a:avLst/>
              <a:gdLst/>
              <a:ahLst/>
              <a:cxnLst/>
              <a:rect l="l" t="t" r="r" b="b"/>
              <a:pathLst>
                <a:path w="1316354" h="1183004">
                  <a:moveTo>
                    <a:pt x="657987" y="0"/>
                  </a:moveTo>
                  <a:lnTo>
                    <a:pt x="0" y="1182687"/>
                  </a:lnTo>
                  <a:lnTo>
                    <a:pt x="1315974" y="1182687"/>
                  </a:lnTo>
                  <a:lnTo>
                    <a:pt x="657987" y="0"/>
                  </a:lnTo>
                  <a:close/>
                </a:path>
              </a:pathLst>
            </a:custGeom>
            <a:solidFill>
              <a:srgbClr val="00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329176" y="4914900"/>
              <a:ext cx="1316355" cy="1183005"/>
            </a:xfrm>
            <a:custGeom>
              <a:avLst/>
              <a:gdLst/>
              <a:ahLst/>
              <a:cxnLst/>
              <a:rect l="l" t="t" r="r" b="b"/>
              <a:pathLst>
                <a:path w="1316354" h="1183004">
                  <a:moveTo>
                    <a:pt x="0" y="1182687"/>
                  </a:moveTo>
                  <a:lnTo>
                    <a:pt x="657987" y="0"/>
                  </a:lnTo>
                  <a:lnTo>
                    <a:pt x="1315974" y="1182687"/>
                  </a:lnTo>
                  <a:lnTo>
                    <a:pt x="0" y="1182687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/>
          <p:nvPr/>
        </p:nvSpPr>
        <p:spPr>
          <a:xfrm>
            <a:off x="7102475" y="6030912"/>
            <a:ext cx="1456055" cy="0"/>
          </a:xfrm>
          <a:custGeom>
            <a:avLst/>
            <a:gdLst/>
            <a:ahLst/>
            <a:cxnLst/>
            <a:rect l="l" t="t" r="r" b="b"/>
            <a:pathLst>
              <a:path w="1456054">
                <a:moveTo>
                  <a:pt x="0" y="0"/>
                </a:moveTo>
                <a:lnTo>
                  <a:pt x="1455801" y="0"/>
                </a:lnTo>
              </a:path>
            </a:pathLst>
          </a:custGeom>
          <a:ln w="19050">
            <a:solidFill>
              <a:srgbClr val="000000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4651628" y="5278323"/>
            <a:ext cx="673100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i="1" dirty="0">
                <a:latin typeface="Arial"/>
                <a:cs typeface="Arial"/>
              </a:rPr>
              <a:t>W</a:t>
            </a:r>
            <a:endParaRPr sz="5400">
              <a:latin typeface="Arial"/>
              <a:cs typeface="Arial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3697351" y="3857625"/>
            <a:ext cx="776605" cy="735330"/>
            <a:chOff x="3697351" y="3857625"/>
            <a:chExt cx="776605" cy="735330"/>
          </a:xfrm>
        </p:grpSpPr>
        <p:sp>
          <p:nvSpPr>
            <p:cNvPr id="31" name="object 31"/>
            <p:cNvSpPr/>
            <p:nvPr/>
          </p:nvSpPr>
          <p:spPr>
            <a:xfrm>
              <a:off x="3703701" y="3863975"/>
              <a:ext cx="763905" cy="722630"/>
            </a:xfrm>
            <a:custGeom>
              <a:avLst/>
              <a:gdLst/>
              <a:ahLst/>
              <a:cxnLst/>
              <a:rect l="l" t="t" r="r" b="b"/>
              <a:pathLst>
                <a:path w="763904" h="722629">
                  <a:moveTo>
                    <a:pt x="381762" y="0"/>
                  </a:moveTo>
                  <a:lnTo>
                    <a:pt x="333853" y="2813"/>
                  </a:lnTo>
                  <a:lnTo>
                    <a:pt x="287727" y="11028"/>
                  </a:lnTo>
                  <a:lnTo>
                    <a:pt x="243739" y="24307"/>
                  </a:lnTo>
                  <a:lnTo>
                    <a:pt x="202247" y="42311"/>
                  </a:lnTo>
                  <a:lnTo>
                    <a:pt x="163606" y="64702"/>
                  </a:lnTo>
                  <a:lnTo>
                    <a:pt x="128176" y="91142"/>
                  </a:lnTo>
                  <a:lnTo>
                    <a:pt x="96311" y="121293"/>
                  </a:lnTo>
                  <a:lnTo>
                    <a:pt x="68370" y="154816"/>
                  </a:lnTo>
                  <a:lnTo>
                    <a:pt x="44708" y="191374"/>
                  </a:lnTo>
                  <a:lnTo>
                    <a:pt x="25683" y="230628"/>
                  </a:lnTo>
                  <a:lnTo>
                    <a:pt x="11653" y="272241"/>
                  </a:lnTo>
                  <a:lnTo>
                    <a:pt x="2972" y="315873"/>
                  </a:lnTo>
                  <a:lnTo>
                    <a:pt x="0" y="361188"/>
                  </a:lnTo>
                  <a:lnTo>
                    <a:pt x="2972" y="406477"/>
                  </a:lnTo>
                  <a:lnTo>
                    <a:pt x="11653" y="450092"/>
                  </a:lnTo>
                  <a:lnTo>
                    <a:pt x="25683" y="491694"/>
                  </a:lnTo>
                  <a:lnTo>
                    <a:pt x="44708" y="530945"/>
                  </a:lnTo>
                  <a:lnTo>
                    <a:pt x="68370" y="567503"/>
                  </a:lnTo>
                  <a:lnTo>
                    <a:pt x="96311" y="601031"/>
                  </a:lnTo>
                  <a:lnTo>
                    <a:pt x="128176" y="631189"/>
                  </a:lnTo>
                  <a:lnTo>
                    <a:pt x="163606" y="657638"/>
                  </a:lnTo>
                  <a:lnTo>
                    <a:pt x="202247" y="680039"/>
                  </a:lnTo>
                  <a:lnTo>
                    <a:pt x="243739" y="698053"/>
                  </a:lnTo>
                  <a:lnTo>
                    <a:pt x="287727" y="711339"/>
                  </a:lnTo>
                  <a:lnTo>
                    <a:pt x="333853" y="719560"/>
                  </a:lnTo>
                  <a:lnTo>
                    <a:pt x="381762" y="722376"/>
                  </a:lnTo>
                  <a:lnTo>
                    <a:pt x="429645" y="719560"/>
                  </a:lnTo>
                  <a:lnTo>
                    <a:pt x="475754" y="711339"/>
                  </a:lnTo>
                  <a:lnTo>
                    <a:pt x="519732" y="698053"/>
                  </a:lnTo>
                  <a:lnTo>
                    <a:pt x="561220" y="680039"/>
                  </a:lnTo>
                  <a:lnTo>
                    <a:pt x="599861" y="657638"/>
                  </a:lnTo>
                  <a:lnTo>
                    <a:pt x="635296" y="631189"/>
                  </a:lnTo>
                  <a:lnTo>
                    <a:pt x="667168" y="601031"/>
                  </a:lnTo>
                  <a:lnTo>
                    <a:pt x="695119" y="567503"/>
                  </a:lnTo>
                  <a:lnTo>
                    <a:pt x="718790" y="530945"/>
                  </a:lnTo>
                  <a:lnTo>
                    <a:pt x="737824" y="491694"/>
                  </a:lnTo>
                  <a:lnTo>
                    <a:pt x="751863" y="450092"/>
                  </a:lnTo>
                  <a:lnTo>
                    <a:pt x="760549" y="406477"/>
                  </a:lnTo>
                  <a:lnTo>
                    <a:pt x="763524" y="361188"/>
                  </a:lnTo>
                  <a:lnTo>
                    <a:pt x="760549" y="315873"/>
                  </a:lnTo>
                  <a:lnTo>
                    <a:pt x="751863" y="272241"/>
                  </a:lnTo>
                  <a:lnTo>
                    <a:pt x="737824" y="230628"/>
                  </a:lnTo>
                  <a:lnTo>
                    <a:pt x="718790" y="191374"/>
                  </a:lnTo>
                  <a:lnTo>
                    <a:pt x="695119" y="154816"/>
                  </a:lnTo>
                  <a:lnTo>
                    <a:pt x="667168" y="121293"/>
                  </a:lnTo>
                  <a:lnTo>
                    <a:pt x="635296" y="91142"/>
                  </a:lnTo>
                  <a:lnTo>
                    <a:pt x="599861" y="64702"/>
                  </a:lnTo>
                  <a:lnTo>
                    <a:pt x="561220" y="42311"/>
                  </a:lnTo>
                  <a:lnTo>
                    <a:pt x="519732" y="24307"/>
                  </a:lnTo>
                  <a:lnTo>
                    <a:pt x="475754" y="11028"/>
                  </a:lnTo>
                  <a:lnTo>
                    <a:pt x="429645" y="2813"/>
                  </a:lnTo>
                  <a:lnTo>
                    <a:pt x="381762" y="0"/>
                  </a:lnTo>
                  <a:close/>
                </a:path>
              </a:pathLst>
            </a:custGeom>
            <a:solidFill>
              <a:srgbClr val="00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3703701" y="3863975"/>
              <a:ext cx="763905" cy="722630"/>
            </a:xfrm>
            <a:custGeom>
              <a:avLst/>
              <a:gdLst/>
              <a:ahLst/>
              <a:cxnLst/>
              <a:rect l="l" t="t" r="r" b="b"/>
              <a:pathLst>
                <a:path w="763904" h="722629">
                  <a:moveTo>
                    <a:pt x="0" y="361188"/>
                  </a:moveTo>
                  <a:lnTo>
                    <a:pt x="2972" y="315873"/>
                  </a:lnTo>
                  <a:lnTo>
                    <a:pt x="11653" y="272241"/>
                  </a:lnTo>
                  <a:lnTo>
                    <a:pt x="25683" y="230628"/>
                  </a:lnTo>
                  <a:lnTo>
                    <a:pt x="44708" y="191374"/>
                  </a:lnTo>
                  <a:lnTo>
                    <a:pt x="68370" y="154816"/>
                  </a:lnTo>
                  <a:lnTo>
                    <a:pt x="96311" y="121293"/>
                  </a:lnTo>
                  <a:lnTo>
                    <a:pt x="128176" y="91142"/>
                  </a:lnTo>
                  <a:lnTo>
                    <a:pt x="163606" y="64702"/>
                  </a:lnTo>
                  <a:lnTo>
                    <a:pt x="202247" y="42311"/>
                  </a:lnTo>
                  <a:lnTo>
                    <a:pt x="243739" y="24307"/>
                  </a:lnTo>
                  <a:lnTo>
                    <a:pt x="287727" y="11028"/>
                  </a:lnTo>
                  <a:lnTo>
                    <a:pt x="333853" y="2813"/>
                  </a:lnTo>
                  <a:lnTo>
                    <a:pt x="381762" y="0"/>
                  </a:lnTo>
                  <a:lnTo>
                    <a:pt x="429645" y="2813"/>
                  </a:lnTo>
                  <a:lnTo>
                    <a:pt x="475754" y="11028"/>
                  </a:lnTo>
                  <a:lnTo>
                    <a:pt x="519732" y="24307"/>
                  </a:lnTo>
                  <a:lnTo>
                    <a:pt x="561220" y="42311"/>
                  </a:lnTo>
                  <a:lnTo>
                    <a:pt x="599861" y="64702"/>
                  </a:lnTo>
                  <a:lnTo>
                    <a:pt x="635296" y="91142"/>
                  </a:lnTo>
                  <a:lnTo>
                    <a:pt x="667168" y="121293"/>
                  </a:lnTo>
                  <a:lnTo>
                    <a:pt x="695119" y="154816"/>
                  </a:lnTo>
                  <a:lnTo>
                    <a:pt x="718790" y="191374"/>
                  </a:lnTo>
                  <a:lnTo>
                    <a:pt x="737824" y="230628"/>
                  </a:lnTo>
                  <a:lnTo>
                    <a:pt x="751863" y="272241"/>
                  </a:lnTo>
                  <a:lnTo>
                    <a:pt x="760549" y="315873"/>
                  </a:lnTo>
                  <a:lnTo>
                    <a:pt x="763524" y="361188"/>
                  </a:lnTo>
                  <a:lnTo>
                    <a:pt x="760549" y="406477"/>
                  </a:lnTo>
                  <a:lnTo>
                    <a:pt x="751863" y="450092"/>
                  </a:lnTo>
                  <a:lnTo>
                    <a:pt x="737824" y="491694"/>
                  </a:lnTo>
                  <a:lnTo>
                    <a:pt x="718790" y="530945"/>
                  </a:lnTo>
                  <a:lnTo>
                    <a:pt x="695119" y="567503"/>
                  </a:lnTo>
                  <a:lnTo>
                    <a:pt x="667168" y="601031"/>
                  </a:lnTo>
                  <a:lnTo>
                    <a:pt x="635296" y="631189"/>
                  </a:lnTo>
                  <a:lnTo>
                    <a:pt x="599861" y="657638"/>
                  </a:lnTo>
                  <a:lnTo>
                    <a:pt x="561220" y="680039"/>
                  </a:lnTo>
                  <a:lnTo>
                    <a:pt x="519732" y="698053"/>
                  </a:lnTo>
                  <a:lnTo>
                    <a:pt x="475754" y="711339"/>
                  </a:lnTo>
                  <a:lnTo>
                    <a:pt x="429645" y="719560"/>
                  </a:lnTo>
                  <a:lnTo>
                    <a:pt x="381762" y="722376"/>
                  </a:lnTo>
                  <a:lnTo>
                    <a:pt x="333853" y="719560"/>
                  </a:lnTo>
                  <a:lnTo>
                    <a:pt x="287727" y="711339"/>
                  </a:lnTo>
                  <a:lnTo>
                    <a:pt x="243739" y="698053"/>
                  </a:lnTo>
                  <a:lnTo>
                    <a:pt x="202247" y="680039"/>
                  </a:lnTo>
                  <a:lnTo>
                    <a:pt x="163606" y="657638"/>
                  </a:lnTo>
                  <a:lnTo>
                    <a:pt x="128176" y="631189"/>
                  </a:lnTo>
                  <a:lnTo>
                    <a:pt x="96311" y="601031"/>
                  </a:lnTo>
                  <a:lnTo>
                    <a:pt x="68370" y="567503"/>
                  </a:lnTo>
                  <a:lnTo>
                    <a:pt x="44708" y="530945"/>
                  </a:lnTo>
                  <a:lnTo>
                    <a:pt x="25683" y="491694"/>
                  </a:lnTo>
                  <a:lnTo>
                    <a:pt x="11653" y="450092"/>
                  </a:lnTo>
                  <a:lnTo>
                    <a:pt x="2972" y="406477"/>
                  </a:lnTo>
                  <a:lnTo>
                    <a:pt x="0" y="361188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3970401" y="3779646"/>
            <a:ext cx="17780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i="1" spc="-5" dirty="0">
                <a:latin typeface="Arial"/>
                <a:cs typeface="Arial"/>
              </a:rPr>
              <a:t>i</a:t>
            </a:r>
            <a:endParaRPr sz="5400">
              <a:latin typeface="Arial"/>
              <a:cs typeface="Arial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3254375" y="4479925"/>
            <a:ext cx="1733550" cy="434975"/>
          </a:xfrm>
          <a:custGeom>
            <a:avLst/>
            <a:gdLst/>
            <a:ahLst/>
            <a:cxnLst/>
            <a:rect l="l" t="t" r="r" b="b"/>
            <a:pathLst>
              <a:path w="1733550" h="434975">
                <a:moveTo>
                  <a:pt x="561975" y="0"/>
                </a:moveTo>
                <a:lnTo>
                  <a:pt x="0" y="434975"/>
                </a:lnTo>
              </a:path>
              <a:path w="1733550" h="434975">
                <a:moveTo>
                  <a:pt x="1101725" y="0"/>
                </a:moveTo>
                <a:lnTo>
                  <a:pt x="1733550" y="434975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726440" y="1770379"/>
            <a:ext cx="2449830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i="1" dirty="0">
                <a:latin typeface="Arial"/>
                <a:cs typeface="Arial"/>
              </a:rPr>
              <a:t>Y = </a:t>
            </a:r>
            <a:r>
              <a:rPr sz="2400" i="1" spc="-5" dirty="0">
                <a:latin typeface="Arial"/>
                <a:cs typeface="Arial"/>
              </a:rPr>
              <a:t>node i and  </a:t>
            </a:r>
            <a:r>
              <a:rPr sz="2400" i="1" dirty="0">
                <a:latin typeface="Arial"/>
                <a:cs typeface="Arial"/>
              </a:rPr>
              <a:t>subtrees V and</a:t>
            </a:r>
            <a:r>
              <a:rPr sz="2400" i="1" spc="-90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W</a:t>
            </a:r>
            <a:endParaRPr sz="2400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269619" y="683717"/>
            <a:ext cx="660654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i="1" spc="-80" dirty="0">
                <a:solidFill>
                  <a:srgbClr val="FF0000"/>
                </a:solidFill>
                <a:latin typeface="Arial"/>
                <a:cs typeface="Arial"/>
              </a:rPr>
              <a:t>AVL </a:t>
            </a:r>
            <a:r>
              <a:rPr sz="4400" i="1" dirty="0">
                <a:solidFill>
                  <a:srgbClr val="FF0000"/>
                </a:solidFill>
                <a:latin typeface="Arial"/>
                <a:cs typeface="Arial"/>
              </a:rPr>
              <a:t>Insertion: Inside</a:t>
            </a:r>
            <a:r>
              <a:rPr sz="4400" i="1" spc="-8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4400" i="1" dirty="0">
                <a:solidFill>
                  <a:srgbClr val="FF0000"/>
                </a:solidFill>
                <a:latin typeface="Arial"/>
                <a:cs typeface="Arial"/>
              </a:rPr>
              <a:t>Case</a:t>
            </a:r>
            <a:endParaRPr sz="4400">
              <a:latin typeface="Arial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6099809" y="3074035"/>
            <a:ext cx="16700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i="1" dirty="0">
                <a:latin typeface="Arial"/>
                <a:cs typeface="Arial"/>
              </a:rPr>
              <a:t>h</a:t>
            </a:r>
            <a:endParaRPr sz="2000"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2060194" y="3988689"/>
            <a:ext cx="16700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i="1" dirty="0">
                <a:latin typeface="Arial"/>
                <a:cs typeface="Arial"/>
              </a:rPr>
              <a:t>h</a:t>
            </a:r>
            <a:endParaRPr sz="2000">
              <a:latin typeface="Arial"/>
              <a:cs typeface="Aria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3736975" y="4826889"/>
            <a:ext cx="89916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i="1" dirty="0">
                <a:latin typeface="Arial"/>
                <a:cs typeface="Arial"/>
              </a:rPr>
              <a:t>h or</a:t>
            </a:r>
            <a:r>
              <a:rPr sz="2000" i="1" spc="-120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h-1</a:t>
            </a:r>
            <a:endParaRPr sz="2000">
              <a:latin typeface="Arial"/>
              <a:cs typeface="Aria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4575428" y="3561969"/>
            <a:ext cx="4112895" cy="1595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163320" algn="l"/>
                <a:tab pos="2456815" algn="l"/>
                <a:tab pos="4099560" algn="l"/>
              </a:tabLst>
            </a:pPr>
            <a:r>
              <a:rPr sz="3000" i="1" baseline="1388" dirty="0">
                <a:latin typeface="Arial"/>
                <a:cs typeface="Arial"/>
              </a:rPr>
              <a:t>h+1	</a:t>
            </a:r>
            <a:r>
              <a:rPr sz="5400" i="1" dirty="0">
                <a:latin typeface="Arial"/>
                <a:cs typeface="Arial"/>
              </a:rPr>
              <a:t>Z	</a:t>
            </a:r>
            <a:r>
              <a:rPr sz="5400" i="1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	</a:t>
            </a:r>
            <a:endParaRPr sz="5400">
              <a:latin typeface="Arial"/>
              <a:cs typeface="Arial"/>
            </a:endParaRPr>
          </a:p>
          <a:p>
            <a:pPr marL="2456815">
              <a:lnSpc>
                <a:spcPct val="100000"/>
              </a:lnSpc>
              <a:spcBef>
                <a:spcPts val="3479"/>
              </a:spcBef>
              <a:tabLst>
                <a:tab pos="3979545" algn="l"/>
              </a:tabLst>
            </a:pPr>
            <a:r>
              <a:rPr sz="2000" i="1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	</a:t>
            </a:r>
            <a:endParaRPr sz="2000">
              <a:latin typeface="Arial"/>
              <a:cs typeface="Arial"/>
            </a:endParaRPr>
          </a:p>
        </p:txBody>
      </p:sp>
      <p:sp>
        <p:nvSpPr>
          <p:cNvPr id="41" name="Slide Number Placeholder 40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42</a:t>
            </a:fld>
            <a:endParaRPr lang="en-IN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371600"/>
            <a:ext cx="9144000" cy="762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4044950" y="1689100"/>
            <a:ext cx="774700" cy="735330"/>
            <a:chOff x="4044950" y="1689100"/>
            <a:chExt cx="774700" cy="735330"/>
          </a:xfrm>
        </p:grpSpPr>
        <p:sp>
          <p:nvSpPr>
            <p:cNvPr id="4" name="object 4"/>
            <p:cNvSpPr/>
            <p:nvPr/>
          </p:nvSpPr>
          <p:spPr>
            <a:xfrm>
              <a:off x="4051300" y="1695450"/>
              <a:ext cx="762000" cy="722630"/>
            </a:xfrm>
            <a:custGeom>
              <a:avLst/>
              <a:gdLst/>
              <a:ahLst/>
              <a:cxnLst/>
              <a:rect l="l" t="t" r="r" b="b"/>
              <a:pathLst>
                <a:path w="762000" h="722630">
                  <a:moveTo>
                    <a:pt x="381000" y="0"/>
                  </a:moveTo>
                  <a:lnTo>
                    <a:pt x="333204" y="2813"/>
                  </a:lnTo>
                  <a:lnTo>
                    <a:pt x="287181" y="11028"/>
                  </a:lnTo>
                  <a:lnTo>
                    <a:pt x="243288" y="24307"/>
                  </a:lnTo>
                  <a:lnTo>
                    <a:pt x="201881" y="42311"/>
                  </a:lnTo>
                  <a:lnTo>
                    <a:pt x="163318" y="64702"/>
                  </a:lnTo>
                  <a:lnTo>
                    <a:pt x="127955" y="91142"/>
                  </a:lnTo>
                  <a:lnTo>
                    <a:pt x="96149" y="121293"/>
                  </a:lnTo>
                  <a:lnTo>
                    <a:pt x="68257" y="154816"/>
                  </a:lnTo>
                  <a:lnTo>
                    <a:pt x="44636" y="191374"/>
                  </a:lnTo>
                  <a:lnTo>
                    <a:pt x="25643" y="230628"/>
                  </a:lnTo>
                  <a:lnTo>
                    <a:pt x="11634" y="272241"/>
                  </a:lnTo>
                  <a:lnTo>
                    <a:pt x="2968" y="315873"/>
                  </a:lnTo>
                  <a:lnTo>
                    <a:pt x="0" y="361188"/>
                  </a:lnTo>
                  <a:lnTo>
                    <a:pt x="2968" y="406477"/>
                  </a:lnTo>
                  <a:lnTo>
                    <a:pt x="11634" y="450092"/>
                  </a:lnTo>
                  <a:lnTo>
                    <a:pt x="25643" y="491694"/>
                  </a:lnTo>
                  <a:lnTo>
                    <a:pt x="44636" y="530945"/>
                  </a:lnTo>
                  <a:lnTo>
                    <a:pt x="68257" y="567503"/>
                  </a:lnTo>
                  <a:lnTo>
                    <a:pt x="96149" y="601031"/>
                  </a:lnTo>
                  <a:lnTo>
                    <a:pt x="127955" y="631189"/>
                  </a:lnTo>
                  <a:lnTo>
                    <a:pt x="163318" y="657638"/>
                  </a:lnTo>
                  <a:lnTo>
                    <a:pt x="201881" y="680039"/>
                  </a:lnTo>
                  <a:lnTo>
                    <a:pt x="243288" y="698053"/>
                  </a:lnTo>
                  <a:lnTo>
                    <a:pt x="287181" y="711339"/>
                  </a:lnTo>
                  <a:lnTo>
                    <a:pt x="333204" y="719560"/>
                  </a:lnTo>
                  <a:lnTo>
                    <a:pt x="381000" y="722376"/>
                  </a:lnTo>
                  <a:lnTo>
                    <a:pt x="428795" y="719560"/>
                  </a:lnTo>
                  <a:lnTo>
                    <a:pt x="474818" y="711339"/>
                  </a:lnTo>
                  <a:lnTo>
                    <a:pt x="518711" y="698053"/>
                  </a:lnTo>
                  <a:lnTo>
                    <a:pt x="560118" y="680039"/>
                  </a:lnTo>
                  <a:lnTo>
                    <a:pt x="598681" y="657638"/>
                  </a:lnTo>
                  <a:lnTo>
                    <a:pt x="634044" y="631189"/>
                  </a:lnTo>
                  <a:lnTo>
                    <a:pt x="665850" y="601031"/>
                  </a:lnTo>
                  <a:lnTo>
                    <a:pt x="693742" y="567503"/>
                  </a:lnTo>
                  <a:lnTo>
                    <a:pt x="717363" y="530945"/>
                  </a:lnTo>
                  <a:lnTo>
                    <a:pt x="736356" y="491694"/>
                  </a:lnTo>
                  <a:lnTo>
                    <a:pt x="750365" y="450092"/>
                  </a:lnTo>
                  <a:lnTo>
                    <a:pt x="759031" y="406477"/>
                  </a:lnTo>
                  <a:lnTo>
                    <a:pt x="762000" y="361188"/>
                  </a:lnTo>
                  <a:lnTo>
                    <a:pt x="759031" y="315873"/>
                  </a:lnTo>
                  <a:lnTo>
                    <a:pt x="750365" y="272241"/>
                  </a:lnTo>
                  <a:lnTo>
                    <a:pt x="736356" y="230628"/>
                  </a:lnTo>
                  <a:lnTo>
                    <a:pt x="717363" y="191374"/>
                  </a:lnTo>
                  <a:lnTo>
                    <a:pt x="693742" y="154816"/>
                  </a:lnTo>
                  <a:lnTo>
                    <a:pt x="665850" y="121293"/>
                  </a:lnTo>
                  <a:lnTo>
                    <a:pt x="634044" y="91142"/>
                  </a:lnTo>
                  <a:lnTo>
                    <a:pt x="598681" y="64702"/>
                  </a:lnTo>
                  <a:lnTo>
                    <a:pt x="560118" y="42311"/>
                  </a:lnTo>
                  <a:lnTo>
                    <a:pt x="518711" y="24307"/>
                  </a:lnTo>
                  <a:lnTo>
                    <a:pt x="474818" y="11028"/>
                  </a:lnTo>
                  <a:lnTo>
                    <a:pt x="428795" y="2813"/>
                  </a:lnTo>
                  <a:lnTo>
                    <a:pt x="381000" y="0"/>
                  </a:lnTo>
                  <a:close/>
                </a:path>
              </a:pathLst>
            </a:custGeom>
            <a:solidFill>
              <a:srgbClr val="00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051300" y="1695450"/>
              <a:ext cx="762000" cy="722630"/>
            </a:xfrm>
            <a:custGeom>
              <a:avLst/>
              <a:gdLst/>
              <a:ahLst/>
              <a:cxnLst/>
              <a:rect l="l" t="t" r="r" b="b"/>
              <a:pathLst>
                <a:path w="762000" h="722630">
                  <a:moveTo>
                    <a:pt x="0" y="361188"/>
                  </a:moveTo>
                  <a:lnTo>
                    <a:pt x="2968" y="315873"/>
                  </a:lnTo>
                  <a:lnTo>
                    <a:pt x="11634" y="272241"/>
                  </a:lnTo>
                  <a:lnTo>
                    <a:pt x="25643" y="230628"/>
                  </a:lnTo>
                  <a:lnTo>
                    <a:pt x="44636" y="191374"/>
                  </a:lnTo>
                  <a:lnTo>
                    <a:pt x="68257" y="154816"/>
                  </a:lnTo>
                  <a:lnTo>
                    <a:pt x="96149" y="121293"/>
                  </a:lnTo>
                  <a:lnTo>
                    <a:pt x="127955" y="91142"/>
                  </a:lnTo>
                  <a:lnTo>
                    <a:pt x="163318" y="64702"/>
                  </a:lnTo>
                  <a:lnTo>
                    <a:pt x="201881" y="42311"/>
                  </a:lnTo>
                  <a:lnTo>
                    <a:pt x="243288" y="24307"/>
                  </a:lnTo>
                  <a:lnTo>
                    <a:pt x="287181" y="11028"/>
                  </a:lnTo>
                  <a:lnTo>
                    <a:pt x="333204" y="2813"/>
                  </a:lnTo>
                  <a:lnTo>
                    <a:pt x="381000" y="0"/>
                  </a:lnTo>
                  <a:lnTo>
                    <a:pt x="428795" y="2813"/>
                  </a:lnTo>
                  <a:lnTo>
                    <a:pt x="474818" y="11028"/>
                  </a:lnTo>
                  <a:lnTo>
                    <a:pt x="518711" y="24307"/>
                  </a:lnTo>
                  <a:lnTo>
                    <a:pt x="560118" y="42311"/>
                  </a:lnTo>
                  <a:lnTo>
                    <a:pt x="598681" y="64702"/>
                  </a:lnTo>
                  <a:lnTo>
                    <a:pt x="634044" y="91142"/>
                  </a:lnTo>
                  <a:lnTo>
                    <a:pt x="665850" y="121293"/>
                  </a:lnTo>
                  <a:lnTo>
                    <a:pt x="693742" y="154816"/>
                  </a:lnTo>
                  <a:lnTo>
                    <a:pt x="717363" y="191374"/>
                  </a:lnTo>
                  <a:lnTo>
                    <a:pt x="736356" y="230628"/>
                  </a:lnTo>
                  <a:lnTo>
                    <a:pt x="750365" y="272241"/>
                  </a:lnTo>
                  <a:lnTo>
                    <a:pt x="759031" y="315873"/>
                  </a:lnTo>
                  <a:lnTo>
                    <a:pt x="762000" y="361188"/>
                  </a:lnTo>
                  <a:lnTo>
                    <a:pt x="759031" y="406477"/>
                  </a:lnTo>
                  <a:lnTo>
                    <a:pt x="750365" y="450092"/>
                  </a:lnTo>
                  <a:lnTo>
                    <a:pt x="736356" y="491694"/>
                  </a:lnTo>
                  <a:lnTo>
                    <a:pt x="717363" y="530945"/>
                  </a:lnTo>
                  <a:lnTo>
                    <a:pt x="693742" y="567503"/>
                  </a:lnTo>
                  <a:lnTo>
                    <a:pt x="665850" y="601031"/>
                  </a:lnTo>
                  <a:lnTo>
                    <a:pt x="634044" y="631189"/>
                  </a:lnTo>
                  <a:lnTo>
                    <a:pt x="598681" y="657638"/>
                  </a:lnTo>
                  <a:lnTo>
                    <a:pt x="560118" y="680039"/>
                  </a:lnTo>
                  <a:lnTo>
                    <a:pt x="518711" y="698053"/>
                  </a:lnTo>
                  <a:lnTo>
                    <a:pt x="474818" y="711339"/>
                  </a:lnTo>
                  <a:lnTo>
                    <a:pt x="428795" y="719560"/>
                  </a:lnTo>
                  <a:lnTo>
                    <a:pt x="381000" y="722376"/>
                  </a:lnTo>
                  <a:lnTo>
                    <a:pt x="333204" y="719560"/>
                  </a:lnTo>
                  <a:lnTo>
                    <a:pt x="287181" y="711339"/>
                  </a:lnTo>
                  <a:lnTo>
                    <a:pt x="243288" y="698053"/>
                  </a:lnTo>
                  <a:lnTo>
                    <a:pt x="201881" y="680039"/>
                  </a:lnTo>
                  <a:lnTo>
                    <a:pt x="163318" y="657638"/>
                  </a:lnTo>
                  <a:lnTo>
                    <a:pt x="127955" y="631189"/>
                  </a:lnTo>
                  <a:lnTo>
                    <a:pt x="96149" y="601031"/>
                  </a:lnTo>
                  <a:lnTo>
                    <a:pt x="68257" y="567503"/>
                  </a:lnTo>
                  <a:lnTo>
                    <a:pt x="44636" y="530945"/>
                  </a:lnTo>
                  <a:lnTo>
                    <a:pt x="25643" y="491694"/>
                  </a:lnTo>
                  <a:lnTo>
                    <a:pt x="11634" y="450092"/>
                  </a:lnTo>
                  <a:lnTo>
                    <a:pt x="2968" y="406477"/>
                  </a:lnTo>
                  <a:lnTo>
                    <a:pt x="0" y="361188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4338954" y="1512189"/>
            <a:ext cx="17780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i="1" spc="-5" dirty="0">
                <a:latin typeface="Arial"/>
                <a:cs typeface="Arial"/>
              </a:rPr>
              <a:t>j</a:t>
            </a:r>
            <a:endParaRPr sz="540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519426" y="2871851"/>
            <a:ext cx="774700" cy="735330"/>
            <a:chOff x="2519426" y="2871851"/>
            <a:chExt cx="774700" cy="735330"/>
          </a:xfrm>
        </p:grpSpPr>
        <p:sp>
          <p:nvSpPr>
            <p:cNvPr id="8" name="object 8"/>
            <p:cNvSpPr/>
            <p:nvPr/>
          </p:nvSpPr>
          <p:spPr>
            <a:xfrm>
              <a:off x="2525776" y="2878201"/>
              <a:ext cx="762000" cy="722630"/>
            </a:xfrm>
            <a:custGeom>
              <a:avLst/>
              <a:gdLst/>
              <a:ahLst/>
              <a:cxnLst/>
              <a:rect l="l" t="t" r="r" b="b"/>
              <a:pathLst>
                <a:path w="762000" h="722629">
                  <a:moveTo>
                    <a:pt x="381000" y="0"/>
                  </a:moveTo>
                  <a:lnTo>
                    <a:pt x="333204" y="2813"/>
                  </a:lnTo>
                  <a:lnTo>
                    <a:pt x="287181" y="11028"/>
                  </a:lnTo>
                  <a:lnTo>
                    <a:pt x="243288" y="24305"/>
                  </a:lnTo>
                  <a:lnTo>
                    <a:pt x="201881" y="42307"/>
                  </a:lnTo>
                  <a:lnTo>
                    <a:pt x="163318" y="64695"/>
                  </a:lnTo>
                  <a:lnTo>
                    <a:pt x="127955" y="91129"/>
                  </a:lnTo>
                  <a:lnTo>
                    <a:pt x="96149" y="121273"/>
                  </a:lnTo>
                  <a:lnTo>
                    <a:pt x="68257" y="154787"/>
                  </a:lnTo>
                  <a:lnTo>
                    <a:pt x="44636" y="191332"/>
                  </a:lnTo>
                  <a:lnTo>
                    <a:pt x="25643" y="230571"/>
                  </a:lnTo>
                  <a:lnTo>
                    <a:pt x="11634" y="272164"/>
                  </a:lnTo>
                  <a:lnTo>
                    <a:pt x="2968" y="315773"/>
                  </a:lnTo>
                  <a:lnTo>
                    <a:pt x="0" y="361061"/>
                  </a:lnTo>
                  <a:lnTo>
                    <a:pt x="2968" y="406375"/>
                  </a:lnTo>
                  <a:lnTo>
                    <a:pt x="11634" y="450007"/>
                  </a:lnTo>
                  <a:lnTo>
                    <a:pt x="25643" y="491620"/>
                  </a:lnTo>
                  <a:lnTo>
                    <a:pt x="44636" y="530874"/>
                  </a:lnTo>
                  <a:lnTo>
                    <a:pt x="68257" y="567432"/>
                  </a:lnTo>
                  <a:lnTo>
                    <a:pt x="96149" y="600955"/>
                  </a:lnTo>
                  <a:lnTo>
                    <a:pt x="127955" y="631106"/>
                  </a:lnTo>
                  <a:lnTo>
                    <a:pt x="163318" y="657546"/>
                  </a:lnTo>
                  <a:lnTo>
                    <a:pt x="201881" y="679937"/>
                  </a:lnTo>
                  <a:lnTo>
                    <a:pt x="243288" y="697941"/>
                  </a:lnTo>
                  <a:lnTo>
                    <a:pt x="287181" y="711220"/>
                  </a:lnTo>
                  <a:lnTo>
                    <a:pt x="333204" y="719435"/>
                  </a:lnTo>
                  <a:lnTo>
                    <a:pt x="381000" y="722249"/>
                  </a:lnTo>
                  <a:lnTo>
                    <a:pt x="428770" y="719435"/>
                  </a:lnTo>
                  <a:lnTo>
                    <a:pt x="474776" y="711220"/>
                  </a:lnTo>
                  <a:lnTo>
                    <a:pt x="518659" y="697941"/>
                  </a:lnTo>
                  <a:lnTo>
                    <a:pt x="560062" y="679937"/>
                  </a:lnTo>
                  <a:lnTo>
                    <a:pt x="598626" y="657546"/>
                  </a:lnTo>
                  <a:lnTo>
                    <a:pt x="633993" y="631106"/>
                  </a:lnTo>
                  <a:lnTo>
                    <a:pt x="665806" y="600955"/>
                  </a:lnTo>
                  <a:lnTo>
                    <a:pt x="693707" y="567432"/>
                  </a:lnTo>
                  <a:lnTo>
                    <a:pt x="717338" y="530874"/>
                  </a:lnTo>
                  <a:lnTo>
                    <a:pt x="736341" y="491620"/>
                  </a:lnTo>
                  <a:lnTo>
                    <a:pt x="750357" y="450007"/>
                  </a:lnTo>
                  <a:lnTo>
                    <a:pt x="759029" y="406375"/>
                  </a:lnTo>
                  <a:lnTo>
                    <a:pt x="762000" y="361061"/>
                  </a:lnTo>
                  <a:lnTo>
                    <a:pt x="759029" y="315773"/>
                  </a:lnTo>
                  <a:lnTo>
                    <a:pt x="750357" y="272164"/>
                  </a:lnTo>
                  <a:lnTo>
                    <a:pt x="736341" y="230571"/>
                  </a:lnTo>
                  <a:lnTo>
                    <a:pt x="717338" y="191332"/>
                  </a:lnTo>
                  <a:lnTo>
                    <a:pt x="693707" y="154787"/>
                  </a:lnTo>
                  <a:lnTo>
                    <a:pt x="665806" y="121273"/>
                  </a:lnTo>
                  <a:lnTo>
                    <a:pt x="633993" y="91129"/>
                  </a:lnTo>
                  <a:lnTo>
                    <a:pt x="598626" y="64695"/>
                  </a:lnTo>
                  <a:lnTo>
                    <a:pt x="560062" y="42307"/>
                  </a:lnTo>
                  <a:lnTo>
                    <a:pt x="518659" y="24305"/>
                  </a:lnTo>
                  <a:lnTo>
                    <a:pt x="474776" y="11028"/>
                  </a:lnTo>
                  <a:lnTo>
                    <a:pt x="428770" y="2813"/>
                  </a:lnTo>
                  <a:lnTo>
                    <a:pt x="381000" y="0"/>
                  </a:lnTo>
                  <a:close/>
                </a:path>
              </a:pathLst>
            </a:custGeom>
            <a:solidFill>
              <a:srgbClr val="00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525776" y="2878201"/>
              <a:ext cx="762000" cy="722630"/>
            </a:xfrm>
            <a:custGeom>
              <a:avLst/>
              <a:gdLst/>
              <a:ahLst/>
              <a:cxnLst/>
              <a:rect l="l" t="t" r="r" b="b"/>
              <a:pathLst>
                <a:path w="762000" h="722629">
                  <a:moveTo>
                    <a:pt x="0" y="361061"/>
                  </a:moveTo>
                  <a:lnTo>
                    <a:pt x="2968" y="315773"/>
                  </a:lnTo>
                  <a:lnTo>
                    <a:pt x="11634" y="272164"/>
                  </a:lnTo>
                  <a:lnTo>
                    <a:pt x="25643" y="230571"/>
                  </a:lnTo>
                  <a:lnTo>
                    <a:pt x="44636" y="191332"/>
                  </a:lnTo>
                  <a:lnTo>
                    <a:pt x="68257" y="154787"/>
                  </a:lnTo>
                  <a:lnTo>
                    <a:pt x="96149" y="121273"/>
                  </a:lnTo>
                  <a:lnTo>
                    <a:pt x="127955" y="91129"/>
                  </a:lnTo>
                  <a:lnTo>
                    <a:pt x="163318" y="64695"/>
                  </a:lnTo>
                  <a:lnTo>
                    <a:pt x="201881" y="42307"/>
                  </a:lnTo>
                  <a:lnTo>
                    <a:pt x="243288" y="24305"/>
                  </a:lnTo>
                  <a:lnTo>
                    <a:pt x="287181" y="11028"/>
                  </a:lnTo>
                  <a:lnTo>
                    <a:pt x="333204" y="2813"/>
                  </a:lnTo>
                  <a:lnTo>
                    <a:pt x="381000" y="0"/>
                  </a:lnTo>
                  <a:lnTo>
                    <a:pt x="428770" y="2813"/>
                  </a:lnTo>
                  <a:lnTo>
                    <a:pt x="474776" y="11028"/>
                  </a:lnTo>
                  <a:lnTo>
                    <a:pt x="518659" y="24305"/>
                  </a:lnTo>
                  <a:lnTo>
                    <a:pt x="560062" y="42307"/>
                  </a:lnTo>
                  <a:lnTo>
                    <a:pt x="598626" y="64695"/>
                  </a:lnTo>
                  <a:lnTo>
                    <a:pt x="633993" y="91129"/>
                  </a:lnTo>
                  <a:lnTo>
                    <a:pt x="665806" y="121273"/>
                  </a:lnTo>
                  <a:lnTo>
                    <a:pt x="693707" y="154787"/>
                  </a:lnTo>
                  <a:lnTo>
                    <a:pt x="717338" y="191332"/>
                  </a:lnTo>
                  <a:lnTo>
                    <a:pt x="736341" y="230571"/>
                  </a:lnTo>
                  <a:lnTo>
                    <a:pt x="750357" y="272164"/>
                  </a:lnTo>
                  <a:lnTo>
                    <a:pt x="759029" y="315773"/>
                  </a:lnTo>
                  <a:lnTo>
                    <a:pt x="762000" y="361061"/>
                  </a:lnTo>
                  <a:lnTo>
                    <a:pt x="759029" y="406375"/>
                  </a:lnTo>
                  <a:lnTo>
                    <a:pt x="750357" y="450007"/>
                  </a:lnTo>
                  <a:lnTo>
                    <a:pt x="736341" y="491620"/>
                  </a:lnTo>
                  <a:lnTo>
                    <a:pt x="717338" y="530874"/>
                  </a:lnTo>
                  <a:lnTo>
                    <a:pt x="693707" y="567432"/>
                  </a:lnTo>
                  <a:lnTo>
                    <a:pt x="665806" y="600955"/>
                  </a:lnTo>
                  <a:lnTo>
                    <a:pt x="633993" y="631106"/>
                  </a:lnTo>
                  <a:lnTo>
                    <a:pt x="598626" y="657546"/>
                  </a:lnTo>
                  <a:lnTo>
                    <a:pt x="560062" y="679937"/>
                  </a:lnTo>
                  <a:lnTo>
                    <a:pt x="518659" y="697941"/>
                  </a:lnTo>
                  <a:lnTo>
                    <a:pt x="474776" y="711220"/>
                  </a:lnTo>
                  <a:lnTo>
                    <a:pt x="428770" y="719435"/>
                  </a:lnTo>
                  <a:lnTo>
                    <a:pt x="381000" y="722249"/>
                  </a:lnTo>
                  <a:lnTo>
                    <a:pt x="333204" y="719435"/>
                  </a:lnTo>
                  <a:lnTo>
                    <a:pt x="287181" y="711220"/>
                  </a:lnTo>
                  <a:lnTo>
                    <a:pt x="243288" y="697941"/>
                  </a:lnTo>
                  <a:lnTo>
                    <a:pt x="201881" y="679937"/>
                  </a:lnTo>
                  <a:lnTo>
                    <a:pt x="163318" y="657546"/>
                  </a:lnTo>
                  <a:lnTo>
                    <a:pt x="127955" y="631106"/>
                  </a:lnTo>
                  <a:lnTo>
                    <a:pt x="96149" y="600955"/>
                  </a:lnTo>
                  <a:lnTo>
                    <a:pt x="68257" y="567432"/>
                  </a:lnTo>
                  <a:lnTo>
                    <a:pt x="44636" y="530874"/>
                  </a:lnTo>
                  <a:lnTo>
                    <a:pt x="25643" y="491620"/>
                  </a:lnTo>
                  <a:lnTo>
                    <a:pt x="11634" y="450007"/>
                  </a:lnTo>
                  <a:lnTo>
                    <a:pt x="2968" y="406375"/>
                  </a:lnTo>
                  <a:lnTo>
                    <a:pt x="0" y="361061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757297" y="2771394"/>
            <a:ext cx="36830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i="1" dirty="0">
                <a:latin typeface="Arial"/>
                <a:cs typeface="Arial"/>
              </a:rPr>
              <a:t>k</a:t>
            </a:r>
            <a:endParaRPr sz="5400">
              <a:latin typeface="Arial"/>
              <a:cs typeface="Aria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993775" y="2300351"/>
            <a:ext cx="3181350" cy="2882900"/>
            <a:chOff x="993775" y="2300351"/>
            <a:chExt cx="3181350" cy="2882900"/>
          </a:xfrm>
        </p:grpSpPr>
        <p:sp>
          <p:nvSpPr>
            <p:cNvPr id="12" name="object 12"/>
            <p:cNvSpPr/>
            <p:nvPr/>
          </p:nvSpPr>
          <p:spPr>
            <a:xfrm>
              <a:off x="3176651" y="2313051"/>
              <a:ext cx="986155" cy="669925"/>
            </a:xfrm>
            <a:custGeom>
              <a:avLst/>
              <a:gdLst/>
              <a:ahLst/>
              <a:cxnLst/>
              <a:rect l="l" t="t" r="r" b="b"/>
              <a:pathLst>
                <a:path w="986154" h="669925">
                  <a:moveTo>
                    <a:pt x="985774" y="0"/>
                  </a:moveTo>
                  <a:lnTo>
                    <a:pt x="0" y="669798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000125" y="4060825"/>
              <a:ext cx="1456055" cy="1116330"/>
            </a:xfrm>
            <a:custGeom>
              <a:avLst/>
              <a:gdLst/>
              <a:ahLst/>
              <a:cxnLst/>
              <a:rect l="l" t="t" r="r" b="b"/>
              <a:pathLst>
                <a:path w="1456055" h="1116329">
                  <a:moveTo>
                    <a:pt x="727837" y="0"/>
                  </a:moveTo>
                  <a:lnTo>
                    <a:pt x="0" y="1115949"/>
                  </a:lnTo>
                  <a:lnTo>
                    <a:pt x="1455801" y="1115949"/>
                  </a:lnTo>
                  <a:lnTo>
                    <a:pt x="727837" y="0"/>
                  </a:lnTo>
                  <a:close/>
                </a:path>
              </a:pathLst>
            </a:custGeom>
            <a:solidFill>
              <a:srgbClr val="00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000125" y="4060825"/>
              <a:ext cx="1456055" cy="1116330"/>
            </a:xfrm>
            <a:custGeom>
              <a:avLst/>
              <a:gdLst/>
              <a:ahLst/>
              <a:cxnLst/>
              <a:rect l="l" t="t" r="r" b="b"/>
              <a:pathLst>
                <a:path w="1456055" h="1116329">
                  <a:moveTo>
                    <a:pt x="0" y="1115949"/>
                  </a:moveTo>
                  <a:lnTo>
                    <a:pt x="727837" y="0"/>
                  </a:lnTo>
                  <a:lnTo>
                    <a:pt x="1455801" y="1115949"/>
                  </a:lnTo>
                  <a:lnTo>
                    <a:pt x="0" y="1115949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728851" y="3495675"/>
              <a:ext cx="908050" cy="565150"/>
            </a:xfrm>
            <a:custGeom>
              <a:avLst/>
              <a:gdLst/>
              <a:ahLst/>
              <a:cxnLst/>
              <a:rect l="l" t="t" r="r" b="b"/>
              <a:pathLst>
                <a:path w="908050" h="565150">
                  <a:moveTo>
                    <a:pt x="908050" y="0"/>
                  </a:moveTo>
                  <a:lnTo>
                    <a:pt x="0" y="56515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1541144" y="4314520"/>
            <a:ext cx="483234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i="1" dirty="0">
                <a:latin typeface="Arial"/>
                <a:cs typeface="Arial"/>
              </a:rPr>
              <a:t>X</a:t>
            </a:r>
            <a:endParaRPr sz="5400">
              <a:latin typeface="Arial"/>
              <a:cs typeface="Arial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2589276" y="4908550"/>
            <a:ext cx="1330325" cy="1195705"/>
            <a:chOff x="2589276" y="4908550"/>
            <a:chExt cx="1330325" cy="1195705"/>
          </a:xfrm>
        </p:grpSpPr>
        <p:sp>
          <p:nvSpPr>
            <p:cNvPr id="18" name="object 18"/>
            <p:cNvSpPr/>
            <p:nvPr/>
          </p:nvSpPr>
          <p:spPr>
            <a:xfrm>
              <a:off x="2595626" y="4914900"/>
              <a:ext cx="1317625" cy="1183005"/>
            </a:xfrm>
            <a:custGeom>
              <a:avLst/>
              <a:gdLst/>
              <a:ahLst/>
              <a:cxnLst/>
              <a:rect l="l" t="t" r="r" b="b"/>
              <a:pathLst>
                <a:path w="1317625" h="1183004">
                  <a:moveTo>
                    <a:pt x="658749" y="0"/>
                  </a:moveTo>
                  <a:lnTo>
                    <a:pt x="0" y="1182687"/>
                  </a:lnTo>
                  <a:lnTo>
                    <a:pt x="1317625" y="1182687"/>
                  </a:lnTo>
                  <a:lnTo>
                    <a:pt x="658749" y="0"/>
                  </a:lnTo>
                  <a:close/>
                </a:path>
              </a:pathLst>
            </a:custGeom>
            <a:solidFill>
              <a:srgbClr val="00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595626" y="4914900"/>
              <a:ext cx="1317625" cy="1183005"/>
            </a:xfrm>
            <a:custGeom>
              <a:avLst/>
              <a:gdLst/>
              <a:ahLst/>
              <a:cxnLst/>
              <a:rect l="l" t="t" r="r" b="b"/>
              <a:pathLst>
                <a:path w="1317625" h="1183004">
                  <a:moveTo>
                    <a:pt x="0" y="1182687"/>
                  </a:moveTo>
                  <a:lnTo>
                    <a:pt x="658749" y="0"/>
                  </a:lnTo>
                  <a:lnTo>
                    <a:pt x="1317625" y="1182687"/>
                  </a:lnTo>
                  <a:lnTo>
                    <a:pt x="0" y="1182687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3057525" y="5291124"/>
            <a:ext cx="483234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i="1" dirty="0">
                <a:latin typeface="Arial"/>
                <a:cs typeface="Arial"/>
              </a:rPr>
              <a:t>V</a:t>
            </a:r>
            <a:endParaRPr sz="5400">
              <a:latin typeface="Arial"/>
              <a:cs typeface="Arial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3163951" y="2300351"/>
            <a:ext cx="3529329" cy="3803650"/>
            <a:chOff x="3163951" y="2300351"/>
            <a:chExt cx="3529329" cy="3803650"/>
          </a:xfrm>
        </p:grpSpPr>
        <p:sp>
          <p:nvSpPr>
            <p:cNvPr id="22" name="object 22"/>
            <p:cNvSpPr/>
            <p:nvPr/>
          </p:nvSpPr>
          <p:spPr>
            <a:xfrm>
              <a:off x="3176651" y="3495675"/>
              <a:ext cx="640080" cy="473075"/>
            </a:xfrm>
            <a:custGeom>
              <a:avLst/>
              <a:gdLst/>
              <a:ahLst/>
              <a:cxnLst/>
              <a:rect l="l" t="t" r="r" b="b"/>
              <a:pathLst>
                <a:path w="640079" h="473075">
                  <a:moveTo>
                    <a:pt x="0" y="0"/>
                  </a:moveTo>
                  <a:lnTo>
                    <a:pt x="639699" y="473075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229225" y="3271901"/>
              <a:ext cx="1457325" cy="1117600"/>
            </a:xfrm>
            <a:custGeom>
              <a:avLst/>
              <a:gdLst/>
              <a:ahLst/>
              <a:cxnLst/>
              <a:rect l="l" t="t" r="r" b="b"/>
              <a:pathLst>
                <a:path w="1457325" h="1117600">
                  <a:moveTo>
                    <a:pt x="728726" y="0"/>
                  </a:moveTo>
                  <a:lnTo>
                    <a:pt x="0" y="1117473"/>
                  </a:lnTo>
                  <a:lnTo>
                    <a:pt x="1457325" y="1117473"/>
                  </a:lnTo>
                  <a:lnTo>
                    <a:pt x="728726" y="0"/>
                  </a:lnTo>
                  <a:close/>
                </a:path>
              </a:pathLst>
            </a:custGeom>
            <a:solidFill>
              <a:srgbClr val="00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5229225" y="3271901"/>
              <a:ext cx="1457325" cy="1117600"/>
            </a:xfrm>
            <a:custGeom>
              <a:avLst/>
              <a:gdLst/>
              <a:ahLst/>
              <a:cxnLst/>
              <a:rect l="l" t="t" r="r" b="b"/>
              <a:pathLst>
                <a:path w="1457325" h="1117600">
                  <a:moveTo>
                    <a:pt x="0" y="1117473"/>
                  </a:moveTo>
                  <a:lnTo>
                    <a:pt x="728726" y="0"/>
                  </a:lnTo>
                  <a:lnTo>
                    <a:pt x="1457325" y="1117473"/>
                  </a:lnTo>
                  <a:lnTo>
                    <a:pt x="0" y="1117473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702175" y="2313051"/>
              <a:ext cx="1256030" cy="958850"/>
            </a:xfrm>
            <a:custGeom>
              <a:avLst/>
              <a:gdLst/>
              <a:ahLst/>
              <a:cxnLst/>
              <a:rect l="l" t="t" r="r" b="b"/>
              <a:pathLst>
                <a:path w="1256029" h="958850">
                  <a:moveTo>
                    <a:pt x="0" y="0"/>
                  </a:moveTo>
                  <a:lnTo>
                    <a:pt x="1255776" y="95885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329176" y="4914900"/>
              <a:ext cx="1316355" cy="1183005"/>
            </a:xfrm>
            <a:custGeom>
              <a:avLst/>
              <a:gdLst/>
              <a:ahLst/>
              <a:cxnLst/>
              <a:rect l="l" t="t" r="r" b="b"/>
              <a:pathLst>
                <a:path w="1316354" h="1183004">
                  <a:moveTo>
                    <a:pt x="657987" y="0"/>
                  </a:moveTo>
                  <a:lnTo>
                    <a:pt x="0" y="1182687"/>
                  </a:lnTo>
                  <a:lnTo>
                    <a:pt x="1315974" y="1182687"/>
                  </a:lnTo>
                  <a:lnTo>
                    <a:pt x="657987" y="0"/>
                  </a:lnTo>
                  <a:close/>
                </a:path>
              </a:pathLst>
            </a:custGeom>
            <a:solidFill>
              <a:srgbClr val="00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329176" y="4914900"/>
              <a:ext cx="1316355" cy="1183005"/>
            </a:xfrm>
            <a:custGeom>
              <a:avLst/>
              <a:gdLst/>
              <a:ahLst/>
              <a:cxnLst/>
              <a:rect l="l" t="t" r="r" b="b"/>
              <a:pathLst>
                <a:path w="1316354" h="1183004">
                  <a:moveTo>
                    <a:pt x="0" y="1182687"/>
                  </a:moveTo>
                  <a:lnTo>
                    <a:pt x="657987" y="0"/>
                  </a:lnTo>
                  <a:lnTo>
                    <a:pt x="1315974" y="1182687"/>
                  </a:lnTo>
                  <a:lnTo>
                    <a:pt x="0" y="1182687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/>
          <p:nvPr/>
        </p:nvSpPr>
        <p:spPr>
          <a:xfrm>
            <a:off x="7032625" y="5176773"/>
            <a:ext cx="1456055" cy="0"/>
          </a:xfrm>
          <a:custGeom>
            <a:avLst/>
            <a:gdLst/>
            <a:ahLst/>
            <a:cxnLst/>
            <a:rect l="l" t="t" r="r" b="b"/>
            <a:pathLst>
              <a:path w="1456054">
                <a:moveTo>
                  <a:pt x="0" y="0"/>
                </a:moveTo>
                <a:lnTo>
                  <a:pt x="1455801" y="0"/>
                </a:lnTo>
              </a:path>
            </a:pathLst>
          </a:custGeom>
          <a:ln w="19050">
            <a:solidFill>
              <a:srgbClr val="000000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7102475" y="6030912"/>
            <a:ext cx="1456055" cy="0"/>
          </a:xfrm>
          <a:custGeom>
            <a:avLst/>
            <a:gdLst/>
            <a:ahLst/>
            <a:cxnLst/>
            <a:rect l="l" t="t" r="r" b="b"/>
            <a:pathLst>
              <a:path w="1456054">
                <a:moveTo>
                  <a:pt x="0" y="0"/>
                </a:moveTo>
                <a:lnTo>
                  <a:pt x="1455801" y="0"/>
                </a:lnTo>
              </a:path>
            </a:pathLst>
          </a:custGeom>
          <a:ln w="19050">
            <a:solidFill>
              <a:srgbClr val="000000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4651628" y="5278323"/>
            <a:ext cx="673100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i="1" dirty="0">
                <a:latin typeface="Arial"/>
                <a:cs typeface="Arial"/>
              </a:rPr>
              <a:t>W</a:t>
            </a:r>
            <a:endParaRPr sz="5400">
              <a:latin typeface="Arial"/>
              <a:cs typeface="Arial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3697351" y="3857625"/>
            <a:ext cx="776605" cy="735330"/>
            <a:chOff x="3697351" y="3857625"/>
            <a:chExt cx="776605" cy="735330"/>
          </a:xfrm>
        </p:grpSpPr>
        <p:sp>
          <p:nvSpPr>
            <p:cNvPr id="32" name="object 32"/>
            <p:cNvSpPr/>
            <p:nvPr/>
          </p:nvSpPr>
          <p:spPr>
            <a:xfrm>
              <a:off x="3703701" y="3863975"/>
              <a:ext cx="763905" cy="722630"/>
            </a:xfrm>
            <a:custGeom>
              <a:avLst/>
              <a:gdLst/>
              <a:ahLst/>
              <a:cxnLst/>
              <a:rect l="l" t="t" r="r" b="b"/>
              <a:pathLst>
                <a:path w="763904" h="722629">
                  <a:moveTo>
                    <a:pt x="381762" y="0"/>
                  </a:moveTo>
                  <a:lnTo>
                    <a:pt x="333853" y="2813"/>
                  </a:lnTo>
                  <a:lnTo>
                    <a:pt x="287727" y="11028"/>
                  </a:lnTo>
                  <a:lnTo>
                    <a:pt x="243739" y="24307"/>
                  </a:lnTo>
                  <a:lnTo>
                    <a:pt x="202247" y="42311"/>
                  </a:lnTo>
                  <a:lnTo>
                    <a:pt x="163606" y="64702"/>
                  </a:lnTo>
                  <a:lnTo>
                    <a:pt x="128176" y="91142"/>
                  </a:lnTo>
                  <a:lnTo>
                    <a:pt x="96311" y="121293"/>
                  </a:lnTo>
                  <a:lnTo>
                    <a:pt x="68370" y="154816"/>
                  </a:lnTo>
                  <a:lnTo>
                    <a:pt x="44708" y="191374"/>
                  </a:lnTo>
                  <a:lnTo>
                    <a:pt x="25683" y="230628"/>
                  </a:lnTo>
                  <a:lnTo>
                    <a:pt x="11653" y="272241"/>
                  </a:lnTo>
                  <a:lnTo>
                    <a:pt x="2972" y="315873"/>
                  </a:lnTo>
                  <a:lnTo>
                    <a:pt x="0" y="361188"/>
                  </a:lnTo>
                  <a:lnTo>
                    <a:pt x="2972" y="406477"/>
                  </a:lnTo>
                  <a:lnTo>
                    <a:pt x="11653" y="450092"/>
                  </a:lnTo>
                  <a:lnTo>
                    <a:pt x="25683" y="491694"/>
                  </a:lnTo>
                  <a:lnTo>
                    <a:pt x="44708" y="530945"/>
                  </a:lnTo>
                  <a:lnTo>
                    <a:pt x="68370" y="567503"/>
                  </a:lnTo>
                  <a:lnTo>
                    <a:pt x="96311" y="601031"/>
                  </a:lnTo>
                  <a:lnTo>
                    <a:pt x="128176" y="631189"/>
                  </a:lnTo>
                  <a:lnTo>
                    <a:pt x="163606" y="657638"/>
                  </a:lnTo>
                  <a:lnTo>
                    <a:pt x="202247" y="680039"/>
                  </a:lnTo>
                  <a:lnTo>
                    <a:pt x="243739" y="698053"/>
                  </a:lnTo>
                  <a:lnTo>
                    <a:pt x="287727" y="711339"/>
                  </a:lnTo>
                  <a:lnTo>
                    <a:pt x="333853" y="719560"/>
                  </a:lnTo>
                  <a:lnTo>
                    <a:pt x="381762" y="722376"/>
                  </a:lnTo>
                  <a:lnTo>
                    <a:pt x="429645" y="719560"/>
                  </a:lnTo>
                  <a:lnTo>
                    <a:pt x="475754" y="711339"/>
                  </a:lnTo>
                  <a:lnTo>
                    <a:pt x="519732" y="698053"/>
                  </a:lnTo>
                  <a:lnTo>
                    <a:pt x="561220" y="680039"/>
                  </a:lnTo>
                  <a:lnTo>
                    <a:pt x="599861" y="657638"/>
                  </a:lnTo>
                  <a:lnTo>
                    <a:pt x="635296" y="631189"/>
                  </a:lnTo>
                  <a:lnTo>
                    <a:pt x="667168" y="601031"/>
                  </a:lnTo>
                  <a:lnTo>
                    <a:pt x="695119" y="567503"/>
                  </a:lnTo>
                  <a:lnTo>
                    <a:pt x="718790" y="530945"/>
                  </a:lnTo>
                  <a:lnTo>
                    <a:pt x="737824" y="491694"/>
                  </a:lnTo>
                  <a:lnTo>
                    <a:pt x="751863" y="450092"/>
                  </a:lnTo>
                  <a:lnTo>
                    <a:pt x="760549" y="406477"/>
                  </a:lnTo>
                  <a:lnTo>
                    <a:pt x="763524" y="361188"/>
                  </a:lnTo>
                  <a:lnTo>
                    <a:pt x="760549" y="315873"/>
                  </a:lnTo>
                  <a:lnTo>
                    <a:pt x="751863" y="272241"/>
                  </a:lnTo>
                  <a:lnTo>
                    <a:pt x="737824" y="230628"/>
                  </a:lnTo>
                  <a:lnTo>
                    <a:pt x="718790" y="191374"/>
                  </a:lnTo>
                  <a:lnTo>
                    <a:pt x="695119" y="154816"/>
                  </a:lnTo>
                  <a:lnTo>
                    <a:pt x="667168" y="121293"/>
                  </a:lnTo>
                  <a:lnTo>
                    <a:pt x="635296" y="91142"/>
                  </a:lnTo>
                  <a:lnTo>
                    <a:pt x="599861" y="64702"/>
                  </a:lnTo>
                  <a:lnTo>
                    <a:pt x="561220" y="42311"/>
                  </a:lnTo>
                  <a:lnTo>
                    <a:pt x="519732" y="24307"/>
                  </a:lnTo>
                  <a:lnTo>
                    <a:pt x="475754" y="11028"/>
                  </a:lnTo>
                  <a:lnTo>
                    <a:pt x="429645" y="2813"/>
                  </a:lnTo>
                  <a:lnTo>
                    <a:pt x="381762" y="0"/>
                  </a:lnTo>
                  <a:close/>
                </a:path>
              </a:pathLst>
            </a:custGeom>
            <a:solidFill>
              <a:srgbClr val="00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3703701" y="3863975"/>
              <a:ext cx="763905" cy="722630"/>
            </a:xfrm>
            <a:custGeom>
              <a:avLst/>
              <a:gdLst/>
              <a:ahLst/>
              <a:cxnLst/>
              <a:rect l="l" t="t" r="r" b="b"/>
              <a:pathLst>
                <a:path w="763904" h="722629">
                  <a:moveTo>
                    <a:pt x="0" y="361188"/>
                  </a:moveTo>
                  <a:lnTo>
                    <a:pt x="2972" y="315873"/>
                  </a:lnTo>
                  <a:lnTo>
                    <a:pt x="11653" y="272241"/>
                  </a:lnTo>
                  <a:lnTo>
                    <a:pt x="25683" y="230628"/>
                  </a:lnTo>
                  <a:lnTo>
                    <a:pt x="44708" y="191374"/>
                  </a:lnTo>
                  <a:lnTo>
                    <a:pt x="68370" y="154816"/>
                  </a:lnTo>
                  <a:lnTo>
                    <a:pt x="96311" y="121293"/>
                  </a:lnTo>
                  <a:lnTo>
                    <a:pt x="128176" y="91142"/>
                  </a:lnTo>
                  <a:lnTo>
                    <a:pt x="163606" y="64702"/>
                  </a:lnTo>
                  <a:lnTo>
                    <a:pt x="202247" y="42311"/>
                  </a:lnTo>
                  <a:lnTo>
                    <a:pt x="243739" y="24307"/>
                  </a:lnTo>
                  <a:lnTo>
                    <a:pt x="287727" y="11028"/>
                  </a:lnTo>
                  <a:lnTo>
                    <a:pt x="333853" y="2813"/>
                  </a:lnTo>
                  <a:lnTo>
                    <a:pt x="381762" y="0"/>
                  </a:lnTo>
                  <a:lnTo>
                    <a:pt x="429645" y="2813"/>
                  </a:lnTo>
                  <a:lnTo>
                    <a:pt x="475754" y="11028"/>
                  </a:lnTo>
                  <a:lnTo>
                    <a:pt x="519732" y="24307"/>
                  </a:lnTo>
                  <a:lnTo>
                    <a:pt x="561220" y="42311"/>
                  </a:lnTo>
                  <a:lnTo>
                    <a:pt x="599861" y="64702"/>
                  </a:lnTo>
                  <a:lnTo>
                    <a:pt x="635296" y="91142"/>
                  </a:lnTo>
                  <a:lnTo>
                    <a:pt x="667168" y="121293"/>
                  </a:lnTo>
                  <a:lnTo>
                    <a:pt x="695119" y="154816"/>
                  </a:lnTo>
                  <a:lnTo>
                    <a:pt x="718790" y="191374"/>
                  </a:lnTo>
                  <a:lnTo>
                    <a:pt x="737824" y="230628"/>
                  </a:lnTo>
                  <a:lnTo>
                    <a:pt x="751863" y="272241"/>
                  </a:lnTo>
                  <a:lnTo>
                    <a:pt x="760549" y="315873"/>
                  </a:lnTo>
                  <a:lnTo>
                    <a:pt x="763524" y="361188"/>
                  </a:lnTo>
                  <a:lnTo>
                    <a:pt x="760549" y="406477"/>
                  </a:lnTo>
                  <a:lnTo>
                    <a:pt x="751863" y="450092"/>
                  </a:lnTo>
                  <a:lnTo>
                    <a:pt x="737824" y="491694"/>
                  </a:lnTo>
                  <a:lnTo>
                    <a:pt x="718790" y="530945"/>
                  </a:lnTo>
                  <a:lnTo>
                    <a:pt x="695119" y="567503"/>
                  </a:lnTo>
                  <a:lnTo>
                    <a:pt x="667168" y="601031"/>
                  </a:lnTo>
                  <a:lnTo>
                    <a:pt x="635296" y="631189"/>
                  </a:lnTo>
                  <a:lnTo>
                    <a:pt x="599861" y="657638"/>
                  </a:lnTo>
                  <a:lnTo>
                    <a:pt x="561220" y="680039"/>
                  </a:lnTo>
                  <a:lnTo>
                    <a:pt x="519732" y="698053"/>
                  </a:lnTo>
                  <a:lnTo>
                    <a:pt x="475754" y="711339"/>
                  </a:lnTo>
                  <a:lnTo>
                    <a:pt x="429645" y="719560"/>
                  </a:lnTo>
                  <a:lnTo>
                    <a:pt x="381762" y="722376"/>
                  </a:lnTo>
                  <a:lnTo>
                    <a:pt x="333853" y="719560"/>
                  </a:lnTo>
                  <a:lnTo>
                    <a:pt x="287727" y="711339"/>
                  </a:lnTo>
                  <a:lnTo>
                    <a:pt x="243739" y="698053"/>
                  </a:lnTo>
                  <a:lnTo>
                    <a:pt x="202247" y="680039"/>
                  </a:lnTo>
                  <a:lnTo>
                    <a:pt x="163606" y="657638"/>
                  </a:lnTo>
                  <a:lnTo>
                    <a:pt x="128176" y="631189"/>
                  </a:lnTo>
                  <a:lnTo>
                    <a:pt x="96311" y="601031"/>
                  </a:lnTo>
                  <a:lnTo>
                    <a:pt x="68370" y="567503"/>
                  </a:lnTo>
                  <a:lnTo>
                    <a:pt x="44708" y="530945"/>
                  </a:lnTo>
                  <a:lnTo>
                    <a:pt x="25683" y="491694"/>
                  </a:lnTo>
                  <a:lnTo>
                    <a:pt x="11653" y="450092"/>
                  </a:lnTo>
                  <a:lnTo>
                    <a:pt x="2972" y="406477"/>
                  </a:lnTo>
                  <a:lnTo>
                    <a:pt x="0" y="361188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3970401" y="3779646"/>
            <a:ext cx="17780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i="1" spc="-5" dirty="0">
                <a:latin typeface="Arial"/>
                <a:cs typeface="Arial"/>
              </a:rPr>
              <a:t>i</a:t>
            </a:r>
            <a:endParaRPr sz="5400">
              <a:latin typeface="Arial"/>
              <a:cs typeface="Arial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3254375" y="4479925"/>
            <a:ext cx="1733550" cy="434975"/>
          </a:xfrm>
          <a:custGeom>
            <a:avLst/>
            <a:gdLst/>
            <a:ahLst/>
            <a:cxnLst/>
            <a:rect l="l" t="t" r="r" b="b"/>
            <a:pathLst>
              <a:path w="1733550" h="434975">
                <a:moveTo>
                  <a:pt x="561975" y="0"/>
                </a:moveTo>
                <a:lnTo>
                  <a:pt x="0" y="434975"/>
                </a:lnTo>
              </a:path>
              <a:path w="1733550" h="434975">
                <a:moveTo>
                  <a:pt x="1101725" y="0"/>
                </a:moveTo>
                <a:lnTo>
                  <a:pt x="1733550" y="434975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 txBox="1"/>
          <p:nvPr/>
        </p:nvSpPr>
        <p:spPr>
          <a:xfrm>
            <a:off x="1269619" y="683717"/>
            <a:ext cx="660654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i="1" spc="-80" dirty="0">
                <a:solidFill>
                  <a:srgbClr val="FF0000"/>
                </a:solidFill>
                <a:latin typeface="Arial"/>
                <a:cs typeface="Arial"/>
              </a:rPr>
              <a:t>AVL </a:t>
            </a:r>
            <a:r>
              <a:rPr sz="4400" i="1" dirty="0">
                <a:solidFill>
                  <a:srgbClr val="FF0000"/>
                </a:solidFill>
                <a:latin typeface="Arial"/>
                <a:cs typeface="Arial"/>
              </a:rPr>
              <a:t>Insertion: Inside</a:t>
            </a:r>
            <a:r>
              <a:rPr sz="4400" i="1" spc="-8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4400" i="1" dirty="0">
                <a:solidFill>
                  <a:srgbClr val="FF0000"/>
                </a:solidFill>
                <a:latin typeface="Arial"/>
                <a:cs typeface="Arial"/>
              </a:rPr>
              <a:t>Case</a:t>
            </a:r>
            <a:endParaRPr sz="4400">
              <a:latin typeface="Arial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5437378" y="1794205"/>
            <a:ext cx="3251200" cy="2616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i="1" spc="-25" dirty="0">
                <a:latin typeface="Arial"/>
                <a:cs typeface="Arial"/>
              </a:rPr>
              <a:t>We </a:t>
            </a:r>
            <a:r>
              <a:rPr sz="2400" i="1" spc="-5" dirty="0">
                <a:latin typeface="Arial"/>
                <a:cs typeface="Arial"/>
              </a:rPr>
              <a:t>will </a:t>
            </a:r>
            <a:r>
              <a:rPr sz="2400" i="1" dirty="0">
                <a:latin typeface="Arial"/>
                <a:cs typeface="Arial"/>
              </a:rPr>
              <a:t>do a</a:t>
            </a:r>
            <a:r>
              <a:rPr sz="2400" i="1" spc="-5" dirty="0"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339933"/>
                </a:solidFill>
                <a:latin typeface="Arial"/>
                <a:cs typeface="Arial"/>
              </a:rPr>
              <a:t>left-right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400" i="1" dirty="0">
                <a:solidFill>
                  <a:srgbClr val="339933"/>
                </a:solidFill>
                <a:latin typeface="Arial"/>
                <a:cs typeface="Arial"/>
              </a:rPr>
              <a:t>“double </a:t>
            </a:r>
            <a:r>
              <a:rPr sz="2400" i="1" spc="-5" dirty="0">
                <a:solidFill>
                  <a:srgbClr val="339933"/>
                </a:solidFill>
                <a:latin typeface="Arial"/>
                <a:cs typeface="Arial"/>
              </a:rPr>
              <a:t>rotation” </a:t>
            </a:r>
            <a:r>
              <a:rPr sz="2400" i="1" dirty="0">
                <a:solidFill>
                  <a:srgbClr val="339933"/>
                </a:solidFill>
                <a:latin typeface="Arial"/>
                <a:cs typeface="Arial"/>
              </a:rPr>
              <a:t>. </a:t>
            </a:r>
            <a:r>
              <a:rPr sz="2400" i="1" dirty="0">
                <a:latin typeface="Arial"/>
                <a:cs typeface="Arial"/>
              </a:rPr>
              <a:t>.</a:t>
            </a:r>
            <a:r>
              <a:rPr sz="2400" i="1" spc="-50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.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7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700">
              <a:latin typeface="Arial"/>
              <a:cs typeface="Arial"/>
            </a:endParaRPr>
          </a:p>
          <a:p>
            <a:pPr marL="301625">
              <a:lnSpc>
                <a:spcPct val="100000"/>
              </a:lnSpc>
              <a:spcBef>
                <a:spcPts val="1950"/>
              </a:spcBef>
              <a:tabLst>
                <a:tab pos="1595120" algn="l"/>
                <a:tab pos="3237865" algn="l"/>
              </a:tabLst>
            </a:pPr>
            <a:r>
              <a:rPr sz="5400" i="1" dirty="0">
                <a:latin typeface="Arial"/>
                <a:cs typeface="Arial"/>
              </a:rPr>
              <a:t>Z	</a:t>
            </a:r>
            <a:r>
              <a:rPr sz="5400" i="1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	</a:t>
            </a:r>
            <a:endParaRPr sz="5400">
              <a:latin typeface="Arial"/>
              <a:cs typeface="Arial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1900492" y="1402898"/>
            <a:ext cx="3276600" cy="3401060"/>
            <a:chOff x="1900492" y="1402898"/>
            <a:chExt cx="3276600" cy="3401060"/>
          </a:xfrm>
        </p:grpSpPr>
        <p:sp>
          <p:nvSpPr>
            <p:cNvPr id="39" name="object 39"/>
            <p:cNvSpPr/>
            <p:nvPr/>
          </p:nvSpPr>
          <p:spPr>
            <a:xfrm>
              <a:off x="3113278" y="2098293"/>
              <a:ext cx="1122680" cy="1726564"/>
            </a:xfrm>
            <a:custGeom>
              <a:avLst/>
              <a:gdLst/>
              <a:ahLst/>
              <a:cxnLst/>
              <a:rect l="l" t="t" r="r" b="b"/>
              <a:pathLst>
                <a:path w="1122679" h="1726564">
                  <a:moveTo>
                    <a:pt x="766699" y="54356"/>
                  </a:moveTo>
                  <a:lnTo>
                    <a:pt x="750379" y="45085"/>
                  </a:lnTo>
                  <a:lnTo>
                    <a:pt x="675767" y="2667"/>
                  </a:lnTo>
                  <a:lnTo>
                    <a:pt x="671195" y="0"/>
                  </a:lnTo>
                  <a:lnTo>
                    <a:pt x="665480" y="1651"/>
                  </a:lnTo>
                  <a:lnTo>
                    <a:pt x="662813" y="6223"/>
                  </a:lnTo>
                  <a:lnTo>
                    <a:pt x="660273" y="10795"/>
                  </a:lnTo>
                  <a:lnTo>
                    <a:pt x="661797" y="16637"/>
                  </a:lnTo>
                  <a:lnTo>
                    <a:pt x="666369" y="19177"/>
                  </a:lnTo>
                  <a:lnTo>
                    <a:pt x="712406" y="45402"/>
                  </a:lnTo>
                  <a:lnTo>
                    <a:pt x="644271" y="46228"/>
                  </a:lnTo>
                  <a:lnTo>
                    <a:pt x="524891" y="49276"/>
                  </a:lnTo>
                  <a:lnTo>
                    <a:pt x="467233" y="51943"/>
                  </a:lnTo>
                  <a:lnTo>
                    <a:pt x="411353" y="55626"/>
                  </a:lnTo>
                  <a:lnTo>
                    <a:pt x="331343" y="63246"/>
                  </a:lnTo>
                  <a:lnTo>
                    <a:pt x="281305" y="70358"/>
                  </a:lnTo>
                  <a:lnTo>
                    <a:pt x="234188" y="78994"/>
                  </a:lnTo>
                  <a:lnTo>
                    <a:pt x="190373" y="89662"/>
                  </a:lnTo>
                  <a:lnTo>
                    <a:pt x="149987" y="102489"/>
                  </a:lnTo>
                  <a:lnTo>
                    <a:pt x="113665" y="117729"/>
                  </a:lnTo>
                  <a:lnTo>
                    <a:pt x="67437" y="145796"/>
                  </a:lnTo>
                  <a:lnTo>
                    <a:pt x="32131" y="180975"/>
                  </a:lnTo>
                  <a:lnTo>
                    <a:pt x="9779" y="223647"/>
                  </a:lnTo>
                  <a:lnTo>
                    <a:pt x="508" y="272542"/>
                  </a:lnTo>
                  <a:lnTo>
                    <a:pt x="0" y="290068"/>
                  </a:lnTo>
                  <a:lnTo>
                    <a:pt x="635" y="308229"/>
                  </a:lnTo>
                  <a:lnTo>
                    <a:pt x="9525" y="365633"/>
                  </a:lnTo>
                  <a:lnTo>
                    <a:pt x="20447" y="406400"/>
                  </a:lnTo>
                  <a:lnTo>
                    <a:pt x="35052" y="449072"/>
                  </a:lnTo>
                  <a:lnTo>
                    <a:pt x="52832" y="493141"/>
                  </a:lnTo>
                  <a:lnTo>
                    <a:pt x="73533" y="538988"/>
                  </a:lnTo>
                  <a:lnTo>
                    <a:pt x="96647" y="585978"/>
                  </a:lnTo>
                  <a:lnTo>
                    <a:pt x="121920" y="634111"/>
                  </a:lnTo>
                  <a:lnTo>
                    <a:pt x="149098" y="683006"/>
                  </a:lnTo>
                  <a:lnTo>
                    <a:pt x="177546" y="732917"/>
                  </a:lnTo>
                  <a:lnTo>
                    <a:pt x="207010" y="783209"/>
                  </a:lnTo>
                  <a:lnTo>
                    <a:pt x="267970" y="884809"/>
                  </a:lnTo>
                  <a:lnTo>
                    <a:pt x="284226" y="875030"/>
                  </a:lnTo>
                  <a:lnTo>
                    <a:pt x="223393" y="773430"/>
                  </a:lnTo>
                  <a:lnTo>
                    <a:pt x="193929" y="723265"/>
                  </a:lnTo>
                  <a:lnTo>
                    <a:pt x="165608" y="673608"/>
                  </a:lnTo>
                  <a:lnTo>
                    <a:pt x="138557" y="624840"/>
                  </a:lnTo>
                  <a:lnTo>
                    <a:pt x="113538" y="577088"/>
                  </a:lnTo>
                  <a:lnTo>
                    <a:pt x="90678" y="530606"/>
                  </a:lnTo>
                  <a:lnTo>
                    <a:pt x="70358" y="485521"/>
                  </a:lnTo>
                  <a:lnTo>
                    <a:pt x="52705" y="442087"/>
                  </a:lnTo>
                  <a:lnTo>
                    <a:pt x="38608" y="400558"/>
                  </a:lnTo>
                  <a:lnTo>
                    <a:pt x="27940" y="361061"/>
                  </a:lnTo>
                  <a:lnTo>
                    <a:pt x="19685" y="306324"/>
                  </a:lnTo>
                  <a:lnTo>
                    <a:pt x="19050" y="289306"/>
                  </a:lnTo>
                  <a:lnTo>
                    <a:pt x="19431" y="273177"/>
                  </a:lnTo>
                  <a:lnTo>
                    <a:pt x="28067" y="228981"/>
                  </a:lnTo>
                  <a:lnTo>
                    <a:pt x="48006" y="191643"/>
                  </a:lnTo>
                  <a:lnTo>
                    <a:pt x="79502" y="160528"/>
                  </a:lnTo>
                  <a:lnTo>
                    <a:pt x="122428" y="134620"/>
                  </a:lnTo>
                  <a:lnTo>
                    <a:pt x="175768" y="113792"/>
                  </a:lnTo>
                  <a:lnTo>
                    <a:pt x="216535" y="102489"/>
                  </a:lnTo>
                  <a:lnTo>
                    <a:pt x="261112" y="93091"/>
                  </a:lnTo>
                  <a:lnTo>
                    <a:pt x="308864" y="85344"/>
                  </a:lnTo>
                  <a:lnTo>
                    <a:pt x="359537" y="79375"/>
                  </a:lnTo>
                  <a:lnTo>
                    <a:pt x="412877" y="74676"/>
                  </a:lnTo>
                  <a:lnTo>
                    <a:pt x="468503" y="70993"/>
                  </a:lnTo>
                  <a:lnTo>
                    <a:pt x="525780" y="68326"/>
                  </a:lnTo>
                  <a:lnTo>
                    <a:pt x="644779" y="65278"/>
                  </a:lnTo>
                  <a:lnTo>
                    <a:pt x="712685" y="64452"/>
                  </a:lnTo>
                  <a:lnTo>
                    <a:pt x="662686" y="94361"/>
                  </a:lnTo>
                  <a:lnTo>
                    <a:pt x="661162" y="100203"/>
                  </a:lnTo>
                  <a:lnTo>
                    <a:pt x="663829" y="104775"/>
                  </a:lnTo>
                  <a:lnTo>
                    <a:pt x="666623" y="109220"/>
                  </a:lnTo>
                  <a:lnTo>
                    <a:pt x="672465" y="110744"/>
                  </a:lnTo>
                  <a:lnTo>
                    <a:pt x="676910" y="107950"/>
                  </a:lnTo>
                  <a:lnTo>
                    <a:pt x="766699" y="54356"/>
                  </a:lnTo>
                  <a:close/>
                </a:path>
                <a:path w="1122679" h="1726564">
                  <a:moveTo>
                    <a:pt x="1122172" y="1725422"/>
                  </a:moveTo>
                  <a:lnTo>
                    <a:pt x="1115568" y="1619758"/>
                  </a:lnTo>
                  <a:lnTo>
                    <a:pt x="1111758" y="1567434"/>
                  </a:lnTo>
                  <a:lnTo>
                    <a:pt x="1107694" y="1515872"/>
                  </a:lnTo>
                  <a:lnTo>
                    <a:pt x="1102995" y="1464945"/>
                  </a:lnTo>
                  <a:lnTo>
                    <a:pt x="1097534" y="1415161"/>
                  </a:lnTo>
                  <a:lnTo>
                    <a:pt x="1091057" y="1366647"/>
                  </a:lnTo>
                  <a:lnTo>
                    <a:pt x="1083564" y="1319530"/>
                  </a:lnTo>
                  <a:lnTo>
                    <a:pt x="1074928" y="1274064"/>
                  </a:lnTo>
                  <a:lnTo>
                    <a:pt x="1064768" y="1230376"/>
                  </a:lnTo>
                  <a:lnTo>
                    <a:pt x="1052957" y="1188720"/>
                  </a:lnTo>
                  <a:lnTo>
                    <a:pt x="1039495" y="1149350"/>
                  </a:lnTo>
                  <a:lnTo>
                    <a:pt x="1024001" y="1112393"/>
                  </a:lnTo>
                  <a:lnTo>
                    <a:pt x="1006602" y="1078103"/>
                  </a:lnTo>
                  <a:lnTo>
                    <a:pt x="975868" y="1032002"/>
                  </a:lnTo>
                  <a:lnTo>
                    <a:pt x="939546" y="993267"/>
                  </a:lnTo>
                  <a:lnTo>
                    <a:pt x="897763" y="961898"/>
                  </a:lnTo>
                  <a:lnTo>
                    <a:pt x="851154" y="937260"/>
                  </a:lnTo>
                  <a:lnTo>
                    <a:pt x="800608" y="918718"/>
                  </a:lnTo>
                  <a:lnTo>
                    <a:pt x="757148" y="907923"/>
                  </a:lnTo>
                  <a:lnTo>
                    <a:pt x="746506" y="905510"/>
                  </a:lnTo>
                  <a:lnTo>
                    <a:pt x="708914" y="899033"/>
                  </a:lnTo>
                  <a:lnTo>
                    <a:pt x="669925" y="894461"/>
                  </a:lnTo>
                  <a:lnTo>
                    <a:pt x="629920" y="891286"/>
                  </a:lnTo>
                  <a:lnTo>
                    <a:pt x="589153" y="889635"/>
                  </a:lnTo>
                  <a:lnTo>
                    <a:pt x="547624" y="889000"/>
                  </a:lnTo>
                  <a:lnTo>
                    <a:pt x="505587" y="889000"/>
                  </a:lnTo>
                  <a:lnTo>
                    <a:pt x="431457" y="890854"/>
                  </a:lnTo>
                  <a:lnTo>
                    <a:pt x="415429" y="900887"/>
                  </a:lnTo>
                  <a:lnTo>
                    <a:pt x="427913" y="893064"/>
                  </a:lnTo>
                  <a:lnTo>
                    <a:pt x="431457" y="890854"/>
                  </a:lnTo>
                  <a:lnTo>
                    <a:pt x="480822" y="859917"/>
                  </a:lnTo>
                  <a:lnTo>
                    <a:pt x="482092" y="854075"/>
                  </a:lnTo>
                  <a:lnTo>
                    <a:pt x="476504" y="845185"/>
                  </a:lnTo>
                  <a:lnTo>
                    <a:pt x="470662" y="843788"/>
                  </a:lnTo>
                  <a:lnTo>
                    <a:pt x="377571" y="902081"/>
                  </a:lnTo>
                  <a:lnTo>
                    <a:pt x="469519" y="951865"/>
                  </a:lnTo>
                  <a:lnTo>
                    <a:pt x="474091" y="954405"/>
                  </a:lnTo>
                  <a:lnTo>
                    <a:pt x="479933" y="952754"/>
                  </a:lnTo>
                  <a:lnTo>
                    <a:pt x="482346" y="948055"/>
                  </a:lnTo>
                  <a:lnTo>
                    <a:pt x="484886" y="943483"/>
                  </a:lnTo>
                  <a:lnTo>
                    <a:pt x="483235" y="937641"/>
                  </a:lnTo>
                  <a:lnTo>
                    <a:pt x="478536" y="935228"/>
                  </a:lnTo>
                  <a:lnTo>
                    <a:pt x="433959" y="910971"/>
                  </a:lnTo>
                  <a:lnTo>
                    <a:pt x="431990" y="909904"/>
                  </a:lnTo>
                  <a:lnTo>
                    <a:pt x="505587" y="908050"/>
                  </a:lnTo>
                  <a:lnTo>
                    <a:pt x="552894" y="908037"/>
                  </a:lnTo>
                  <a:lnTo>
                    <a:pt x="588264" y="908685"/>
                  </a:lnTo>
                  <a:lnTo>
                    <a:pt x="628396" y="910336"/>
                  </a:lnTo>
                  <a:lnTo>
                    <a:pt x="667639" y="913384"/>
                  </a:lnTo>
                  <a:lnTo>
                    <a:pt x="705739" y="917829"/>
                  </a:lnTo>
                  <a:lnTo>
                    <a:pt x="777748" y="932053"/>
                  </a:lnTo>
                  <a:lnTo>
                    <a:pt x="827405" y="948055"/>
                  </a:lnTo>
                  <a:lnTo>
                    <a:pt x="872998" y="969391"/>
                  </a:lnTo>
                  <a:lnTo>
                    <a:pt x="913892" y="996569"/>
                  </a:lnTo>
                  <a:lnTo>
                    <a:pt x="949833" y="1030478"/>
                  </a:lnTo>
                  <a:lnTo>
                    <a:pt x="980567" y="1071753"/>
                  </a:lnTo>
                  <a:lnTo>
                    <a:pt x="1006602" y="1120013"/>
                  </a:lnTo>
                  <a:lnTo>
                    <a:pt x="1021588" y="1155827"/>
                  </a:lnTo>
                  <a:lnTo>
                    <a:pt x="1034669" y="1194181"/>
                  </a:lnTo>
                  <a:lnTo>
                    <a:pt x="1046099" y="1234821"/>
                  </a:lnTo>
                  <a:lnTo>
                    <a:pt x="1056132" y="1277620"/>
                  </a:lnTo>
                  <a:lnTo>
                    <a:pt x="1064768" y="1322578"/>
                  </a:lnTo>
                  <a:lnTo>
                    <a:pt x="1072134" y="1369187"/>
                  </a:lnTo>
                  <a:lnTo>
                    <a:pt x="1078484" y="1417320"/>
                  </a:lnTo>
                  <a:lnTo>
                    <a:pt x="1084072" y="1466723"/>
                  </a:lnTo>
                  <a:lnTo>
                    <a:pt x="1088644" y="1517396"/>
                  </a:lnTo>
                  <a:lnTo>
                    <a:pt x="1092835" y="1568831"/>
                  </a:lnTo>
                  <a:lnTo>
                    <a:pt x="1096518" y="1620901"/>
                  </a:lnTo>
                  <a:lnTo>
                    <a:pt x="1103122" y="1726565"/>
                  </a:lnTo>
                  <a:lnTo>
                    <a:pt x="1122172" y="172542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1913192" y="2713305"/>
              <a:ext cx="3108325" cy="2077720"/>
            </a:xfrm>
            <a:custGeom>
              <a:avLst/>
              <a:gdLst/>
              <a:ahLst/>
              <a:cxnLst/>
              <a:rect l="l" t="t" r="r" b="b"/>
              <a:pathLst>
                <a:path w="3108325" h="2077720">
                  <a:moveTo>
                    <a:pt x="40067" y="233856"/>
                  </a:moveTo>
                  <a:lnTo>
                    <a:pt x="71082" y="186024"/>
                  </a:lnTo>
                  <a:lnTo>
                    <a:pt x="110032" y="143733"/>
                  </a:lnTo>
                  <a:lnTo>
                    <a:pt x="156532" y="106950"/>
                  </a:lnTo>
                  <a:lnTo>
                    <a:pt x="210196" y="75644"/>
                  </a:lnTo>
                  <a:lnTo>
                    <a:pt x="270638" y="49785"/>
                  </a:lnTo>
                  <a:lnTo>
                    <a:pt x="337472" y="29343"/>
                  </a:lnTo>
                  <a:lnTo>
                    <a:pt x="410313" y="14285"/>
                  </a:lnTo>
                  <a:lnTo>
                    <a:pt x="448865" y="8766"/>
                  </a:lnTo>
                  <a:lnTo>
                    <a:pt x="488774" y="4582"/>
                  </a:lnTo>
                  <a:lnTo>
                    <a:pt x="529992" y="1729"/>
                  </a:lnTo>
                  <a:lnTo>
                    <a:pt x="572471" y="203"/>
                  </a:lnTo>
                  <a:lnTo>
                    <a:pt x="616162" y="0"/>
                  </a:lnTo>
                  <a:lnTo>
                    <a:pt x="661016" y="1116"/>
                  </a:lnTo>
                  <a:lnTo>
                    <a:pt x="706987" y="3548"/>
                  </a:lnTo>
                  <a:lnTo>
                    <a:pt x="754025" y="7291"/>
                  </a:lnTo>
                  <a:lnTo>
                    <a:pt x="802083" y="12342"/>
                  </a:lnTo>
                  <a:lnTo>
                    <a:pt x="851112" y="18697"/>
                  </a:lnTo>
                  <a:lnTo>
                    <a:pt x="901063" y="26352"/>
                  </a:lnTo>
                  <a:lnTo>
                    <a:pt x="951889" y="35304"/>
                  </a:lnTo>
                  <a:lnTo>
                    <a:pt x="1003542" y="45547"/>
                  </a:lnTo>
                  <a:lnTo>
                    <a:pt x="1055973" y="57080"/>
                  </a:lnTo>
                  <a:lnTo>
                    <a:pt x="1109134" y="69897"/>
                  </a:lnTo>
                  <a:lnTo>
                    <a:pt x="1162977" y="83994"/>
                  </a:lnTo>
                  <a:lnTo>
                    <a:pt x="1217453" y="99369"/>
                  </a:lnTo>
                  <a:lnTo>
                    <a:pt x="1272515" y="116017"/>
                  </a:lnTo>
                  <a:lnTo>
                    <a:pt x="1328113" y="133934"/>
                  </a:lnTo>
                  <a:lnTo>
                    <a:pt x="1384201" y="153116"/>
                  </a:lnTo>
                  <a:lnTo>
                    <a:pt x="1440729" y="173560"/>
                  </a:lnTo>
                  <a:lnTo>
                    <a:pt x="1497650" y="195262"/>
                  </a:lnTo>
                  <a:lnTo>
                    <a:pt x="1554914" y="218217"/>
                  </a:lnTo>
                  <a:lnTo>
                    <a:pt x="1612475" y="242422"/>
                  </a:lnTo>
                  <a:lnTo>
                    <a:pt x="1670284" y="267874"/>
                  </a:lnTo>
                  <a:lnTo>
                    <a:pt x="1728292" y="294568"/>
                  </a:lnTo>
                  <a:lnTo>
                    <a:pt x="1786451" y="322500"/>
                  </a:lnTo>
                  <a:lnTo>
                    <a:pt x="1844713" y="351667"/>
                  </a:lnTo>
                  <a:lnTo>
                    <a:pt x="1903030" y="382065"/>
                  </a:lnTo>
                  <a:lnTo>
                    <a:pt x="1960843" y="413410"/>
                  </a:lnTo>
                  <a:lnTo>
                    <a:pt x="2017605" y="445400"/>
                  </a:lnTo>
                  <a:lnTo>
                    <a:pt x="2073286" y="477995"/>
                  </a:lnTo>
                  <a:lnTo>
                    <a:pt x="2127856" y="511157"/>
                  </a:lnTo>
                  <a:lnTo>
                    <a:pt x="2181284" y="544849"/>
                  </a:lnTo>
                  <a:lnTo>
                    <a:pt x="2233541" y="579033"/>
                  </a:lnTo>
                  <a:lnTo>
                    <a:pt x="2284595" y="613672"/>
                  </a:lnTo>
                  <a:lnTo>
                    <a:pt x="2334418" y="648726"/>
                  </a:lnTo>
                  <a:lnTo>
                    <a:pt x="2382979" y="684159"/>
                  </a:lnTo>
                  <a:lnTo>
                    <a:pt x="2430247" y="719933"/>
                  </a:lnTo>
                  <a:lnTo>
                    <a:pt x="2476193" y="756009"/>
                  </a:lnTo>
                  <a:lnTo>
                    <a:pt x="2520787" y="792349"/>
                  </a:lnTo>
                  <a:lnTo>
                    <a:pt x="2563998" y="828917"/>
                  </a:lnTo>
                  <a:lnTo>
                    <a:pt x="2605796" y="865674"/>
                  </a:lnTo>
                  <a:lnTo>
                    <a:pt x="2646150" y="902582"/>
                  </a:lnTo>
                  <a:lnTo>
                    <a:pt x="2685032" y="939604"/>
                  </a:lnTo>
                  <a:lnTo>
                    <a:pt x="2722410" y="976701"/>
                  </a:lnTo>
                  <a:lnTo>
                    <a:pt x="2758255" y="1013835"/>
                  </a:lnTo>
                  <a:lnTo>
                    <a:pt x="2792536" y="1050970"/>
                  </a:lnTo>
                  <a:lnTo>
                    <a:pt x="2825223" y="1088066"/>
                  </a:lnTo>
                  <a:lnTo>
                    <a:pt x="2856286" y="1125087"/>
                  </a:lnTo>
                  <a:lnTo>
                    <a:pt x="2885695" y="1161993"/>
                  </a:lnTo>
                  <a:lnTo>
                    <a:pt x="2913419" y="1198748"/>
                  </a:lnTo>
                  <a:lnTo>
                    <a:pt x="2939429" y="1235314"/>
                  </a:lnTo>
                  <a:lnTo>
                    <a:pt x="2963694" y="1271652"/>
                  </a:lnTo>
                  <a:lnTo>
                    <a:pt x="2986185" y="1307725"/>
                  </a:lnTo>
                  <a:lnTo>
                    <a:pt x="3006870" y="1343495"/>
                  </a:lnTo>
                  <a:lnTo>
                    <a:pt x="3025721" y="1378924"/>
                  </a:lnTo>
                  <a:lnTo>
                    <a:pt x="3042706" y="1413974"/>
                  </a:lnTo>
                  <a:lnTo>
                    <a:pt x="3070959" y="1482787"/>
                  </a:lnTo>
                  <a:lnTo>
                    <a:pt x="3091389" y="1549631"/>
                  </a:lnTo>
                  <a:lnTo>
                    <a:pt x="3103755" y="1614202"/>
                  </a:lnTo>
                  <a:lnTo>
                    <a:pt x="3107815" y="1676198"/>
                  </a:lnTo>
                  <a:lnTo>
                    <a:pt x="3106655" y="1706136"/>
                  </a:lnTo>
                  <a:lnTo>
                    <a:pt x="3097804" y="1763702"/>
                  </a:lnTo>
                  <a:lnTo>
                    <a:pt x="3080044" y="1817935"/>
                  </a:lnTo>
                  <a:lnTo>
                    <a:pt x="3067747" y="1843708"/>
                  </a:lnTo>
                  <a:lnTo>
                    <a:pt x="3053256" y="1868309"/>
                  </a:lnTo>
                  <a:lnTo>
                    <a:pt x="3036733" y="1891522"/>
                  </a:lnTo>
                  <a:lnTo>
                    <a:pt x="2997783" y="1933801"/>
                  </a:lnTo>
                  <a:lnTo>
                    <a:pt x="2951283" y="1970574"/>
                  </a:lnTo>
                  <a:lnTo>
                    <a:pt x="2897619" y="2001872"/>
                  </a:lnTo>
                  <a:lnTo>
                    <a:pt x="2837177" y="2027726"/>
                  </a:lnTo>
                  <a:lnTo>
                    <a:pt x="2770342" y="2048165"/>
                  </a:lnTo>
                  <a:lnTo>
                    <a:pt x="2697502" y="2063221"/>
                  </a:lnTo>
                  <a:lnTo>
                    <a:pt x="2658949" y="2068740"/>
                  </a:lnTo>
                  <a:lnTo>
                    <a:pt x="2619040" y="2072925"/>
                  </a:lnTo>
                  <a:lnTo>
                    <a:pt x="2577822" y="2075779"/>
                  </a:lnTo>
                  <a:lnTo>
                    <a:pt x="2535344" y="2077307"/>
                  </a:lnTo>
                  <a:lnTo>
                    <a:pt x="2491653" y="2077511"/>
                  </a:lnTo>
                  <a:lnTo>
                    <a:pt x="2446798" y="2076397"/>
                  </a:lnTo>
                  <a:lnTo>
                    <a:pt x="2400827" y="2073967"/>
                  </a:lnTo>
                  <a:lnTo>
                    <a:pt x="2353789" y="2070226"/>
                  </a:lnTo>
                  <a:lnTo>
                    <a:pt x="2305732" y="2065177"/>
                  </a:lnTo>
                  <a:lnTo>
                    <a:pt x="2256703" y="2058824"/>
                  </a:lnTo>
                  <a:lnTo>
                    <a:pt x="2206751" y="2051172"/>
                  </a:lnTo>
                  <a:lnTo>
                    <a:pt x="2155925" y="2042223"/>
                  </a:lnTo>
                  <a:lnTo>
                    <a:pt x="2104272" y="2031983"/>
                  </a:lnTo>
                  <a:lnTo>
                    <a:pt x="2051841" y="2020453"/>
                  </a:lnTo>
                  <a:lnTo>
                    <a:pt x="1998680" y="2007639"/>
                  </a:lnTo>
                  <a:lnTo>
                    <a:pt x="1944838" y="1993545"/>
                  </a:lnTo>
                  <a:lnTo>
                    <a:pt x="1890361" y="1978173"/>
                  </a:lnTo>
                  <a:lnTo>
                    <a:pt x="1835300" y="1961528"/>
                  </a:lnTo>
                  <a:lnTo>
                    <a:pt x="1779701" y="1943614"/>
                  </a:lnTo>
                  <a:lnTo>
                    <a:pt x="1723614" y="1924434"/>
                  </a:lnTo>
                  <a:lnTo>
                    <a:pt x="1667085" y="1903992"/>
                  </a:lnTo>
                  <a:lnTo>
                    <a:pt x="1610165" y="1882293"/>
                  </a:lnTo>
                  <a:lnTo>
                    <a:pt x="1552900" y="1859340"/>
                  </a:lnTo>
                  <a:lnTo>
                    <a:pt x="1495339" y="1835136"/>
                  </a:lnTo>
                  <a:lnTo>
                    <a:pt x="1437531" y="1809686"/>
                  </a:lnTo>
                  <a:lnTo>
                    <a:pt x="1379523" y="1782993"/>
                  </a:lnTo>
                  <a:lnTo>
                    <a:pt x="1321364" y="1755062"/>
                  </a:lnTo>
                  <a:lnTo>
                    <a:pt x="1263101" y="1725896"/>
                  </a:lnTo>
                  <a:lnTo>
                    <a:pt x="1204784" y="1695499"/>
                  </a:lnTo>
                  <a:lnTo>
                    <a:pt x="1146971" y="1664144"/>
                  </a:lnTo>
                  <a:lnTo>
                    <a:pt x="1090209" y="1632147"/>
                  </a:lnTo>
                  <a:lnTo>
                    <a:pt x="1034528" y="1599545"/>
                  </a:lnTo>
                  <a:lnTo>
                    <a:pt x="979959" y="1566377"/>
                  </a:lnTo>
                  <a:lnTo>
                    <a:pt x="926530" y="1532679"/>
                  </a:lnTo>
                  <a:lnTo>
                    <a:pt x="874274" y="1498490"/>
                  </a:lnTo>
                  <a:lnTo>
                    <a:pt x="823219" y="1463848"/>
                  </a:lnTo>
                  <a:lnTo>
                    <a:pt x="773396" y="1428790"/>
                  </a:lnTo>
                  <a:lnTo>
                    <a:pt x="724836" y="1393354"/>
                  </a:lnTo>
                  <a:lnTo>
                    <a:pt x="677567" y="1357578"/>
                  </a:lnTo>
                  <a:lnTo>
                    <a:pt x="631621" y="1321500"/>
                  </a:lnTo>
                  <a:lnTo>
                    <a:pt x="587027" y="1285158"/>
                  </a:lnTo>
                  <a:lnTo>
                    <a:pt x="543817" y="1248590"/>
                  </a:lnTo>
                  <a:lnTo>
                    <a:pt x="502019" y="1211832"/>
                  </a:lnTo>
                  <a:lnTo>
                    <a:pt x="461664" y="1174924"/>
                  </a:lnTo>
                  <a:lnTo>
                    <a:pt x="422783" y="1137903"/>
                  </a:lnTo>
                  <a:lnTo>
                    <a:pt x="385404" y="1100807"/>
                  </a:lnTo>
                  <a:lnTo>
                    <a:pt x="349560" y="1063674"/>
                  </a:lnTo>
                  <a:lnTo>
                    <a:pt x="315279" y="1026541"/>
                  </a:lnTo>
                  <a:lnTo>
                    <a:pt x="282592" y="989446"/>
                  </a:lnTo>
                  <a:lnTo>
                    <a:pt x="251529" y="952428"/>
                  </a:lnTo>
                  <a:lnTo>
                    <a:pt x="222120" y="915523"/>
                  </a:lnTo>
                  <a:lnTo>
                    <a:pt x="194395" y="878771"/>
                  </a:lnTo>
                  <a:lnTo>
                    <a:pt x="168385" y="842208"/>
                  </a:lnTo>
                  <a:lnTo>
                    <a:pt x="144120" y="805872"/>
                  </a:lnTo>
                  <a:lnTo>
                    <a:pt x="121630" y="769802"/>
                  </a:lnTo>
                  <a:lnTo>
                    <a:pt x="100944" y="734035"/>
                  </a:lnTo>
                  <a:lnTo>
                    <a:pt x="82094" y="698609"/>
                  </a:lnTo>
                  <a:lnTo>
                    <a:pt x="65109" y="663561"/>
                  </a:lnTo>
                  <a:lnTo>
                    <a:pt x="36855" y="594754"/>
                  </a:lnTo>
                  <a:lnTo>
                    <a:pt x="16425" y="527916"/>
                  </a:lnTo>
                  <a:lnTo>
                    <a:pt x="4059" y="463350"/>
                  </a:lnTo>
                  <a:lnTo>
                    <a:pt x="0" y="401359"/>
                  </a:lnTo>
                  <a:lnTo>
                    <a:pt x="1160" y="371423"/>
                  </a:lnTo>
                  <a:lnTo>
                    <a:pt x="10011" y="313860"/>
                  </a:lnTo>
                  <a:lnTo>
                    <a:pt x="27771" y="259628"/>
                  </a:lnTo>
                  <a:lnTo>
                    <a:pt x="40067" y="233856"/>
                  </a:lnTo>
                  <a:close/>
                </a:path>
              </a:pathLst>
            </a:custGeom>
            <a:ln w="254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2227489" y="1415598"/>
              <a:ext cx="2936875" cy="2314575"/>
            </a:xfrm>
            <a:custGeom>
              <a:avLst/>
              <a:gdLst/>
              <a:ahLst/>
              <a:cxnLst/>
              <a:rect l="l" t="t" r="r" b="b"/>
              <a:pathLst>
                <a:path w="2936875" h="2314575">
                  <a:moveTo>
                    <a:pt x="63717" y="2140401"/>
                  </a:moveTo>
                  <a:lnTo>
                    <a:pt x="35182" y="2091053"/>
                  </a:lnTo>
                  <a:lnTo>
                    <a:pt x="15186" y="2037148"/>
                  </a:lnTo>
                  <a:lnTo>
                    <a:pt x="3526" y="1979017"/>
                  </a:lnTo>
                  <a:lnTo>
                    <a:pt x="0" y="1916989"/>
                  </a:lnTo>
                  <a:lnTo>
                    <a:pt x="1223" y="1884617"/>
                  </a:lnTo>
                  <a:lnTo>
                    <a:pt x="9517" y="1817362"/>
                  </a:lnTo>
                  <a:lnTo>
                    <a:pt x="25438" y="1747035"/>
                  </a:lnTo>
                  <a:lnTo>
                    <a:pt x="48783" y="1673965"/>
                  </a:lnTo>
                  <a:lnTo>
                    <a:pt x="63176" y="1636505"/>
                  </a:lnTo>
                  <a:lnTo>
                    <a:pt x="79349" y="1598483"/>
                  </a:lnTo>
                  <a:lnTo>
                    <a:pt x="97277" y="1559940"/>
                  </a:lnTo>
                  <a:lnTo>
                    <a:pt x="116934" y="1520917"/>
                  </a:lnTo>
                  <a:lnTo>
                    <a:pt x="138295" y="1481457"/>
                  </a:lnTo>
                  <a:lnTo>
                    <a:pt x="161335" y="1441599"/>
                  </a:lnTo>
                  <a:lnTo>
                    <a:pt x="186028" y="1401385"/>
                  </a:lnTo>
                  <a:lnTo>
                    <a:pt x="212349" y="1360857"/>
                  </a:lnTo>
                  <a:lnTo>
                    <a:pt x="240273" y="1320055"/>
                  </a:lnTo>
                  <a:lnTo>
                    <a:pt x="269774" y="1279021"/>
                  </a:lnTo>
                  <a:lnTo>
                    <a:pt x="300827" y="1237796"/>
                  </a:lnTo>
                  <a:lnTo>
                    <a:pt x="333406" y="1196421"/>
                  </a:lnTo>
                  <a:lnTo>
                    <a:pt x="367487" y="1154938"/>
                  </a:lnTo>
                  <a:lnTo>
                    <a:pt x="403044" y="1113387"/>
                  </a:lnTo>
                  <a:lnTo>
                    <a:pt x="440051" y="1071811"/>
                  </a:lnTo>
                  <a:lnTo>
                    <a:pt x="478483" y="1030249"/>
                  </a:lnTo>
                  <a:lnTo>
                    <a:pt x="518315" y="988744"/>
                  </a:lnTo>
                  <a:lnTo>
                    <a:pt x="559522" y="947336"/>
                  </a:lnTo>
                  <a:lnTo>
                    <a:pt x="602078" y="906067"/>
                  </a:lnTo>
                  <a:lnTo>
                    <a:pt x="645958" y="864978"/>
                  </a:lnTo>
                  <a:lnTo>
                    <a:pt x="691137" y="824111"/>
                  </a:lnTo>
                  <a:lnTo>
                    <a:pt x="737589" y="783506"/>
                  </a:lnTo>
                  <a:lnTo>
                    <a:pt x="785288" y="743204"/>
                  </a:lnTo>
                  <a:lnTo>
                    <a:pt x="834210" y="703248"/>
                  </a:lnTo>
                  <a:lnTo>
                    <a:pt x="884330" y="663677"/>
                  </a:lnTo>
                  <a:lnTo>
                    <a:pt x="935621" y="624534"/>
                  </a:lnTo>
                  <a:lnTo>
                    <a:pt x="988058" y="585859"/>
                  </a:lnTo>
                  <a:lnTo>
                    <a:pt x="1041617" y="547694"/>
                  </a:lnTo>
                  <a:lnTo>
                    <a:pt x="1095792" y="510418"/>
                  </a:lnTo>
                  <a:lnTo>
                    <a:pt x="1150062" y="474370"/>
                  </a:lnTo>
                  <a:lnTo>
                    <a:pt x="1204382" y="439560"/>
                  </a:lnTo>
                  <a:lnTo>
                    <a:pt x="1258702" y="405997"/>
                  </a:lnTo>
                  <a:lnTo>
                    <a:pt x="1312976" y="373692"/>
                  </a:lnTo>
                  <a:lnTo>
                    <a:pt x="1367157" y="342654"/>
                  </a:lnTo>
                  <a:lnTo>
                    <a:pt x="1421196" y="312893"/>
                  </a:lnTo>
                  <a:lnTo>
                    <a:pt x="1475047" y="284418"/>
                  </a:lnTo>
                  <a:lnTo>
                    <a:pt x="1528662" y="257240"/>
                  </a:lnTo>
                  <a:lnTo>
                    <a:pt x="1581994" y="231367"/>
                  </a:lnTo>
                  <a:lnTo>
                    <a:pt x="1634995" y="206810"/>
                  </a:lnTo>
                  <a:lnTo>
                    <a:pt x="1687618" y="183578"/>
                  </a:lnTo>
                  <a:lnTo>
                    <a:pt x="1739816" y="161681"/>
                  </a:lnTo>
                  <a:lnTo>
                    <a:pt x="1791541" y="141128"/>
                  </a:lnTo>
                  <a:lnTo>
                    <a:pt x="1842745" y="121930"/>
                  </a:lnTo>
                  <a:lnTo>
                    <a:pt x="1893381" y="104095"/>
                  </a:lnTo>
                  <a:lnTo>
                    <a:pt x="1943402" y="87635"/>
                  </a:lnTo>
                  <a:lnTo>
                    <a:pt x="1992761" y="72557"/>
                  </a:lnTo>
                  <a:lnTo>
                    <a:pt x="2041410" y="58873"/>
                  </a:lnTo>
                  <a:lnTo>
                    <a:pt x="2089301" y="46591"/>
                  </a:lnTo>
                  <a:lnTo>
                    <a:pt x="2136387" y="35722"/>
                  </a:lnTo>
                  <a:lnTo>
                    <a:pt x="2182621" y="26275"/>
                  </a:lnTo>
                  <a:lnTo>
                    <a:pt x="2227956" y="18260"/>
                  </a:lnTo>
                  <a:lnTo>
                    <a:pt x="2272343" y="11686"/>
                  </a:lnTo>
                  <a:lnTo>
                    <a:pt x="2315736" y="6563"/>
                  </a:lnTo>
                  <a:lnTo>
                    <a:pt x="2358087" y="2902"/>
                  </a:lnTo>
                  <a:lnTo>
                    <a:pt x="2399349" y="710"/>
                  </a:lnTo>
                  <a:lnTo>
                    <a:pt x="2439474" y="0"/>
                  </a:lnTo>
                  <a:lnTo>
                    <a:pt x="2478415" y="778"/>
                  </a:lnTo>
                  <a:lnTo>
                    <a:pt x="2552555" y="6845"/>
                  </a:lnTo>
                  <a:lnTo>
                    <a:pt x="2621389" y="18987"/>
                  </a:lnTo>
                  <a:lnTo>
                    <a:pt x="2684539" y="37283"/>
                  </a:lnTo>
                  <a:lnTo>
                    <a:pt x="2741624" y="61810"/>
                  </a:lnTo>
                  <a:lnTo>
                    <a:pt x="2792266" y="92646"/>
                  </a:lnTo>
                  <a:lnTo>
                    <a:pt x="2836086" y="129867"/>
                  </a:lnTo>
                  <a:lnTo>
                    <a:pt x="2872703" y="173552"/>
                  </a:lnTo>
                  <a:lnTo>
                    <a:pt x="2888051" y="197628"/>
                  </a:lnTo>
                  <a:lnTo>
                    <a:pt x="2901238" y="222885"/>
                  </a:lnTo>
                  <a:lnTo>
                    <a:pt x="2921234" y="276776"/>
                  </a:lnTo>
                  <a:lnTo>
                    <a:pt x="2932894" y="334897"/>
                  </a:lnTo>
                  <a:lnTo>
                    <a:pt x="2936420" y="396917"/>
                  </a:lnTo>
                  <a:lnTo>
                    <a:pt x="2935197" y="429286"/>
                  </a:lnTo>
                  <a:lnTo>
                    <a:pt x="2926903" y="496536"/>
                  </a:lnTo>
                  <a:lnTo>
                    <a:pt x="2910982" y="566860"/>
                  </a:lnTo>
                  <a:lnTo>
                    <a:pt x="2887637" y="639927"/>
                  </a:lnTo>
                  <a:lnTo>
                    <a:pt x="2873244" y="677386"/>
                  </a:lnTo>
                  <a:lnTo>
                    <a:pt x="2857071" y="715408"/>
                  </a:lnTo>
                  <a:lnTo>
                    <a:pt x="2839143" y="753951"/>
                  </a:lnTo>
                  <a:lnTo>
                    <a:pt x="2819486" y="792973"/>
                  </a:lnTo>
                  <a:lnTo>
                    <a:pt x="2798124" y="832434"/>
                  </a:lnTo>
                  <a:lnTo>
                    <a:pt x="2775085" y="872292"/>
                  </a:lnTo>
                  <a:lnTo>
                    <a:pt x="2750392" y="912505"/>
                  </a:lnTo>
                  <a:lnTo>
                    <a:pt x="2724071" y="953034"/>
                  </a:lnTo>
                  <a:lnTo>
                    <a:pt x="2696147" y="993835"/>
                  </a:lnTo>
                  <a:lnTo>
                    <a:pt x="2666646" y="1034869"/>
                  </a:lnTo>
                  <a:lnTo>
                    <a:pt x="2635593" y="1076094"/>
                  </a:lnTo>
                  <a:lnTo>
                    <a:pt x="2603014" y="1117468"/>
                  </a:lnTo>
                  <a:lnTo>
                    <a:pt x="2568933" y="1158951"/>
                  </a:lnTo>
                  <a:lnTo>
                    <a:pt x="2533376" y="1200500"/>
                  </a:lnTo>
                  <a:lnTo>
                    <a:pt x="2496369" y="1242076"/>
                  </a:lnTo>
                  <a:lnTo>
                    <a:pt x="2457937" y="1283636"/>
                  </a:lnTo>
                  <a:lnTo>
                    <a:pt x="2418104" y="1325139"/>
                  </a:lnTo>
                  <a:lnTo>
                    <a:pt x="2376898" y="1366544"/>
                  </a:lnTo>
                  <a:lnTo>
                    <a:pt x="2334341" y="1407811"/>
                  </a:lnTo>
                  <a:lnTo>
                    <a:pt x="2290461" y="1448896"/>
                  </a:lnTo>
                  <a:lnTo>
                    <a:pt x="2245283" y="1489760"/>
                  </a:lnTo>
                  <a:lnTo>
                    <a:pt x="2198831" y="1530361"/>
                  </a:lnTo>
                  <a:lnTo>
                    <a:pt x="2151132" y="1570657"/>
                  </a:lnTo>
                  <a:lnTo>
                    <a:pt x="2102210" y="1610609"/>
                  </a:lnTo>
                  <a:lnTo>
                    <a:pt x="2052090" y="1650173"/>
                  </a:lnTo>
                  <a:lnTo>
                    <a:pt x="2000799" y="1689309"/>
                  </a:lnTo>
                  <a:lnTo>
                    <a:pt x="1948362" y="1727976"/>
                  </a:lnTo>
                  <a:lnTo>
                    <a:pt x="1894803" y="1766132"/>
                  </a:lnTo>
                  <a:lnTo>
                    <a:pt x="1840628" y="1803418"/>
                  </a:lnTo>
                  <a:lnTo>
                    <a:pt x="1786358" y="1839474"/>
                  </a:lnTo>
                  <a:lnTo>
                    <a:pt x="1732038" y="1874292"/>
                  </a:lnTo>
                  <a:lnTo>
                    <a:pt x="1677718" y="1907862"/>
                  </a:lnTo>
                  <a:lnTo>
                    <a:pt x="1623444" y="1940174"/>
                  </a:lnTo>
                  <a:lnTo>
                    <a:pt x="1569263" y="1971219"/>
                  </a:lnTo>
                  <a:lnTo>
                    <a:pt x="1515224" y="2000986"/>
                  </a:lnTo>
                  <a:lnTo>
                    <a:pt x="1461373" y="2029467"/>
                  </a:lnTo>
                  <a:lnTo>
                    <a:pt x="1407757" y="2056651"/>
                  </a:lnTo>
                  <a:lnTo>
                    <a:pt x="1354426" y="2082529"/>
                  </a:lnTo>
                  <a:lnTo>
                    <a:pt x="1301424" y="2107092"/>
                  </a:lnTo>
                  <a:lnTo>
                    <a:pt x="1248801" y="2130329"/>
                  </a:lnTo>
                  <a:lnTo>
                    <a:pt x="1196604" y="2152230"/>
                  </a:lnTo>
                  <a:lnTo>
                    <a:pt x="1144879" y="2172787"/>
                  </a:lnTo>
                  <a:lnTo>
                    <a:pt x="1093675" y="2191989"/>
                  </a:lnTo>
                  <a:lnTo>
                    <a:pt x="1043039" y="2209827"/>
                  </a:lnTo>
                  <a:lnTo>
                    <a:pt x="993018" y="2226291"/>
                  </a:lnTo>
                  <a:lnTo>
                    <a:pt x="943659" y="2241372"/>
                  </a:lnTo>
                  <a:lnTo>
                    <a:pt x="895010" y="2255059"/>
                  </a:lnTo>
                  <a:lnTo>
                    <a:pt x="847119" y="2267343"/>
                  </a:lnTo>
                  <a:lnTo>
                    <a:pt x="800033" y="2278215"/>
                  </a:lnTo>
                  <a:lnTo>
                    <a:pt x="753799" y="2287664"/>
                  </a:lnTo>
                  <a:lnTo>
                    <a:pt x="708464" y="2295681"/>
                  </a:lnTo>
                  <a:lnTo>
                    <a:pt x="664077" y="2302257"/>
                  </a:lnTo>
                  <a:lnTo>
                    <a:pt x="620684" y="2307381"/>
                  </a:lnTo>
                  <a:lnTo>
                    <a:pt x="578333" y="2311044"/>
                  </a:lnTo>
                  <a:lnTo>
                    <a:pt x="537071" y="2313237"/>
                  </a:lnTo>
                  <a:lnTo>
                    <a:pt x="496946" y="2313949"/>
                  </a:lnTo>
                  <a:lnTo>
                    <a:pt x="458005" y="2313171"/>
                  </a:lnTo>
                  <a:lnTo>
                    <a:pt x="383865" y="2307106"/>
                  </a:lnTo>
                  <a:lnTo>
                    <a:pt x="315031" y="2294965"/>
                  </a:lnTo>
                  <a:lnTo>
                    <a:pt x="251881" y="2276670"/>
                  </a:lnTo>
                  <a:lnTo>
                    <a:pt x="194796" y="2252143"/>
                  </a:lnTo>
                  <a:lnTo>
                    <a:pt x="144154" y="2221308"/>
                  </a:lnTo>
                  <a:lnTo>
                    <a:pt x="100334" y="2184087"/>
                  </a:lnTo>
                  <a:lnTo>
                    <a:pt x="63717" y="2140401"/>
                  </a:lnTo>
                  <a:close/>
                </a:path>
              </a:pathLst>
            </a:custGeom>
            <a:ln w="25400">
              <a:solidFill>
                <a:srgbClr val="FF00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Slide Number Placeholder 41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43</a:t>
            </a:fld>
            <a:endParaRPr lang="en-IN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371600"/>
            <a:ext cx="9144000" cy="762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4044950" y="1689100"/>
            <a:ext cx="774700" cy="735330"/>
            <a:chOff x="4044950" y="1689100"/>
            <a:chExt cx="774700" cy="735330"/>
          </a:xfrm>
        </p:grpSpPr>
        <p:sp>
          <p:nvSpPr>
            <p:cNvPr id="4" name="object 4"/>
            <p:cNvSpPr/>
            <p:nvPr/>
          </p:nvSpPr>
          <p:spPr>
            <a:xfrm>
              <a:off x="4051300" y="1695450"/>
              <a:ext cx="762000" cy="722630"/>
            </a:xfrm>
            <a:custGeom>
              <a:avLst/>
              <a:gdLst/>
              <a:ahLst/>
              <a:cxnLst/>
              <a:rect l="l" t="t" r="r" b="b"/>
              <a:pathLst>
                <a:path w="762000" h="722630">
                  <a:moveTo>
                    <a:pt x="381000" y="0"/>
                  </a:moveTo>
                  <a:lnTo>
                    <a:pt x="333204" y="2813"/>
                  </a:lnTo>
                  <a:lnTo>
                    <a:pt x="287181" y="11028"/>
                  </a:lnTo>
                  <a:lnTo>
                    <a:pt x="243288" y="24307"/>
                  </a:lnTo>
                  <a:lnTo>
                    <a:pt x="201881" y="42311"/>
                  </a:lnTo>
                  <a:lnTo>
                    <a:pt x="163318" y="64702"/>
                  </a:lnTo>
                  <a:lnTo>
                    <a:pt x="127955" y="91142"/>
                  </a:lnTo>
                  <a:lnTo>
                    <a:pt x="96149" y="121293"/>
                  </a:lnTo>
                  <a:lnTo>
                    <a:pt x="68257" y="154816"/>
                  </a:lnTo>
                  <a:lnTo>
                    <a:pt x="44636" y="191374"/>
                  </a:lnTo>
                  <a:lnTo>
                    <a:pt x="25643" y="230628"/>
                  </a:lnTo>
                  <a:lnTo>
                    <a:pt x="11634" y="272241"/>
                  </a:lnTo>
                  <a:lnTo>
                    <a:pt x="2968" y="315873"/>
                  </a:lnTo>
                  <a:lnTo>
                    <a:pt x="0" y="361188"/>
                  </a:lnTo>
                  <a:lnTo>
                    <a:pt x="2968" y="406477"/>
                  </a:lnTo>
                  <a:lnTo>
                    <a:pt x="11634" y="450092"/>
                  </a:lnTo>
                  <a:lnTo>
                    <a:pt x="25643" y="491694"/>
                  </a:lnTo>
                  <a:lnTo>
                    <a:pt x="44636" y="530945"/>
                  </a:lnTo>
                  <a:lnTo>
                    <a:pt x="68257" y="567503"/>
                  </a:lnTo>
                  <a:lnTo>
                    <a:pt x="96149" y="601031"/>
                  </a:lnTo>
                  <a:lnTo>
                    <a:pt x="127955" y="631189"/>
                  </a:lnTo>
                  <a:lnTo>
                    <a:pt x="163318" y="657638"/>
                  </a:lnTo>
                  <a:lnTo>
                    <a:pt x="201881" y="680039"/>
                  </a:lnTo>
                  <a:lnTo>
                    <a:pt x="243288" y="698053"/>
                  </a:lnTo>
                  <a:lnTo>
                    <a:pt x="287181" y="711339"/>
                  </a:lnTo>
                  <a:lnTo>
                    <a:pt x="333204" y="719560"/>
                  </a:lnTo>
                  <a:lnTo>
                    <a:pt x="381000" y="722376"/>
                  </a:lnTo>
                  <a:lnTo>
                    <a:pt x="428795" y="719560"/>
                  </a:lnTo>
                  <a:lnTo>
                    <a:pt x="474818" y="711339"/>
                  </a:lnTo>
                  <a:lnTo>
                    <a:pt x="518711" y="698053"/>
                  </a:lnTo>
                  <a:lnTo>
                    <a:pt x="560118" y="680039"/>
                  </a:lnTo>
                  <a:lnTo>
                    <a:pt x="598681" y="657638"/>
                  </a:lnTo>
                  <a:lnTo>
                    <a:pt x="634044" y="631189"/>
                  </a:lnTo>
                  <a:lnTo>
                    <a:pt x="665850" y="601031"/>
                  </a:lnTo>
                  <a:lnTo>
                    <a:pt x="693742" y="567503"/>
                  </a:lnTo>
                  <a:lnTo>
                    <a:pt x="717363" y="530945"/>
                  </a:lnTo>
                  <a:lnTo>
                    <a:pt x="736356" y="491694"/>
                  </a:lnTo>
                  <a:lnTo>
                    <a:pt x="750365" y="450092"/>
                  </a:lnTo>
                  <a:lnTo>
                    <a:pt x="759031" y="406477"/>
                  </a:lnTo>
                  <a:lnTo>
                    <a:pt x="762000" y="361188"/>
                  </a:lnTo>
                  <a:lnTo>
                    <a:pt x="759031" y="315873"/>
                  </a:lnTo>
                  <a:lnTo>
                    <a:pt x="750365" y="272241"/>
                  </a:lnTo>
                  <a:lnTo>
                    <a:pt x="736356" y="230628"/>
                  </a:lnTo>
                  <a:lnTo>
                    <a:pt x="717363" y="191374"/>
                  </a:lnTo>
                  <a:lnTo>
                    <a:pt x="693742" y="154816"/>
                  </a:lnTo>
                  <a:lnTo>
                    <a:pt x="665850" y="121293"/>
                  </a:lnTo>
                  <a:lnTo>
                    <a:pt x="634044" y="91142"/>
                  </a:lnTo>
                  <a:lnTo>
                    <a:pt x="598681" y="64702"/>
                  </a:lnTo>
                  <a:lnTo>
                    <a:pt x="560118" y="42311"/>
                  </a:lnTo>
                  <a:lnTo>
                    <a:pt x="518711" y="24307"/>
                  </a:lnTo>
                  <a:lnTo>
                    <a:pt x="474818" y="11028"/>
                  </a:lnTo>
                  <a:lnTo>
                    <a:pt x="428795" y="2813"/>
                  </a:lnTo>
                  <a:lnTo>
                    <a:pt x="381000" y="0"/>
                  </a:lnTo>
                  <a:close/>
                </a:path>
              </a:pathLst>
            </a:custGeom>
            <a:solidFill>
              <a:srgbClr val="00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051300" y="1695450"/>
              <a:ext cx="762000" cy="722630"/>
            </a:xfrm>
            <a:custGeom>
              <a:avLst/>
              <a:gdLst/>
              <a:ahLst/>
              <a:cxnLst/>
              <a:rect l="l" t="t" r="r" b="b"/>
              <a:pathLst>
                <a:path w="762000" h="722630">
                  <a:moveTo>
                    <a:pt x="0" y="361188"/>
                  </a:moveTo>
                  <a:lnTo>
                    <a:pt x="2968" y="315873"/>
                  </a:lnTo>
                  <a:lnTo>
                    <a:pt x="11634" y="272241"/>
                  </a:lnTo>
                  <a:lnTo>
                    <a:pt x="25643" y="230628"/>
                  </a:lnTo>
                  <a:lnTo>
                    <a:pt x="44636" y="191374"/>
                  </a:lnTo>
                  <a:lnTo>
                    <a:pt x="68257" y="154816"/>
                  </a:lnTo>
                  <a:lnTo>
                    <a:pt x="96149" y="121293"/>
                  </a:lnTo>
                  <a:lnTo>
                    <a:pt x="127955" y="91142"/>
                  </a:lnTo>
                  <a:lnTo>
                    <a:pt x="163318" y="64702"/>
                  </a:lnTo>
                  <a:lnTo>
                    <a:pt x="201881" y="42311"/>
                  </a:lnTo>
                  <a:lnTo>
                    <a:pt x="243288" y="24307"/>
                  </a:lnTo>
                  <a:lnTo>
                    <a:pt x="287181" y="11028"/>
                  </a:lnTo>
                  <a:lnTo>
                    <a:pt x="333204" y="2813"/>
                  </a:lnTo>
                  <a:lnTo>
                    <a:pt x="381000" y="0"/>
                  </a:lnTo>
                  <a:lnTo>
                    <a:pt x="428795" y="2813"/>
                  </a:lnTo>
                  <a:lnTo>
                    <a:pt x="474818" y="11028"/>
                  </a:lnTo>
                  <a:lnTo>
                    <a:pt x="518711" y="24307"/>
                  </a:lnTo>
                  <a:lnTo>
                    <a:pt x="560118" y="42311"/>
                  </a:lnTo>
                  <a:lnTo>
                    <a:pt x="598681" y="64702"/>
                  </a:lnTo>
                  <a:lnTo>
                    <a:pt x="634044" y="91142"/>
                  </a:lnTo>
                  <a:lnTo>
                    <a:pt x="665850" y="121293"/>
                  </a:lnTo>
                  <a:lnTo>
                    <a:pt x="693742" y="154816"/>
                  </a:lnTo>
                  <a:lnTo>
                    <a:pt x="717363" y="191374"/>
                  </a:lnTo>
                  <a:lnTo>
                    <a:pt x="736356" y="230628"/>
                  </a:lnTo>
                  <a:lnTo>
                    <a:pt x="750365" y="272241"/>
                  </a:lnTo>
                  <a:lnTo>
                    <a:pt x="759031" y="315873"/>
                  </a:lnTo>
                  <a:lnTo>
                    <a:pt x="762000" y="361188"/>
                  </a:lnTo>
                  <a:lnTo>
                    <a:pt x="759031" y="406477"/>
                  </a:lnTo>
                  <a:lnTo>
                    <a:pt x="750365" y="450092"/>
                  </a:lnTo>
                  <a:lnTo>
                    <a:pt x="736356" y="491694"/>
                  </a:lnTo>
                  <a:lnTo>
                    <a:pt x="717363" y="530945"/>
                  </a:lnTo>
                  <a:lnTo>
                    <a:pt x="693742" y="567503"/>
                  </a:lnTo>
                  <a:lnTo>
                    <a:pt x="665850" y="601031"/>
                  </a:lnTo>
                  <a:lnTo>
                    <a:pt x="634044" y="631189"/>
                  </a:lnTo>
                  <a:lnTo>
                    <a:pt x="598681" y="657638"/>
                  </a:lnTo>
                  <a:lnTo>
                    <a:pt x="560118" y="680039"/>
                  </a:lnTo>
                  <a:lnTo>
                    <a:pt x="518711" y="698053"/>
                  </a:lnTo>
                  <a:lnTo>
                    <a:pt x="474818" y="711339"/>
                  </a:lnTo>
                  <a:lnTo>
                    <a:pt x="428795" y="719560"/>
                  </a:lnTo>
                  <a:lnTo>
                    <a:pt x="381000" y="722376"/>
                  </a:lnTo>
                  <a:lnTo>
                    <a:pt x="333204" y="719560"/>
                  </a:lnTo>
                  <a:lnTo>
                    <a:pt x="287181" y="711339"/>
                  </a:lnTo>
                  <a:lnTo>
                    <a:pt x="243288" y="698053"/>
                  </a:lnTo>
                  <a:lnTo>
                    <a:pt x="201881" y="680039"/>
                  </a:lnTo>
                  <a:lnTo>
                    <a:pt x="163318" y="657638"/>
                  </a:lnTo>
                  <a:lnTo>
                    <a:pt x="127955" y="631189"/>
                  </a:lnTo>
                  <a:lnTo>
                    <a:pt x="96149" y="601031"/>
                  </a:lnTo>
                  <a:lnTo>
                    <a:pt x="68257" y="567503"/>
                  </a:lnTo>
                  <a:lnTo>
                    <a:pt x="44636" y="530945"/>
                  </a:lnTo>
                  <a:lnTo>
                    <a:pt x="25643" y="491694"/>
                  </a:lnTo>
                  <a:lnTo>
                    <a:pt x="11634" y="450092"/>
                  </a:lnTo>
                  <a:lnTo>
                    <a:pt x="2968" y="406477"/>
                  </a:lnTo>
                  <a:lnTo>
                    <a:pt x="0" y="361188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4338954" y="1512189"/>
            <a:ext cx="17780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i="1" spc="-5" dirty="0">
                <a:latin typeface="Arial"/>
                <a:cs typeface="Arial"/>
              </a:rPr>
              <a:t>j</a:t>
            </a:r>
            <a:endParaRPr sz="540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822450" y="3773551"/>
            <a:ext cx="774700" cy="735330"/>
            <a:chOff x="1822450" y="3773551"/>
            <a:chExt cx="774700" cy="735330"/>
          </a:xfrm>
        </p:grpSpPr>
        <p:sp>
          <p:nvSpPr>
            <p:cNvPr id="8" name="object 8"/>
            <p:cNvSpPr/>
            <p:nvPr/>
          </p:nvSpPr>
          <p:spPr>
            <a:xfrm>
              <a:off x="1828800" y="3779901"/>
              <a:ext cx="762000" cy="722630"/>
            </a:xfrm>
            <a:custGeom>
              <a:avLst/>
              <a:gdLst/>
              <a:ahLst/>
              <a:cxnLst/>
              <a:rect l="l" t="t" r="r" b="b"/>
              <a:pathLst>
                <a:path w="762000" h="722629">
                  <a:moveTo>
                    <a:pt x="381000" y="0"/>
                  </a:moveTo>
                  <a:lnTo>
                    <a:pt x="333204" y="2813"/>
                  </a:lnTo>
                  <a:lnTo>
                    <a:pt x="287181" y="11028"/>
                  </a:lnTo>
                  <a:lnTo>
                    <a:pt x="243288" y="24305"/>
                  </a:lnTo>
                  <a:lnTo>
                    <a:pt x="201881" y="42307"/>
                  </a:lnTo>
                  <a:lnTo>
                    <a:pt x="163318" y="64695"/>
                  </a:lnTo>
                  <a:lnTo>
                    <a:pt x="127955" y="91129"/>
                  </a:lnTo>
                  <a:lnTo>
                    <a:pt x="96149" y="121273"/>
                  </a:lnTo>
                  <a:lnTo>
                    <a:pt x="68257" y="154787"/>
                  </a:lnTo>
                  <a:lnTo>
                    <a:pt x="44636" y="191332"/>
                  </a:lnTo>
                  <a:lnTo>
                    <a:pt x="25643" y="230571"/>
                  </a:lnTo>
                  <a:lnTo>
                    <a:pt x="11634" y="272164"/>
                  </a:lnTo>
                  <a:lnTo>
                    <a:pt x="2968" y="315773"/>
                  </a:lnTo>
                  <a:lnTo>
                    <a:pt x="0" y="361061"/>
                  </a:lnTo>
                  <a:lnTo>
                    <a:pt x="2968" y="406375"/>
                  </a:lnTo>
                  <a:lnTo>
                    <a:pt x="11634" y="450007"/>
                  </a:lnTo>
                  <a:lnTo>
                    <a:pt x="25643" y="491620"/>
                  </a:lnTo>
                  <a:lnTo>
                    <a:pt x="44636" y="530874"/>
                  </a:lnTo>
                  <a:lnTo>
                    <a:pt x="68257" y="567432"/>
                  </a:lnTo>
                  <a:lnTo>
                    <a:pt x="96149" y="600955"/>
                  </a:lnTo>
                  <a:lnTo>
                    <a:pt x="127955" y="631106"/>
                  </a:lnTo>
                  <a:lnTo>
                    <a:pt x="163318" y="657546"/>
                  </a:lnTo>
                  <a:lnTo>
                    <a:pt x="201881" y="679937"/>
                  </a:lnTo>
                  <a:lnTo>
                    <a:pt x="243288" y="697941"/>
                  </a:lnTo>
                  <a:lnTo>
                    <a:pt x="287181" y="711220"/>
                  </a:lnTo>
                  <a:lnTo>
                    <a:pt x="333204" y="719435"/>
                  </a:lnTo>
                  <a:lnTo>
                    <a:pt x="381000" y="722249"/>
                  </a:lnTo>
                  <a:lnTo>
                    <a:pt x="428795" y="719435"/>
                  </a:lnTo>
                  <a:lnTo>
                    <a:pt x="474818" y="711220"/>
                  </a:lnTo>
                  <a:lnTo>
                    <a:pt x="518711" y="697941"/>
                  </a:lnTo>
                  <a:lnTo>
                    <a:pt x="560118" y="679937"/>
                  </a:lnTo>
                  <a:lnTo>
                    <a:pt x="598681" y="657546"/>
                  </a:lnTo>
                  <a:lnTo>
                    <a:pt x="634044" y="631106"/>
                  </a:lnTo>
                  <a:lnTo>
                    <a:pt x="665850" y="600955"/>
                  </a:lnTo>
                  <a:lnTo>
                    <a:pt x="693742" y="567432"/>
                  </a:lnTo>
                  <a:lnTo>
                    <a:pt x="717363" y="530874"/>
                  </a:lnTo>
                  <a:lnTo>
                    <a:pt x="736356" y="491620"/>
                  </a:lnTo>
                  <a:lnTo>
                    <a:pt x="750365" y="450007"/>
                  </a:lnTo>
                  <a:lnTo>
                    <a:pt x="759031" y="406375"/>
                  </a:lnTo>
                  <a:lnTo>
                    <a:pt x="762000" y="361061"/>
                  </a:lnTo>
                  <a:lnTo>
                    <a:pt x="759031" y="315773"/>
                  </a:lnTo>
                  <a:lnTo>
                    <a:pt x="750365" y="272164"/>
                  </a:lnTo>
                  <a:lnTo>
                    <a:pt x="736356" y="230571"/>
                  </a:lnTo>
                  <a:lnTo>
                    <a:pt x="717363" y="191332"/>
                  </a:lnTo>
                  <a:lnTo>
                    <a:pt x="693742" y="154787"/>
                  </a:lnTo>
                  <a:lnTo>
                    <a:pt x="665850" y="121273"/>
                  </a:lnTo>
                  <a:lnTo>
                    <a:pt x="634044" y="91129"/>
                  </a:lnTo>
                  <a:lnTo>
                    <a:pt x="598681" y="64695"/>
                  </a:lnTo>
                  <a:lnTo>
                    <a:pt x="560118" y="42307"/>
                  </a:lnTo>
                  <a:lnTo>
                    <a:pt x="518711" y="24305"/>
                  </a:lnTo>
                  <a:lnTo>
                    <a:pt x="474818" y="11028"/>
                  </a:lnTo>
                  <a:lnTo>
                    <a:pt x="428795" y="2813"/>
                  </a:lnTo>
                  <a:lnTo>
                    <a:pt x="381000" y="0"/>
                  </a:lnTo>
                  <a:close/>
                </a:path>
              </a:pathLst>
            </a:custGeom>
            <a:solidFill>
              <a:srgbClr val="00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828800" y="3779901"/>
              <a:ext cx="762000" cy="722630"/>
            </a:xfrm>
            <a:custGeom>
              <a:avLst/>
              <a:gdLst/>
              <a:ahLst/>
              <a:cxnLst/>
              <a:rect l="l" t="t" r="r" b="b"/>
              <a:pathLst>
                <a:path w="762000" h="722629">
                  <a:moveTo>
                    <a:pt x="0" y="361061"/>
                  </a:moveTo>
                  <a:lnTo>
                    <a:pt x="2968" y="315773"/>
                  </a:lnTo>
                  <a:lnTo>
                    <a:pt x="11634" y="272164"/>
                  </a:lnTo>
                  <a:lnTo>
                    <a:pt x="25643" y="230571"/>
                  </a:lnTo>
                  <a:lnTo>
                    <a:pt x="44636" y="191332"/>
                  </a:lnTo>
                  <a:lnTo>
                    <a:pt x="68257" y="154787"/>
                  </a:lnTo>
                  <a:lnTo>
                    <a:pt x="96149" y="121273"/>
                  </a:lnTo>
                  <a:lnTo>
                    <a:pt x="127955" y="91129"/>
                  </a:lnTo>
                  <a:lnTo>
                    <a:pt x="163318" y="64695"/>
                  </a:lnTo>
                  <a:lnTo>
                    <a:pt x="201881" y="42307"/>
                  </a:lnTo>
                  <a:lnTo>
                    <a:pt x="243288" y="24305"/>
                  </a:lnTo>
                  <a:lnTo>
                    <a:pt x="287181" y="11028"/>
                  </a:lnTo>
                  <a:lnTo>
                    <a:pt x="333204" y="2813"/>
                  </a:lnTo>
                  <a:lnTo>
                    <a:pt x="381000" y="0"/>
                  </a:lnTo>
                  <a:lnTo>
                    <a:pt x="428795" y="2813"/>
                  </a:lnTo>
                  <a:lnTo>
                    <a:pt x="474818" y="11028"/>
                  </a:lnTo>
                  <a:lnTo>
                    <a:pt x="518711" y="24305"/>
                  </a:lnTo>
                  <a:lnTo>
                    <a:pt x="560118" y="42307"/>
                  </a:lnTo>
                  <a:lnTo>
                    <a:pt x="598681" y="64695"/>
                  </a:lnTo>
                  <a:lnTo>
                    <a:pt x="634044" y="91129"/>
                  </a:lnTo>
                  <a:lnTo>
                    <a:pt x="665850" y="121273"/>
                  </a:lnTo>
                  <a:lnTo>
                    <a:pt x="693742" y="154787"/>
                  </a:lnTo>
                  <a:lnTo>
                    <a:pt x="717363" y="191332"/>
                  </a:lnTo>
                  <a:lnTo>
                    <a:pt x="736356" y="230571"/>
                  </a:lnTo>
                  <a:lnTo>
                    <a:pt x="750365" y="272164"/>
                  </a:lnTo>
                  <a:lnTo>
                    <a:pt x="759031" y="315773"/>
                  </a:lnTo>
                  <a:lnTo>
                    <a:pt x="762000" y="361061"/>
                  </a:lnTo>
                  <a:lnTo>
                    <a:pt x="759031" y="406375"/>
                  </a:lnTo>
                  <a:lnTo>
                    <a:pt x="750365" y="450007"/>
                  </a:lnTo>
                  <a:lnTo>
                    <a:pt x="736356" y="491620"/>
                  </a:lnTo>
                  <a:lnTo>
                    <a:pt x="717363" y="530874"/>
                  </a:lnTo>
                  <a:lnTo>
                    <a:pt x="693742" y="567432"/>
                  </a:lnTo>
                  <a:lnTo>
                    <a:pt x="665850" y="600955"/>
                  </a:lnTo>
                  <a:lnTo>
                    <a:pt x="634044" y="631106"/>
                  </a:lnTo>
                  <a:lnTo>
                    <a:pt x="598681" y="657546"/>
                  </a:lnTo>
                  <a:lnTo>
                    <a:pt x="560118" y="679937"/>
                  </a:lnTo>
                  <a:lnTo>
                    <a:pt x="518711" y="697941"/>
                  </a:lnTo>
                  <a:lnTo>
                    <a:pt x="474818" y="711220"/>
                  </a:lnTo>
                  <a:lnTo>
                    <a:pt x="428795" y="719435"/>
                  </a:lnTo>
                  <a:lnTo>
                    <a:pt x="381000" y="722249"/>
                  </a:lnTo>
                  <a:lnTo>
                    <a:pt x="333204" y="719435"/>
                  </a:lnTo>
                  <a:lnTo>
                    <a:pt x="287181" y="711220"/>
                  </a:lnTo>
                  <a:lnTo>
                    <a:pt x="243288" y="697941"/>
                  </a:lnTo>
                  <a:lnTo>
                    <a:pt x="201881" y="679937"/>
                  </a:lnTo>
                  <a:lnTo>
                    <a:pt x="163318" y="657546"/>
                  </a:lnTo>
                  <a:lnTo>
                    <a:pt x="127955" y="631106"/>
                  </a:lnTo>
                  <a:lnTo>
                    <a:pt x="96149" y="600955"/>
                  </a:lnTo>
                  <a:lnTo>
                    <a:pt x="68257" y="567432"/>
                  </a:lnTo>
                  <a:lnTo>
                    <a:pt x="44636" y="530874"/>
                  </a:lnTo>
                  <a:lnTo>
                    <a:pt x="25643" y="491620"/>
                  </a:lnTo>
                  <a:lnTo>
                    <a:pt x="11634" y="450007"/>
                  </a:lnTo>
                  <a:lnTo>
                    <a:pt x="2968" y="406375"/>
                  </a:lnTo>
                  <a:lnTo>
                    <a:pt x="0" y="361061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025776" y="3699205"/>
            <a:ext cx="368935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i="1" dirty="0">
                <a:latin typeface="Arial"/>
                <a:cs typeface="Arial"/>
              </a:rPr>
              <a:t>k</a:t>
            </a:r>
            <a:endParaRPr sz="5400">
              <a:latin typeface="Arial"/>
              <a:cs typeface="Aria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603250" y="2298700"/>
            <a:ext cx="3571875" cy="3776979"/>
            <a:chOff x="603250" y="2298700"/>
            <a:chExt cx="3571875" cy="3776979"/>
          </a:xfrm>
        </p:grpSpPr>
        <p:sp>
          <p:nvSpPr>
            <p:cNvPr id="12" name="object 12"/>
            <p:cNvSpPr/>
            <p:nvPr/>
          </p:nvSpPr>
          <p:spPr>
            <a:xfrm>
              <a:off x="2897251" y="2311400"/>
              <a:ext cx="1265555" cy="584200"/>
            </a:xfrm>
            <a:custGeom>
              <a:avLst/>
              <a:gdLst/>
              <a:ahLst/>
              <a:cxnLst/>
              <a:rect l="l" t="t" r="r" b="b"/>
              <a:pathLst>
                <a:path w="1265554" h="584200">
                  <a:moveTo>
                    <a:pt x="1265174" y="0"/>
                  </a:moveTo>
                  <a:lnTo>
                    <a:pt x="0" y="58420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09600" y="4953000"/>
              <a:ext cx="1456055" cy="1116330"/>
            </a:xfrm>
            <a:custGeom>
              <a:avLst/>
              <a:gdLst/>
              <a:ahLst/>
              <a:cxnLst/>
              <a:rect l="l" t="t" r="r" b="b"/>
              <a:pathLst>
                <a:path w="1456055" h="1116329">
                  <a:moveTo>
                    <a:pt x="727837" y="0"/>
                  </a:moveTo>
                  <a:lnTo>
                    <a:pt x="0" y="1116012"/>
                  </a:lnTo>
                  <a:lnTo>
                    <a:pt x="1455801" y="1116012"/>
                  </a:lnTo>
                  <a:lnTo>
                    <a:pt x="727837" y="0"/>
                  </a:lnTo>
                  <a:close/>
                </a:path>
              </a:pathLst>
            </a:custGeom>
            <a:solidFill>
              <a:srgbClr val="00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09600" y="4953000"/>
              <a:ext cx="1456055" cy="1116330"/>
            </a:xfrm>
            <a:custGeom>
              <a:avLst/>
              <a:gdLst/>
              <a:ahLst/>
              <a:cxnLst/>
              <a:rect l="l" t="t" r="r" b="b"/>
              <a:pathLst>
                <a:path w="1456055" h="1116329">
                  <a:moveTo>
                    <a:pt x="0" y="1116012"/>
                  </a:moveTo>
                  <a:lnTo>
                    <a:pt x="727837" y="0"/>
                  </a:lnTo>
                  <a:lnTo>
                    <a:pt x="1455801" y="1116012"/>
                  </a:lnTo>
                  <a:lnTo>
                    <a:pt x="0" y="1116012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338326" y="4395723"/>
              <a:ext cx="601980" cy="557530"/>
            </a:xfrm>
            <a:custGeom>
              <a:avLst/>
              <a:gdLst/>
              <a:ahLst/>
              <a:cxnLst/>
              <a:rect l="l" t="t" r="r" b="b"/>
              <a:pathLst>
                <a:path w="601980" h="557529">
                  <a:moveTo>
                    <a:pt x="601599" y="0"/>
                  </a:moveTo>
                  <a:lnTo>
                    <a:pt x="0" y="557276"/>
                  </a:lnTo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1150416" y="5273750"/>
            <a:ext cx="483234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i="1" dirty="0">
                <a:latin typeface="Arial"/>
                <a:cs typeface="Arial"/>
              </a:rPr>
              <a:t>X</a:t>
            </a:r>
            <a:endParaRPr sz="5400">
              <a:latin typeface="Arial"/>
              <a:cs typeface="Arial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2351151" y="4870450"/>
            <a:ext cx="1330325" cy="1195705"/>
            <a:chOff x="2351151" y="4870450"/>
            <a:chExt cx="1330325" cy="1195705"/>
          </a:xfrm>
        </p:grpSpPr>
        <p:sp>
          <p:nvSpPr>
            <p:cNvPr id="18" name="object 18"/>
            <p:cNvSpPr/>
            <p:nvPr/>
          </p:nvSpPr>
          <p:spPr>
            <a:xfrm>
              <a:off x="2357501" y="4876800"/>
              <a:ext cx="1317625" cy="1183005"/>
            </a:xfrm>
            <a:custGeom>
              <a:avLst/>
              <a:gdLst/>
              <a:ahLst/>
              <a:cxnLst/>
              <a:rect l="l" t="t" r="r" b="b"/>
              <a:pathLst>
                <a:path w="1317625" h="1183004">
                  <a:moveTo>
                    <a:pt x="658749" y="0"/>
                  </a:moveTo>
                  <a:lnTo>
                    <a:pt x="0" y="1182687"/>
                  </a:lnTo>
                  <a:lnTo>
                    <a:pt x="1317625" y="1182687"/>
                  </a:lnTo>
                  <a:lnTo>
                    <a:pt x="658749" y="0"/>
                  </a:lnTo>
                  <a:close/>
                </a:path>
              </a:pathLst>
            </a:custGeom>
            <a:solidFill>
              <a:srgbClr val="00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357501" y="4876800"/>
              <a:ext cx="1317625" cy="1183005"/>
            </a:xfrm>
            <a:custGeom>
              <a:avLst/>
              <a:gdLst/>
              <a:ahLst/>
              <a:cxnLst/>
              <a:rect l="l" t="t" r="r" b="b"/>
              <a:pathLst>
                <a:path w="1317625" h="1183004">
                  <a:moveTo>
                    <a:pt x="0" y="1182687"/>
                  </a:moveTo>
                  <a:lnTo>
                    <a:pt x="658749" y="0"/>
                  </a:lnTo>
                  <a:lnTo>
                    <a:pt x="1317625" y="1182687"/>
                  </a:lnTo>
                  <a:lnTo>
                    <a:pt x="0" y="1182687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2775585" y="5322519"/>
            <a:ext cx="483234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i="1" dirty="0">
                <a:latin typeface="Arial"/>
                <a:cs typeface="Arial"/>
              </a:rPr>
              <a:t>V</a:t>
            </a:r>
            <a:endParaRPr sz="5400">
              <a:latin typeface="Arial"/>
              <a:cs typeface="Arial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2466975" y="2300351"/>
            <a:ext cx="4225925" cy="2927350"/>
            <a:chOff x="2466975" y="2300351"/>
            <a:chExt cx="4225925" cy="2927350"/>
          </a:xfrm>
        </p:grpSpPr>
        <p:sp>
          <p:nvSpPr>
            <p:cNvPr id="22" name="object 22"/>
            <p:cNvSpPr/>
            <p:nvPr/>
          </p:nvSpPr>
          <p:spPr>
            <a:xfrm>
              <a:off x="5229225" y="3271901"/>
              <a:ext cx="1457325" cy="1117600"/>
            </a:xfrm>
            <a:custGeom>
              <a:avLst/>
              <a:gdLst/>
              <a:ahLst/>
              <a:cxnLst/>
              <a:rect l="l" t="t" r="r" b="b"/>
              <a:pathLst>
                <a:path w="1457325" h="1117600">
                  <a:moveTo>
                    <a:pt x="728726" y="0"/>
                  </a:moveTo>
                  <a:lnTo>
                    <a:pt x="0" y="1117473"/>
                  </a:lnTo>
                  <a:lnTo>
                    <a:pt x="1457325" y="1117473"/>
                  </a:lnTo>
                  <a:lnTo>
                    <a:pt x="728726" y="0"/>
                  </a:lnTo>
                  <a:close/>
                </a:path>
              </a:pathLst>
            </a:custGeom>
            <a:solidFill>
              <a:srgbClr val="00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229225" y="3271901"/>
              <a:ext cx="1457325" cy="1117600"/>
            </a:xfrm>
            <a:custGeom>
              <a:avLst/>
              <a:gdLst/>
              <a:ahLst/>
              <a:cxnLst/>
              <a:rect l="l" t="t" r="r" b="b"/>
              <a:pathLst>
                <a:path w="1457325" h="1117600">
                  <a:moveTo>
                    <a:pt x="0" y="1117473"/>
                  </a:moveTo>
                  <a:lnTo>
                    <a:pt x="728726" y="0"/>
                  </a:lnTo>
                  <a:lnTo>
                    <a:pt x="1457325" y="1117473"/>
                  </a:lnTo>
                  <a:lnTo>
                    <a:pt x="0" y="1117473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702175" y="2313051"/>
              <a:ext cx="1256030" cy="958850"/>
            </a:xfrm>
            <a:custGeom>
              <a:avLst/>
              <a:gdLst/>
              <a:ahLst/>
              <a:cxnLst/>
              <a:rect l="l" t="t" r="r" b="b"/>
              <a:pathLst>
                <a:path w="1256029" h="958850">
                  <a:moveTo>
                    <a:pt x="0" y="0"/>
                  </a:moveTo>
                  <a:lnTo>
                    <a:pt x="1255776" y="95885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3810000" y="4038600"/>
              <a:ext cx="1316355" cy="1183005"/>
            </a:xfrm>
            <a:custGeom>
              <a:avLst/>
              <a:gdLst/>
              <a:ahLst/>
              <a:cxnLst/>
              <a:rect l="l" t="t" r="r" b="b"/>
              <a:pathLst>
                <a:path w="1316354" h="1183004">
                  <a:moveTo>
                    <a:pt x="657987" y="0"/>
                  </a:moveTo>
                  <a:lnTo>
                    <a:pt x="0" y="1182624"/>
                  </a:lnTo>
                  <a:lnTo>
                    <a:pt x="1316101" y="1182624"/>
                  </a:lnTo>
                  <a:lnTo>
                    <a:pt x="657987" y="0"/>
                  </a:lnTo>
                  <a:close/>
                </a:path>
              </a:pathLst>
            </a:custGeom>
            <a:solidFill>
              <a:srgbClr val="00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3810000" y="4038600"/>
              <a:ext cx="1316355" cy="1183005"/>
            </a:xfrm>
            <a:custGeom>
              <a:avLst/>
              <a:gdLst/>
              <a:ahLst/>
              <a:cxnLst/>
              <a:rect l="l" t="t" r="r" b="b"/>
              <a:pathLst>
                <a:path w="1316354" h="1183004">
                  <a:moveTo>
                    <a:pt x="0" y="1182624"/>
                  </a:moveTo>
                  <a:lnTo>
                    <a:pt x="657987" y="0"/>
                  </a:lnTo>
                  <a:lnTo>
                    <a:pt x="1316101" y="1182624"/>
                  </a:lnTo>
                  <a:lnTo>
                    <a:pt x="0" y="1182624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2479675" y="4395724"/>
              <a:ext cx="536575" cy="481330"/>
            </a:xfrm>
            <a:custGeom>
              <a:avLst/>
              <a:gdLst/>
              <a:ahLst/>
              <a:cxnLst/>
              <a:rect l="l" t="t" r="r" b="b"/>
              <a:pathLst>
                <a:path w="536575" h="481329">
                  <a:moveTo>
                    <a:pt x="0" y="0"/>
                  </a:moveTo>
                  <a:lnTo>
                    <a:pt x="536575" y="481075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/>
          <p:nvPr/>
        </p:nvSpPr>
        <p:spPr>
          <a:xfrm>
            <a:off x="7102475" y="6030912"/>
            <a:ext cx="1456055" cy="0"/>
          </a:xfrm>
          <a:custGeom>
            <a:avLst/>
            <a:gdLst/>
            <a:ahLst/>
            <a:cxnLst/>
            <a:rect l="l" t="t" r="r" b="b"/>
            <a:pathLst>
              <a:path w="1456054">
                <a:moveTo>
                  <a:pt x="0" y="0"/>
                </a:moveTo>
                <a:lnTo>
                  <a:pt x="1455801" y="0"/>
                </a:lnTo>
              </a:path>
            </a:pathLst>
          </a:custGeom>
          <a:ln w="19050">
            <a:solidFill>
              <a:srgbClr val="000000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4132326" y="4402073"/>
            <a:ext cx="67310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i="1" dirty="0">
                <a:latin typeface="Arial"/>
                <a:cs typeface="Arial"/>
              </a:rPr>
              <a:t>W</a:t>
            </a:r>
            <a:endParaRPr sz="5400">
              <a:latin typeface="Arial"/>
              <a:cs typeface="Arial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2508250" y="2889250"/>
            <a:ext cx="776605" cy="735330"/>
            <a:chOff x="2508250" y="2889250"/>
            <a:chExt cx="776605" cy="735330"/>
          </a:xfrm>
        </p:grpSpPr>
        <p:sp>
          <p:nvSpPr>
            <p:cNvPr id="31" name="object 31"/>
            <p:cNvSpPr/>
            <p:nvPr/>
          </p:nvSpPr>
          <p:spPr>
            <a:xfrm>
              <a:off x="2514600" y="2895600"/>
              <a:ext cx="763905" cy="722630"/>
            </a:xfrm>
            <a:custGeom>
              <a:avLst/>
              <a:gdLst/>
              <a:ahLst/>
              <a:cxnLst/>
              <a:rect l="l" t="t" r="r" b="b"/>
              <a:pathLst>
                <a:path w="763904" h="722629">
                  <a:moveTo>
                    <a:pt x="381762" y="0"/>
                  </a:moveTo>
                  <a:lnTo>
                    <a:pt x="333878" y="2813"/>
                  </a:lnTo>
                  <a:lnTo>
                    <a:pt x="287769" y="11028"/>
                  </a:lnTo>
                  <a:lnTo>
                    <a:pt x="243791" y="24307"/>
                  </a:lnTo>
                  <a:lnTo>
                    <a:pt x="202303" y="42311"/>
                  </a:lnTo>
                  <a:lnTo>
                    <a:pt x="163662" y="64702"/>
                  </a:lnTo>
                  <a:lnTo>
                    <a:pt x="128227" y="91142"/>
                  </a:lnTo>
                  <a:lnTo>
                    <a:pt x="96355" y="121293"/>
                  </a:lnTo>
                  <a:lnTo>
                    <a:pt x="68404" y="154816"/>
                  </a:lnTo>
                  <a:lnTo>
                    <a:pt x="44733" y="191374"/>
                  </a:lnTo>
                  <a:lnTo>
                    <a:pt x="25699" y="230628"/>
                  </a:lnTo>
                  <a:lnTo>
                    <a:pt x="11660" y="272241"/>
                  </a:lnTo>
                  <a:lnTo>
                    <a:pt x="2974" y="315873"/>
                  </a:lnTo>
                  <a:lnTo>
                    <a:pt x="0" y="361188"/>
                  </a:lnTo>
                  <a:lnTo>
                    <a:pt x="2974" y="406477"/>
                  </a:lnTo>
                  <a:lnTo>
                    <a:pt x="11660" y="450092"/>
                  </a:lnTo>
                  <a:lnTo>
                    <a:pt x="25699" y="491694"/>
                  </a:lnTo>
                  <a:lnTo>
                    <a:pt x="44733" y="530945"/>
                  </a:lnTo>
                  <a:lnTo>
                    <a:pt x="68404" y="567503"/>
                  </a:lnTo>
                  <a:lnTo>
                    <a:pt x="96355" y="601031"/>
                  </a:lnTo>
                  <a:lnTo>
                    <a:pt x="128227" y="631189"/>
                  </a:lnTo>
                  <a:lnTo>
                    <a:pt x="163662" y="657638"/>
                  </a:lnTo>
                  <a:lnTo>
                    <a:pt x="202303" y="680039"/>
                  </a:lnTo>
                  <a:lnTo>
                    <a:pt x="243791" y="698053"/>
                  </a:lnTo>
                  <a:lnTo>
                    <a:pt x="287769" y="711339"/>
                  </a:lnTo>
                  <a:lnTo>
                    <a:pt x="333878" y="719560"/>
                  </a:lnTo>
                  <a:lnTo>
                    <a:pt x="381762" y="722376"/>
                  </a:lnTo>
                  <a:lnTo>
                    <a:pt x="429672" y="719560"/>
                  </a:lnTo>
                  <a:lnTo>
                    <a:pt x="475804" y="711339"/>
                  </a:lnTo>
                  <a:lnTo>
                    <a:pt x="519801" y="698053"/>
                  </a:lnTo>
                  <a:lnTo>
                    <a:pt x="561305" y="680039"/>
                  </a:lnTo>
                  <a:lnTo>
                    <a:pt x="599958" y="657638"/>
                  </a:lnTo>
                  <a:lnTo>
                    <a:pt x="635403" y="631189"/>
                  </a:lnTo>
                  <a:lnTo>
                    <a:pt x="667283" y="601031"/>
                  </a:lnTo>
                  <a:lnTo>
                    <a:pt x="695238" y="567503"/>
                  </a:lnTo>
                  <a:lnTo>
                    <a:pt x="718913" y="530945"/>
                  </a:lnTo>
                  <a:lnTo>
                    <a:pt x="737949" y="491694"/>
                  </a:lnTo>
                  <a:lnTo>
                    <a:pt x="751989" y="450092"/>
                  </a:lnTo>
                  <a:lnTo>
                    <a:pt x="760676" y="406477"/>
                  </a:lnTo>
                  <a:lnTo>
                    <a:pt x="763651" y="361188"/>
                  </a:lnTo>
                  <a:lnTo>
                    <a:pt x="760676" y="315873"/>
                  </a:lnTo>
                  <a:lnTo>
                    <a:pt x="751989" y="272241"/>
                  </a:lnTo>
                  <a:lnTo>
                    <a:pt x="737949" y="230628"/>
                  </a:lnTo>
                  <a:lnTo>
                    <a:pt x="718913" y="191374"/>
                  </a:lnTo>
                  <a:lnTo>
                    <a:pt x="695238" y="154816"/>
                  </a:lnTo>
                  <a:lnTo>
                    <a:pt x="667283" y="121293"/>
                  </a:lnTo>
                  <a:lnTo>
                    <a:pt x="635403" y="91142"/>
                  </a:lnTo>
                  <a:lnTo>
                    <a:pt x="599958" y="64702"/>
                  </a:lnTo>
                  <a:lnTo>
                    <a:pt x="561305" y="42311"/>
                  </a:lnTo>
                  <a:lnTo>
                    <a:pt x="519801" y="24307"/>
                  </a:lnTo>
                  <a:lnTo>
                    <a:pt x="475804" y="11028"/>
                  </a:lnTo>
                  <a:lnTo>
                    <a:pt x="429672" y="2813"/>
                  </a:lnTo>
                  <a:lnTo>
                    <a:pt x="381762" y="0"/>
                  </a:lnTo>
                  <a:close/>
                </a:path>
              </a:pathLst>
            </a:custGeom>
            <a:solidFill>
              <a:srgbClr val="00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2514600" y="2895600"/>
              <a:ext cx="763905" cy="722630"/>
            </a:xfrm>
            <a:custGeom>
              <a:avLst/>
              <a:gdLst/>
              <a:ahLst/>
              <a:cxnLst/>
              <a:rect l="l" t="t" r="r" b="b"/>
              <a:pathLst>
                <a:path w="763904" h="722629">
                  <a:moveTo>
                    <a:pt x="0" y="361188"/>
                  </a:moveTo>
                  <a:lnTo>
                    <a:pt x="2974" y="315873"/>
                  </a:lnTo>
                  <a:lnTo>
                    <a:pt x="11660" y="272241"/>
                  </a:lnTo>
                  <a:lnTo>
                    <a:pt x="25699" y="230628"/>
                  </a:lnTo>
                  <a:lnTo>
                    <a:pt x="44733" y="191374"/>
                  </a:lnTo>
                  <a:lnTo>
                    <a:pt x="68404" y="154816"/>
                  </a:lnTo>
                  <a:lnTo>
                    <a:pt x="96355" y="121293"/>
                  </a:lnTo>
                  <a:lnTo>
                    <a:pt x="128227" y="91142"/>
                  </a:lnTo>
                  <a:lnTo>
                    <a:pt x="163662" y="64702"/>
                  </a:lnTo>
                  <a:lnTo>
                    <a:pt x="202303" y="42311"/>
                  </a:lnTo>
                  <a:lnTo>
                    <a:pt x="243791" y="24307"/>
                  </a:lnTo>
                  <a:lnTo>
                    <a:pt x="287769" y="11028"/>
                  </a:lnTo>
                  <a:lnTo>
                    <a:pt x="333878" y="2813"/>
                  </a:lnTo>
                  <a:lnTo>
                    <a:pt x="381762" y="0"/>
                  </a:lnTo>
                  <a:lnTo>
                    <a:pt x="429672" y="2813"/>
                  </a:lnTo>
                  <a:lnTo>
                    <a:pt x="475804" y="11028"/>
                  </a:lnTo>
                  <a:lnTo>
                    <a:pt x="519801" y="24307"/>
                  </a:lnTo>
                  <a:lnTo>
                    <a:pt x="561305" y="42311"/>
                  </a:lnTo>
                  <a:lnTo>
                    <a:pt x="599958" y="64702"/>
                  </a:lnTo>
                  <a:lnTo>
                    <a:pt x="635403" y="91142"/>
                  </a:lnTo>
                  <a:lnTo>
                    <a:pt x="667283" y="121293"/>
                  </a:lnTo>
                  <a:lnTo>
                    <a:pt x="695238" y="154816"/>
                  </a:lnTo>
                  <a:lnTo>
                    <a:pt x="718913" y="191374"/>
                  </a:lnTo>
                  <a:lnTo>
                    <a:pt x="737949" y="230628"/>
                  </a:lnTo>
                  <a:lnTo>
                    <a:pt x="751989" y="272241"/>
                  </a:lnTo>
                  <a:lnTo>
                    <a:pt x="760676" y="315873"/>
                  </a:lnTo>
                  <a:lnTo>
                    <a:pt x="763651" y="361188"/>
                  </a:lnTo>
                  <a:lnTo>
                    <a:pt x="760676" y="406477"/>
                  </a:lnTo>
                  <a:lnTo>
                    <a:pt x="751989" y="450092"/>
                  </a:lnTo>
                  <a:lnTo>
                    <a:pt x="737949" y="491694"/>
                  </a:lnTo>
                  <a:lnTo>
                    <a:pt x="718913" y="530945"/>
                  </a:lnTo>
                  <a:lnTo>
                    <a:pt x="695238" y="567503"/>
                  </a:lnTo>
                  <a:lnTo>
                    <a:pt x="667283" y="601031"/>
                  </a:lnTo>
                  <a:lnTo>
                    <a:pt x="635403" y="631189"/>
                  </a:lnTo>
                  <a:lnTo>
                    <a:pt x="599958" y="657638"/>
                  </a:lnTo>
                  <a:lnTo>
                    <a:pt x="561305" y="680039"/>
                  </a:lnTo>
                  <a:lnTo>
                    <a:pt x="519801" y="698053"/>
                  </a:lnTo>
                  <a:lnTo>
                    <a:pt x="475804" y="711339"/>
                  </a:lnTo>
                  <a:lnTo>
                    <a:pt x="429672" y="719560"/>
                  </a:lnTo>
                  <a:lnTo>
                    <a:pt x="381762" y="722376"/>
                  </a:lnTo>
                  <a:lnTo>
                    <a:pt x="333878" y="719560"/>
                  </a:lnTo>
                  <a:lnTo>
                    <a:pt x="287769" y="711339"/>
                  </a:lnTo>
                  <a:lnTo>
                    <a:pt x="243791" y="698053"/>
                  </a:lnTo>
                  <a:lnTo>
                    <a:pt x="202303" y="680039"/>
                  </a:lnTo>
                  <a:lnTo>
                    <a:pt x="163662" y="657638"/>
                  </a:lnTo>
                  <a:lnTo>
                    <a:pt x="128227" y="631189"/>
                  </a:lnTo>
                  <a:lnTo>
                    <a:pt x="96355" y="601031"/>
                  </a:lnTo>
                  <a:lnTo>
                    <a:pt x="68404" y="567503"/>
                  </a:lnTo>
                  <a:lnTo>
                    <a:pt x="44733" y="530945"/>
                  </a:lnTo>
                  <a:lnTo>
                    <a:pt x="25699" y="491694"/>
                  </a:lnTo>
                  <a:lnTo>
                    <a:pt x="11660" y="450092"/>
                  </a:lnTo>
                  <a:lnTo>
                    <a:pt x="2974" y="406477"/>
                  </a:lnTo>
                  <a:lnTo>
                    <a:pt x="0" y="361188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5726684" y="3561969"/>
            <a:ext cx="2961640" cy="168846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305560" algn="l"/>
                <a:tab pos="2948305" algn="l"/>
              </a:tabLst>
            </a:pPr>
            <a:r>
              <a:rPr sz="5400" i="1" dirty="0">
                <a:latin typeface="Arial"/>
                <a:cs typeface="Arial"/>
              </a:rPr>
              <a:t>Z	</a:t>
            </a:r>
            <a:r>
              <a:rPr sz="5400" i="1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	</a:t>
            </a:r>
            <a:endParaRPr sz="5400">
              <a:latin typeface="Arial"/>
              <a:cs typeface="Arial"/>
            </a:endParaRPr>
          </a:p>
          <a:p>
            <a:pPr marL="1292860" algn="ctr">
              <a:lnSpc>
                <a:spcPct val="100000"/>
              </a:lnSpc>
              <a:spcBef>
                <a:spcPts val="135"/>
              </a:spcBef>
              <a:tabLst>
                <a:tab pos="2935605" algn="l"/>
              </a:tabLst>
            </a:pPr>
            <a:r>
              <a:rPr sz="5400" i="1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	</a:t>
            </a:r>
            <a:endParaRPr sz="540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2806954" y="2814954"/>
            <a:ext cx="17780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i="1" spc="-5" dirty="0">
                <a:latin typeface="Arial"/>
                <a:cs typeface="Arial"/>
              </a:rPr>
              <a:t>i</a:t>
            </a:r>
            <a:endParaRPr sz="5400">
              <a:latin typeface="Arial"/>
              <a:cs typeface="Arial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919425" y="2545898"/>
            <a:ext cx="3562350" cy="2339975"/>
            <a:chOff x="919425" y="2545898"/>
            <a:chExt cx="3562350" cy="2339975"/>
          </a:xfrm>
        </p:grpSpPr>
        <p:sp>
          <p:nvSpPr>
            <p:cNvPr id="36" name="object 36"/>
            <p:cNvSpPr/>
            <p:nvPr/>
          </p:nvSpPr>
          <p:spPr>
            <a:xfrm>
              <a:off x="2209800" y="3511550"/>
              <a:ext cx="2259330" cy="527050"/>
            </a:xfrm>
            <a:custGeom>
              <a:avLst/>
              <a:gdLst/>
              <a:ahLst/>
              <a:cxnLst/>
              <a:rect l="l" t="t" r="r" b="b"/>
              <a:pathLst>
                <a:path w="2259329" h="527050">
                  <a:moveTo>
                    <a:pt x="957326" y="0"/>
                  </a:moveTo>
                  <a:lnTo>
                    <a:pt x="2259076" y="527050"/>
                  </a:lnTo>
                </a:path>
                <a:path w="2259329" h="527050">
                  <a:moveTo>
                    <a:pt x="415925" y="0"/>
                  </a:moveTo>
                  <a:lnTo>
                    <a:pt x="0" y="26835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932125" y="2558598"/>
              <a:ext cx="2936875" cy="2314575"/>
            </a:xfrm>
            <a:custGeom>
              <a:avLst/>
              <a:gdLst/>
              <a:ahLst/>
              <a:cxnLst/>
              <a:rect l="l" t="t" r="r" b="b"/>
              <a:pathLst>
                <a:path w="2936875" h="2314575">
                  <a:moveTo>
                    <a:pt x="63732" y="2140401"/>
                  </a:moveTo>
                  <a:lnTo>
                    <a:pt x="35194" y="2091053"/>
                  </a:lnTo>
                  <a:lnTo>
                    <a:pt x="15195" y="2037148"/>
                  </a:lnTo>
                  <a:lnTo>
                    <a:pt x="3531" y="1979017"/>
                  </a:lnTo>
                  <a:lnTo>
                    <a:pt x="0" y="1916989"/>
                  </a:lnTo>
                  <a:lnTo>
                    <a:pt x="1220" y="1884617"/>
                  </a:lnTo>
                  <a:lnTo>
                    <a:pt x="9509" y="1817362"/>
                  </a:lnTo>
                  <a:lnTo>
                    <a:pt x="25424" y="1747035"/>
                  </a:lnTo>
                  <a:lnTo>
                    <a:pt x="48763" y="1673965"/>
                  </a:lnTo>
                  <a:lnTo>
                    <a:pt x="63153" y="1636505"/>
                  </a:lnTo>
                  <a:lnTo>
                    <a:pt x="79323" y="1598483"/>
                  </a:lnTo>
                  <a:lnTo>
                    <a:pt x="97248" y="1559940"/>
                  </a:lnTo>
                  <a:lnTo>
                    <a:pt x="116902" y="1520917"/>
                  </a:lnTo>
                  <a:lnTo>
                    <a:pt x="138260" y="1481457"/>
                  </a:lnTo>
                  <a:lnTo>
                    <a:pt x="161297" y="1441599"/>
                  </a:lnTo>
                  <a:lnTo>
                    <a:pt x="185988" y="1401385"/>
                  </a:lnTo>
                  <a:lnTo>
                    <a:pt x="212306" y="1360857"/>
                  </a:lnTo>
                  <a:lnTo>
                    <a:pt x="240227" y="1320055"/>
                  </a:lnTo>
                  <a:lnTo>
                    <a:pt x="269726" y="1279021"/>
                  </a:lnTo>
                  <a:lnTo>
                    <a:pt x="300777" y="1237796"/>
                  </a:lnTo>
                  <a:lnTo>
                    <a:pt x="333355" y="1196421"/>
                  </a:lnTo>
                  <a:lnTo>
                    <a:pt x="367434" y="1154938"/>
                  </a:lnTo>
                  <a:lnTo>
                    <a:pt x="402989" y="1113387"/>
                  </a:lnTo>
                  <a:lnTo>
                    <a:pt x="439995" y="1071811"/>
                  </a:lnTo>
                  <a:lnTo>
                    <a:pt x="478427" y="1030249"/>
                  </a:lnTo>
                  <a:lnTo>
                    <a:pt x="518259" y="988744"/>
                  </a:lnTo>
                  <a:lnTo>
                    <a:pt x="559466" y="947336"/>
                  </a:lnTo>
                  <a:lnTo>
                    <a:pt x="602022" y="906067"/>
                  </a:lnTo>
                  <a:lnTo>
                    <a:pt x="645902" y="864978"/>
                  </a:lnTo>
                  <a:lnTo>
                    <a:pt x="691082" y="824111"/>
                  </a:lnTo>
                  <a:lnTo>
                    <a:pt x="737535" y="783506"/>
                  </a:lnTo>
                  <a:lnTo>
                    <a:pt x="785236" y="743204"/>
                  </a:lnTo>
                  <a:lnTo>
                    <a:pt x="834161" y="703248"/>
                  </a:lnTo>
                  <a:lnTo>
                    <a:pt x="884282" y="663677"/>
                  </a:lnTo>
                  <a:lnTo>
                    <a:pt x="935577" y="624534"/>
                  </a:lnTo>
                  <a:lnTo>
                    <a:pt x="988018" y="585859"/>
                  </a:lnTo>
                  <a:lnTo>
                    <a:pt x="1041581" y="547694"/>
                  </a:lnTo>
                  <a:lnTo>
                    <a:pt x="1095756" y="510418"/>
                  </a:lnTo>
                  <a:lnTo>
                    <a:pt x="1150026" y="474370"/>
                  </a:lnTo>
                  <a:lnTo>
                    <a:pt x="1204345" y="439560"/>
                  </a:lnTo>
                  <a:lnTo>
                    <a:pt x="1258666" y="405997"/>
                  </a:lnTo>
                  <a:lnTo>
                    <a:pt x="1312940" y="373692"/>
                  </a:lnTo>
                  <a:lnTo>
                    <a:pt x="1367121" y="342654"/>
                  </a:lnTo>
                  <a:lnTo>
                    <a:pt x="1421160" y="312893"/>
                  </a:lnTo>
                  <a:lnTo>
                    <a:pt x="1475011" y="284418"/>
                  </a:lnTo>
                  <a:lnTo>
                    <a:pt x="1528626" y="257240"/>
                  </a:lnTo>
                  <a:lnTo>
                    <a:pt x="1581958" y="231367"/>
                  </a:lnTo>
                  <a:lnTo>
                    <a:pt x="1634959" y="206810"/>
                  </a:lnTo>
                  <a:lnTo>
                    <a:pt x="1687582" y="183578"/>
                  </a:lnTo>
                  <a:lnTo>
                    <a:pt x="1739780" y="161681"/>
                  </a:lnTo>
                  <a:lnTo>
                    <a:pt x="1791504" y="141128"/>
                  </a:lnTo>
                  <a:lnTo>
                    <a:pt x="1842709" y="121930"/>
                  </a:lnTo>
                  <a:lnTo>
                    <a:pt x="1893345" y="104095"/>
                  </a:lnTo>
                  <a:lnTo>
                    <a:pt x="1943366" y="87635"/>
                  </a:lnTo>
                  <a:lnTo>
                    <a:pt x="1992725" y="72557"/>
                  </a:lnTo>
                  <a:lnTo>
                    <a:pt x="2041374" y="58873"/>
                  </a:lnTo>
                  <a:lnTo>
                    <a:pt x="2089265" y="46591"/>
                  </a:lnTo>
                  <a:lnTo>
                    <a:pt x="2136351" y="35722"/>
                  </a:lnTo>
                  <a:lnTo>
                    <a:pt x="2182585" y="26275"/>
                  </a:lnTo>
                  <a:lnTo>
                    <a:pt x="2227920" y="18260"/>
                  </a:lnTo>
                  <a:lnTo>
                    <a:pt x="2272307" y="11686"/>
                  </a:lnTo>
                  <a:lnTo>
                    <a:pt x="2315700" y="6563"/>
                  </a:lnTo>
                  <a:lnTo>
                    <a:pt x="2358051" y="2902"/>
                  </a:lnTo>
                  <a:lnTo>
                    <a:pt x="2399313" y="710"/>
                  </a:lnTo>
                  <a:lnTo>
                    <a:pt x="2439438" y="0"/>
                  </a:lnTo>
                  <a:lnTo>
                    <a:pt x="2478379" y="778"/>
                  </a:lnTo>
                  <a:lnTo>
                    <a:pt x="2552519" y="6845"/>
                  </a:lnTo>
                  <a:lnTo>
                    <a:pt x="2621353" y="18987"/>
                  </a:lnTo>
                  <a:lnTo>
                    <a:pt x="2684502" y="37283"/>
                  </a:lnTo>
                  <a:lnTo>
                    <a:pt x="2741588" y="61810"/>
                  </a:lnTo>
                  <a:lnTo>
                    <a:pt x="2792230" y="92646"/>
                  </a:lnTo>
                  <a:lnTo>
                    <a:pt x="2836049" y="129867"/>
                  </a:lnTo>
                  <a:lnTo>
                    <a:pt x="2872667" y="173552"/>
                  </a:lnTo>
                  <a:lnTo>
                    <a:pt x="2888015" y="197628"/>
                  </a:lnTo>
                  <a:lnTo>
                    <a:pt x="2901203" y="222885"/>
                  </a:lnTo>
                  <a:lnTo>
                    <a:pt x="2921201" y="276776"/>
                  </a:lnTo>
                  <a:lnTo>
                    <a:pt x="2932864" y="334897"/>
                  </a:lnTo>
                  <a:lnTo>
                    <a:pt x="2936395" y="396917"/>
                  </a:lnTo>
                  <a:lnTo>
                    <a:pt x="2935174" y="429286"/>
                  </a:lnTo>
                  <a:lnTo>
                    <a:pt x="2926885" y="496536"/>
                  </a:lnTo>
                  <a:lnTo>
                    <a:pt x="2910970" y="566860"/>
                  </a:lnTo>
                  <a:lnTo>
                    <a:pt x="2887631" y="639927"/>
                  </a:lnTo>
                  <a:lnTo>
                    <a:pt x="2873241" y="677386"/>
                  </a:lnTo>
                  <a:lnTo>
                    <a:pt x="2857070" y="715408"/>
                  </a:lnTo>
                  <a:lnTo>
                    <a:pt x="2839145" y="753951"/>
                  </a:lnTo>
                  <a:lnTo>
                    <a:pt x="2819491" y="792973"/>
                  </a:lnTo>
                  <a:lnTo>
                    <a:pt x="2798132" y="832434"/>
                  </a:lnTo>
                  <a:lnTo>
                    <a:pt x="2775095" y="872292"/>
                  </a:lnTo>
                  <a:lnTo>
                    <a:pt x="2750404" y="912505"/>
                  </a:lnTo>
                  <a:lnTo>
                    <a:pt x="2724085" y="953034"/>
                  </a:lnTo>
                  <a:lnTo>
                    <a:pt x="2696163" y="993835"/>
                  </a:lnTo>
                  <a:lnTo>
                    <a:pt x="2666664" y="1034869"/>
                  </a:lnTo>
                  <a:lnTo>
                    <a:pt x="2635612" y="1076094"/>
                  </a:lnTo>
                  <a:lnTo>
                    <a:pt x="2603034" y="1117468"/>
                  </a:lnTo>
                  <a:lnTo>
                    <a:pt x="2568953" y="1158951"/>
                  </a:lnTo>
                  <a:lnTo>
                    <a:pt x="2533397" y="1200500"/>
                  </a:lnTo>
                  <a:lnTo>
                    <a:pt x="2496389" y="1242076"/>
                  </a:lnTo>
                  <a:lnTo>
                    <a:pt x="2457956" y="1283636"/>
                  </a:lnTo>
                  <a:lnTo>
                    <a:pt x="2418122" y="1325139"/>
                  </a:lnTo>
                  <a:lnTo>
                    <a:pt x="2376914" y="1366544"/>
                  </a:lnTo>
                  <a:lnTo>
                    <a:pt x="2334355" y="1407811"/>
                  </a:lnTo>
                  <a:lnTo>
                    <a:pt x="2290472" y="1448896"/>
                  </a:lnTo>
                  <a:lnTo>
                    <a:pt x="2245290" y="1489760"/>
                  </a:lnTo>
                  <a:lnTo>
                    <a:pt x="2198834" y="1530361"/>
                  </a:lnTo>
                  <a:lnTo>
                    <a:pt x="2151130" y="1570657"/>
                  </a:lnTo>
                  <a:lnTo>
                    <a:pt x="2102203" y="1610609"/>
                  </a:lnTo>
                  <a:lnTo>
                    <a:pt x="2052077" y="1650173"/>
                  </a:lnTo>
                  <a:lnTo>
                    <a:pt x="2000779" y="1689309"/>
                  </a:lnTo>
                  <a:lnTo>
                    <a:pt x="1948334" y="1727976"/>
                  </a:lnTo>
                  <a:lnTo>
                    <a:pt x="1894767" y="1766132"/>
                  </a:lnTo>
                  <a:lnTo>
                    <a:pt x="1840592" y="1803418"/>
                  </a:lnTo>
                  <a:lnTo>
                    <a:pt x="1786321" y="1839474"/>
                  </a:lnTo>
                  <a:lnTo>
                    <a:pt x="1732002" y="1874292"/>
                  </a:lnTo>
                  <a:lnTo>
                    <a:pt x="1677681" y="1907862"/>
                  </a:lnTo>
                  <a:lnTo>
                    <a:pt x="1623406" y="1940174"/>
                  </a:lnTo>
                  <a:lnTo>
                    <a:pt x="1569225" y="1971219"/>
                  </a:lnTo>
                  <a:lnTo>
                    <a:pt x="1515184" y="2000986"/>
                  </a:lnTo>
                  <a:lnTo>
                    <a:pt x="1461333" y="2029467"/>
                  </a:lnTo>
                  <a:lnTo>
                    <a:pt x="1407717" y="2056651"/>
                  </a:lnTo>
                  <a:lnTo>
                    <a:pt x="1354384" y="2082529"/>
                  </a:lnTo>
                  <a:lnTo>
                    <a:pt x="1301382" y="2107092"/>
                  </a:lnTo>
                  <a:lnTo>
                    <a:pt x="1248758" y="2130329"/>
                  </a:lnTo>
                  <a:lnTo>
                    <a:pt x="1196560" y="2152230"/>
                  </a:lnTo>
                  <a:lnTo>
                    <a:pt x="1144835" y="2172787"/>
                  </a:lnTo>
                  <a:lnTo>
                    <a:pt x="1093630" y="2191989"/>
                  </a:lnTo>
                  <a:lnTo>
                    <a:pt x="1042993" y="2209827"/>
                  </a:lnTo>
                  <a:lnTo>
                    <a:pt x="992971" y="2226291"/>
                  </a:lnTo>
                  <a:lnTo>
                    <a:pt x="943612" y="2241372"/>
                  </a:lnTo>
                  <a:lnTo>
                    <a:pt x="894963" y="2255059"/>
                  </a:lnTo>
                  <a:lnTo>
                    <a:pt x="847072" y="2267343"/>
                  </a:lnTo>
                  <a:lnTo>
                    <a:pt x="799985" y="2278215"/>
                  </a:lnTo>
                  <a:lnTo>
                    <a:pt x="753751" y="2287664"/>
                  </a:lnTo>
                  <a:lnTo>
                    <a:pt x="708417" y="2295681"/>
                  </a:lnTo>
                  <a:lnTo>
                    <a:pt x="664031" y="2302257"/>
                  </a:lnTo>
                  <a:lnTo>
                    <a:pt x="620638" y="2307381"/>
                  </a:lnTo>
                  <a:lnTo>
                    <a:pt x="578288" y="2311044"/>
                  </a:lnTo>
                  <a:lnTo>
                    <a:pt x="537028" y="2313237"/>
                  </a:lnTo>
                  <a:lnTo>
                    <a:pt x="496905" y="2313949"/>
                  </a:lnTo>
                  <a:lnTo>
                    <a:pt x="457966" y="2313171"/>
                  </a:lnTo>
                  <a:lnTo>
                    <a:pt x="383831" y="2307106"/>
                  </a:lnTo>
                  <a:lnTo>
                    <a:pt x="315003" y="2294965"/>
                  </a:lnTo>
                  <a:lnTo>
                    <a:pt x="251861" y="2276670"/>
                  </a:lnTo>
                  <a:lnTo>
                    <a:pt x="194785" y="2252143"/>
                  </a:lnTo>
                  <a:lnTo>
                    <a:pt x="144153" y="2221308"/>
                  </a:lnTo>
                  <a:lnTo>
                    <a:pt x="100347" y="2184087"/>
                  </a:lnTo>
                  <a:lnTo>
                    <a:pt x="63744" y="2140401"/>
                  </a:lnTo>
                  <a:close/>
                </a:path>
              </a:pathLst>
            </a:custGeom>
            <a:ln w="254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969365" y="683717"/>
            <a:ext cx="720598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i="1" dirty="0">
                <a:solidFill>
                  <a:srgbClr val="FF0000"/>
                </a:solidFill>
                <a:latin typeface="Arial"/>
                <a:cs typeface="Arial"/>
              </a:rPr>
              <a:t>Double rotation : first</a:t>
            </a:r>
            <a:r>
              <a:rPr sz="4400" i="1" spc="-7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4400" i="1" dirty="0">
                <a:solidFill>
                  <a:srgbClr val="FF0000"/>
                </a:solidFill>
                <a:latin typeface="Arial"/>
                <a:cs typeface="Arial"/>
              </a:rPr>
              <a:t>rotation</a:t>
            </a:r>
            <a:endParaRPr sz="4400">
              <a:latin typeface="Arial"/>
              <a:cs typeface="Aria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5437378" y="1794205"/>
            <a:ext cx="285242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i="1" dirty="0">
                <a:solidFill>
                  <a:srgbClr val="339933"/>
                </a:solidFill>
                <a:latin typeface="Arial"/>
                <a:cs typeface="Arial"/>
              </a:rPr>
              <a:t>left rotation</a:t>
            </a:r>
            <a:r>
              <a:rPr sz="2400" i="1" spc="-90" dirty="0">
                <a:solidFill>
                  <a:srgbClr val="339933"/>
                </a:solidFill>
                <a:latin typeface="Arial"/>
                <a:cs typeface="Arial"/>
              </a:rPr>
              <a:t> </a:t>
            </a:r>
            <a:r>
              <a:rPr sz="2400" i="1" spc="-5" dirty="0">
                <a:solidFill>
                  <a:srgbClr val="339933"/>
                </a:solidFill>
                <a:latin typeface="Arial"/>
                <a:cs typeface="Arial"/>
              </a:rPr>
              <a:t>complete</a:t>
            </a:r>
            <a:endParaRPr sz="2400">
              <a:latin typeface="Arial"/>
              <a:cs typeface="Arial"/>
            </a:endParaRPr>
          </a:p>
        </p:txBody>
      </p:sp>
      <p:sp>
        <p:nvSpPr>
          <p:cNvPr id="40" name="Slide Number Placeholder 39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44</a:t>
            </a:fld>
            <a:endParaRPr lang="en-IN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371600"/>
            <a:ext cx="9144000" cy="762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4044950" y="1689100"/>
            <a:ext cx="774700" cy="735330"/>
            <a:chOff x="4044950" y="1689100"/>
            <a:chExt cx="774700" cy="735330"/>
          </a:xfrm>
        </p:grpSpPr>
        <p:sp>
          <p:nvSpPr>
            <p:cNvPr id="4" name="object 4"/>
            <p:cNvSpPr/>
            <p:nvPr/>
          </p:nvSpPr>
          <p:spPr>
            <a:xfrm>
              <a:off x="4051300" y="1695450"/>
              <a:ext cx="762000" cy="722630"/>
            </a:xfrm>
            <a:custGeom>
              <a:avLst/>
              <a:gdLst/>
              <a:ahLst/>
              <a:cxnLst/>
              <a:rect l="l" t="t" r="r" b="b"/>
              <a:pathLst>
                <a:path w="762000" h="722630">
                  <a:moveTo>
                    <a:pt x="381000" y="0"/>
                  </a:moveTo>
                  <a:lnTo>
                    <a:pt x="333204" y="2813"/>
                  </a:lnTo>
                  <a:lnTo>
                    <a:pt x="287181" y="11028"/>
                  </a:lnTo>
                  <a:lnTo>
                    <a:pt x="243288" y="24307"/>
                  </a:lnTo>
                  <a:lnTo>
                    <a:pt x="201881" y="42311"/>
                  </a:lnTo>
                  <a:lnTo>
                    <a:pt x="163318" y="64702"/>
                  </a:lnTo>
                  <a:lnTo>
                    <a:pt x="127955" y="91142"/>
                  </a:lnTo>
                  <a:lnTo>
                    <a:pt x="96149" y="121293"/>
                  </a:lnTo>
                  <a:lnTo>
                    <a:pt x="68257" y="154816"/>
                  </a:lnTo>
                  <a:lnTo>
                    <a:pt x="44636" y="191374"/>
                  </a:lnTo>
                  <a:lnTo>
                    <a:pt x="25643" y="230628"/>
                  </a:lnTo>
                  <a:lnTo>
                    <a:pt x="11634" y="272241"/>
                  </a:lnTo>
                  <a:lnTo>
                    <a:pt x="2968" y="315873"/>
                  </a:lnTo>
                  <a:lnTo>
                    <a:pt x="0" y="361188"/>
                  </a:lnTo>
                  <a:lnTo>
                    <a:pt x="2968" y="406477"/>
                  </a:lnTo>
                  <a:lnTo>
                    <a:pt x="11634" y="450092"/>
                  </a:lnTo>
                  <a:lnTo>
                    <a:pt x="25643" y="491694"/>
                  </a:lnTo>
                  <a:lnTo>
                    <a:pt x="44636" y="530945"/>
                  </a:lnTo>
                  <a:lnTo>
                    <a:pt x="68257" y="567503"/>
                  </a:lnTo>
                  <a:lnTo>
                    <a:pt x="96149" y="601031"/>
                  </a:lnTo>
                  <a:lnTo>
                    <a:pt x="127955" y="631189"/>
                  </a:lnTo>
                  <a:lnTo>
                    <a:pt x="163318" y="657638"/>
                  </a:lnTo>
                  <a:lnTo>
                    <a:pt x="201881" y="680039"/>
                  </a:lnTo>
                  <a:lnTo>
                    <a:pt x="243288" y="698053"/>
                  </a:lnTo>
                  <a:lnTo>
                    <a:pt x="287181" y="711339"/>
                  </a:lnTo>
                  <a:lnTo>
                    <a:pt x="333204" y="719560"/>
                  </a:lnTo>
                  <a:lnTo>
                    <a:pt x="381000" y="722376"/>
                  </a:lnTo>
                  <a:lnTo>
                    <a:pt x="428795" y="719560"/>
                  </a:lnTo>
                  <a:lnTo>
                    <a:pt x="474818" y="711339"/>
                  </a:lnTo>
                  <a:lnTo>
                    <a:pt x="518711" y="698053"/>
                  </a:lnTo>
                  <a:lnTo>
                    <a:pt x="560118" y="680039"/>
                  </a:lnTo>
                  <a:lnTo>
                    <a:pt x="598681" y="657638"/>
                  </a:lnTo>
                  <a:lnTo>
                    <a:pt x="634044" y="631189"/>
                  </a:lnTo>
                  <a:lnTo>
                    <a:pt x="665850" y="601031"/>
                  </a:lnTo>
                  <a:lnTo>
                    <a:pt x="693742" y="567503"/>
                  </a:lnTo>
                  <a:lnTo>
                    <a:pt x="717363" y="530945"/>
                  </a:lnTo>
                  <a:lnTo>
                    <a:pt x="736356" y="491694"/>
                  </a:lnTo>
                  <a:lnTo>
                    <a:pt x="750365" y="450092"/>
                  </a:lnTo>
                  <a:lnTo>
                    <a:pt x="759031" y="406477"/>
                  </a:lnTo>
                  <a:lnTo>
                    <a:pt x="762000" y="361188"/>
                  </a:lnTo>
                  <a:lnTo>
                    <a:pt x="759031" y="315873"/>
                  </a:lnTo>
                  <a:lnTo>
                    <a:pt x="750365" y="272241"/>
                  </a:lnTo>
                  <a:lnTo>
                    <a:pt x="736356" y="230628"/>
                  </a:lnTo>
                  <a:lnTo>
                    <a:pt x="717363" y="191374"/>
                  </a:lnTo>
                  <a:lnTo>
                    <a:pt x="693742" y="154816"/>
                  </a:lnTo>
                  <a:lnTo>
                    <a:pt x="665850" y="121293"/>
                  </a:lnTo>
                  <a:lnTo>
                    <a:pt x="634044" y="91142"/>
                  </a:lnTo>
                  <a:lnTo>
                    <a:pt x="598681" y="64702"/>
                  </a:lnTo>
                  <a:lnTo>
                    <a:pt x="560118" y="42311"/>
                  </a:lnTo>
                  <a:lnTo>
                    <a:pt x="518711" y="24307"/>
                  </a:lnTo>
                  <a:lnTo>
                    <a:pt x="474818" y="11028"/>
                  </a:lnTo>
                  <a:lnTo>
                    <a:pt x="428795" y="2813"/>
                  </a:lnTo>
                  <a:lnTo>
                    <a:pt x="381000" y="0"/>
                  </a:lnTo>
                  <a:close/>
                </a:path>
              </a:pathLst>
            </a:custGeom>
            <a:solidFill>
              <a:srgbClr val="00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051300" y="1695450"/>
              <a:ext cx="762000" cy="722630"/>
            </a:xfrm>
            <a:custGeom>
              <a:avLst/>
              <a:gdLst/>
              <a:ahLst/>
              <a:cxnLst/>
              <a:rect l="l" t="t" r="r" b="b"/>
              <a:pathLst>
                <a:path w="762000" h="722630">
                  <a:moveTo>
                    <a:pt x="0" y="361188"/>
                  </a:moveTo>
                  <a:lnTo>
                    <a:pt x="2968" y="315873"/>
                  </a:lnTo>
                  <a:lnTo>
                    <a:pt x="11634" y="272241"/>
                  </a:lnTo>
                  <a:lnTo>
                    <a:pt x="25643" y="230628"/>
                  </a:lnTo>
                  <a:lnTo>
                    <a:pt x="44636" y="191374"/>
                  </a:lnTo>
                  <a:lnTo>
                    <a:pt x="68257" y="154816"/>
                  </a:lnTo>
                  <a:lnTo>
                    <a:pt x="96149" y="121293"/>
                  </a:lnTo>
                  <a:lnTo>
                    <a:pt x="127955" y="91142"/>
                  </a:lnTo>
                  <a:lnTo>
                    <a:pt x="163318" y="64702"/>
                  </a:lnTo>
                  <a:lnTo>
                    <a:pt x="201881" y="42311"/>
                  </a:lnTo>
                  <a:lnTo>
                    <a:pt x="243288" y="24307"/>
                  </a:lnTo>
                  <a:lnTo>
                    <a:pt x="287181" y="11028"/>
                  </a:lnTo>
                  <a:lnTo>
                    <a:pt x="333204" y="2813"/>
                  </a:lnTo>
                  <a:lnTo>
                    <a:pt x="381000" y="0"/>
                  </a:lnTo>
                  <a:lnTo>
                    <a:pt x="428795" y="2813"/>
                  </a:lnTo>
                  <a:lnTo>
                    <a:pt x="474818" y="11028"/>
                  </a:lnTo>
                  <a:lnTo>
                    <a:pt x="518711" y="24307"/>
                  </a:lnTo>
                  <a:lnTo>
                    <a:pt x="560118" y="42311"/>
                  </a:lnTo>
                  <a:lnTo>
                    <a:pt x="598681" y="64702"/>
                  </a:lnTo>
                  <a:lnTo>
                    <a:pt x="634044" y="91142"/>
                  </a:lnTo>
                  <a:lnTo>
                    <a:pt x="665850" y="121293"/>
                  </a:lnTo>
                  <a:lnTo>
                    <a:pt x="693742" y="154816"/>
                  </a:lnTo>
                  <a:lnTo>
                    <a:pt x="717363" y="191374"/>
                  </a:lnTo>
                  <a:lnTo>
                    <a:pt x="736356" y="230628"/>
                  </a:lnTo>
                  <a:lnTo>
                    <a:pt x="750365" y="272241"/>
                  </a:lnTo>
                  <a:lnTo>
                    <a:pt x="759031" y="315873"/>
                  </a:lnTo>
                  <a:lnTo>
                    <a:pt x="762000" y="361188"/>
                  </a:lnTo>
                  <a:lnTo>
                    <a:pt x="759031" y="406477"/>
                  </a:lnTo>
                  <a:lnTo>
                    <a:pt x="750365" y="450092"/>
                  </a:lnTo>
                  <a:lnTo>
                    <a:pt x="736356" y="491694"/>
                  </a:lnTo>
                  <a:lnTo>
                    <a:pt x="717363" y="530945"/>
                  </a:lnTo>
                  <a:lnTo>
                    <a:pt x="693742" y="567503"/>
                  </a:lnTo>
                  <a:lnTo>
                    <a:pt x="665850" y="601031"/>
                  </a:lnTo>
                  <a:lnTo>
                    <a:pt x="634044" y="631189"/>
                  </a:lnTo>
                  <a:lnTo>
                    <a:pt x="598681" y="657638"/>
                  </a:lnTo>
                  <a:lnTo>
                    <a:pt x="560118" y="680039"/>
                  </a:lnTo>
                  <a:lnTo>
                    <a:pt x="518711" y="698053"/>
                  </a:lnTo>
                  <a:lnTo>
                    <a:pt x="474818" y="711339"/>
                  </a:lnTo>
                  <a:lnTo>
                    <a:pt x="428795" y="719560"/>
                  </a:lnTo>
                  <a:lnTo>
                    <a:pt x="381000" y="722376"/>
                  </a:lnTo>
                  <a:lnTo>
                    <a:pt x="333204" y="719560"/>
                  </a:lnTo>
                  <a:lnTo>
                    <a:pt x="287181" y="711339"/>
                  </a:lnTo>
                  <a:lnTo>
                    <a:pt x="243288" y="698053"/>
                  </a:lnTo>
                  <a:lnTo>
                    <a:pt x="201881" y="680039"/>
                  </a:lnTo>
                  <a:lnTo>
                    <a:pt x="163318" y="657638"/>
                  </a:lnTo>
                  <a:lnTo>
                    <a:pt x="127955" y="631189"/>
                  </a:lnTo>
                  <a:lnTo>
                    <a:pt x="96149" y="601031"/>
                  </a:lnTo>
                  <a:lnTo>
                    <a:pt x="68257" y="567503"/>
                  </a:lnTo>
                  <a:lnTo>
                    <a:pt x="44636" y="530945"/>
                  </a:lnTo>
                  <a:lnTo>
                    <a:pt x="25643" y="491694"/>
                  </a:lnTo>
                  <a:lnTo>
                    <a:pt x="11634" y="450092"/>
                  </a:lnTo>
                  <a:lnTo>
                    <a:pt x="2968" y="406477"/>
                  </a:lnTo>
                  <a:lnTo>
                    <a:pt x="0" y="361188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4338954" y="1512189"/>
            <a:ext cx="17780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i="1" spc="-5" dirty="0">
                <a:latin typeface="Arial"/>
                <a:cs typeface="Arial"/>
              </a:rPr>
              <a:t>j</a:t>
            </a:r>
            <a:endParaRPr sz="540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822450" y="3773551"/>
            <a:ext cx="774700" cy="735330"/>
            <a:chOff x="1822450" y="3773551"/>
            <a:chExt cx="774700" cy="735330"/>
          </a:xfrm>
        </p:grpSpPr>
        <p:sp>
          <p:nvSpPr>
            <p:cNvPr id="8" name="object 8"/>
            <p:cNvSpPr/>
            <p:nvPr/>
          </p:nvSpPr>
          <p:spPr>
            <a:xfrm>
              <a:off x="1828800" y="3779901"/>
              <a:ext cx="762000" cy="722630"/>
            </a:xfrm>
            <a:custGeom>
              <a:avLst/>
              <a:gdLst/>
              <a:ahLst/>
              <a:cxnLst/>
              <a:rect l="l" t="t" r="r" b="b"/>
              <a:pathLst>
                <a:path w="762000" h="722629">
                  <a:moveTo>
                    <a:pt x="381000" y="0"/>
                  </a:moveTo>
                  <a:lnTo>
                    <a:pt x="333204" y="2813"/>
                  </a:lnTo>
                  <a:lnTo>
                    <a:pt x="287181" y="11028"/>
                  </a:lnTo>
                  <a:lnTo>
                    <a:pt x="243288" y="24305"/>
                  </a:lnTo>
                  <a:lnTo>
                    <a:pt x="201881" y="42307"/>
                  </a:lnTo>
                  <a:lnTo>
                    <a:pt x="163318" y="64695"/>
                  </a:lnTo>
                  <a:lnTo>
                    <a:pt x="127955" y="91129"/>
                  </a:lnTo>
                  <a:lnTo>
                    <a:pt x="96149" y="121273"/>
                  </a:lnTo>
                  <a:lnTo>
                    <a:pt x="68257" y="154787"/>
                  </a:lnTo>
                  <a:lnTo>
                    <a:pt x="44636" y="191332"/>
                  </a:lnTo>
                  <a:lnTo>
                    <a:pt x="25643" y="230571"/>
                  </a:lnTo>
                  <a:lnTo>
                    <a:pt x="11634" y="272164"/>
                  </a:lnTo>
                  <a:lnTo>
                    <a:pt x="2968" y="315773"/>
                  </a:lnTo>
                  <a:lnTo>
                    <a:pt x="0" y="361061"/>
                  </a:lnTo>
                  <a:lnTo>
                    <a:pt x="2968" y="406375"/>
                  </a:lnTo>
                  <a:lnTo>
                    <a:pt x="11634" y="450007"/>
                  </a:lnTo>
                  <a:lnTo>
                    <a:pt x="25643" y="491620"/>
                  </a:lnTo>
                  <a:lnTo>
                    <a:pt x="44636" y="530874"/>
                  </a:lnTo>
                  <a:lnTo>
                    <a:pt x="68257" y="567432"/>
                  </a:lnTo>
                  <a:lnTo>
                    <a:pt x="96149" y="600955"/>
                  </a:lnTo>
                  <a:lnTo>
                    <a:pt x="127955" y="631106"/>
                  </a:lnTo>
                  <a:lnTo>
                    <a:pt x="163318" y="657546"/>
                  </a:lnTo>
                  <a:lnTo>
                    <a:pt x="201881" y="679937"/>
                  </a:lnTo>
                  <a:lnTo>
                    <a:pt x="243288" y="697941"/>
                  </a:lnTo>
                  <a:lnTo>
                    <a:pt x="287181" y="711220"/>
                  </a:lnTo>
                  <a:lnTo>
                    <a:pt x="333204" y="719435"/>
                  </a:lnTo>
                  <a:lnTo>
                    <a:pt x="381000" y="722249"/>
                  </a:lnTo>
                  <a:lnTo>
                    <a:pt x="428795" y="719435"/>
                  </a:lnTo>
                  <a:lnTo>
                    <a:pt x="474818" y="711220"/>
                  </a:lnTo>
                  <a:lnTo>
                    <a:pt x="518711" y="697941"/>
                  </a:lnTo>
                  <a:lnTo>
                    <a:pt x="560118" y="679937"/>
                  </a:lnTo>
                  <a:lnTo>
                    <a:pt x="598681" y="657546"/>
                  </a:lnTo>
                  <a:lnTo>
                    <a:pt x="634044" y="631106"/>
                  </a:lnTo>
                  <a:lnTo>
                    <a:pt x="665850" y="600955"/>
                  </a:lnTo>
                  <a:lnTo>
                    <a:pt x="693742" y="567432"/>
                  </a:lnTo>
                  <a:lnTo>
                    <a:pt x="717363" y="530874"/>
                  </a:lnTo>
                  <a:lnTo>
                    <a:pt x="736356" y="491620"/>
                  </a:lnTo>
                  <a:lnTo>
                    <a:pt x="750365" y="450007"/>
                  </a:lnTo>
                  <a:lnTo>
                    <a:pt x="759031" y="406375"/>
                  </a:lnTo>
                  <a:lnTo>
                    <a:pt x="762000" y="361061"/>
                  </a:lnTo>
                  <a:lnTo>
                    <a:pt x="759031" y="315773"/>
                  </a:lnTo>
                  <a:lnTo>
                    <a:pt x="750365" y="272164"/>
                  </a:lnTo>
                  <a:lnTo>
                    <a:pt x="736356" y="230571"/>
                  </a:lnTo>
                  <a:lnTo>
                    <a:pt x="717363" y="191332"/>
                  </a:lnTo>
                  <a:lnTo>
                    <a:pt x="693742" y="154787"/>
                  </a:lnTo>
                  <a:lnTo>
                    <a:pt x="665850" y="121273"/>
                  </a:lnTo>
                  <a:lnTo>
                    <a:pt x="634044" y="91129"/>
                  </a:lnTo>
                  <a:lnTo>
                    <a:pt x="598681" y="64695"/>
                  </a:lnTo>
                  <a:lnTo>
                    <a:pt x="560118" y="42307"/>
                  </a:lnTo>
                  <a:lnTo>
                    <a:pt x="518711" y="24305"/>
                  </a:lnTo>
                  <a:lnTo>
                    <a:pt x="474818" y="11028"/>
                  </a:lnTo>
                  <a:lnTo>
                    <a:pt x="428795" y="2813"/>
                  </a:lnTo>
                  <a:lnTo>
                    <a:pt x="381000" y="0"/>
                  </a:lnTo>
                  <a:close/>
                </a:path>
              </a:pathLst>
            </a:custGeom>
            <a:solidFill>
              <a:srgbClr val="00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828800" y="3779901"/>
              <a:ext cx="762000" cy="722630"/>
            </a:xfrm>
            <a:custGeom>
              <a:avLst/>
              <a:gdLst/>
              <a:ahLst/>
              <a:cxnLst/>
              <a:rect l="l" t="t" r="r" b="b"/>
              <a:pathLst>
                <a:path w="762000" h="722629">
                  <a:moveTo>
                    <a:pt x="0" y="361061"/>
                  </a:moveTo>
                  <a:lnTo>
                    <a:pt x="2968" y="315773"/>
                  </a:lnTo>
                  <a:lnTo>
                    <a:pt x="11634" y="272164"/>
                  </a:lnTo>
                  <a:lnTo>
                    <a:pt x="25643" y="230571"/>
                  </a:lnTo>
                  <a:lnTo>
                    <a:pt x="44636" y="191332"/>
                  </a:lnTo>
                  <a:lnTo>
                    <a:pt x="68257" y="154787"/>
                  </a:lnTo>
                  <a:lnTo>
                    <a:pt x="96149" y="121273"/>
                  </a:lnTo>
                  <a:lnTo>
                    <a:pt x="127955" y="91129"/>
                  </a:lnTo>
                  <a:lnTo>
                    <a:pt x="163318" y="64695"/>
                  </a:lnTo>
                  <a:lnTo>
                    <a:pt x="201881" y="42307"/>
                  </a:lnTo>
                  <a:lnTo>
                    <a:pt x="243288" y="24305"/>
                  </a:lnTo>
                  <a:lnTo>
                    <a:pt x="287181" y="11028"/>
                  </a:lnTo>
                  <a:lnTo>
                    <a:pt x="333204" y="2813"/>
                  </a:lnTo>
                  <a:lnTo>
                    <a:pt x="381000" y="0"/>
                  </a:lnTo>
                  <a:lnTo>
                    <a:pt x="428795" y="2813"/>
                  </a:lnTo>
                  <a:lnTo>
                    <a:pt x="474818" y="11028"/>
                  </a:lnTo>
                  <a:lnTo>
                    <a:pt x="518711" y="24305"/>
                  </a:lnTo>
                  <a:lnTo>
                    <a:pt x="560118" y="42307"/>
                  </a:lnTo>
                  <a:lnTo>
                    <a:pt x="598681" y="64695"/>
                  </a:lnTo>
                  <a:lnTo>
                    <a:pt x="634044" y="91129"/>
                  </a:lnTo>
                  <a:lnTo>
                    <a:pt x="665850" y="121273"/>
                  </a:lnTo>
                  <a:lnTo>
                    <a:pt x="693742" y="154787"/>
                  </a:lnTo>
                  <a:lnTo>
                    <a:pt x="717363" y="191332"/>
                  </a:lnTo>
                  <a:lnTo>
                    <a:pt x="736356" y="230571"/>
                  </a:lnTo>
                  <a:lnTo>
                    <a:pt x="750365" y="272164"/>
                  </a:lnTo>
                  <a:lnTo>
                    <a:pt x="759031" y="315773"/>
                  </a:lnTo>
                  <a:lnTo>
                    <a:pt x="762000" y="361061"/>
                  </a:lnTo>
                  <a:lnTo>
                    <a:pt x="759031" y="406375"/>
                  </a:lnTo>
                  <a:lnTo>
                    <a:pt x="750365" y="450007"/>
                  </a:lnTo>
                  <a:lnTo>
                    <a:pt x="736356" y="491620"/>
                  </a:lnTo>
                  <a:lnTo>
                    <a:pt x="717363" y="530874"/>
                  </a:lnTo>
                  <a:lnTo>
                    <a:pt x="693742" y="567432"/>
                  </a:lnTo>
                  <a:lnTo>
                    <a:pt x="665850" y="600955"/>
                  </a:lnTo>
                  <a:lnTo>
                    <a:pt x="634044" y="631106"/>
                  </a:lnTo>
                  <a:lnTo>
                    <a:pt x="598681" y="657546"/>
                  </a:lnTo>
                  <a:lnTo>
                    <a:pt x="560118" y="679937"/>
                  </a:lnTo>
                  <a:lnTo>
                    <a:pt x="518711" y="697941"/>
                  </a:lnTo>
                  <a:lnTo>
                    <a:pt x="474818" y="711220"/>
                  </a:lnTo>
                  <a:lnTo>
                    <a:pt x="428795" y="719435"/>
                  </a:lnTo>
                  <a:lnTo>
                    <a:pt x="381000" y="722249"/>
                  </a:lnTo>
                  <a:lnTo>
                    <a:pt x="333204" y="719435"/>
                  </a:lnTo>
                  <a:lnTo>
                    <a:pt x="287181" y="711220"/>
                  </a:lnTo>
                  <a:lnTo>
                    <a:pt x="243288" y="697941"/>
                  </a:lnTo>
                  <a:lnTo>
                    <a:pt x="201881" y="679937"/>
                  </a:lnTo>
                  <a:lnTo>
                    <a:pt x="163318" y="657546"/>
                  </a:lnTo>
                  <a:lnTo>
                    <a:pt x="127955" y="631106"/>
                  </a:lnTo>
                  <a:lnTo>
                    <a:pt x="96149" y="600955"/>
                  </a:lnTo>
                  <a:lnTo>
                    <a:pt x="68257" y="567432"/>
                  </a:lnTo>
                  <a:lnTo>
                    <a:pt x="44636" y="530874"/>
                  </a:lnTo>
                  <a:lnTo>
                    <a:pt x="25643" y="491620"/>
                  </a:lnTo>
                  <a:lnTo>
                    <a:pt x="11634" y="450007"/>
                  </a:lnTo>
                  <a:lnTo>
                    <a:pt x="2968" y="406375"/>
                  </a:lnTo>
                  <a:lnTo>
                    <a:pt x="0" y="361061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025776" y="3699205"/>
            <a:ext cx="368935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i="1" dirty="0">
                <a:latin typeface="Arial"/>
                <a:cs typeface="Arial"/>
              </a:rPr>
              <a:t>k</a:t>
            </a:r>
            <a:endParaRPr sz="5400">
              <a:latin typeface="Arial"/>
              <a:cs typeface="Aria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603250" y="2298700"/>
            <a:ext cx="3571875" cy="3776979"/>
            <a:chOff x="603250" y="2298700"/>
            <a:chExt cx="3571875" cy="3776979"/>
          </a:xfrm>
        </p:grpSpPr>
        <p:sp>
          <p:nvSpPr>
            <p:cNvPr id="12" name="object 12"/>
            <p:cNvSpPr/>
            <p:nvPr/>
          </p:nvSpPr>
          <p:spPr>
            <a:xfrm>
              <a:off x="2897251" y="2311400"/>
              <a:ext cx="1265555" cy="584200"/>
            </a:xfrm>
            <a:custGeom>
              <a:avLst/>
              <a:gdLst/>
              <a:ahLst/>
              <a:cxnLst/>
              <a:rect l="l" t="t" r="r" b="b"/>
              <a:pathLst>
                <a:path w="1265554" h="584200">
                  <a:moveTo>
                    <a:pt x="1265174" y="0"/>
                  </a:moveTo>
                  <a:lnTo>
                    <a:pt x="0" y="58420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09600" y="4953000"/>
              <a:ext cx="1456055" cy="1116330"/>
            </a:xfrm>
            <a:custGeom>
              <a:avLst/>
              <a:gdLst/>
              <a:ahLst/>
              <a:cxnLst/>
              <a:rect l="l" t="t" r="r" b="b"/>
              <a:pathLst>
                <a:path w="1456055" h="1116329">
                  <a:moveTo>
                    <a:pt x="727837" y="0"/>
                  </a:moveTo>
                  <a:lnTo>
                    <a:pt x="0" y="1116012"/>
                  </a:lnTo>
                  <a:lnTo>
                    <a:pt x="1455801" y="1116012"/>
                  </a:lnTo>
                  <a:lnTo>
                    <a:pt x="727837" y="0"/>
                  </a:lnTo>
                  <a:close/>
                </a:path>
              </a:pathLst>
            </a:custGeom>
            <a:solidFill>
              <a:srgbClr val="00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09600" y="4953000"/>
              <a:ext cx="1456055" cy="1116330"/>
            </a:xfrm>
            <a:custGeom>
              <a:avLst/>
              <a:gdLst/>
              <a:ahLst/>
              <a:cxnLst/>
              <a:rect l="l" t="t" r="r" b="b"/>
              <a:pathLst>
                <a:path w="1456055" h="1116329">
                  <a:moveTo>
                    <a:pt x="0" y="1116012"/>
                  </a:moveTo>
                  <a:lnTo>
                    <a:pt x="727837" y="0"/>
                  </a:lnTo>
                  <a:lnTo>
                    <a:pt x="1455801" y="1116012"/>
                  </a:lnTo>
                  <a:lnTo>
                    <a:pt x="0" y="1116012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338326" y="4395723"/>
              <a:ext cx="601980" cy="557530"/>
            </a:xfrm>
            <a:custGeom>
              <a:avLst/>
              <a:gdLst/>
              <a:ahLst/>
              <a:cxnLst/>
              <a:rect l="l" t="t" r="r" b="b"/>
              <a:pathLst>
                <a:path w="601980" h="557529">
                  <a:moveTo>
                    <a:pt x="601599" y="0"/>
                  </a:moveTo>
                  <a:lnTo>
                    <a:pt x="0" y="557276"/>
                  </a:lnTo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1150416" y="5273750"/>
            <a:ext cx="483234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i="1" dirty="0">
                <a:latin typeface="Arial"/>
                <a:cs typeface="Arial"/>
              </a:rPr>
              <a:t>X</a:t>
            </a:r>
            <a:endParaRPr sz="5400">
              <a:latin typeface="Arial"/>
              <a:cs typeface="Arial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2351151" y="4870450"/>
            <a:ext cx="1330325" cy="1195705"/>
            <a:chOff x="2351151" y="4870450"/>
            <a:chExt cx="1330325" cy="1195705"/>
          </a:xfrm>
        </p:grpSpPr>
        <p:sp>
          <p:nvSpPr>
            <p:cNvPr id="18" name="object 18"/>
            <p:cNvSpPr/>
            <p:nvPr/>
          </p:nvSpPr>
          <p:spPr>
            <a:xfrm>
              <a:off x="2357501" y="4876800"/>
              <a:ext cx="1317625" cy="1183005"/>
            </a:xfrm>
            <a:custGeom>
              <a:avLst/>
              <a:gdLst/>
              <a:ahLst/>
              <a:cxnLst/>
              <a:rect l="l" t="t" r="r" b="b"/>
              <a:pathLst>
                <a:path w="1317625" h="1183004">
                  <a:moveTo>
                    <a:pt x="658749" y="0"/>
                  </a:moveTo>
                  <a:lnTo>
                    <a:pt x="0" y="1182687"/>
                  </a:lnTo>
                  <a:lnTo>
                    <a:pt x="1317625" y="1182687"/>
                  </a:lnTo>
                  <a:lnTo>
                    <a:pt x="658749" y="0"/>
                  </a:lnTo>
                  <a:close/>
                </a:path>
              </a:pathLst>
            </a:custGeom>
            <a:solidFill>
              <a:srgbClr val="00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357501" y="4876800"/>
              <a:ext cx="1317625" cy="1183005"/>
            </a:xfrm>
            <a:custGeom>
              <a:avLst/>
              <a:gdLst/>
              <a:ahLst/>
              <a:cxnLst/>
              <a:rect l="l" t="t" r="r" b="b"/>
              <a:pathLst>
                <a:path w="1317625" h="1183004">
                  <a:moveTo>
                    <a:pt x="0" y="1182687"/>
                  </a:moveTo>
                  <a:lnTo>
                    <a:pt x="658749" y="0"/>
                  </a:lnTo>
                  <a:lnTo>
                    <a:pt x="1317625" y="1182687"/>
                  </a:lnTo>
                  <a:lnTo>
                    <a:pt x="0" y="1182687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2775585" y="5322519"/>
            <a:ext cx="483234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i="1" dirty="0">
                <a:latin typeface="Arial"/>
                <a:cs typeface="Arial"/>
              </a:rPr>
              <a:t>V</a:t>
            </a:r>
            <a:endParaRPr sz="5400">
              <a:latin typeface="Arial"/>
              <a:cs typeface="Arial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2466975" y="2300351"/>
            <a:ext cx="4225925" cy="2927350"/>
            <a:chOff x="2466975" y="2300351"/>
            <a:chExt cx="4225925" cy="2927350"/>
          </a:xfrm>
        </p:grpSpPr>
        <p:sp>
          <p:nvSpPr>
            <p:cNvPr id="22" name="object 22"/>
            <p:cNvSpPr/>
            <p:nvPr/>
          </p:nvSpPr>
          <p:spPr>
            <a:xfrm>
              <a:off x="5229225" y="3271901"/>
              <a:ext cx="1457325" cy="1117600"/>
            </a:xfrm>
            <a:custGeom>
              <a:avLst/>
              <a:gdLst/>
              <a:ahLst/>
              <a:cxnLst/>
              <a:rect l="l" t="t" r="r" b="b"/>
              <a:pathLst>
                <a:path w="1457325" h="1117600">
                  <a:moveTo>
                    <a:pt x="728726" y="0"/>
                  </a:moveTo>
                  <a:lnTo>
                    <a:pt x="0" y="1117473"/>
                  </a:lnTo>
                  <a:lnTo>
                    <a:pt x="1457325" y="1117473"/>
                  </a:lnTo>
                  <a:lnTo>
                    <a:pt x="728726" y="0"/>
                  </a:lnTo>
                  <a:close/>
                </a:path>
              </a:pathLst>
            </a:custGeom>
            <a:solidFill>
              <a:srgbClr val="00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229225" y="3271901"/>
              <a:ext cx="1457325" cy="1117600"/>
            </a:xfrm>
            <a:custGeom>
              <a:avLst/>
              <a:gdLst/>
              <a:ahLst/>
              <a:cxnLst/>
              <a:rect l="l" t="t" r="r" b="b"/>
              <a:pathLst>
                <a:path w="1457325" h="1117600">
                  <a:moveTo>
                    <a:pt x="0" y="1117473"/>
                  </a:moveTo>
                  <a:lnTo>
                    <a:pt x="728726" y="0"/>
                  </a:lnTo>
                  <a:lnTo>
                    <a:pt x="1457325" y="1117473"/>
                  </a:lnTo>
                  <a:lnTo>
                    <a:pt x="0" y="1117473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702175" y="2313051"/>
              <a:ext cx="1256030" cy="958850"/>
            </a:xfrm>
            <a:custGeom>
              <a:avLst/>
              <a:gdLst/>
              <a:ahLst/>
              <a:cxnLst/>
              <a:rect l="l" t="t" r="r" b="b"/>
              <a:pathLst>
                <a:path w="1256029" h="958850">
                  <a:moveTo>
                    <a:pt x="0" y="0"/>
                  </a:moveTo>
                  <a:lnTo>
                    <a:pt x="1255776" y="95885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3810000" y="4038600"/>
              <a:ext cx="1316355" cy="1183005"/>
            </a:xfrm>
            <a:custGeom>
              <a:avLst/>
              <a:gdLst/>
              <a:ahLst/>
              <a:cxnLst/>
              <a:rect l="l" t="t" r="r" b="b"/>
              <a:pathLst>
                <a:path w="1316354" h="1183004">
                  <a:moveTo>
                    <a:pt x="657987" y="0"/>
                  </a:moveTo>
                  <a:lnTo>
                    <a:pt x="0" y="1182624"/>
                  </a:lnTo>
                  <a:lnTo>
                    <a:pt x="1316101" y="1182624"/>
                  </a:lnTo>
                  <a:lnTo>
                    <a:pt x="657987" y="0"/>
                  </a:lnTo>
                  <a:close/>
                </a:path>
              </a:pathLst>
            </a:custGeom>
            <a:solidFill>
              <a:srgbClr val="00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3810000" y="4038600"/>
              <a:ext cx="1316355" cy="1183005"/>
            </a:xfrm>
            <a:custGeom>
              <a:avLst/>
              <a:gdLst/>
              <a:ahLst/>
              <a:cxnLst/>
              <a:rect l="l" t="t" r="r" b="b"/>
              <a:pathLst>
                <a:path w="1316354" h="1183004">
                  <a:moveTo>
                    <a:pt x="0" y="1182624"/>
                  </a:moveTo>
                  <a:lnTo>
                    <a:pt x="657987" y="0"/>
                  </a:lnTo>
                  <a:lnTo>
                    <a:pt x="1316101" y="1182624"/>
                  </a:lnTo>
                  <a:lnTo>
                    <a:pt x="0" y="1182624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2479675" y="4395724"/>
              <a:ext cx="536575" cy="481330"/>
            </a:xfrm>
            <a:custGeom>
              <a:avLst/>
              <a:gdLst/>
              <a:ahLst/>
              <a:cxnLst/>
              <a:rect l="l" t="t" r="r" b="b"/>
              <a:pathLst>
                <a:path w="536575" h="481329">
                  <a:moveTo>
                    <a:pt x="0" y="0"/>
                  </a:moveTo>
                  <a:lnTo>
                    <a:pt x="536575" y="481075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/>
          <p:nvPr/>
        </p:nvSpPr>
        <p:spPr>
          <a:xfrm>
            <a:off x="7102475" y="6030912"/>
            <a:ext cx="1456055" cy="0"/>
          </a:xfrm>
          <a:custGeom>
            <a:avLst/>
            <a:gdLst/>
            <a:ahLst/>
            <a:cxnLst/>
            <a:rect l="l" t="t" r="r" b="b"/>
            <a:pathLst>
              <a:path w="1456054">
                <a:moveTo>
                  <a:pt x="0" y="0"/>
                </a:moveTo>
                <a:lnTo>
                  <a:pt x="1455801" y="0"/>
                </a:lnTo>
              </a:path>
            </a:pathLst>
          </a:custGeom>
          <a:ln w="19050">
            <a:solidFill>
              <a:srgbClr val="000000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4132326" y="4402073"/>
            <a:ext cx="67310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i="1" dirty="0">
                <a:latin typeface="Arial"/>
                <a:cs typeface="Arial"/>
              </a:rPr>
              <a:t>W</a:t>
            </a:r>
            <a:endParaRPr sz="5400">
              <a:latin typeface="Arial"/>
              <a:cs typeface="Arial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2508250" y="2889250"/>
            <a:ext cx="776605" cy="735330"/>
            <a:chOff x="2508250" y="2889250"/>
            <a:chExt cx="776605" cy="735330"/>
          </a:xfrm>
        </p:grpSpPr>
        <p:sp>
          <p:nvSpPr>
            <p:cNvPr id="31" name="object 31"/>
            <p:cNvSpPr/>
            <p:nvPr/>
          </p:nvSpPr>
          <p:spPr>
            <a:xfrm>
              <a:off x="2514600" y="2895600"/>
              <a:ext cx="763905" cy="722630"/>
            </a:xfrm>
            <a:custGeom>
              <a:avLst/>
              <a:gdLst/>
              <a:ahLst/>
              <a:cxnLst/>
              <a:rect l="l" t="t" r="r" b="b"/>
              <a:pathLst>
                <a:path w="763904" h="722629">
                  <a:moveTo>
                    <a:pt x="381762" y="0"/>
                  </a:moveTo>
                  <a:lnTo>
                    <a:pt x="333878" y="2813"/>
                  </a:lnTo>
                  <a:lnTo>
                    <a:pt x="287769" y="11028"/>
                  </a:lnTo>
                  <a:lnTo>
                    <a:pt x="243791" y="24307"/>
                  </a:lnTo>
                  <a:lnTo>
                    <a:pt x="202303" y="42311"/>
                  </a:lnTo>
                  <a:lnTo>
                    <a:pt x="163662" y="64702"/>
                  </a:lnTo>
                  <a:lnTo>
                    <a:pt x="128227" y="91142"/>
                  </a:lnTo>
                  <a:lnTo>
                    <a:pt x="96355" y="121293"/>
                  </a:lnTo>
                  <a:lnTo>
                    <a:pt x="68404" y="154816"/>
                  </a:lnTo>
                  <a:lnTo>
                    <a:pt x="44733" y="191374"/>
                  </a:lnTo>
                  <a:lnTo>
                    <a:pt x="25699" y="230628"/>
                  </a:lnTo>
                  <a:lnTo>
                    <a:pt x="11660" y="272241"/>
                  </a:lnTo>
                  <a:lnTo>
                    <a:pt x="2974" y="315873"/>
                  </a:lnTo>
                  <a:lnTo>
                    <a:pt x="0" y="361188"/>
                  </a:lnTo>
                  <a:lnTo>
                    <a:pt x="2974" y="406477"/>
                  </a:lnTo>
                  <a:lnTo>
                    <a:pt x="11660" y="450092"/>
                  </a:lnTo>
                  <a:lnTo>
                    <a:pt x="25699" y="491694"/>
                  </a:lnTo>
                  <a:lnTo>
                    <a:pt x="44733" y="530945"/>
                  </a:lnTo>
                  <a:lnTo>
                    <a:pt x="68404" y="567503"/>
                  </a:lnTo>
                  <a:lnTo>
                    <a:pt x="96355" y="601031"/>
                  </a:lnTo>
                  <a:lnTo>
                    <a:pt x="128227" y="631189"/>
                  </a:lnTo>
                  <a:lnTo>
                    <a:pt x="163662" y="657638"/>
                  </a:lnTo>
                  <a:lnTo>
                    <a:pt x="202303" y="680039"/>
                  </a:lnTo>
                  <a:lnTo>
                    <a:pt x="243791" y="698053"/>
                  </a:lnTo>
                  <a:lnTo>
                    <a:pt x="287769" y="711339"/>
                  </a:lnTo>
                  <a:lnTo>
                    <a:pt x="333878" y="719560"/>
                  </a:lnTo>
                  <a:lnTo>
                    <a:pt x="381762" y="722376"/>
                  </a:lnTo>
                  <a:lnTo>
                    <a:pt x="429672" y="719560"/>
                  </a:lnTo>
                  <a:lnTo>
                    <a:pt x="475804" y="711339"/>
                  </a:lnTo>
                  <a:lnTo>
                    <a:pt x="519801" y="698053"/>
                  </a:lnTo>
                  <a:lnTo>
                    <a:pt x="561305" y="680039"/>
                  </a:lnTo>
                  <a:lnTo>
                    <a:pt x="599958" y="657638"/>
                  </a:lnTo>
                  <a:lnTo>
                    <a:pt x="635403" y="631189"/>
                  </a:lnTo>
                  <a:lnTo>
                    <a:pt x="667283" y="601031"/>
                  </a:lnTo>
                  <a:lnTo>
                    <a:pt x="695238" y="567503"/>
                  </a:lnTo>
                  <a:lnTo>
                    <a:pt x="718913" y="530945"/>
                  </a:lnTo>
                  <a:lnTo>
                    <a:pt x="737949" y="491694"/>
                  </a:lnTo>
                  <a:lnTo>
                    <a:pt x="751989" y="450092"/>
                  </a:lnTo>
                  <a:lnTo>
                    <a:pt x="760676" y="406477"/>
                  </a:lnTo>
                  <a:lnTo>
                    <a:pt x="763651" y="361188"/>
                  </a:lnTo>
                  <a:lnTo>
                    <a:pt x="760676" y="315873"/>
                  </a:lnTo>
                  <a:lnTo>
                    <a:pt x="751989" y="272241"/>
                  </a:lnTo>
                  <a:lnTo>
                    <a:pt x="737949" y="230628"/>
                  </a:lnTo>
                  <a:lnTo>
                    <a:pt x="718913" y="191374"/>
                  </a:lnTo>
                  <a:lnTo>
                    <a:pt x="695238" y="154816"/>
                  </a:lnTo>
                  <a:lnTo>
                    <a:pt x="667283" y="121293"/>
                  </a:lnTo>
                  <a:lnTo>
                    <a:pt x="635403" y="91142"/>
                  </a:lnTo>
                  <a:lnTo>
                    <a:pt x="599958" y="64702"/>
                  </a:lnTo>
                  <a:lnTo>
                    <a:pt x="561305" y="42311"/>
                  </a:lnTo>
                  <a:lnTo>
                    <a:pt x="519801" y="24307"/>
                  </a:lnTo>
                  <a:lnTo>
                    <a:pt x="475804" y="11028"/>
                  </a:lnTo>
                  <a:lnTo>
                    <a:pt x="429672" y="2813"/>
                  </a:lnTo>
                  <a:lnTo>
                    <a:pt x="381762" y="0"/>
                  </a:lnTo>
                  <a:close/>
                </a:path>
              </a:pathLst>
            </a:custGeom>
            <a:solidFill>
              <a:srgbClr val="00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2514600" y="2895600"/>
              <a:ext cx="763905" cy="722630"/>
            </a:xfrm>
            <a:custGeom>
              <a:avLst/>
              <a:gdLst/>
              <a:ahLst/>
              <a:cxnLst/>
              <a:rect l="l" t="t" r="r" b="b"/>
              <a:pathLst>
                <a:path w="763904" h="722629">
                  <a:moveTo>
                    <a:pt x="0" y="361188"/>
                  </a:moveTo>
                  <a:lnTo>
                    <a:pt x="2974" y="315873"/>
                  </a:lnTo>
                  <a:lnTo>
                    <a:pt x="11660" y="272241"/>
                  </a:lnTo>
                  <a:lnTo>
                    <a:pt x="25699" y="230628"/>
                  </a:lnTo>
                  <a:lnTo>
                    <a:pt x="44733" y="191374"/>
                  </a:lnTo>
                  <a:lnTo>
                    <a:pt x="68404" y="154816"/>
                  </a:lnTo>
                  <a:lnTo>
                    <a:pt x="96355" y="121293"/>
                  </a:lnTo>
                  <a:lnTo>
                    <a:pt x="128227" y="91142"/>
                  </a:lnTo>
                  <a:lnTo>
                    <a:pt x="163662" y="64702"/>
                  </a:lnTo>
                  <a:lnTo>
                    <a:pt x="202303" y="42311"/>
                  </a:lnTo>
                  <a:lnTo>
                    <a:pt x="243791" y="24307"/>
                  </a:lnTo>
                  <a:lnTo>
                    <a:pt x="287769" y="11028"/>
                  </a:lnTo>
                  <a:lnTo>
                    <a:pt x="333878" y="2813"/>
                  </a:lnTo>
                  <a:lnTo>
                    <a:pt x="381762" y="0"/>
                  </a:lnTo>
                  <a:lnTo>
                    <a:pt x="429672" y="2813"/>
                  </a:lnTo>
                  <a:lnTo>
                    <a:pt x="475804" y="11028"/>
                  </a:lnTo>
                  <a:lnTo>
                    <a:pt x="519801" y="24307"/>
                  </a:lnTo>
                  <a:lnTo>
                    <a:pt x="561305" y="42311"/>
                  </a:lnTo>
                  <a:lnTo>
                    <a:pt x="599958" y="64702"/>
                  </a:lnTo>
                  <a:lnTo>
                    <a:pt x="635403" y="91142"/>
                  </a:lnTo>
                  <a:lnTo>
                    <a:pt x="667283" y="121293"/>
                  </a:lnTo>
                  <a:lnTo>
                    <a:pt x="695238" y="154816"/>
                  </a:lnTo>
                  <a:lnTo>
                    <a:pt x="718913" y="191374"/>
                  </a:lnTo>
                  <a:lnTo>
                    <a:pt x="737949" y="230628"/>
                  </a:lnTo>
                  <a:lnTo>
                    <a:pt x="751989" y="272241"/>
                  </a:lnTo>
                  <a:lnTo>
                    <a:pt x="760676" y="315873"/>
                  </a:lnTo>
                  <a:lnTo>
                    <a:pt x="763651" y="361188"/>
                  </a:lnTo>
                  <a:lnTo>
                    <a:pt x="760676" y="406477"/>
                  </a:lnTo>
                  <a:lnTo>
                    <a:pt x="751989" y="450092"/>
                  </a:lnTo>
                  <a:lnTo>
                    <a:pt x="737949" y="491694"/>
                  </a:lnTo>
                  <a:lnTo>
                    <a:pt x="718913" y="530945"/>
                  </a:lnTo>
                  <a:lnTo>
                    <a:pt x="695238" y="567503"/>
                  </a:lnTo>
                  <a:lnTo>
                    <a:pt x="667283" y="601031"/>
                  </a:lnTo>
                  <a:lnTo>
                    <a:pt x="635403" y="631189"/>
                  </a:lnTo>
                  <a:lnTo>
                    <a:pt x="599958" y="657638"/>
                  </a:lnTo>
                  <a:lnTo>
                    <a:pt x="561305" y="680039"/>
                  </a:lnTo>
                  <a:lnTo>
                    <a:pt x="519801" y="698053"/>
                  </a:lnTo>
                  <a:lnTo>
                    <a:pt x="475804" y="711339"/>
                  </a:lnTo>
                  <a:lnTo>
                    <a:pt x="429672" y="719560"/>
                  </a:lnTo>
                  <a:lnTo>
                    <a:pt x="381762" y="722376"/>
                  </a:lnTo>
                  <a:lnTo>
                    <a:pt x="333878" y="719560"/>
                  </a:lnTo>
                  <a:lnTo>
                    <a:pt x="287769" y="711339"/>
                  </a:lnTo>
                  <a:lnTo>
                    <a:pt x="243791" y="698053"/>
                  </a:lnTo>
                  <a:lnTo>
                    <a:pt x="202303" y="680039"/>
                  </a:lnTo>
                  <a:lnTo>
                    <a:pt x="163662" y="657638"/>
                  </a:lnTo>
                  <a:lnTo>
                    <a:pt x="128227" y="631189"/>
                  </a:lnTo>
                  <a:lnTo>
                    <a:pt x="96355" y="601031"/>
                  </a:lnTo>
                  <a:lnTo>
                    <a:pt x="68404" y="567503"/>
                  </a:lnTo>
                  <a:lnTo>
                    <a:pt x="44733" y="530945"/>
                  </a:lnTo>
                  <a:lnTo>
                    <a:pt x="25699" y="491694"/>
                  </a:lnTo>
                  <a:lnTo>
                    <a:pt x="11660" y="450092"/>
                  </a:lnTo>
                  <a:lnTo>
                    <a:pt x="2974" y="406477"/>
                  </a:lnTo>
                  <a:lnTo>
                    <a:pt x="0" y="361188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5715000" y="3585286"/>
            <a:ext cx="3266556" cy="168846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305560" algn="l"/>
                <a:tab pos="2948305" algn="l"/>
              </a:tabLst>
            </a:pPr>
            <a:r>
              <a:rPr sz="5400" i="1" dirty="0">
                <a:latin typeface="Arial"/>
                <a:cs typeface="Arial"/>
              </a:rPr>
              <a:t>Z	</a:t>
            </a:r>
            <a:r>
              <a:rPr sz="5400" i="1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	</a:t>
            </a:r>
            <a:endParaRPr sz="5400" dirty="0">
              <a:latin typeface="Arial"/>
              <a:cs typeface="Arial"/>
            </a:endParaRPr>
          </a:p>
          <a:p>
            <a:pPr marL="1292860" algn="ctr">
              <a:lnSpc>
                <a:spcPct val="100000"/>
              </a:lnSpc>
              <a:spcBef>
                <a:spcPts val="135"/>
              </a:spcBef>
              <a:tabLst>
                <a:tab pos="2935605" algn="l"/>
              </a:tabLst>
            </a:pPr>
            <a:r>
              <a:rPr sz="5400" i="1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	</a:t>
            </a:r>
            <a:endParaRPr sz="5400" dirty="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2806954" y="2814954"/>
            <a:ext cx="17780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i="1" spc="-5" dirty="0">
                <a:latin typeface="Arial"/>
                <a:cs typeface="Arial"/>
              </a:rPr>
              <a:t>i</a:t>
            </a:r>
            <a:endParaRPr sz="5400">
              <a:latin typeface="Arial"/>
              <a:cs typeface="Arial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2138589" y="1515552"/>
            <a:ext cx="2962275" cy="2536190"/>
            <a:chOff x="2138589" y="1515552"/>
            <a:chExt cx="2962275" cy="2536190"/>
          </a:xfrm>
        </p:grpSpPr>
        <p:sp>
          <p:nvSpPr>
            <p:cNvPr id="36" name="object 36"/>
            <p:cNvSpPr/>
            <p:nvPr/>
          </p:nvSpPr>
          <p:spPr>
            <a:xfrm>
              <a:off x="2209800" y="3511550"/>
              <a:ext cx="2259330" cy="527050"/>
            </a:xfrm>
            <a:custGeom>
              <a:avLst/>
              <a:gdLst/>
              <a:ahLst/>
              <a:cxnLst/>
              <a:rect l="l" t="t" r="r" b="b"/>
              <a:pathLst>
                <a:path w="2259329" h="527050">
                  <a:moveTo>
                    <a:pt x="957326" y="0"/>
                  </a:moveTo>
                  <a:lnTo>
                    <a:pt x="2259076" y="527050"/>
                  </a:lnTo>
                </a:path>
                <a:path w="2259329" h="527050">
                  <a:moveTo>
                    <a:pt x="415925" y="0"/>
                  </a:moveTo>
                  <a:lnTo>
                    <a:pt x="0" y="26835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2151289" y="1528252"/>
              <a:ext cx="2936875" cy="2314575"/>
            </a:xfrm>
            <a:custGeom>
              <a:avLst/>
              <a:gdLst/>
              <a:ahLst/>
              <a:cxnLst/>
              <a:rect l="l" t="t" r="r" b="b"/>
              <a:pathLst>
                <a:path w="2936875" h="2314575">
                  <a:moveTo>
                    <a:pt x="63717" y="2140396"/>
                  </a:moveTo>
                  <a:lnTo>
                    <a:pt x="35182" y="2091064"/>
                  </a:lnTo>
                  <a:lnTo>
                    <a:pt x="15186" y="2037172"/>
                  </a:lnTo>
                  <a:lnTo>
                    <a:pt x="3526" y="1979051"/>
                  </a:lnTo>
                  <a:lnTo>
                    <a:pt x="0" y="1917031"/>
                  </a:lnTo>
                  <a:lnTo>
                    <a:pt x="1223" y="1884662"/>
                  </a:lnTo>
                  <a:lnTo>
                    <a:pt x="9517" y="1817413"/>
                  </a:lnTo>
                  <a:lnTo>
                    <a:pt x="25438" y="1747089"/>
                  </a:lnTo>
                  <a:lnTo>
                    <a:pt x="48783" y="1674022"/>
                  </a:lnTo>
                  <a:lnTo>
                    <a:pt x="63176" y="1636562"/>
                  </a:lnTo>
                  <a:lnTo>
                    <a:pt x="79349" y="1598540"/>
                  </a:lnTo>
                  <a:lnTo>
                    <a:pt x="97277" y="1559998"/>
                  </a:lnTo>
                  <a:lnTo>
                    <a:pt x="116934" y="1520975"/>
                  </a:lnTo>
                  <a:lnTo>
                    <a:pt x="138295" y="1481515"/>
                  </a:lnTo>
                  <a:lnTo>
                    <a:pt x="161335" y="1441657"/>
                  </a:lnTo>
                  <a:lnTo>
                    <a:pt x="186028" y="1401443"/>
                  </a:lnTo>
                  <a:lnTo>
                    <a:pt x="212349" y="1360915"/>
                  </a:lnTo>
                  <a:lnTo>
                    <a:pt x="240273" y="1320113"/>
                  </a:lnTo>
                  <a:lnTo>
                    <a:pt x="269774" y="1279079"/>
                  </a:lnTo>
                  <a:lnTo>
                    <a:pt x="300827" y="1237855"/>
                  </a:lnTo>
                  <a:lnTo>
                    <a:pt x="333406" y="1196480"/>
                  </a:lnTo>
                  <a:lnTo>
                    <a:pt x="367487" y="1154998"/>
                  </a:lnTo>
                  <a:lnTo>
                    <a:pt x="403044" y="1113448"/>
                  </a:lnTo>
                  <a:lnTo>
                    <a:pt x="440051" y="1071873"/>
                  </a:lnTo>
                  <a:lnTo>
                    <a:pt x="478483" y="1030313"/>
                  </a:lnTo>
                  <a:lnTo>
                    <a:pt x="518315" y="988809"/>
                  </a:lnTo>
                  <a:lnTo>
                    <a:pt x="559522" y="947404"/>
                  </a:lnTo>
                  <a:lnTo>
                    <a:pt x="602078" y="906138"/>
                  </a:lnTo>
                  <a:lnTo>
                    <a:pt x="645958" y="865052"/>
                  </a:lnTo>
                  <a:lnTo>
                    <a:pt x="691137" y="824188"/>
                  </a:lnTo>
                  <a:lnTo>
                    <a:pt x="737589" y="783588"/>
                  </a:lnTo>
                  <a:lnTo>
                    <a:pt x="785288" y="743291"/>
                  </a:lnTo>
                  <a:lnTo>
                    <a:pt x="834210" y="703340"/>
                  </a:lnTo>
                  <a:lnTo>
                    <a:pt x="884330" y="663776"/>
                  </a:lnTo>
                  <a:lnTo>
                    <a:pt x="935621" y="624639"/>
                  </a:lnTo>
                  <a:lnTo>
                    <a:pt x="988058" y="585972"/>
                  </a:lnTo>
                  <a:lnTo>
                    <a:pt x="1041617" y="547816"/>
                  </a:lnTo>
                  <a:lnTo>
                    <a:pt x="1095792" y="510531"/>
                  </a:lnTo>
                  <a:lnTo>
                    <a:pt x="1150062" y="474475"/>
                  </a:lnTo>
                  <a:lnTo>
                    <a:pt x="1204382" y="439657"/>
                  </a:lnTo>
                  <a:lnTo>
                    <a:pt x="1258702" y="406087"/>
                  </a:lnTo>
                  <a:lnTo>
                    <a:pt x="1312976" y="373775"/>
                  </a:lnTo>
                  <a:lnTo>
                    <a:pt x="1367157" y="342730"/>
                  </a:lnTo>
                  <a:lnTo>
                    <a:pt x="1421196" y="312962"/>
                  </a:lnTo>
                  <a:lnTo>
                    <a:pt x="1475047" y="284482"/>
                  </a:lnTo>
                  <a:lnTo>
                    <a:pt x="1528662" y="257297"/>
                  </a:lnTo>
                  <a:lnTo>
                    <a:pt x="1581994" y="231419"/>
                  </a:lnTo>
                  <a:lnTo>
                    <a:pt x="1634995" y="206857"/>
                  </a:lnTo>
                  <a:lnTo>
                    <a:pt x="1687618" y="183620"/>
                  </a:lnTo>
                  <a:lnTo>
                    <a:pt x="1739816" y="161718"/>
                  </a:lnTo>
                  <a:lnTo>
                    <a:pt x="1791541" y="141162"/>
                  </a:lnTo>
                  <a:lnTo>
                    <a:pt x="1842745" y="121959"/>
                  </a:lnTo>
                  <a:lnTo>
                    <a:pt x="1893381" y="104121"/>
                  </a:lnTo>
                  <a:lnTo>
                    <a:pt x="1943402" y="87657"/>
                  </a:lnTo>
                  <a:lnTo>
                    <a:pt x="1992761" y="72577"/>
                  </a:lnTo>
                  <a:lnTo>
                    <a:pt x="2041410" y="58890"/>
                  </a:lnTo>
                  <a:lnTo>
                    <a:pt x="2089301" y="46605"/>
                  </a:lnTo>
                  <a:lnTo>
                    <a:pt x="2136387" y="35734"/>
                  </a:lnTo>
                  <a:lnTo>
                    <a:pt x="2182621" y="26285"/>
                  </a:lnTo>
                  <a:lnTo>
                    <a:pt x="2227956" y="18267"/>
                  </a:lnTo>
                  <a:lnTo>
                    <a:pt x="2272343" y="11692"/>
                  </a:lnTo>
                  <a:lnTo>
                    <a:pt x="2315736" y="6567"/>
                  </a:lnTo>
                  <a:lnTo>
                    <a:pt x="2358087" y="2904"/>
                  </a:lnTo>
                  <a:lnTo>
                    <a:pt x="2399349" y="712"/>
                  </a:lnTo>
                  <a:lnTo>
                    <a:pt x="2439474" y="0"/>
                  </a:lnTo>
                  <a:lnTo>
                    <a:pt x="2478415" y="777"/>
                  </a:lnTo>
                  <a:lnTo>
                    <a:pt x="2552555" y="6842"/>
                  </a:lnTo>
                  <a:lnTo>
                    <a:pt x="2621389" y="18984"/>
                  </a:lnTo>
                  <a:lnTo>
                    <a:pt x="2684539" y="37279"/>
                  </a:lnTo>
                  <a:lnTo>
                    <a:pt x="2741624" y="61805"/>
                  </a:lnTo>
                  <a:lnTo>
                    <a:pt x="2792266" y="92640"/>
                  </a:lnTo>
                  <a:lnTo>
                    <a:pt x="2836086" y="129862"/>
                  </a:lnTo>
                  <a:lnTo>
                    <a:pt x="2872703" y="173547"/>
                  </a:lnTo>
                  <a:lnTo>
                    <a:pt x="2888051" y="197750"/>
                  </a:lnTo>
                  <a:lnTo>
                    <a:pt x="2912293" y="249401"/>
                  </a:lnTo>
                  <a:lnTo>
                    <a:pt x="2928098" y="305446"/>
                  </a:lnTo>
                  <a:lnTo>
                    <a:pt x="2935670" y="365554"/>
                  </a:lnTo>
                  <a:lnTo>
                    <a:pt x="2936431" y="397028"/>
                  </a:lnTo>
                  <a:lnTo>
                    <a:pt x="2935210" y="429395"/>
                  </a:lnTo>
                  <a:lnTo>
                    <a:pt x="2926921" y="496639"/>
                  </a:lnTo>
                  <a:lnTo>
                    <a:pt x="2911006" y="566957"/>
                  </a:lnTo>
                  <a:lnTo>
                    <a:pt x="2887667" y="640018"/>
                  </a:lnTo>
                  <a:lnTo>
                    <a:pt x="2873277" y="677475"/>
                  </a:lnTo>
                  <a:lnTo>
                    <a:pt x="2857107" y="715494"/>
                  </a:lnTo>
                  <a:lnTo>
                    <a:pt x="2839182" y="754034"/>
                  </a:lnTo>
                  <a:lnTo>
                    <a:pt x="2819527" y="793053"/>
                  </a:lnTo>
                  <a:lnTo>
                    <a:pt x="2798169" y="832511"/>
                  </a:lnTo>
                  <a:lnTo>
                    <a:pt x="2775131" y="872367"/>
                  </a:lnTo>
                  <a:lnTo>
                    <a:pt x="2750440" y="912578"/>
                  </a:lnTo>
                  <a:lnTo>
                    <a:pt x="2724121" y="953105"/>
                  </a:lnTo>
                  <a:lnTo>
                    <a:pt x="2696199" y="993905"/>
                  </a:lnTo>
                  <a:lnTo>
                    <a:pt x="2666700" y="1034937"/>
                  </a:lnTo>
                  <a:lnTo>
                    <a:pt x="2635648" y="1076160"/>
                  </a:lnTo>
                  <a:lnTo>
                    <a:pt x="2603070" y="1117534"/>
                  </a:lnTo>
                  <a:lnTo>
                    <a:pt x="2568989" y="1159016"/>
                  </a:lnTo>
                  <a:lnTo>
                    <a:pt x="2533433" y="1200566"/>
                  </a:lnTo>
                  <a:lnTo>
                    <a:pt x="2496425" y="1242141"/>
                  </a:lnTo>
                  <a:lnTo>
                    <a:pt x="2457992" y="1283702"/>
                  </a:lnTo>
                  <a:lnTo>
                    <a:pt x="2418158" y="1325207"/>
                  </a:lnTo>
                  <a:lnTo>
                    <a:pt x="2376950" y="1366614"/>
                  </a:lnTo>
                  <a:lnTo>
                    <a:pt x="2334391" y="1407882"/>
                  </a:lnTo>
                  <a:lnTo>
                    <a:pt x="2290508" y="1448971"/>
                  </a:lnTo>
                  <a:lnTo>
                    <a:pt x="2245326" y="1489838"/>
                  </a:lnTo>
                  <a:lnTo>
                    <a:pt x="2198871" y="1530443"/>
                  </a:lnTo>
                  <a:lnTo>
                    <a:pt x="2151166" y="1570745"/>
                  </a:lnTo>
                  <a:lnTo>
                    <a:pt x="2102239" y="1610701"/>
                  </a:lnTo>
                  <a:lnTo>
                    <a:pt x="2052113" y="1650271"/>
                  </a:lnTo>
                  <a:lnTo>
                    <a:pt x="2000815" y="1689415"/>
                  </a:lnTo>
                  <a:lnTo>
                    <a:pt x="1948370" y="1728089"/>
                  </a:lnTo>
                  <a:lnTo>
                    <a:pt x="1894803" y="1766254"/>
                  </a:lnTo>
                  <a:lnTo>
                    <a:pt x="1840628" y="1803530"/>
                  </a:lnTo>
                  <a:lnTo>
                    <a:pt x="1786358" y="1839579"/>
                  </a:lnTo>
                  <a:lnTo>
                    <a:pt x="1732038" y="1874389"/>
                  </a:lnTo>
                  <a:lnTo>
                    <a:pt x="1677718" y="1907951"/>
                  </a:lnTo>
                  <a:lnTo>
                    <a:pt x="1623444" y="1940256"/>
                  </a:lnTo>
                  <a:lnTo>
                    <a:pt x="1569263" y="1971294"/>
                  </a:lnTo>
                  <a:lnTo>
                    <a:pt x="1515224" y="2001055"/>
                  </a:lnTo>
                  <a:lnTo>
                    <a:pt x="1461373" y="2029530"/>
                  </a:lnTo>
                  <a:lnTo>
                    <a:pt x="1407757" y="2056709"/>
                  </a:lnTo>
                  <a:lnTo>
                    <a:pt x="1354426" y="2082581"/>
                  </a:lnTo>
                  <a:lnTo>
                    <a:pt x="1301424" y="2107139"/>
                  </a:lnTo>
                  <a:lnTo>
                    <a:pt x="1248801" y="2130371"/>
                  </a:lnTo>
                  <a:lnTo>
                    <a:pt x="1196604" y="2152268"/>
                  </a:lnTo>
                  <a:lnTo>
                    <a:pt x="1144879" y="2172821"/>
                  </a:lnTo>
                  <a:lnTo>
                    <a:pt x="1093675" y="2192019"/>
                  </a:lnTo>
                  <a:lnTo>
                    <a:pt x="1043039" y="2209853"/>
                  </a:lnTo>
                  <a:lnTo>
                    <a:pt x="993018" y="2226314"/>
                  </a:lnTo>
                  <a:lnTo>
                    <a:pt x="943659" y="2241391"/>
                  </a:lnTo>
                  <a:lnTo>
                    <a:pt x="895010" y="2255076"/>
                  </a:lnTo>
                  <a:lnTo>
                    <a:pt x="847119" y="2267357"/>
                  </a:lnTo>
                  <a:lnTo>
                    <a:pt x="800033" y="2278226"/>
                  </a:lnTo>
                  <a:lnTo>
                    <a:pt x="753799" y="2287673"/>
                  </a:lnTo>
                  <a:lnTo>
                    <a:pt x="708464" y="2295689"/>
                  </a:lnTo>
                  <a:lnTo>
                    <a:pt x="664077" y="2302262"/>
                  </a:lnTo>
                  <a:lnTo>
                    <a:pt x="620684" y="2307385"/>
                  </a:lnTo>
                  <a:lnTo>
                    <a:pt x="578333" y="2311047"/>
                  </a:lnTo>
                  <a:lnTo>
                    <a:pt x="537071" y="2313238"/>
                  </a:lnTo>
                  <a:lnTo>
                    <a:pt x="496946" y="2313949"/>
                  </a:lnTo>
                  <a:lnTo>
                    <a:pt x="458005" y="2313170"/>
                  </a:lnTo>
                  <a:lnTo>
                    <a:pt x="383865" y="2307104"/>
                  </a:lnTo>
                  <a:lnTo>
                    <a:pt x="315031" y="2294961"/>
                  </a:lnTo>
                  <a:lnTo>
                    <a:pt x="251881" y="2276665"/>
                  </a:lnTo>
                  <a:lnTo>
                    <a:pt x="194796" y="2252138"/>
                  </a:lnTo>
                  <a:lnTo>
                    <a:pt x="144154" y="2221303"/>
                  </a:lnTo>
                  <a:lnTo>
                    <a:pt x="100334" y="2184081"/>
                  </a:lnTo>
                  <a:lnTo>
                    <a:pt x="63717" y="2140396"/>
                  </a:lnTo>
                  <a:close/>
                </a:path>
              </a:pathLst>
            </a:custGeom>
            <a:ln w="254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1528699" y="25400"/>
            <a:ext cx="6087745" cy="13677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11375" marR="5080" indent="-2099310">
              <a:lnSpc>
                <a:spcPct val="100000"/>
              </a:lnSpc>
              <a:spcBef>
                <a:spcPts val="100"/>
              </a:spcBef>
            </a:pPr>
            <a:r>
              <a:rPr sz="4400" i="1" dirty="0">
                <a:solidFill>
                  <a:srgbClr val="FF0000"/>
                </a:solidFill>
                <a:latin typeface="Arial"/>
                <a:cs typeface="Arial"/>
              </a:rPr>
              <a:t>Double rotation :</a:t>
            </a:r>
            <a:r>
              <a:rPr sz="4400" i="1" spc="-7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4400" i="1" dirty="0">
                <a:solidFill>
                  <a:srgbClr val="FF0000"/>
                </a:solidFill>
                <a:latin typeface="Arial"/>
                <a:cs typeface="Arial"/>
              </a:rPr>
              <a:t>second  rotation</a:t>
            </a:r>
            <a:endParaRPr sz="4400">
              <a:latin typeface="Arial"/>
              <a:cs typeface="Aria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5397753" y="1980057"/>
            <a:ext cx="30911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i="1" spc="-5" dirty="0">
                <a:solidFill>
                  <a:srgbClr val="339933"/>
                </a:solidFill>
                <a:latin typeface="Arial"/>
                <a:cs typeface="Arial"/>
              </a:rPr>
              <a:t>Now do a right</a:t>
            </a:r>
            <a:r>
              <a:rPr sz="2400" i="1" spc="-15" dirty="0">
                <a:solidFill>
                  <a:srgbClr val="339933"/>
                </a:solidFill>
                <a:latin typeface="Arial"/>
                <a:cs typeface="Arial"/>
              </a:rPr>
              <a:t> </a:t>
            </a:r>
            <a:r>
              <a:rPr sz="2400" i="1" spc="-5" dirty="0">
                <a:solidFill>
                  <a:srgbClr val="339933"/>
                </a:solidFill>
                <a:latin typeface="Arial"/>
                <a:cs typeface="Arial"/>
              </a:rPr>
              <a:t>rotation</a:t>
            </a:r>
            <a:endParaRPr sz="2400">
              <a:latin typeface="Arial"/>
              <a:cs typeface="Arial"/>
            </a:endParaRPr>
          </a:p>
        </p:txBody>
      </p:sp>
      <p:sp>
        <p:nvSpPr>
          <p:cNvPr id="40" name="Slide Number Placeholder 39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45</a:t>
            </a:fld>
            <a:endParaRPr lang="en-IN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371600"/>
            <a:ext cx="9144000" cy="762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4803775" y="3767201"/>
            <a:ext cx="774700" cy="735330"/>
            <a:chOff x="4803775" y="3767201"/>
            <a:chExt cx="774700" cy="735330"/>
          </a:xfrm>
        </p:grpSpPr>
        <p:sp>
          <p:nvSpPr>
            <p:cNvPr id="4" name="object 4"/>
            <p:cNvSpPr/>
            <p:nvPr/>
          </p:nvSpPr>
          <p:spPr>
            <a:xfrm>
              <a:off x="4810125" y="3773551"/>
              <a:ext cx="762000" cy="722630"/>
            </a:xfrm>
            <a:custGeom>
              <a:avLst/>
              <a:gdLst/>
              <a:ahLst/>
              <a:cxnLst/>
              <a:rect l="l" t="t" r="r" b="b"/>
              <a:pathLst>
                <a:path w="762000" h="722629">
                  <a:moveTo>
                    <a:pt x="381000" y="0"/>
                  </a:moveTo>
                  <a:lnTo>
                    <a:pt x="333204" y="2813"/>
                  </a:lnTo>
                  <a:lnTo>
                    <a:pt x="287181" y="11028"/>
                  </a:lnTo>
                  <a:lnTo>
                    <a:pt x="243288" y="24305"/>
                  </a:lnTo>
                  <a:lnTo>
                    <a:pt x="201881" y="42307"/>
                  </a:lnTo>
                  <a:lnTo>
                    <a:pt x="163318" y="64695"/>
                  </a:lnTo>
                  <a:lnTo>
                    <a:pt x="127955" y="91129"/>
                  </a:lnTo>
                  <a:lnTo>
                    <a:pt x="96149" y="121273"/>
                  </a:lnTo>
                  <a:lnTo>
                    <a:pt x="68257" y="154787"/>
                  </a:lnTo>
                  <a:lnTo>
                    <a:pt x="44636" y="191332"/>
                  </a:lnTo>
                  <a:lnTo>
                    <a:pt x="25643" y="230571"/>
                  </a:lnTo>
                  <a:lnTo>
                    <a:pt x="11634" y="272164"/>
                  </a:lnTo>
                  <a:lnTo>
                    <a:pt x="2968" y="315773"/>
                  </a:lnTo>
                  <a:lnTo>
                    <a:pt x="0" y="361061"/>
                  </a:lnTo>
                  <a:lnTo>
                    <a:pt x="2968" y="406375"/>
                  </a:lnTo>
                  <a:lnTo>
                    <a:pt x="11634" y="450007"/>
                  </a:lnTo>
                  <a:lnTo>
                    <a:pt x="25643" y="491620"/>
                  </a:lnTo>
                  <a:lnTo>
                    <a:pt x="44636" y="530874"/>
                  </a:lnTo>
                  <a:lnTo>
                    <a:pt x="68257" y="567432"/>
                  </a:lnTo>
                  <a:lnTo>
                    <a:pt x="96149" y="600955"/>
                  </a:lnTo>
                  <a:lnTo>
                    <a:pt x="127955" y="631106"/>
                  </a:lnTo>
                  <a:lnTo>
                    <a:pt x="163318" y="657546"/>
                  </a:lnTo>
                  <a:lnTo>
                    <a:pt x="201881" y="679937"/>
                  </a:lnTo>
                  <a:lnTo>
                    <a:pt x="243288" y="697941"/>
                  </a:lnTo>
                  <a:lnTo>
                    <a:pt x="287181" y="711220"/>
                  </a:lnTo>
                  <a:lnTo>
                    <a:pt x="333204" y="719435"/>
                  </a:lnTo>
                  <a:lnTo>
                    <a:pt x="381000" y="722249"/>
                  </a:lnTo>
                  <a:lnTo>
                    <a:pt x="428795" y="719435"/>
                  </a:lnTo>
                  <a:lnTo>
                    <a:pt x="474818" y="711220"/>
                  </a:lnTo>
                  <a:lnTo>
                    <a:pt x="518711" y="697941"/>
                  </a:lnTo>
                  <a:lnTo>
                    <a:pt x="560118" y="679937"/>
                  </a:lnTo>
                  <a:lnTo>
                    <a:pt x="598681" y="657546"/>
                  </a:lnTo>
                  <a:lnTo>
                    <a:pt x="634044" y="631106"/>
                  </a:lnTo>
                  <a:lnTo>
                    <a:pt x="665850" y="600955"/>
                  </a:lnTo>
                  <a:lnTo>
                    <a:pt x="693742" y="567432"/>
                  </a:lnTo>
                  <a:lnTo>
                    <a:pt x="717363" y="530874"/>
                  </a:lnTo>
                  <a:lnTo>
                    <a:pt x="736356" y="491620"/>
                  </a:lnTo>
                  <a:lnTo>
                    <a:pt x="750365" y="450007"/>
                  </a:lnTo>
                  <a:lnTo>
                    <a:pt x="759031" y="406375"/>
                  </a:lnTo>
                  <a:lnTo>
                    <a:pt x="762000" y="361061"/>
                  </a:lnTo>
                  <a:lnTo>
                    <a:pt x="759031" y="315773"/>
                  </a:lnTo>
                  <a:lnTo>
                    <a:pt x="750365" y="272164"/>
                  </a:lnTo>
                  <a:lnTo>
                    <a:pt x="736356" y="230571"/>
                  </a:lnTo>
                  <a:lnTo>
                    <a:pt x="717363" y="191332"/>
                  </a:lnTo>
                  <a:lnTo>
                    <a:pt x="693742" y="154787"/>
                  </a:lnTo>
                  <a:lnTo>
                    <a:pt x="665850" y="121273"/>
                  </a:lnTo>
                  <a:lnTo>
                    <a:pt x="634044" y="91129"/>
                  </a:lnTo>
                  <a:lnTo>
                    <a:pt x="598681" y="64695"/>
                  </a:lnTo>
                  <a:lnTo>
                    <a:pt x="560118" y="42307"/>
                  </a:lnTo>
                  <a:lnTo>
                    <a:pt x="518711" y="24305"/>
                  </a:lnTo>
                  <a:lnTo>
                    <a:pt x="474818" y="11028"/>
                  </a:lnTo>
                  <a:lnTo>
                    <a:pt x="428795" y="2813"/>
                  </a:lnTo>
                  <a:lnTo>
                    <a:pt x="381000" y="0"/>
                  </a:lnTo>
                  <a:close/>
                </a:path>
              </a:pathLst>
            </a:custGeom>
            <a:solidFill>
              <a:srgbClr val="00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810125" y="3773551"/>
              <a:ext cx="762000" cy="722630"/>
            </a:xfrm>
            <a:custGeom>
              <a:avLst/>
              <a:gdLst/>
              <a:ahLst/>
              <a:cxnLst/>
              <a:rect l="l" t="t" r="r" b="b"/>
              <a:pathLst>
                <a:path w="762000" h="722629">
                  <a:moveTo>
                    <a:pt x="0" y="361061"/>
                  </a:moveTo>
                  <a:lnTo>
                    <a:pt x="2968" y="315773"/>
                  </a:lnTo>
                  <a:lnTo>
                    <a:pt x="11634" y="272164"/>
                  </a:lnTo>
                  <a:lnTo>
                    <a:pt x="25643" y="230571"/>
                  </a:lnTo>
                  <a:lnTo>
                    <a:pt x="44636" y="191332"/>
                  </a:lnTo>
                  <a:lnTo>
                    <a:pt x="68257" y="154787"/>
                  </a:lnTo>
                  <a:lnTo>
                    <a:pt x="96149" y="121273"/>
                  </a:lnTo>
                  <a:lnTo>
                    <a:pt x="127955" y="91129"/>
                  </a:lnTo>
                  <a:lnTo>
                    <a:pt x="163318" y="64695"/>
                  </a:lnTo>
                  <a:lnTo>
                    <a:pt x="201881" y="42307"/>
                  </a:lnTo>
                  <a:lnTo>
                    <a:pt x="243288" y="24305"/>
                  </a:lnTo>
                  <a:lnTo>
                    <a:pt x="287181" y="11028"/>
                  </a:lnTo>
                  <a:lnTo>
                    <a:pt x="333204" y="2813"/>
                  </a:lnTo>
                  <a:lnTo>
                    <a:pt x="381000" y="0"/>
                  </a:lnTo>
                  <a:lnTo>
                    <a:pt x="428795" y="2813"/>
                  </a:lnTo>
                  <a:lnTo>
                    <a:pt x="474818" y="11028"/>
                  </a:lnTo>
                  <a:lnTo>
                    <a:pt x="518711" y="24305"/>
                  </a:lnTo>
                  <a:lnTo>
                    <a:pt x="560118" y="42307"/>
                  </a:lnTo>
                  <a:lnTo>
                    <a:pt x="598681" y="64695"/>
                  </a:lnTo>
                  <a:lnTo>
                    <a:pt x="634044" y="91129"/>
                  </a:lnTo>
                  <a:lnTo>
                    <a:pt x="665850" y="121273"/>
                  </a:lnTo>
                  <a:lnTo>
                    <a:pt x="693742" y="154787"/>
                  </a:lnTo>
                  <a:lnTo>
                    <a:pt x="717363" y="191332"/>
                  </a:lnTo>
                  <a:lnTo>
                    <a:pt x="736356" y="230571"/>
                  </a:lnTo>
                  <a:lnTo>
                    <a:pt x="750365" y="272164"/>
                  </a:lnTo>
                  <a:lnTo>
                    <a:pt x="759031" y="315773"/>
                  </a:lnTo>
                  <a:lnTo>
                    <a:pt x="762000" y="361061"/>
                  </a:lnTo>
                  <a:lnTo>
                    <a:pt x="759031" y="406375"/>
                  </a:lnTo>
                  <a:lnTo>
                    <a:pt x="750365" y="450007"/>
                  </a:lnTo>
                  <a:lnTo>
                    <a:pt x="736356" y="491620"/>
                  </a:lnTo>
                  <a:lnTo>
                    <a:pt x="717363" y="530874"/>
                  </a:lnTo>
                  <a:lnTo>
                    <a:pt x="693742" y="567432"/>
                  </a:lnTo>
                  <a:lnTo>
                    <a:pt x="665850" y="600955"/>
                  </a:lnTo>
                  <a:lnTo>
                    <a:pt x="634044" y="631106"/>
                  </a:lnTo>
                  <a:lnTo>
                    <a:pt x="598681" y="657546"/>
                  </a:lnTo>
                  <a:lnTo>
                    <a:pt x="560118" y="679937"/>
                  </a:lnTo>
                  <a:lnTo>
                    <a:pt x="518711" y="697941"/>
                  </a:lnTo>
                  <a:lnTo>
                    <a:pt x="474818" y="711220"/>
                  </a:lnTo>
                  <a:lnTo>
                    <a:pt x="428795" y="719435"/>
                  </a:lnTo>
                  <a:lnTo>
                    <a:pt x="381000" y="722249"/>
                  </a:lnTo>
                  <a:lnTo>
                    <a:pt x="333204" y="719435"/>
                  </a:lnTo>
                  <a:lnTo>
                    <a:pt x="287181" y="711220"/>
                  </a:lnTo>
                  <a:lnTo>
                    <a:pt x="243288" y="697941"/>
                  </a:lnTo>
                  <a:lnTo>
                    <a:pt x="201881" y="679937"/>
                  </a:lnTo>
                  <a:lnTo>
                    <a:pt x="163318" y="657546"/>
                  </a:lnTo>
                  <a:lnTo>
                    <a:pt x="127955" y="631106"/>
                  </a:lnTo>
                  <a:lnTo>
                    <a:pt x="96149" y="600955"/>
                  </a:lnTo>
                  <a:lnTo>
                    <a:pt x="68257" y="567432"/>
                  </a:lnTo>
                  <a:lnTo>
                    <a:pt x="44636" y="530874"/>
                  </a:lnTo>
                  <a:lnTo>
                    <a:pt x="25643" y="491620"/>
                  </a:lnTo>
                  <a:lnTo>
                    <a:pt x="11634" y="450007"/>
                  </a:lnTo>
                  <a:lnTo>
                    <a:pt x="2968" y="406375"/>
                  </a:lnTo>
                  <a:lnTo>
                    <a:pt x="0" y="361061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5102097" y="3693032"/>
            <a:ext cx="17780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i="1" spc="-5" dirty="0">
                <a:latin typeface="Arial"/>
                <a:cs typeface="Arial"/>
              </a:rPr>
              <a:t>j</a:t>
            </a:r>
            <a:endParaRPr sz="540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822450" y="3773551"/>
            <a:ext cx="774700" cy="735330"/>
            <a:chOff x="1822450" y="3773551"/>
            <a:chExt cx="774700" cy="735330"/>
          </a:xfrm>
        </p:grpSpPr>
        <p:sp>
          <p:nvSpPr>
            <p:cNvPr id="8" name="object 8"/>
            <p:cNvSpPr/>
            <p:nvPr/>
          </p:nvSpPr>
          <p:spPr>
            <a:xfrm>
              <a:off x="1828800" y="3779901"/>
              <a:ext cx="762000" cy="722630"/>
            </a:xfrm>
            <a:custGeom>
              <a:avLst/>
              <a:gdLst/>
              <a:ahLst/>
              <a:cxnLst/>
              <a:rect l="l" t="t" r="r" b="b"/>
              <a:pathLst>
                <a:path w="762000" h="722629">
                  <a:moveTo>
                    <a:pt x="381000" y="0"/>
                  </a:moveTo>
                  <a:lnTo>
                    <a:pt x="333204" y="2813"/>
                  </a:lnTo>
                  <a:lnTo>
                    <a:pt x="287181" y="11028"/>
                  </a:lnTo>
                  <a:lnTo>
                    <a:pt x="243288" y="24305"/>
                  </a:lnTo>
                  <a:lnTo>
                    <a:pt x="201881" y="42307"/>
                  </a:lnTo>
                  <a:lnTo>
                    <a:pt x="163318" y="64695"/>
                  </a:lnTo>
                  <a:lnTo>
                    <a:pt x="127955" y="91129"/>
                  </a:lnTo>
                  <a:lnTo>
                    <a:pt x="96149" y="121273"/>
                  </a:lnTo>
                  <a:lnTo>
                    <a:pt x="68257" y="154787"/>
                  </a:lnTo>
                  <a:lnTo>
                    <a:pt x="44636" y="191332"/>
                  </a:lnTo>
                  <a:lnTo>
                    <a:pt x="25643" y="230571"/>
                  </a:lnTo>
                  <a:lnTo>
                    <a:pt x="11634" y="272164"/>
                  </a:lnTo>
                  <a:lnTo>
                    <a:pt x="2968" y="315773"/>
                  </a:lnTo>
                  <a:lnTo>
                    <a:pt x="0" y="361061"/>
                  </a:lnTo>
                  <a:lnTo>
                    <a:pt x="2968" y="406375"/>
                  </a:lnTo>
                  <a:lnTo>
                    <a:pt x="11634" y="450007"/>
                  </a:lnTo>
                  <a:lnTo>
                    <a:pt x="25643" y="491620"/>
                  </a:lnTo>
                  <a:lnTo>
                    <a:pt x="44636" y="530874"/>
                  </a:lnTo>
                  <a:lnTo>
                    <a:pt x="68257" y="567432"/>
                  </a:lnTo>
                  <a:lnTo>
                    <a:pt x="96149" y="600955"/>
                  </a:lnTo>
                  <a:lnTo>
                    <a:pt x="127955" y="631106"/>
                  </a:lnTo>
                  <a:lnTo>
                    <a:pt x="163318" y="657546"/>
                  </a:lnTo>
                  <a:lnTo>
                    <a:pt x="201881" y="679937"/>
                  </a:lnTo>
                  <a:lnTo>
                    <a:pt x="243288" y="697941"/>
                  </a:lnTo>
                  <a:lnTo>
                    <a:pt x="287181" y="711220"/>
                  </a:lnTo>
                  <a:lnTo>
                    <a:pt x="333204" y="719435"/>
                  </a:lnTo>
                  <a:lnTo>
                    <a:pt x="381000" y="722249"/>
                  </a:lnTo>
                  <a:lnTo>
                    <a:pt x="428795" y="719435"/>
                  </a:lnTo>
                  <a:lnTo>
                    <a:pt x="474818" y="711220"/>
                  </a:lnTo>
                  <a:lnTo>
                    <a:pt x="518711" y="697941"/>
                  </a:lnTo>
                  <a:lnTo>
                    <a:pt x="560118" y="679937"/>
                  </a:lnTo>
                  <a:lnTo>
                    <a:pt x="598681" y="657546"/>
                  </a:lnTo>
                  <a:lnTo>
                    <a:pt x="634044" y="631106"/>
                  </a:lnTo>
                  <a:lnTo>
                    <a:pt x="665850" y="600955"/>
                  </a:lnTo>
                  <a:lnTo>
                    <a:pt x="693742" y="567432"/>
                  </a:lnTo>
                  <a:lnTo>
                    <a:pt x="717363" y="530874"/>
                  </a:lnTo>
                  <a:lnTo>
                    <a:pt x="736356" y="491620"/>
                  </a:lnTo>
                  <a:lnTo>
                    <a:pt x="750365" y="450007"/>
                  </a:lnTo>
                  <a:lnTo>
                    <a:pt x="759031" y="406375"/>
                  </a:lnTo>
                  <a:lnTo>
                    <a:pt x="762000" y="361061"/>
                  </a:lnTo>
                  <a:lnTo>
                    <a:pt x="759031" y="315773"/>
                  </a:lnTo>
                  <a:lnTo>
                    <a:pt x="750365" y="272164"/>
                  </a:lnTo>
                  <a:lnTo>
                    <a:pt x="736356" y="230571"/>
                  </a:lnTo>
                  <a:lnTo>
                    <a:pt x="717363" y="191332"/>
                  </a:lnTo>
                  <a:lnTo>
                    <a:pt x="693742" y="154787"/>
                  </a:lnTo>
                  <a:lnTo>
                    <a:pt x="665850" y="121273"/>
                  </a:lnTo>
                  <a:lnTo>
                    <a:pt x="634044" y="91129"/>
                  </a:lnTo>
                  <a:lnTo>
                    <a:pt x="598681" y="64695"/>
                  </a:lnTo>
                  <a:lnTo>
                    <a:pt x="560118" y="42307"/>
                  </a:lnTo>
                  <a:lnTo>
                    <a:pt x="518711" y="24305"/>
                  </a:lnTo>
                  <a:lnTo>
                    <a:pt x="474818" y="11028"/>
                  </a:lnTo>
                  <a:lnTo>
                    <a:pt x="428795" y="2813"/>
                  </a:lnTo>
                  <a:lnTo>
                    <a:pt x="381000" y="0"/>
                  </a:lnTo>
                  <a:close/>
                </a:path>
              </a:pathLst>
            </a:custGeom>
            <a:solidFill>
              <a:srgbClr val="00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828800" y="3779901"/>
              <a:ext cx="762000" cy="722630"/>
            </a:xfrm>
            <a:custGeom>
              <a:avLst/>
              <a:gdLst/>
              <a:ahLst/>
              <a:cxnLst/>
              <a:rect l="l" t="t" r="r" b="b"/>
              <a:pathLst>
                <a:path w="762000" h="722629">
                  <a:moveTo>
                    <a:pt x="0" y="361061"/>
                  </a:moveTo>
                  <a:lnTo>
                    <a:pt x="2968" y="315773"/>
                  </a:lnTo>
                  <a:lnTo>
                    <a:pt x="11634" y="272164"/>
                  </a:lnTo>
                  <a:lnTo>
                    <a:pt x="25643" y="230571"/>
                  </a:lnTo>
                  <a:lnTo>
                    <a:pt x="44636" y="191332"/>
                  </a:lnTo>
                  <a:lnTo>
                    <a:pt x="68257" y="154787"/>
                  </a:lnTo>
                  <a:lnTo>
                    <a:pt x="96149" y="121273"/>
                  </a:lnTo>
                  <a:lnTo>
                    <a:pt x="127955" y="91129"/>
                  </a:lnTo>
                  <a:lnTo>
                    <a:pt x="163318" y="64695"/>
                  </a:lnTo>
                  <a:lnTo>
                    <a:pt x="201881" y="42307"/>
                  </a:lnTo>
                  <a:lnTo>
                    <a:pt x="243288" y="24305"/>
                  </a:lnTo>
                  <a:lnTo>
                    <a:pt x="287181" y="11028"/>
                  </a:lnTo>
                  <a:lnTo>
                    <a:pt x="333204" y="2813"/>
                  </a:lnTo>
                  <a:lnTo>
                    <a:pt x="381000" y="0"/>
                  </a:lnTo>
                  <a:lnTo>
                    <a:pt x="428795" y="2813"/>
                  </a:lnTo>
                  <a:lnTo>
                    <a:pt x="474818" y="11028"/>
                  </a:lnTo>
                  <a:lnTo>
                    <a:pt x="518711" y="24305"/>
                  </a:lnTo>
                  <a:lnTo>
                    <a:pt x="560118" y="42307"/>
                  </a:lnTo>
                  <a:lnTo>
                    <a:pt x="598681" y="64695"/>
                  </a:lnTo>
                  <a:lnTo>
                    <a:pt x="634044" y="91129"/>
                  </a:lnTo>
                  <a:lnTo>
                    <a:pt x="665850" y="121273"/>
                  </a:lnTo>
                  <a:lnTo>
                    <a:pt x="693742" y="154787"/>
                  </a:lnTo>
                  <a:lnTo>
                    <a:pt x="717363" y="191332"/>
                  </a:lnTo>
                  <a:lnTo>
                    <a:pt x="736356" y="230571"/>
                  </a:lnTo>
                  <a:lnTo>
                    <a:pt x="750365" y="272164"/>
                  </a:lnTo>
                  <a:lnTo>
                    <a:pt x="759031" y="315773"/>
                  </a:lnTo>
                  <a:lnTo>
                    <a:pt x="762000" y="361061"/>
                  </a:lnTo>
                  <a:lnTo>
                    <a:pt x="759031" y="406375"/>
                  </a:lnTo>
                  <a:lnTo>
                    <a:pt x="750365" y="450007"/>
                  </a:lnTo>
                  <a:lnTo>
                    <a:pt x="736356" y="491620"/>
                  </a:lnTo>
                  <a:lnTo>
                    <a:pt x="717363" y="530874"/>
                  </a:lnTo>
                  <a:lnTo>
                    <a:pt x="693742" y="567432"/>
                  </a:lnTo>
                  <a:lnTo>
                    <a:pt x="665850" y="600955"/>
                  </a:lnTo>
                  <a:lnTo>
                    <a:pt x="634044" y="631106"/>
                  </a:lnTo>
                  <a:lnTo>
                    <a:pt x="598681" y="657546"/>
                  </a:lnTo>
                  <a:lnTo>
                    <a:pt x="560118" y="679937"/>
                  </a:lnTo>
                  <a:lnTo>
                    <a:pt x="518711" y="697941"/>
                  </a:lnTo>
                  <a:lnTo>
                    <a:pt x="474818" y="711220"/>
                  </a:lnTo>
                  <a:lnTo>
                    <a:pt x="428795" y="719435"/>
                  </a:lnTo>
                  <a:lnTo>
                    <a:pt x="381000" y="722249"/>
                  </a:lnTo>
                  <a:lnTo>
                    <a:pt x="333204" y="719435"/>
                  </a:lnTo>
                  <a:lnTo>
                    <a:pt x="287181" y="711220"/>
                  </a:lnTo>
                  <a:lnTo>
                    <a:pt x="243288" y="697941"/>
                  </a:lnTo>
                  <a:lnTo>
                    <a:pt x="201881" y="679937"/>
                  </a:lnTo>
                  <a:lnTo>
                    <a:pt x="163318" y="657546"/>
                  </a:lnTo>
                  <a:lnTo>
                    <a:pt x="127955" y="631106"/>
                  </a:lnTo>
                  <a:lnTo>
                    <a:pt x="96149" y="600955"/>
                  </a:lnTo>
                  <a:lnTo>
                    <a:pt x="68257" y="567432"/>
                  </a:lnTo>
                  <a:lnTo>
                    <a:pt x="44636" y="530874"/>
                  </a:lnTo>
                  <a:lnTo>
                    <a:pt x="25643" y="491620"/>
                  </a:lnTo>
                  <a:lnTo>
                    <a:pt x="11634" y="450007"/>
                  </a:lnTo>
                  <a:lnTo>
                    <a:pt x="2968" y="406375"/>
                  </a:lnTo>
                  <a:lnTo>
                    <a:pt x="0" y="361061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025776" y="3699205"/>
            <a:ext cx="368935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i="1" dirty="0">
                <a:latin typeface="Arial"/>
                <a:cs typeface="Arial"/>
              </a:rPr>
              <a:t>k</a:t>
            </a:r>
            <a:endParaRPr sz="5400">
              <a:latin typeface="Arial"/>
              <a:cs typeface="Aria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603250" y="4383023"/>
            <a:ext cx="1468755" cy="1692910"/>
            <a:chOff x="603250" y="4383023"/>
            <a:chExt cx="1468755" cy="1692910"/>
          </a:xfrm>
        </p:grpSpPr>
        <p:sp>
          <p:nvSpPr>
            <p:cNvPr id="12" name="object 12"/>
            <p:cNvSpPr/>
            <p:nvPr/>
          </p:nvSpPr>
          <p:spPr>
            <a:xfrm>
              <a:off x="609600" y="4952999"/>
              <a:ext cx="1456055" cy="1116330"/>
            </a:xfrm>
            <a:custGeom>
              <a:avLst/>
              <a:gdLst/>
              <a:ahLst/>
              <a:cxnLst/>
              <a:rect l="l" t="t" r="r" b="b"/>
              <a:pathLst>
                <a:path w="1456055" h="1116329">
                  <a:moveTo>
                    <a:pt x="727837" y="0"/>
                  </a:moveTo>
                  <a:lnTo>
                    <a:pt x="0" y="1116012"/>
                  </a:lnTo>
                  <a:lnTo>
                    <a:pt x="1455801" y="1116012"/>
                  </a:lnTo>
                  <a:lnTo>
                    <a:pt x="727837" y="0"/>
                  </a:lnTo>
                  <a:close/>
                </a:path>
              </a:pathLst>
            </a:custGeom>
            <a:solidFill>
              <a:srgbClr val="00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09600" y="4952999"/>
              <a:ext cx="1456055" cy="1116330"/>
            </a:xfrm>
            <a:custGeom>
              <a:avLst/>
              <a:gdLst/>
              <a:ahLst/>
              <a:cxnLst/>
              <a:rect l="l" t="t" r="r" b="b"/>
              <a:pathLst>
                <a:path w="1456055" h="1116329">
                  <a:moveTo>
                    <a:pt x="0" y="1116012"/>
                  </a:moveTo>
                  <a:lnTo>
                    <a:pt x="727837" y="0"/>
                  </a:lnTo>
                  <a:lnTo>
                    <a:pt x="1455801" y="1116012"/>
                  </a:lnTo>
                  <a:lnTo>
                    <a:pt x="0" y="1116012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338326" y="4395723"/>
              <a:ext cx="601980" cy="557530"/>
            </a:xfrm>
            <a:custGeom>
              <a:avLst/>
              <a:gdLst/>
              <a:ahLst/>
              <a:cxnLst/>
              <a:rect l="l" t="t" r="r" b="b"/>
              <a:pathLst>
                <a:path w="601980" h="557529">
                  <a:moveTo>
                    <a:pt x="601599" y="0"/>
                  </a:moveTo>
                  <a:lnTo>
                    <a:pt x="0" y="557276"/>
                  </a:lnTo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1150416" y="5269179"/>
            <a:ext cx="44450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i="1" dirty="0">
                <a:latin typeface="Times New Roman"/>
                <a:cs typeface="Times New Roman"/>
              </a:rPr>
              <a:t>X</a:t>
            </a:r>
            <a:endParaRPr sz="5400">
              <a:latin typeface="Times New Roman"/>
              <a:cs typeface="Times New Roman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2351151" y="4870450"/>
            <a:ext cx="1330325" cy="1195705"/>
            <a:chOff x="2351151" y="4870450"/>
            <a:chExt cx="1330325" cy="1195705"/>
          </a:xfrm>
        </p:grpSpPr>
        <p:sp>
          <p:nvSpPr>
            <p:cNvPr id="17" name="object 17"/>
            <p:cNvSpPr/>
            <p:nvPr/>
          </p:nvSpPr>
          <p:spPr>
            <a:xfrm>
              <a:off x="2357501" y="4876800"/>
              <a:ext cx="1317625" cy="1183005"/>
            </a:xfrm>
            <a:custGeom>
              <a:avLst/>
              <a:gdLst/>
              <a:ahLst/>
              <a:cxnLst/>
              <a:rect l="l" t="t" r="r" b="b"/>
              <a:pathLst>
                <a:path w="1317625" h="1183004">
                  <a:moveTo>
                    <a:pt x="658749" y="0"/>
                  </a:moveTo>
                  <a:lnTo>
                    <a:pt x="0" y="1182687"/>
                  </a:lnTo>
                  <a:lnTo>
                    <a:pt x="1317625" y="1182687"/>
                  </a:lnTo>
                  <a:lnTo>
                    <a:pt x="658749" y="0"/>
                  </a:lnTo>
                  <a:close/>
                </a:path>
              </a:pathLst>
            </a:custGeom>
            <a:solidFill>
              <a:srgbClr val="00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357501" y="4876800"/>
              <a:ext cx="1317625" cy="1183005"/>
            </a:xfrm>
            <a:custGeom>
              <a:avLst/>
              <a:gdLst/>
              <a:ahLst/>
              <a:cxnLst/>
              <a:rect l="l" t="t" r="r" b="b"/>
              <a:pathLst>
                <a:path w="1317625" h="1183004">
                  <a:moveTo>
                    <a:pt x="0" y="1182687"/>
                  </a:moveTo>
                  <a:lnTo>
                    <a:pt x="658749" y="0"/>
                  </a:lnTo>
                  <a:lnTo>
                    <a:pt x="1317625" y="1182687"/>
                  </a:lnTo>
                  <a:lnTo>
                    <a:pt x="0" y="1182687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2775585" y="5322519"/>
            <a:ext cx="483234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i="1" dirty="0">
                <a:latin typeface="Arial"/>
                <a:cs typeface="Arial"/>
              </a:rPr>
              <a:t>V</a:t>
            </a:r>
            <a:endParaRPr sz="5400">
              <a:latin typeface="Arial"/>
              <a:cs typeface="Arial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2466975" y="4383023"/>
            <a:ext cx="4225925" cy="1648460"/>
            <a:chOff x="2466975" y="4383023"/>
            <a:chExt cx="4225925" cy="1648460"/>
          </a:xfrm>
        </p:grpSpPr>
        <p:sp>
          <p:nvSpPr>
            <p:cNvPr id="21" name="object 21"/>
            <p:cNvSpPr/>
            <p:nvPr/>
          </p:nvSpPr>
          <p:spPr>
            <a:xfrm>
              <a:off x="5229225" y="4906898"/>
              <a:ext cx="1457325" cy="1118235"/>
            </a:xfrm>
            <a:custGeom>
              <a:avLst/>
              <a:gdLst/>
              <a:ahLst/>
              <a:cxnLst/>
              <a:rect l="l" t="t" r="r" b="b"/>
              <a:pathLst>
                <a:path w="1457325" h="1118235">
                  <a:moveTo>
                    <a:pt x="728726" y="0"/>
                  </a:moveTo>
                  <a:lnTo>
                    <a:pt x="0" y="1117663"/>
                  </a:lnTo>
                  <a:lnTo>
                    <a:pt x="1457325" y="1117663"/>
                  </a:lnTo>
                  <a:lnTo>
                    <a:pt x="728726" y="0"/>
                  </a:lnTo>
                  <a:close/>
                </a:path>
              </a:pathLst>
            </a:custGeom>
            <a:solidFill>
              <a:srgbClr val="00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229225" y="4906898"/>
              <a:ext cx="1457325" cy="1118235"/>
            </a:xfrm>
            <a:custGeom>
              <a:avLst/>
              <a:gdLst/>
              <a:ahLst/>
              <a:cxnLst/>
              <a:rect l="l" t="t" r="r" b="b"/>
              <a:pathLst>
                <a:path w="1457325" h="1118235">
                  <a:moveTo>
                    <a:pt x="0" y="1117663"/>
                  </a:moveTo>
                  <a:lnTo>
                    <a:pt x="728726" y="0"/>
                  </a:lnTo>
                  <a:lnTo>
                    <a:pt x="1457325" y="1117663"/>
                  </a:lnTo>
                  <a:lnTo>
                    <a:pt x="0" y="1117663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2479675" y="4395723"/>
              <a:ext cx="536575" cy="481330"/>
            </a:xfrm>
            <a:custGeom>
              <a:avLst/>
              <a:gdLst/>
              <a:ahLst/>
              <a:cxnLst/>
              <a:rect l="l" t="t" r="r" b="b"/>
              <a:pathLst>
                <a:path w="536575" h="481329">
                  <a:moveTo>
                    <a:pt x="0" y="0"/>
                  </a:moveTo>
                  <a:lnTo>
                    <a:pt x="536575" y="481075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5726684" y="5197550"/>
            <a:ext cx="303149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375410" algn="l"/>
                <a:tab pos="3018155" algn="l"/>
              </a:tabLst>
            </a:pPr>
            <a:r>
              <a:rPr sz="5400" i="1" dirty="0">
                <a:latin typeface="Arial"/>
                <a:cs typeface="Arial"/>
              </a:rPr>
              <a:t>Z	</a:t>
            </a:r>
            <a:r>
              <a:rPr sz="5400" i="1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	</a:t>
            </a:r>
            <a:endParaRPr sz="5400">
              <a:latin typeface="Arial"/>
              <a:cs typeface="Arial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3803650" y="4376673"/>
            <a:ext cx="2167255" cy="1689735"/>
            <a:chOff x="3803650" y="4376673"/>
            <a:chExt cx="2167255" cy="1689735"/>
          </a:xfrm>
        </p:grpSpPr>
        <p:sp>
          <p:nvSpPr>
            <p:cNvPr id="26" name="object 26"/>
            <p:cNvSpPr/>
            <p:nvPr/>
          </p:nvSpPr>
          <p:spPr>
            <a:xfrm>
              <a:off x="5461000" y="4389373"/>
              <a:ext cx="497205" cy="517525"/>
            </a:xfrm>
            <a:custGeom>
              <a:avLst/>
              <a:gdLst/>
              <a:ahLst/>
              <a:cxnLst/>
              <a:rect l="l" t="t" r="r" b="b"/>
              <a:pathLst>
                <a:path w="497204" h="517525">
                  <a:moveTo>
                    <a:pt x="0" y="0"/>
                  </a:moveTo>
                  <a:lnTo>
                    <a:pt x="496950" y="517525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3810000" y="4876799"/>
              <a:ext cx="1316355" cy="1183005"/>
            </a:xfrm>
            <a:custGeom>
              <a:avLst/>
              <a:gdLst/>
              <a:ahLst/>
              <a:cxnLst/>
              <a:rect l="l" t="t" r="r" b="b"/>
              <a:pathLst>
                <a:path w="1316354" h="1183004">
                  <a:moveTo>
                    <a:pt x="657987" y="0"/>
                  </a:moveTo>
                  <a:lnTo>
                    <a:pt x="0" y="1182687"/>
                  </a:lnTo>
                  <a:lnTo>
                    <a:pt x="1316101" y="1182687"/>
                  </a:lnTo>
                  <a:lnTo>
                    <a:pt x="657987" y="0"/>
                  </a:lnTo>
                  <a:close/>
                </a:path>
              </a:pathLst>
            </a:custGeom>
            <a:solidFill>
              <a:srgbClr val="00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3810000" y="4876799"/>
              <a:ext cx="1316355" cy="1183005"/>
            </a:xfrm>
            <a:custGeom>
              <a:avLst/>
              <a:gdLst/>
              <a:ahLst/>
              <a:cxnLst/>
              <a:rect l="l" t="t" r="r" b="b"/>
              <a:pathLst>
                <a:path w="1316354" h="1183004">
                  <a:moveTo>
                    <a:pt x="0" y="1182687"/>
                  </a:moveTo>
                  <a:lnTo>
                    <a:pt x="657987" y="0"/>
                  </a:lnTo>
                  <a:lnTo>
                    <a:pt x="1316101" y="1182687"/>
                  </a:lnTo>
                  <a:lnTo>
                    <a:pt x="0" y="1182687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/>
          <p:nvPr/>
        </p:nvSpPr>
        <p:spPr>
          <a:xfrm>
            <a:off x="7032625" y="4389373"/>
            <a:ext cx="1456055" cy="0"/>
          </a:xfrm>
          <a:custGeom>
            <a:avLst/>
            <a:gdLst/>
            <a:ahLst/>
            <a:cxnLst/>
            <a:rect l="l" t="t" r="r" b="b"/>
            <a:pathLst>
              <a:path w="1456054">
                <a:moveTo>
                  <a:pt x="0" y="0"/>
                </a:moveTo>
                <a:lnTo>
                  <a:pt x="1455801" y="0"/>
                </a:lnTo>
              </a:path>
            </a:pathLst>
          </a:custGeom>
          <a:ln w="19050">
            <a:solidFill>
              <a:srgbClr val="000000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7032625" y="5176773"/>
            <a:ext cx="1456055" cy="0"/>
          </a:xfrm>
          <a:custGeom>
            <a:avLst/>
            <a:gdLst/>
            <a:ahLst/>
            <a:cxnLst/>
            <a:rect l="l" t="t" r="r" b="b"/>
            <a:pathLst>
              <a:path w="1456054">
                <a:moveTo>
                  <a:pt x="0" y="0"/>
                </a:moveTo>
                <a:lnTo>
                  <a:pt x="1455801" y="0"/>
                </a:lnTo>
              </a:path>
            </a:pathLst>
          </a:custGeom>
          <a:ln w="19050">
            <a:solidFill>
              <a:srgbClr val="000000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4132326" y="5240223"/>
            <a:ext cx="673100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i="1" dirty="0">
                <a:latin typeface="Arial"/>
                <a:cs typeface="Arial"/>
              </a:rPr>
              <a:t>W</a:t>
            </a:r>
            <a:endParaRPr sz="5400">
              <a:latin typeface="Arial"/>
              <a:cs typeface="Arial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3194050" y="2889250"/>
            <a:ext cx="776605" cy="735330"/>
            <a:chOff x="3194050" y="2889250"/>
            <a:chExt cx="776605" cy="735330"/>
          </a:xfrm>
        </p:grpSpPr>
        <p:sp>
          <p:nvSpPr>
            <p:cNvPr id="33" name="object 33"/>
            <p:cNvSpPr/>
            <p:nvPr/>
          </p:nvSpPr>
          <p:spPr>
            <a:xfrm>
              <a:off x="3200400" y="2895600"/>
              <a:ext cx="763905" cy="722630"/>
            </a:xfrm>
            <a:custGeom>
              <a:avLst/>
              <a:gdLst/>
              <a:ahLst/>
              <a:cxnLst/>
              <a:rect l="l" t="t" r="r" b="b"/>
              <a:pathLst>
                <a:path w="763904" h="722629">
                  <a:moveTo>
                    <a:pt x="381762" y="0"/>
                  </a:moveTo>
                  <a:lnTo>
                    <a:pt x="333878" y="2813"/>
                  </a:lnTo>
                  <a:lnTo>
                    <a:pt x="287769" y="11028"/>
                  </a:lnTo>
                  <a:lnTo>
                    <a:pt x="243791" y="24307"/>
                  </a:lnTo>
                  <a:lnTo>
                    <a:pt x="202303" y="42311"/>
                  </a:lnTo>
                  <a:lnTo>
                    <a:pt x="163662" y="64702"/>
                  </a:lnTo>
                  <a:lnTo>
                    <a:pt x="128227" y="91142"/>
                  </a:lnTo>
                  <a:lnTo>
                    <a:pt x="96355" y="121293"/>
                  </a:lnTo>
                  <a:lnTo>
                    <a:pt x="68404" y="154816"/>
                  </a:lnTo>
                  <a:lnTo>
                    <a:pt x="44733" y="191374"/>
                  </a:lnTo>
                  <a:lnTo>
                    <a:pt x="25699" y="230628"/>
                  </a:lnTo>
                  <a:lnTo>
                    <a:pt x="11660" y="272241"/>
                  </a:lnTo>
                  <a:lnTo>
                    <a:pt x="2974" y="315873"/>
                  </a:lnTo>
                  <a:lnTo>
                    <a:pt x="0" y="361188"/>
                  </a:lnTo>
                  <a:lnTo>
                    <a:pt x="2974" y="406477"/>
                  </a:lnTo>
                  <a:lnTo>
                    <a:pt x="11660" y="450092"/>
                  </a:lnTo>
                  <a:lnTo>
                    <a:pt x="25699" y="491694"/>
                  </a:lnTo>
                  <a:lnTo>
                    <a:pt x="44733" y="530945"/>
                  </a:lnTo>
                  <a:lnTo>
                    <a:pt x="68404" y="567503"/>
                  </a:lnTo>
                  <a:lnTo>
                    <a:pt x="96355" y="601031"/>
                  </a:lnTo>
                  <a:lnTo>
                    <a:pt x="128227" y="631189"/>
                  </a:lnTo>
                  <a:lnTo>
                    <a:pt x="163662" y="657638"/>
                  </a:lnTo>
                  <a:lnTo>
                    <a:pt x="202303" y="680039"/>
                  </a:lnTo>
                  <a:lnTo>
                    <a:pt x="243791" y="698053"/>
                  </a:lnTo>
                  <a:lnTo>
                    <a:pt x="287769" y="711339"/>
                  </a:lnTo>
                  <a:lnTo>
                    <a:pt x="333878" y="719560"/>
                  </a:lnTo>
                  <a:lnTo>
                    <a:pt x="381762" y="722376"/>
                  </a:lnTo>
                  <a:lnTo>
                    <a:pt x="429672" y="719560"/>
                  </a:lnTo>
                  <a:lnTo>
                    <a:pt x="475804" y="711339"/>
                  </a:lnTo>
                  <a:lnTo>
                    <a:pt x="519801" y="698053"/>
                  </a:lnTo>
                  <a:lnTo>
                    <a:pt x="561305" y="680039"/>
                  </a:lnTo>
                  <a:lnTo>
                    <a:pt x="599958" y="657638"/>
                  </a:lnTo>
                  <a:lnTo>
                    <a:pt x="635403" y="631189"/>
                  </a:lnTo>
                  <a:lnTo>
                    <a:pt x="667283" y="601031"/>
                  </a:lnTo>
                  <a:lnTo>
                    <a:pt x="695238" y="567503"/>
                  </a:lnTo>
                  <a:lnTo>
                    <a:pt x="718913" y="530945"/>
                  </a:lnTo>
                  <a:lnTo>
                    <a:pt x="737949" y="491694"/>
                  </a:lnTo>
                  <a:lnTo>
                    <a:pt x="751989" y="450092"/>
                  </a:lnTo>
                  <a:lnTo>
                    <a:pt x="760676" y="406477"/>
                  </a:lnTo>
                  <a:lnTo>
                    <a:pt x="763651" y="361188"/>
                  </a:lnTo>
                  <a:lnTo>
                    <a:pt x="760676" y="315873"/>
                  </a:lnTo>
                  <a:lnTo>
                    <a:pt x="751989" y="272241"/>
                  </a:lnTo>
                  <a:lnTo>
                    <a:pt x="737949" y="230628"/>
                  </a:lnTo>
                  <a:lnTo>
                    <a:pt x="718913" y="191374"/>
                  </a:lnTo>
                  <a:lnTo>
                    <a:pt x="695238" y="154816"/>
                  </a:lnTo>
                  <a:lnTo>
                    <a:pt x="667283" y="121293"/>
                  </a:lnTo>
                  <a:lnTo>
                    <a:pt x="635403" y="91142"/>
                  </a:lnTo>
                  <a:lnTo>
                    <a:pt x="599958" y="64702"/>
                  </a:lnTo>
                  <a:lnTo>
                    <a:pt x="561305" y="42311"/>
                  </a:lnTo>
                  <a:lnTo>
                    <a:pt x="519801" y="24307"/>
                  </a:lnTo>
                  <a:lnTo>
                    <a:pt x="475804" y="11028"/>
                  </a:lnTo>
                  <a:lnTo>
                    <a:pt x="429672" y="2813"/>
                  </a:lnTo>
                  <a:lnTo>
                    <a:pt x="381762" y="0"/>
                  </a:lnTo>
                  <a:close/>
                </a:path>
              </a:pathLst>
            </a:custGeom>
            <a:solidFill>
              <a:srgbClr val="00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3200400" y="2895600"/>
              <a:ext cx="763905" cy="722630"/>
            </a:xfrm>
            <a:custGeom>
              <a:avLst/>
              <a:gdLst/>
              <a:ahLst/>
              <a:cxnLst/>
              <a:rect l="l" t="t" r="r" b="b"/>
              <a:pathLst>
                <a:path w="763904" h="722629">
                  <a:moveTo>
                    <a:pt x="0" y="361188"/>
                  </a:moveTo>
                  <a:lnTo>
                    <a:pt x="2974" y="315873"/>
                  </a:lnTo>
                  <a:lnTo>
                    <a:pt x="11660" y="272241"/>
                  </a:lnTo>
                  <a:lnTo>
                    <a:pt x="25699" y="230628"/>
                  </a:lnTo>
                  <a:lnTo>
                    <a:pt x="44733" y="191374"/>
                  </a:lnTo>
                  <a:lnTo>
                    <a:pt x="68404" y="154816"/>
                  </a:lnTo>
                  <a:lnTo>
                    <a:pt x="96355" y="121293"/>
                  </a:lnTo>
                  <a:lnTo>
                    <a:pt x="128227" y="91142"/>
                  </a:lnTo>
                  <a:lnTo>
                    <a:pt x="163662" y="64702"/>
                  </a:lnTo>
                  <a:lnTo>
                    <a:pt x="202303" y="42311"/>
                  </a:lnTo>
                  <a:lnTo>
                    <a:pt x="243791" y="24307"/>
                  </a:lnTo>
                  <a:lnTo>
                    <a:pt x="287769" y="11028"/>
                  </a:lnTo>
                  <a:lnTo>
                    <a:pt x="333878" y="2813"/>
                  </a:lnTo>
                  <a:lnTo>
                    <a:pt x="381762" y="0"/>
                  </a:lnTo>
                  <a:lnTo>
                    <a:pt x="429672" y="2813"/>
                  </a:lnTo>
                  <a:lnTo>
                    <a:pt x="475804" y="11028"/>
                  </a:lnTo>
                  <a:lnTo>
                    <a:pt x="519801" y="24307"/>
                  </a:lnTo>
                  <a:lnTo>
                    <a:pt x="561305" y="42311"/>
                  </a:lnTo>
                  <a:lnTo>
                    <a:pt x="599958" y="64702"/>
                  </a:lnTo>
                  <a:lnTo>
                    <a:pt x="635403" y="91142"/>
                  </a:lnTo>
                  <a:lnTo>
                    <a:pt x="667283" y="121293"/>
                  </a:lnTo>
                  <a:lnTo>
                    <a:pt x="695238" y="154816"/>
                  </a:lnTo>
                  <a:lnTo>
                    <a:pt x="718913" y="191374"/>
                  </a:lnTo>
                  <a:lnTo>
                    <a:pt x="737949" y="230628"/>
                  </a:lnTo>
                  <a:lnTo>
                    <a:pt x="751989" y="272241"/>
                  </a:lnTo>
                  <a:lnTo>
                    <a:pt x="760676" y="315873"/>
                  </a:lnTo>
                  <a:lnTo>
                    <a:pt x="763651" y="361188"/>
                  </a:lnTo>
                  <a:lnTo>
                    <a:pt x="760676" y="406477"/>
                  </a:lnTo>
                  <a:lnTo>
                    <a:pt x="751989" y="450092"/>
                  </a:lnTo>
                  <a:lnTo>
                    <a:pt x="737949" y="491694"/>
                  </a:lnTo>
                  <a:lnTo>
                    <a:pt x="718913" y="530945"/>
                  </a:lnTo>
                  <a:lnTo>
                    <a:pt x="695238" y="567503"/>
                  </a:lnTo>
                  <a:lnTo>
                    <a:pt x="667283" y="601031"/>
                  </a:lnTo>
                  <a:lnTo>
                    <a:pt x="635403" y="631189"/>
                  </a:lnTo>
                  <a:lnTo>
                    <a:pt x="599958" y="657638"/>
                  </a:lnTo>
                  <a:lnTo>
                    <a:pt x="561305" y="680039"/>
                  </a:lnTo>
                  <a:lnTo>
                    <a:pt x="519801" y="698053"/>
                  </a:lnTo>
                  <a:lnTo>
                    <a:pt x="475804" y="711339"/>
                  </a:lnTo>
                  <a:lnTo>
                    <a:pt x="429672" y="719560"/>
                  </a:lnTo>
                  <a:lnTo>
                    <a:pt x="381762" y="722376"/>
                  </a:lnTo>
                  <a:lnTo>
                    <a:pt x="333878" y="719560"/>
                  </a:lnTo>
                  <a:lnTo>
                    <a:pt x="287769" y="711339"/>
                  </a:lnTo>
                  <a:lnTo>
                    <a:pt x="243791" y="698053"/>
                  </a:lnTo>
                  <a:lnTo>
                    <a:pt x="202303" y="680039"/>
                  </a:lnTo>
                  <a:lnTo>
                    <a:pt x="163662" y="657638"/>
                  </a:lnTo>
                  <a:lnTo>
                    <a:pt x="128227" y="631189"/>
                  </a:lnTo>
                  <a:lnTo>
                    <a:pt x="96355" y="601031"/>
                  </a:lnTo>
                  <a:lnTo>
                    <a:pt x="68404" y="567503"/>
                  </a:lnTo>
                  <a:lnTo>
                    <a:pt x="44733" y="530945"/>
                  </a:lnTo>
                  <a:lnTo>
                    <a:pt x="25699" y="491694"/>
                  </a:lnTo>
                  <a:lnTo>
                    <a:pt x="11660" y="450092"/>
                  </a:lnTo>
                  <a:lnTo>
                    <a:pt x="2974" y="406477"/>
                  </a:lnTo>
                  <a:lnTo>
                    <a:pt x="0" y="361188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3492753" y="2814954"/>
            <a:ext cx="17780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i="1" spc="-5" dirty="0">
                <a:latin typeface="Arial"/>
                <a:cs typeface="Arial"/>
              </a:rPr>
              <a:t>i</a:t>
            </a:r>
            <a:endParaRPr sz="5400">
              <a:latin typeface="Arial"/>
              <a:cs typeface="Arial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2197100" y="2700605"/>
            <a:ext cx="3827779" cy="2189480"/>
            <a:chOff x="2197100" y="2700605"/>
            <a:chExt cx="3827779" cy="2189480"/>
          </a:xfrm>
        </p:grpSpPr>
        <p:sp>
          <p:nvSpPr>
            <p:cNvPr id="37" name="object 37"/>
            <p:cNvSpPr/>
            <p:nvPr/>
          </p:nvSpPr>
          <p:spPr>
            <a:xfrm>
              <a:off x="2209800" y="3511549"/>
              <a:ext cx="2981325" cy="1365250"/>
            </a:xfrm>
            <a:custGeom>
              <a:avLst/>
              <a:gdLst/>
              <a:ahLst/>
              <a:cxnLst/>
              <a:rect l="l" t="t" r="r" b="b"/>
              <a:pathLst>
                <a:path w="2981325" h="1365250">
                  <a:moveTo>
                    <a:pt x="2711450" y="877824"/>
                  </a:moveTo>
                  <a:lnTo>
                    <a:pt x="2259076" y="1365250"/>
                  </a:lnTo>
                </a:path>
                <a:path w="2981325" h="1365250">
                  <a:moveTo>
                    <a:pt x="1101725" y="0"/>
                  </a:moveTo>
                  <a:lnTo>
                    <a:pt x="0" y="268350"/>
                  </a:lnTo>
                </a:path>
                <a:path w="2981325" h="1365250">
                  <a:moveTo>
                    <a:pt x="2981325" y="262000"/>
                  </a:moveTo>
                  <a:lnTo>
                    <a:pt x="1643126" y="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2903792" y="2713305"/>
              <a:ext cx="3108325" cy="2077720"/>
            </a:xfrm>
            <a:custGeom>
              <a:avLst/>
              <a:gdLst/>
              <a:ahLst/>
              <a:cxnLst/>
              <a:rect l="l" t="t" r="r" b="b"/>
              <a:pathLst>
                <a:path w="3108325" h="2077720">
                  <a:moveTo>
                    <a:pt x="40067" y="233856"/>
                  </a:moveTo>
                  <a:lnTo>
                    <a:pt x="71082" y="186024"/>
                  </a:lnTo>
                  <a:lnTo>
                    <a:pt x="110032" y="143733"/>
                  </a:lnTo>
                  <a:lnTo>
                    <a:pt x="156532" y="106950"/>
                  </a:lnTo>
                  <a:lnTo>
                    <a:pt x="210196" y="75644"/>
                  </a:lnTo>
                  <a:lnTo>
                    <a:pt x="270638" y="49785"/>
                  </a:lnTo>
                  <a:lnTo>
                    <a:pt x="337472" y="29343"/>
                  </a:lnTo>
                  <a:lnTo>
                    <a:pt x="410313" y="14285"/>
                  </a:lnTo>
                  <a:lnTo>
                    <a:pt x="448865" y="8766"/>
                  </a:lnTo>
                  <a:lnTo>
                    <a:pt x="488774" y="4582"/>
                  </a:lnTo>
                  <a:lnTo>
                    <a:pt x="529992" y="1729"/>
                  </a:lnTo>
                  <a:lnTo>
                    <a:pt x="572471" y="203"/>
                  </a:lnTo>
                  <a:lnTo>
                    <a:pt x="616162" y="0"/>
                  </a:lnTo>
                  <a:lnTo>
                    <a:pt x="661016" y="1116"/>
                  </a:lnTo>
                  <a:lnTo>
                    <a:pt x="706987" y="3548"/>
                  </a:lnTo>
                  <a:lnTo>
                    <a:pt x="754025" y="7291"/>
                  </a:lnTo>
                  <a:lnTo>
                    <a:pt x="802083" y="12342"/>
                  </a:lnTo>
                  <a:lnTo>
                    <a:pt x="851112" y="18697"/>
                  </a:lnTo>
                  <a:lnTo>
                    <a:pt x="901063" y="26352"/>
                  </a:lnTo>
                  <a:lnTo>
                    <a:pt x="951889" y="35304"/>
                  </a:lnTo>
                  <a:lnTo>
                    <a:pt x="1003542" y="45547"/>
                  </a:lnTo>
                  <a:lnTo>
                    <a:pt x="1055973" y="57080"/>
                  </a:lnTo>
                  <a:lnTo>
                    <a:pt x="1109134" y="69897"/>
                  </a:lnTo>
                  <a:lnTo>
                    <a:pt x="1162977" y="83994"/>
                  </a:lnTo>
                  <a:lnTo>
                    <a:pt x="1217453" y="99369"/>
                  </a:lnTo>
                  <a:lnTo>
                    <a:pt x="1272515" y="116017"/>
                  </a:lnTo>
                  <a:lnTo>
                    <a:pt x="1328113" y="133934"/>
                  </a:lnTo>
                  <a:lnTo>
                    <a:pt x="1384201" y="153116"/>
                  </a:lnTo>
                  <a:lnTo>
                    <a:pt x="1440729" y="173560"/>
                  </a:lnTo>
                  <a:lnTo>
                    <a:pt x="1497650" y="195262"/>
                  </a:lnTo>
                  <a:lnTo>
                    <a:pt x="1554914" y="218217"/>
                  </a:lnTo>
                  <a:lnTo>
                    <a:pt x="1612475" y="242422"/>
                  </a:lnTo>
                  <a:lnTo>
                    <a:pt x="1670284" y="267874"/>
                  </a:lnTo>
                  <a:lnTo>
                    <a:pt x="1728292" y="294568"/>
                  </a:lnTo>
                  <a:lnTo>
                    <a:pt x="1786451" y="322500"/>
                  </a:lnTo>
                  <a:lnTo>
                    <a:pt x="1844713" y="351667"/>
                  </a:lnTo>
                  <a:lnTo>
                    <a:pt x="1903030" y="382065"/>
                  </a:lnTo>
                  <a:lnTo>
                    <a:pt x="1960843" y="413410"/>
                  </a:lnTo>
                  <a:lnTo>
                    <a:pt x="2017605" y="445400"/>
                  </a:lnTo>
                  <a:lnTo>
                    <a:pt x="2073286" y="477995"/>
                  </a:lnTo>
                  <a:lnTo>
                    <a:pt x="2127856" y="511157"/>
                  </a:lnTo>
                  <a:lnTo>
                    <a:pt x="2181284" y="544849"/>
                  </a:lnTo>
                  <a:lnTo>
                    <a:pt x="2233541" y="579033"/>
                  </a:lnTo>
                  <a:lnTo>
                    <a:pt x="2284595" y="613672"/>
                  </a:lnTo>
                  <a:lnTo>
                    <a:pt x="2334418" y="648726"/>
                  </a:lnTo>
                  <a:lnTo>
                    <a:pt x="2382979" y="684159"/>
                  </a:lnTo>
                  <a:lnTo>
                    <a:pt x="2430247" y="719933"/>
                  </a:lnTo>
                  <a:lnTo>
                    <a:pt x="2476193" y="756009"/>
                  </a:lnTo>
                  <a:lnTo>
                    <a:pt x="2520787" y="792349"/>
                  </a:lnTo>
                  <a:lnTo>
                    <a:pt x="2563998" y="828917"/>
                  </a:lnTo>
                  <a:lnTo>
                    <a:pt x="2605796" y="865674"/>
                  </a:lnTo>
                  <a:lnTo>
                    <a:pt x="2646150" y="902582"/>
                  </a:lnTo>
                  <a:lnTo>
                    <a:pt x="2685032" y="939604"/>
                  </a:lnTo>
                  <a:lnTo>
                    <a:pt x="2722410" y="976701"/>
                  </a:lnTo>
                  <a:lnTo>
                    <a:pt x="2758255" y="1013835"/>
                  </a:lnTo>
                  <a:lnTo>
                    <a:pt x="2792536" y="1050970"/>
                  </a:lnTo>
                  <a:lnTo>
                    <a:pt x="2825223" y="1088066"/>
                  </a:lnTo>
                  <a:lnTo>
                    <a:pt x="2856286" y="1125087"/>
                  </a:lnTo>
                  <a:lnTo>
                    <a:pt x="2885695" y="1161993"/>
                  </a:lnTo>
                  <a:lnTo>
                    <a:pt x="2913419" y="1198748"/>
                  </a:lnTo>
                  <a:lnTo>
                    <a:pt x="2939429" y="1235314"/>
                  </a:lnTo>
                  <a:lnTo>
                    <a:pt x="2963694" y="1271652"/>
                  </a:lnTo>
                  <a:lnTo>
                    <a:pt x="2986185" y="1307725"/>
                  </a:lnTo>
                  <a:lnTo>
                    <a:pt x="3006870" y="1343495"/>
                  </a:lnTo>
                  <a:lnTo>
                    <a:pt x="3025721" y="1378924"/>
                  </a:lnTo>
                  <a:lnTo>
                    <a:pt x="3042706" y="1413974"/>
                  </a:lnTo>
                  <a:lnTo>
                    <a:pt x="3070959" y="1482787"/>
                  </a:lnTo>
                  <a:lnTo>
                    <a:pt x="3091389" y="1549631"/>
                  </a:lnTo>
                  <a:lnTo>
                    <a:pt x="3103755" y="1614202"/>
                  </a:lnTo>
                  <a:lnTo>
                    <a:pt x="3107815" y="1676198"/>
                  </a:lnTo>
                  <a:lnTo>
                    <a:pt x="3106655" y="1706136"/>
                  </a:lnTo>
                  <a:lnTo>
                    <a:pt x="3097804" y="1763702"/>
                  </a:lnTo>
                  <a:lnTo>
                    <a:pt x="3080044" y="1817935"/>
                  </a:lnTo>
                  <a:lnTo>
                    <a:pt x="3067747" y="1843708"/>
                  </a:lnTo>
                  <a:lnTo>
                    <a:pt x="3053256" y="1868309"/>
                  </a:lnTo>
                  <a:lnTo>
                    <a:pt x="3036733" y="1891522"/>
                  </a:lnTo>
                  <a:lnTo>
                    <a:pt x="2997783" y="1933801"/>
                  </a:lnTo>
                  <a:lnTo>
                    <a:pt x="2951283" y="1970574"/>
                  </a:lnTo>
                  <a:lnTo>
                    <a:pt x="2897619" y="2001872"/>
                  </a:lnTo>
                  <a:lnTo>
                    <a:pt x="2837177" y="2027726"/>
                  </a:lnTo>
                  <a:lnTo>
                    <a:pt x="2770342" y="2048165"/>
                  </a:lnTo>
                  <a:lnTo>
                    <a:pt x="2697502" y="2063221"/>
                  </a:lnTo>
                  <a:lnTo>
                    <a:pt x="2658949" y="2068740"/>
                  </a:lnTo>
                  <a:lnTo>
                    <a:pt x="2619040" y="2072925"/>
                  </a:lnTo>
                  <a:lnTo>
                    <a:pt x="2577822" y="2075779"/>
                  </a:lnTo>
                  <a:lnTo>
                    <a:pt x="2535344" y="2077307"/>
                  </a:lnTo>
                  <a:lnTo>
                    <a:pt x="2491653" y="2077511"/>
                  </a:lnTo>
                  <a:lnTo>
                    <a:pt x="2446798" y="2076397"/>
                  </a:lnTo>
                  <a:lnTo>
                    <a:pt x="2400827" y="2073967"/>
                  </a:lnTo>
                  <a:lnTo>
                    <a:pt x="2353789" y="2070226"/>
                  </a:lnTo>
                  <a:lnTo>
                    <a:pt x="2305732" y="2065177"/>
                  </a:lnTo>
                  <a:lnTo>
                    <a:pt x="2256703" y="2058824"/>
                  </a:lnTo>
                  <a:lnTo>
                    <a:pt x="2206751" y="2051172"/>
                  </a:lnTo>
                  <a:lnTo>
                    <a:pt x="2155925" y="2042223"/>
                  </a:lnTo>
                  <a:lnTo>
                    <a:pt x="2104272" y="2031983"/>
                  </a:lnTo>
                  <a:lnTo>
                    <a:pt x="2051841" y="2020453"/>
                  </a:lnTo>
                  <a:lnTo>
                    <a:pt x="1998680" y="2007639"/>
                  </a:lnTo>
                  <a:lnTo>
                    <a:pt x="1944838" y="1993545"/>
                  </a:lnTo>
                  <a:lnTo>
                    <a:pt x="1890361" y="1978173"/>
                  </a:lnTo>
                  <a:lnTo>
                    <a:pt x="1835300" y="1961528"/>
                  </a:lnTo>
                  <a:lnTo>
                    <a:pt x="1779701" y="1943614"/>
                  </a:lnTo>
                  <a:lnTo>
                    <a:pt x="1723614" y="1924434"/>
                  </a:lnTo>
                  <a:lnTo>
                    <a:pt x="1667085" y="1903992"/>
                  </a:lnTo>
                  <a:lnTo>
                    <a:pt x="1610165" y="1882293"/>
                  </a:lnTo>
                  <a:lnTo>
                    <a:pt x="1552900" y="1859340"/>
                  </a:lnTo>
                  <a:lnTo>
                    <a:pt x="1495339" y="1835136"/>
                  </a:lnTo>
                  <a:lnTo>
                    <a:pt x="1437531" y="1809686"/>
                  </a:lnTo>
                  <a:lnTo>
                    <a:pt x="1379523" y="1782993"/>
                  </a:lnTo>
                  <a:lnTo>
                    <a:pt x="1321364" y="1755062"/>
                  </a:lnTo>
                  <a:lnTo>
                    <a:pt x="1263101" y="1725896"/>
                  </a:lnTo>
                  <a:lnTo>
                    <a:pt x="1204784" y="1695499"/>
                  </a:lnTo>
                  <a:lnTo>
                    <a:pt x="1146971" y="1664144"/>
                  </a:lnTo>
                  <a:lnTo>
                    <a:pt x="1090209" y="1632147"/>
                  </a:lnTo>
                  <a:lnTo>
                    <a:pt x="1034528" y="1599545"/>
                  </a:lnTo>
                  <a:lnTo>
                    <a:pt x="979959" y="1566377"/>
                  </a:lnTo>
                  <a:lnTo>
                    <a:pt x="926530" y="1532679"/>
                  </a:lnTo>
                  <a:lnTo>
                    <a:pt x="874274" y="1498490"/>
                  </a:lnTo>
                  <a:lnTo>
                    <a:pt x="823219" y="1463848"/>
                  </a:lnTo>
                  <a:lnTo>
                    <a:pt x="773396" y="1428790"/>
                  </a:lnTo>
                  <a:lnTo>
                    <a:pt x="724836" y="1393354"/>
                  </a:lnTo>
                  <a:lnTo>
                    <a:pt x="677567" y="1357578"/>
                  </a:lnTo>
                  <a:lnTo>
                    <a:pt x="631621" y="1321500"/>
                  </a:lnTo>
                  <a:lnTo>
                    <a:pt x="587027" y="1285158"/>
                  </a:lnTo>
                  <a:lnTo>
                    <a:pt x="543817" y="1248590"/>
                  </a:lnTo>
                  <a:lnTo>
                    <a:pt x="502019" y="1211832"/>
                  </a:lnTo>
                  <a:lnTo>
                    <a:pt x="461664" y="1174924"/>
                  </a:lnTo>
                  <a:lnTo>
                    <a:pt x="422783" y="1137903"/>
                  </a:lnTo>
                  <a:lnTo>
                    <a:pt x="385404" y="1100807"/>
                  </a:lnTo>
                  <a:lnTo>
                    <a:pt x="349560" y="1063674"/>
                  </a:lnTo>
                  <a:lnTo>
                    <a:pt x="315279" y="1026541"/>
                  </a:lnTo>
                  <a:lnTo>
                    <a:pt x="282592" y="989446"/>
                  </a:lnTo>
                  <a:lnTo>
                    <a:pt x="251529" y="952428"/>
                  </a:lnTo>
                  <a:lnTo>
                    <a:pt x="222120" y="915523"/>
                  </a:lnTo>
                  <a:lnTo>
                    <a:pt x="194395" y="878771"/>
                  </a:lnTo>
                  <a:lnTo>
                    <a:pt x="168385" y="842208"/>
                  </a:lnTo>
                  <a:lnTo>
                    <a:pt x="144120" y="805872"/>
                  </a:lnTo>
                  <a:lnTo>
                    <a:pt x="121630" y="769802"/>
                  </a:lnTo>
                  <a:lnTo>
                    <a:pt x="100944" y="734035"/>
                  </a:lnTo>
                  <a:lnTo>
                    <a:pt x="82094" y="698609"/>
                  </a:lnTo>
                  <a:lnTo>
                    <a:pt x="65109" y="663561"/>
                  </a:lnTo>
                  <a:lnTo>
                    <a:pt x="36855" y="594754"/>
                  </a:lnTo>
                  <a:lnTo>
                    <a:pt x="16425" y="527916"/>
                  </a:lnTo>
                  <a:lnTo>
                    <a:pt x="4059" y="463350"/>
                  </a:lnTo>
                  <a:lnTo>
                    <a:pt x="0" y="401359"/>
                  </a:lnTo>
                  <a:lnTo>
                    <a:pt x="1160" y="371423"/>
                  </a:lnTo>
                  <a:lnTo>
                    <a:pt x="10011" y="313860"/>
                  </a:lnTo>
                  <a:lnTo>
                    <a:pt x="27771" y="259628"/>
                  </a:lnTo>
                  <a:lnTo>
                    <a:pt x="40067" y="233856"/>
                  </a:lnTo>
                  <a:close/>
                </a:path>
              </a:pathLst>
            </a:custGeom>
            <a:ln w="254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1528699" y="25400"/>
            <a:ext cx="6087745" cy="13677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11375" marR="5080" indent="-2099310">
              <a:lnSpc>
                <a:spcPct val="100000"/>
              </a:lnSpc>
              <a:spcBef>
                <a:spcPts val="100"/>
              </a:spcBef>
            </a:pPr>
            <a:r>
              <a:rPr sz="4400" i="1" dirty="0">
                <a:solidFill>
                  <a:srgbClr val="FF0000"/>
                </a:solidFill>
                <a:latin typeface="Arial"/>
                <a:cs typeface="Arial"/>
              </a:rPr>
              <a:t>Double rotation :</a:t>
            </a:r>
            <a:r>
              <a:rPr sz="4400" i="1" spc="-7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4400" i="1" dirty="0">
                <a:solidFill>
                  <a:srgbClr val="FF0000"/>
                </a:solidFill>
                <a:latin typeface="Arial"/>
                <a:cs typeface="Arial"/>
              </a:rPr>
              <a:t>second  rotation</a:t>
            </a:r>
            <a:endParaRPr sz="4400">
              <a:latin typeface="Arial"/>
              <a:cs typeface="Aria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5261228" y="1980057"/>
            <a:ext cx="30365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i="1" spc="-5" dirty="0">
                <a:solidFill>
                  <a:srgbClr val="339933"/>
                </a:solidFill>
                <a:latin typeface="Arial"/>
                <a:cs typeface="Arial"/>
              </a:rPr>
              <a:t>right rotation</a:t>
            </a:r>
            <a:r>
              <a:rPr sz="2400" i="1" spc="-40" dirty="0">
                <a:solidFill>
                  <a:srgbClr val="339933"/>
                </a:solidFill>
                <a:latin typeface="Arial"/>
                <a:cs typeface="Arial"/>
              </a:rPr>
              <a:t> </a:t>
            </a:r>
            <a:r>
              <a:rPr sz="2400" i="1" spc="-5" dirty="0">
                <a:solidFill>
                  <a:srgbClr val="339933"/>
                </a:solidFill>
                <a:latin typeface="Arial"/>
                <a:cs typeface="Arial"/>
              </a:rPr>
              <a:t>complete</a:t>
            </a:r>
            <a:endParaRPr sz="2400">
              <a:latin typeface="Arial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5642228" y="2692653"/>
            <a:ext cx="246761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i="1" spc="-5" dirty="0">
                <a:latin typeface="Arial"/>
                <a:cs typeface="Arial"/>
              </a:rPr>
              <a:t>Balance has</a:t>
            </a:r>
            <a:r>
              <a:rPr sz="2400" i="1" spc="-20" dirty="0">
                <a:latin typeface="Arial"/>
                <a:cs typeface="Arial"/>
              </a:rPr>
              <a:t> </a:t>
            </a:r>
            <a:r>
              <a:rPr sz="2400" i="1" spc="-5" dirty="0">
                <a:latin typeface="Arial"/>
                <a:cs typeface="Arial"/>
              </a:rPr>
              <a:t>been  </a:t>
            </a:r>
            <a:r>
              <a:rPr sz="2400" i="1" dirty="0">
                <a:latin typeface="Arial"/>
                <a:cs typeface="Arial"/>
              </a:rPr>
              <a:t>restored</a:t>
            </a:r>
            <a:endParaRPr sz="2400">
              <a:latin typeface="Arial"/>
              <a:cs typeface="Aria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6252209" y="4598289"/>
            <a:ext cx="16700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i="1" dirty="0">
                <a:latin typeface="Arial"/>
                <a:cs typeface="Arial"/>
              </a:rPr>
              <a:t>h</a:t>
            </a:r>
            <a:endParaRPr sz="2000">
              <a:latin typeface="Arial"/>
              <a:cs typeface="Arial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993444" y="4674489"/>
            <a:ext cx="16700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i="1" dirty="0">
                <a:latin typeface="Arial"/>
                <a:cs typeface="Arial"/>
              </a:rPr>
              <a:t>h</a:t>
            </a:r>
            <a:endParaRPr sz="2000">
              <a:latin typeface="Arial"/>
              <a:cs typeface="Arial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3355975" y="4750689"/>
            <a:ext cx="89916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i="1" dirty="0">
                <a:latin typeface="Arial"/>
                <a:cs typeface="Arial"/>
              </a:rPr>
              <a:t>h or</a:t>
            </a:r>
            <a:r>
              <a:rPr sz="2000" i="1" spc="-130" dirty="0">
                <a:latin typeface="Arial"/>
                <a:cs typeface="Arial"/>
              </a:rPr>
              <a:t> </a:t>
            </a:r>
            <a:r>
              <a:rPr sz="2000" i="1" spc="5" dirty="0">
                <a:latin typeface="Arial"/>
                <a:cs typeface="Arial"/>
              </a:rPr>
              <a:t>h-1</a:t>
            </a:r>
            <a:endParaRPr sz="2000">
              <a:latin typeface="Arial"/>
              <a:cs typeface="Arial"/>
            </a:endParaRPr>
          </a:p>
        </p:txBody>
      </p:sp>
      <p:sp>
        <p:nvSpPr>
          <p:cNvPr id="45" name="Slide Number Placeholder 44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46</a:t>
            </a:fld>
            <a:endParaRPr lang="en-IN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371600"/>
            <a:ext cx="9144000" cy="762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136394" y="476453"/>
            <a:ext cx="470852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b="1" i="1" spc="-105" dirty="0">
                <a:solidFill>
                  <a:srgbClr val="FF0000"/>
                </a:solidFill>
                <a:latin typeface="Arial"/>
                <a:cs typeface="Arial"/>
              </a:rPr>
              <a:t>AVL </a:t>
            </a:r>
            <a:r>
              <a:rPr b="1" i="1" spc="-20" dirty="0">
                <a:solidFill>
                  <a:srgbClr val="FF0000"/>
                </a:solidFill>
                <a:latin typeface="Arial"/>
                <a:cs typeface="Arial"/>
              </a:rPr>
              <a:t>Trees</a:t>
            </a:r>
            <a:r>
              <a:rPr b="1" i="1" spc="-3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b="1" i="1" spc="-5" dirty="0">
                <a:solidFill>
                  <a:srgbClr val="FF0000"/>
                </a:solidFill>
                <a:latin typeface="Arial"/>
                <a:cs typeface="Arial"/>
              </a:rPr>
              <a:t>Example</a:t>
            </a:r>
          </a:p>
        </p:txBody>
      </p:sp>
      <p:sp>
        <p:nvSpPr>
          <p:cNvPr id="4" name="object 4"/>
          <p:cNvSpPr/>
          <p:nvPr/>
        </p:nvSpPr>
        <p:spPr>
          <a:xfrm>
            <a:off x="249989" y="1835426"/>
            <a:ext cx="1161715" cy="148486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766611" y="1646067"/>
            <a:ext cx="1497701" cy="199747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47</a:t>
            </a:fld>
            <a:endParaRPr lang="en-IN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5200" y="1646067"/>
            <a:ext cx="5638800" cy="2810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371600"/>
            <a:ext cx="9144000" cy="762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136394" y="476453"/>
            <a:ext cx="470852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b="1" i="1" spc="-105" dirty="0">
                <a:solidFill>
                  <a:srgbClr val="FF0000"/>
                </a:solidFill>
                <a:latin typeface="Arial"/>
                <a:cs typeface="Arial"/>
              </a:rPr>
              <a:t>AVL </a:t>
            </a:r>
            <a:r>
              <a:rPr b="1" i="1" spc="-20" dirty="0">
                <a:solidFill>
                  <a:srgbClr val="FF0000"/>
                </a:solidFill>
                <a:latin typeface="Arial"/>
                <a:cs typeface="Arial"/>
              </a:rPr>
              <a:t>Trees</a:t>
            </a:r>
            <a:r>
              <a:rPr b="1" i="1" spc="-3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b="1" i="1" spc="-5" dirty="0">
                <a:solidFill>
                  <a:srgbClr val="FF0000"/>
                </a:solidFill>
                <a:latin typeface="Arial"/>
                <a:cs typeface="Arial"/>
              </a:rPr>
              <a:t>Example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48</a:t>
            </a:fld>
            <a:endParaRPr lang="en-IN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443038"/>
            <a:ext cx="9144000" cy="3971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371600"/>
            <a:ext cx="9144000" cy="762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136394" y="476453"/>
            <a:ext cx="470852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b="1" i="1" spc="-105" dirty="0">
                <a:solidFill>
                  <a:srgbClr val="FF0000"/>
                </a:solidFill>
                <a:latin typeface="Arial"/>
                <a:cs typeface="Arial"/>
              </a:rPr>
              <a:t>AVL </a:t>
            </a:r>
            <a:r>
              <a:rPr b="1" i="1" spc="-20" dirty="0">
                <a:solidFill>
                  <a:srgbClr val="FF0000"/>
                </a:solidFill>
                <a:latin typeface="Arial"/>
                <a:cs typeface="Arial"/>
              </a:rPr>
              <a:t>Trees</a:t>
            </a:r>
            <a:r>
              <a:rPr b="1" i="1" spc="-3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b="1" i="1" spc="-5" dirty="0">
                <a:solidFill>
                  <a:srgbClr val="FF0000"/>
                </a:solidFill>
                <a:latin typeface="Arial"/>
                <a:cs typeface="Arial"/>
              </a:rPr>
              <a:t>Example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49</a:t>
            </a:fld>
            <a:endParaRPr lang="en-IN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38" y="1595438"/>
            <a:ext cx="9001125" cy="3667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371600"/>
            <a:ext cx="9144000" cy="762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136394" y="476453"/>
            <a:ext cx="470852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b="1" i="1" spc="-105" dirty="0">
                <a:solidFill>
                  <a:srgbClr val="FF0000"/>
                </a:solidFill>
                <a:latin typeface="Arial"/>
                <a:cs typeface="Arial"/>
              </a:rPr>
              <a:t>AVL </a:t>
            </a:r>
            <a:r>
              <a:rPr b="1" i="1" spc="-20" dirty="0">
                <a:solidFill>
                  <a:srgbClr val="FF0000"/>
                </a:solidFill>
                <a:latin typeface="Arial"/>
                <a:cs typeface="Arial"/>
              </a:rPr>
              <a:t>Trees</a:t>
            </a:r>
            <a:r>
              <a:rPr b="1" i="1" spc="-3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b="1" i="1" spc="-5" dirty="0">
                <a:solidFill>
                  <a:srgbClr val="FF0000"/>
                </a:solidFill>
                <a:latin typeface="Arial"/>
                <a:cs typeface="Arial"/>
              </a:rPr>
              <a:t>Example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7"/>
          </p:nvPr>
        </p:nvSpPr>
        <p:spPr>
          <a:xfrm>
            <a:off x="6583680" y="6172200"/>
            <a:ext cx="2103120" cy="342900"/>
          </a:xfrm>
        </p:spPr>
        <p:txBody>
          <a:bodyPr/>
          <a:lstStyle/>
          <a:p>
            <a:fld id="{B6F15528-21DE-4FAA-801E-634DDDAF4B2B}" type="slidenum">
              <a:rPr lang="en-IN" smtClean="0"/>
              <a:t>50</a:t>
            </a:fld>
            <a:endParaRPr lang="en-IN"/>
          </a:p>
        </p:txBody>
      </p:sp>
      <p:sp>
        <p:nvSpPr>
          <p:cNvPr id="6" name="TextBox 5"/>
          <p:cNvSpPr txBox="1"/>
          <p:nvPr/>
        </p:nvSpPr>
        <p:spPr>
          <a:xfrm>
            <a:off x="7315200" y="5548313"/>
            <a:ext cx="1447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RL Rotation</a:t>
            </a:r>
            <a:endParaRPr lang="en-IN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309688"/>
            <a:ext cx="9144000" cy="423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371600"/>
            <a:ext cx="9144000" cy="762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136394" y="476453"/>
            <a:ext cx="470852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b="1" i="1" spc="-105" dirty="0">
                <a:solidFill>
                  <a:srgbClr val="FF0000"/>
                </a:solidFill>
                <a:latin typeface="Arial"/>
                <a:cs typeface="Arial"/>
              </a:rPr>
              <a:t>AVL </a:t>
            </a:r>
            <a:r>
              <a:rPr b="1" i="1" spc="-20" dirty="0">
                <a:solidFill>
                  <a:srgbClr val="FF0000"/>
                </a:solidFill>
                <a:latin typeface="Arial"/>
                <a:cs typeface="Arial"/>
              </a:rPr>
              <a:t>Trees</a:t>
            </a:r>
            <a:r>
              <a:rPr b="1" i="1" spc="-3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b="1" i="1" spc="-5" dirty="0">
                <a:solidFill>
                  <a:srgbClr val="FF0000"/>
                </a:solidFill>
                <a:latin typeface="Arial"/>
                <a:cs typeface="Arial"/>
              </a:rPr>
              <a:t>Example</a:t>
            </a:r>
          </a:p>
        </p:txBody>
      </p:sp>
      <p:sp>
        <p:nvSpPr>
          <p:cNvPr id="4" name="object 4"/>
          <p:cNvSpPr/>
          <p:nvPr/>
        </p:nvSpPr>
        <p:spPr>
          <a:xfrm>
            <a:off x="0" y="1585153"/>
            <a:ext cx="9144000" cy="425028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51</a:t>
            </a:fld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371600"/>
            <a:ext cx="9144000" cy="762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136394" y="476453"/>
            <a:ext cx="470852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b="1" i="1" spc="-105" dirty="0">
                <a:solidFill>
                  <a:srgbClr val="FF0000"/>
                </a:solidFill>
                <a:latin typeface="Arial"/>
                <a:cs typeface="Arial"/>
              </a:rPr>
              <a:t>AVL </a:t>
            </a:r>
            <a:r>
              <a:rPr b="1" i="1" spc="-20" dirty="0">
                <a:solidFill>
                  <a:srgbClr val="FF0000"/>
                </a:solidFill>
                <a:latin typeface="Arial"/>
                <a:cs typeface="Arial"/>
              </a:rPr>
              <a:t>Trees</a:t>
            </a:r>
            <a:r>
              <a:rPr b="1" i="1" spc="-3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b="1" i="1" spc="-5" dirty="0">
                <a:solidFill>
                  <a:srgbClr val="FF0000"/>
                </a:solidFill>
                <a:latin typeface="Arial"/>
                <a:cs typeface="Arial"/>
              </a:rPr>
              <a:t>Example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52</a:t>
            </a:fld>
            <a:endParaRPr lang="en-IN"/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447800"/>
            <a:ext cx="7591425" cy="4752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53</a:t>
            </a:fld>
            <a:endParaRPr lang="en-IN"/>
          </a:p>
        </p:txBody>
      </p:sp>
      <p:sp>
        <p:nvSpPr>
          <p:cNvPr id="5" name="object 4"/>
          <p:cNvSpPr txBox="1">
            <a:spLocks noGrp="1"/>
          </p:cNvSpPr>
          <p:nvPr>
            <p:ph type="title"/>
          </p:nvPr>
        </p:nvSpPr>
        <p:spPr>
          <a:xfrm>
            <a:off x="1887791" y="457200"/>
            <a:ext cx="5368418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b="1" i="1" spc="-105" dirty="0">
                <a:solidFill>
                  <a:srgbClr val="FF0000"/>
                </a:solidFill>
                <a:latin typeface="Arial"/>
                <a:cs typeface="Arial"/>
              </a:rPr>
              <a:t>AVL </a:t>
            </a:r>
            <a:r>
              <a:rPr b="1" i="1" spc="-20" dirty="0">
                <a:solidFill>
                  <a:srgbClr val="FF0000"/>
                </a:solidFill>
                <a:latin typeface="Arial"/>
                <a:cs typeface="Arial"/>
              </a:rPr>
              <a:t>Trees</a:t>
            </a:r>
            <a:r>
              <a:rPr b="1" i="1" spc="-3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b="1" i="1" spc="-5" dirty="0">
                <a:solidFill>
                  <a:srgbClr val="FF0000"/>
                </a:solidFill>
                <a:latin typeface="Arial"/>
                <a:cs typeface="Arial"/>
              </a:rPr>
              <a:t>Example</a:t>
            </a:r>
          </a:p>
        </p:txBody>
      </p:sp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862" y="1905000"/>
            <a:ext cx="7534275" cy="4257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4229697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371600"/>
            <a:ext cx="9144000" cy="762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536549" y="6622795"/>
            <a:ext cx="53657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5" dirty="0">
                <a:latin typeface="Arial"/>
                <a:cs typeface="Arial"/>
              </a:rPr>
              <a:t>5/22/2012</a:t>
            </a:r>
            <a:endParaRPr sz="9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98487" y="2122487"/>
            <a:ext cx="3603625" cy="322262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831291" y="4857369"/>
            <a:ext cx="16700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i="1" dirty="0">
                <a:latin typeface="Arial"/>
                <a:cs typeface="Arial"/>
              </a:rPr>
              <a:t>3</a:t>
            </a:r>
            <a:endParaRPr sz="200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573017" y="392633"/>
            <a:ext cx="200088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Example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536549" y="1447800"/>
            <a:ext cx="458279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105"/>
              </a:spcBef>
              <a:buClr>
                <a:srgbClr val="0033CC"/>
              </a:buClr>
              <a:buSzPct val="84375"/>
              <a:buChar char="●"/>
              <a:tabLst>
                <a:tab pos="355600" algn="l"/>
                <a:tab pos="356235" algn="l"/>
              </a:tabLst>
            </a:pPr>
            <a:r>
              <a:rPr sz="3200" dirty="0">
                <a:latin typeface="Times New Roman"/>
                <a:cs typeface="Times New Roman"/>
              </a:rPr>
              <a:t>Insert 3 into the AVL</a:t>
            </a:r>
            <a:r>
              <a:rPr sz="3200" spc="-8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tree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2447035" y="2266314"/>
            <a:ext cx="27813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i="1" spc="-145" dirty="0">
                <a:latin typeface="Arial"/>
                <a:cs typeface="Arial"/>
              </a:rPr>
              <a:t>11</a:t>
            </a:r>
            <a:endParaRPr sz="20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276346" y="3218814"/>
            <a:ext cx="30924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i="1" dirty="0">
                <a:latin typeface="Arial"/>
                <a:cs typeface="Arial"/>
              </a:rPr>
              <a:t>20</a:t>
            </a:r>
            <a:endParaRPr sz="20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288796" y="4019169"/>
            <a:ext cx="16700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i="1" dirty="0">
                <a:latin typeface="Arial"/>
                <a:cs typeface="Arial"/>
              </a:rPr>
              <a:t>4</a:t>
            </a:r>
            <a:endParaRPr sz="20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818892" y="4133469"/>
            <a:ext cx="30924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i="1" dirty="0">
                <a:latin typeface="Arial"/>
                <a:cs typeface="Arial"/>
              </a:rPr>
              <a:t>16</a:t>
            </a:r>
            <a:endParaRPr sz="20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733546" y="4171569"/>
            <a:ext cx="30924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i="1" dirty="0">
                <a:latin typeface="Arial"/>
                <a:cs typeface="Arial"/>
              </a:rPr>
              <a:t>27</a:t>
            </a:r>
            <a:endParaRPr sz="20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822195" y="3104514"/>
            <a:ext cx="16700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i="1" dirty="0">
                <a:latin typeface="Arial"/>
                <a:cs typeface="Arial"/>
              </a:rPr>
              <a:t>8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6008687" y="3646487"/>
            <a:ext cx="631825" cy="1089025"/>
            <a:chOff x="6008687" y="3646487"/>
            <a:chExt cx="631825" cy="1089025"/>
          </a:xfrm>
        </p:grpSpPr>
        <p:sp>
          <p:nvSpPr>
            <p:cNvPr id="15" name="object 15"/>
            <p:cNvSpPr/>
            <p:nvPr/>
          </p:nvSpPr>
          <p:spPr>
            <a:xfrm>
              <a:off x="6096000" y="3657600"/>
              <a:ext cx="152400" cy="457200"/>
            </a:xfrm>
            <a:custGeom>
              <a:avLst/>
              <a:gdLst/>
              <a:ahLst/>
              <a:cxnLst/>
              <a:rect l="l" t="t" r="r" b="b"/>
              <a:pathLst>
                <a:path w="152400" h="457200">
                  <a:moveTo>
                    <a:pt x="0" y="0"/>
                  </a:moveTo>
                  <a:lnTo>
                    <a:pt x="152400" y="457200"/>
                  </a:lnTo>
                </a:path>
              </a:pathLst>
            </a:custGeom>
            <a:ln w="222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019800" y="4114800"/>
              <a:ext cx="609600" cy="609600"/>
            </a:xfrm>
            <a:custGeom>
              <a:avLst/>
              <a:gdLst/>
              <a:ahLst/>
              <a:cxnLst/>
              <a:rect l="l" t="t" r="r" b="b"/>
              <a:pathLst>
                <a:path w="609600" h="609600">
                  <a:moveTo>
                    <a:pt x="304800" y="0"/>
                  </a:moveTo>
                  <a:lnTo>
                    <a:pt x="255374" y="3990"/>
                  </a:lnTo>
                  <a:lnTo>
                    <a:pt x="208483" y="15544"/>
                  </a:lnTo>
                  <a:lnTo>
                    <a:pt x="164753" y="34032"/>
                  </a:lnTo>
                  <a:lnTo>
                    <a:pt x="124815" y="58826"/>
                  </a:lnTo>
                  <a:lnTo>
                    <a:pt x="89296" y="89296"/>
                  </a:lnTo>
                  <a:lnTo>
                    <a:pt x="58826" y="124815"/>
                  </a:lnTo>
                  <a:lnTo>
                    <a:pt x="34032" y="164753"/>
                  </a:lnTo>
                  <a:lnTo>
                    <a:pt x="15544" y="208483"/>
                  </a:lnTo>
                  <a:lnTo>
                    <a:pt x="3990" y="255374"/>
                  </a:lnTo>
                  <a:lnTo>
                    <a:pt x="0" y="304800"/>
                  </a:lnTo>
                  <a:lnTo>
                    <a:pt x="3990" y="354225"/>
                  </a:lnTo>
                  <a:lnTo>
                    <a:pt x="15544" y="401116"/>
                  </a:lnTo>
                  <a:lnTo>
                    <a:pt x="34032" y="444846"/>
                  </a:lnTo>
                  <a:lnTo>
                    <a:pt x="58826" y="484784"/>
                  </a:lnTo>
                  <a:lnTo>
                    <a:pt x="89296" y="520303"/>
                  </a:lnTo>
                  <a:lnTo>
                    <a:pt x="124815" y="550773"/>
                  </a:lnTo>
                  <a:lnTo>
                    <a:pt x="164753" y="575567"/>
                  </a:lnTo>
                  <a:lnTo>
                    <a:pt x="208483" y="594055"/>
                  </a:lnTo>
                  <a:lnTo>
                    <a:pt x="255374" y="605609"/>
                  </a:lnTo>
                  <a:lnTo>
                    <a:pt x="304800" y="609600"/>
                  </a:lnTo>
                  <a:lnTo>
                    <a:pt x="354225" y="605609"/>
                  </a:lnTo>
                  <a:lnTo>
                    <a:pt x="401116" y="594055"/>
                  </a:lnTo>
                  <a:lnTo>
                    <a:pt x="444846" y="575567"/>
                  </a:lnTo>
                  <a:lnTo>
                    <a:pt x="484784" y="550773"/>
                  </a:lnTo>
                  <a:lnTo>
                    <a:pt x="520303" y="520303"/>
                  </a:lnTo>
                  <a:lnTo>
                    <a:pt x="550773" y="484784"/>
                  </a:lnTo>
                  <a:lnTo>
                    <a:pt x="575567" y="444846"/>
                  </a:lnTo>
                  <a:lnTo>
                    <a:pt x="594055" y="401116"/>
                  </a:lnTo>
                  <a:lnTo>
                    <a:pt x="605609" y="354225"/>
                  </a:lnTo>
                  <a:lnTo>
                    <a:pt x="609600" y="304800"/>
                  </a:lnTo>
                  <a:lnTo>
                    <a:pt x="605609" y="255374"/>
                  </a:lnTo>
                  <a:lnTo>
                    <a:pt x="594055" y="208483"/>
                  </a:lnTo>
                  <a:lnTo>
                    <a:pt x="575567" y="164753"/>
                  </a:lnTo>
                  <a:lnTo>
                    <a:pt x="550773" y="124815"/>
                  </a:lnTo>
                  <a:lnTo>
                    <a:pt x="520303" y="89296"/>
                  </a:lnTo>
                  <a:lnTo>
                    <a:pt x="484784" y="58826"/>
                  </a:lnTo>
                  <a:lnTo>
                    <a:pt x="444846" y="34032"/>
                  </a:lnTo>
                  <a:lnTo>
                    <a:pt x="401116" y="15544"/>
                  </a:lnTo>
                  <a:lnTo>
                    <a:pt x="354225" y="3990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F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019800" y="4114800"/>
              <a:ext cx="609600" cy="609600"/>
            </a:xfrm>
            <a:custGeom>
              <a:avLst/>
              <a:gdLst/>
              <a:ahLst/>
              <a:cxnLst/>
              <a:rect l="l" t="t" r="r" b="b"/>
              <a:pathLst>
                <a:path w="609600" h="609600">
                  <a:moveTo>
                    <a:pt x="0" y="304800"/>
                  </a:moveTo>
                  <a:lnTo>
                    <a:pt x="3990" y="255374"/>
                  </a:lnTo>
                  <a:lnTo>
                    <a:pt x="15544" y="208483"/>
                  </a:lnTo>
                  <a:lnTo>
                    <a:pt x="34032" y="164753"/>
                  </a:lnTo>
                  <a:lnTo>
                    <a:pt x="58826" y="124815"/>
                  </a:lnTo>
                  <a:lnTo>
                    <a:pt x="89296" y="89296"/>
                  </a:lnTo>
                  <a:lnTo>
                    <a:pt x="124815" y="58826"/>
                  </a:lnTo>
                  <a:lnTo>
                    <a:pt x="164753" y="34032"/>
                  </a:lnTo>
                  <a:lnTo>
                    <a:pt x="208483" y="15544"/>
                  </a:lnTo>
                  <a:lnTo>
                    <a:pt x="255374" y="3990"/>
                  </a:lnTo>
                  <a:lnTo>
                    <a:pt x="304800" y="0"/>
                  </a:lnTo>
                  <a:lnTo>
                    <a:pt x="354225" y="3990"/>
                  </a:lnTo>
                  <a:lnTo>
                    <a:pt x="401116" y="15544"/>
                  </a:lnTo>
                  <a:lnTo>
                    <a:pt x="444846" y="34032"/>
                  </a:lnTo>
                  <a:lnTo>
                    <a:pt x="484784" y="58826"/>
                  </a:lnTo>
                  <a:lnTo>
                    <a:pt x="520303" y="89296"/>
                  </a:lnTo>
                  <a:lnTo>
                    <a:pt x="550773" y="124815"/>
                  </a:lnTo>
                  <a:lnTo>
                    <a:pt x="575567" y="164753"/>
                  </a:lnTo>
                  <a:lnTo>
                    <a:pt x="594055" y="208483"/>
                  </a:lnTo>
                  <a:lnTo>
                    <a:pt x="605609" y="255374"/>
                  </a:lnTo>
                  <a:lnTo>
                    <a:pt x="609600" y="304800"/>
                  </a:lnTo>
                  <a:lnTo>
                    <a:pt x="605609" y="354225"/>
                  </a:lnTo>
                  <a:lnTo>
                    <a:pt x="594055" y="401116"/>
                  </a:lnTo>
                  <a:lnTo>
                    <a:pt x="575567" y="444846"/>
                  </a:lnTo>
                  <a:lnTo>
                    <a:pt x="550773" y="484784"/>
                  </a:lnTo>
                  <a:lnTo>
                    <a:pt x="520303" y="520303"/>
                  </a:lnTo>
                  <a:lnTo>
                    <a:pt x="484784" y="550773"/>
                  </a:lnTo>
                  <a:lnTo>
                    <a:pt x="444846" y="575567"/>
                  </a:lnTo>
                  <a:lnTo>
                    <a:pt x="401116" y="594055"/>
                  </a:lnTo>
                  <a:lnTo>
                    <a:pt x="354225" y="605609"/>
                  </a:lnTo>
                  <a:lnTo>
                    <a:pt x="304800" y="609600"/>
                  </a:lnTo>
                  <a:lnTo>
                    <a:pt x="255374" y="605609"/>
                  </a:lnTo>
                  <a:lnTo>
                    <a:pt x="208483" y="594055"/>
                  </a:lnTo>
                  <a:lnTo>
                    <a:pt x="164753" y="575567"/>
                  </a:lnTo>
                  <a:lnTo>
                    <a:pt x="124815" y="550773"/>
                  </a:lnTo>
                  <a:lnTo>
                    <a:pt x="89296" y="520303"/>
                  </a:lnTo>
                  <a:lnTo>
                    <a:pt x="58826" y="484784"/>
                  </a:lnTo>
                  <a:lnTo>
                    <a:pt x="34032" y="444846"/>
                  </a:lnTo>
                  <a:lnTo>
                    <a:pt x="15544" y="401116"/>
                  </a:lnTo>
                  <a:lnTo>
                    <a:pt x="3990" y="354225"/>
                  </a:lnTo>
                  <a:lnTo>
                    <a:pt x="0" y="304800"/>
                  </a:lnTo>
                  <a:close/>
                </a:path>
              </a:pathLst>
            </a:custGeom>
            <a:ln w="222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6242684" y="4247769"/>
            <a:ext cx="16700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i="1" dirty="0">
                <a:latin typeface="Arial"/>
                <a:cs typeface="Arial"/>
              </a:rPr>
              <a:t>8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5322887" y="2198687"/>
            <a:ext cx="2460625" cy="2041525"/>
            <a:chOff x="5322887" y="2198687"/>
            <a:chExt cx="2460625" cy="2041525"/>
          </a:xfrm>
        </p:grpSpPr>
        <p:sp>
          <p:nvSpPr>
            <p:cNvPr id="20" name="object 20"/>
            <p:cNvSpPr/>
            <p:nvPr/>
          </p:nvSpPr>
          <p:spPr>
            <a:xfrm>
              <a:off x="5334000" y="2590800"/>
              <a:ext cx="2362200" cy="1600200"/>
            </a:xfrm>
            <a:custGeom>
              <a:avLst/>
              <a:gdLst/>
              <a:ahLst/>
              <a:cxnLst/>
              <a:rect l="l" t="t" r="r" b="b"/>
              <a:pathLst>
                <a:path w="2362200" h="1600200">
                  <a:moveTo>
                    <a:pt x="457200" y="990600"/>
                  </a:moveTo>
                  <a:lnTo>
                    <a:pt x="0" y="1600200"/>
                  </a:lnTo>
                </a:path>
                <a:path w="2362200" h="1600200">
                  <a:moveTo>
                    <a:pt x="1828800" y="0"/>
                  </a:moveTo>
                  <a:lnTo>
                    <a:pt x="2362200" y="685800"/>
                  </a:lnTo>
                </a:path>
                <a:path w="2362200" h="1600200">
                  <a:moveTo>
                    <a:pt x="1447800" y="76200"/>
                  </a:moveTo>
                  <a:lnTo>
                    <a:pt x="762000" y="762000"/>
                  </a:lnTo>
                </a:path>
              </a:pathLst>
            </a:custGeom>
            <a:ln w="222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705600" y="2209800"/>
              <a:ext cx="609600" cy="609600"/>
            </a:xfrm>
            <a:custGeom>
              <a:avLst/>
              <a:gdLst/>
              <a:ahLst/>
              <a:cxnLst/>
              <a:rect l="l" t="t" r="r" b="b"/>
              <a:pathLst>
                <a:path w="609600" h="609600">
                  <a:moveTo>
                    <a:pt x="304800" y="0"/>
                  </a:moveTo>
                  <a:lnTo>
                    <a:pt x="255374" y="3990"/>
                  </a:lnTo>
                  <a:lnTo>
                    <a:pt x="208483" y="15544"/>
                  </a:lnTo>
                  <a:lnTo>
                    <a:pt x="164753" y="34032"/>
                  </a:lnTo>
                  <a:lnTo>
                    <a:pt x="124815" y="58826"/>
                  </a:lnTo>
                  <a:lnTo>
                    <a:pt x="89296" y="89296"/>
                  </a:lnTo>
                  <a:lnTo>
                    <a:pt x="58826" y="124815"/>
                  </a:lnTo>
                  <a:lnTo>
                    <a:pt x="34032" y="164753"/>
                  </a:lnTo>
                  <a:lnTo>
                    <a:pt x="15544" y="208483"/>
                  </a:lnTo>
                  <a:lnTo>
                    <a:pt x="3990" y="255374"/>
                  </a:lnTo>
                  <a:lnTo>
                    <a:pt x="0" y="304800"/>
                  </a:lnTo>
                  <a:lnTo>
                    <a:pt x="3990" y="354225"/>
                  </a:lnTo>
                  <a:lnTo>
                    <a:pt x="15544" y="401116"/>
                  </a:lnTo>
                  <a:lnTo>
                    <a:pt x="34032" y="444846"/>
                  </a:lnTo>
                  <a:lnTo>
                    <a:pt x="58826" y="484784"/>
                  </a:lnTo>
                  <a:lnTo>
                    <a:pt x="89296" y="520303"/>
                  </a:lnTo>
                  <a:lnTo>
                    <a:pt x="124815" y="550773"/>
                  </a:lnTo>
                  <a:lnTo>
                    <a:pt x="164753" y="575567"/>
                  </a:lnTo>
                  <a:lnTo>
                    <a:pt x="208483" y="594055"/>
                  </a:lnTo>
                  <a:lnTo>
                    <a:pt x="255374" y="605609"/>
                  </a:lnTo>
                  <a:lnTo>
                    <a:pt x="304800" y="609600"/>
                  </a:lnTo>
                  <a:lnTo>
                    <a:pt x="354225" y="605609"/>
                  </a:lnTo>
                  <a:lnTo>
                    <a:pt x="401116" y="594055"/>
                  </a:lnTo>
                  <a:lnTo>
                    <a:pt x="444846" y="575567"/>
                  </a:lnTo>
                  <a:lnTo>
                    <a:pt x="484784" y="550773"/>
                  </a:lnTo>
                  <a:lnTo>
                    <a:pt x="520303" y="520303"/>
                  </a:lnTo>
                  <a:lnTo>
                    <a:pt x="550773" y="484784"/>
                  </a:lnTo>
                  <a:lnTo>
                    <a:pt x="575567" y="444846"/>
                  </a:lnTo>
                  <a:lnTo>
                    <a:pt x="594055" y="401116"/>
                  </a:lnTo>
                  <a:lnTo>
                    <a:pt x="605609" y="354225"/>
                  </a:lnTo>
                  <a:lnTo>
                    <a:pt x="609600" y="304800"/>
                  </a:lnTo>
                  <a:lnTo>
                    <a:pt x="605609" y="255374"/>
                  </a:lnTo>
                  <a:lnTo>
                    <a:pt x="594055" y="208483"/>
                  </a:lnTo>
                  <a:lnTo>
                    <a:pt x="575567" y="164753"/>
                  </a:lnTo>
                  <a:lnTo>
                    <a:pt x="550773" y="124815"/>
                  </a:lnTo>
                  <a:lnTo>
                    <a:pt x="520303" y="89296"/>
                  </a:lnTo>
                  <a:lnTo>
                    <a:pt x="484784" y="58826"/>
                  </a:lnTo>
                  <a:lnTo>
                    <a:pt x="444846" y="34032"/>
                  </a:lnTo>
                  <a:lnTo>
                    <a:pt x="401116" y="15544"/>
                  </a:lnTo>
                  <a:lnTo>
                    <a:pt x="354225" y="3990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00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705600" y="2209800"/>
              <a:ext cx="1066800" cy="2019300"/>
            </a:xfrm>
            <a:custGeom>
              <a:avLst/>
              <a:gdLst/>
              <a:ahLst/>
              <a:cxnLst/>
              <a:rect l="l" t="t" r="r" b="b"/>
              <a:pathLst>
                <a:path w="1066800" h="2019300">
                  <a:moveTo>
                    <a:pt x="0" y="304800"/>
                  </a:moveTo>
                  <a:lnTo>
                    <a:pt x="3990" y="255374"/>
                  </a:lnTo>
                  <a:lnTo>
                    <a:pt x="15544" y="208483"/>
                  </a:lnTo>
                  <a:lnTo>
                    <a:pt x="34032" y="164753"/>
                  </a:lnTo>
                  <a:lnTo>
                    <a:pt x="58826" y="124815"/>
                  </a:lnTo>
                  <a:lnTo>
                    <a:pt x="89296" y="89296"/>
                  </a:lnTo>
                  <a:lnTo>
                    <a:pt x="124815" y="58826"/>
                  </a:lnTo>
                  <a:lnTo>
                    <a:pt x="164753" y="34032"/>
                  </a:lnTo>
                  <a:lnTo>
                    <a:pt x="208483" y="15544"/>
                  </a:lnTo>
                  <a:lnTo>
                    <a:pt x="255374" y="3990"/>
                  </a:lnTo>
                  <a:lnTo>
                    <a:pt x="304800" y="0"/>
                  </a:lnTo>
                  <a:lnTo>
                    <a:pt x="354225" y="3990"/>
                  </a:lnTo>
                  <a:lnTo>
                    <a:pt x="401116" y="15544"/>
                  </a:lnTo>
                  <a:lnTo>
                    <a:pt x="444846" y="34032"/>
                  </a:lnTo>
                  <a:lnTo>
                    <a:pt x="484784" y="58826"/>
                  </a:lnTo>
                  <a:lnTo>
                    <a:pt x="520303" y="89296"/>
                  </a:lnTo>
                  <a:lnTo>
                    <a:pt x="550773" y="124815"/>
                  </a:lnTo>
                  <a:lnTo>
                    <a:pt x="575567" y="164753"/>
                  </a:lnTo>
                  <a:lnTo>
                    <a:pt x="594055" y="208483"/>
                  </a:lnTo>
                  <a:lnTo>
                    <a:pt x="605609" y="255374"/>
                  </a:lnTo>
                  <a:lnTo>
                    <a:pt x="609600" y="304800"/>
                  </a:lnTo>
                  <a:lnTo>
                    <a:pt x="605609" y="354225"/>
                  </a:lnTo>
                  <a:lnTo>
                    <a:pt x="594055" y="401116"/>
                  </a:lnTo>
                  <a:lnTo>
                    <a:pt x="575567" y="444846"/>
                  </a:lnTo>
                  <a:lnTo>
                    <a:pt x="550773" y="484784"/>
                  </a:lnTo>
                  <a:lnTo>
                    <a:pt x="520303" y="520303"/>
                  </a:lnTo>
                  <a:lnTo>
                    <a:pt x="484784" y="550773"/>
                  </a:lnTo>
                  <a:lnTo>
                    <a:pt x="444846" y="575567"/>
                  </a:lnTo>
                  <a:lnTo>
                    <a:pt x="401116" y="594055"/>
                  </a:lnTo>
                  <a:lnTo>
                    <a:pt x="354225" y="605609"/>
                  </a:lnTo>
                  <a:lnTo>
                    <a:pt x="304800" y="609600"/>
                  </a:lnTo>
                  <a:lnTo>
                    <a:pt x="255374" y="605609"/>
                  </a:lnTo>
                  <a:lnTo>
                    <a:pt x="208483" y="594055"/>
                  </a:lnTo>
                  <a:lnTo>
                    <a:pt x="164753" y="575567"/>
                  </a:lnTo>
                  <a:lnTo>
                    <a:pt x="124815" y="550773"/>
                  </a:lnTo>
                  <a:lnTo>
                    <a:pt x="89296" y="520303"/>
                  </a:lnTo>
                  <a:lnTo>
                    <a:pt x="58826" y="484784"/>
                  </a:lnTo>
                  <a:lnTo>
                    <a:pt x="34032" y="444846"/>
                  </a:lnTo>
                  <a:lnTo>
                    <a:pt x="15544" y="401116"/>
                  </a:lnTo>
                  <a:lnTo>
                    <a:pt x="3990" y="354225"/>
                  </a:lnTo>
                  <a:lnTo>
                    <a:pt x="0" y="304800"/>
                  </a:lnTo>
                  <a:close/>
                </a:path>
                <a:path w="1066800" h="2019300">
                  <a:moveTo>
                    <a:pt x="1066800" y="1333500"/>
                  </a:moveTo>
                  <a:lnTo>
                    <a:pt x="762000" y="2019300"/>
                  </a:lnTo>
                </a:path>
              </a:pathLst>
            </a:custGeom>
            <a:ln w="222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6867525" y="2342514"/>
            <a:ext cx="27813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i="1" spc="-145" dirty="0">
                <a:latin typeface="Arial"/>
                <a:cs typeface="Arial"/>
              </a:rPr>
              <a:t>11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5703887" y="3113087"/>
            <a:ext cx="631825" cy="631825"/>
            <a:chOff x="5703887" y="3113087"/>
            <a:chExt cx="631825" cy="631825"/>
          </a:xfrm>
        </p:grpSpPr>
        <p:sp>
          <p:nvSpPr>
            <p:cNvPr id="25" name="object 25"/>
            <p:cNvSpPr/>
            <p:nvPr/>
          </p:nvSpPr>
          <p:spPr>
            <a:xfrm>
              <a:off x="5715000" y="3124200"/>
              <a:ext cx="609600" cy="609600"/>
            </a:xfrm>
            <a:custGeom>
              <a:avLst/>
              <a:gdLst/>
              <a:ahLst/>
              <a:cxnLst/>
              <a:rect l="l" t="t" r="r" b="b"/>
              <a:pathLst>
                <a:path w="609600" h="609600">
                  <a:moveTo>
                    <a:pt x="304800" y="0"/>
                  </a:moveTo>
                  <a:lnTo>
                    <a:pt x="255374" y="3990"/>
                  </a:lnTo>
                  <a:lnTo>
                    <a:pt x="208483" y="15544"/>
                  </a:lnTo>
                  <a:lnTo>
                    <a:pt x="164753" y="34032"/>
                  </a:lnTo>
                  <a:lnTo>
                    <a:pt x="124815" y="58826"/>
                  </a:lnTo>
                  <a:lnTo>
                    <a:pt x="89296" y="89296"/>
                  </a:lnTo>
                  <a:lnTo>
                    <a:pt x="58826" y="124815"/>
                  </a:lnTo>
                  <a:lnTo>
                    <a:pt x="34032" y="164753"/>
                  </a:lnTo>
                  <a:lnTo>
                    <a:pt x="15544" y="208483"/>
                  </a:lnTo>
                  <a:lnTo>
                    <a:pt x="3990" y="255374"/>
                  </a:lnTo>
                  <a:lnTo>
                    <a:pt x="0" y="304800"/>
                  </a:lnTo>
                  <a:lnTo>
                    <a:pt x="3990" y="354225"/>
                  </a:lnTo>
                  <a:lnTo>
                    <a:pt x="15544" y="401116"/>
                  </a:lnTo>
                  <a:lnTo>
                    <a:pt x="34032" y="444846"/>
                  </a:lnTo>
                  <a:lnTo>
                    <a:pt x="58826" y="484784"/>
                  </a:lnTo>
                  <a:lnTo>
                    <a:pt x="89296" y="520303"/>
                  </a:lnTo>
                  <a:lnTo>
                    <a:pt x="124815" y="550773"/>
                  </a:lnTo>
                  <a:lnTo>
                    <a:pt x="164753" y="575567"/>
                  </a:lnTo>
                  <a:lnTo>
                    <a:pt x="208483" y="594055"/>
                  </a:lnTo>
                  <a:lnTo>
                    <a:pt x="255374" y="605609"/>
                  </a:lnTo>
                  <a:lnTo>
                    <a:pt x="304800" y="609600"/>
                  </a:lnTo>
                  <a:lnTo>
                    <a:pt x="354225" y="605609"/>
                  </a:lnTo>
                  <a:lnTo>
                    <a:pt x="401116" y="594055"/>
                  </a:lnTo>
                  <a:lnTo>
                    <a:pt x="444846" y="575567"/>
                  </a:lnTo>
                  <a:lnTo>
                    <a:pt x="484784" y="550773"/>
                  </a:lnTo>
                  <a:lnTo>
                    <a:pt x="520303" y="520303"/>
                  </a:lnTo>
                  <a:lnTo>
                    <a:pt x="550773" y="484784"/>
                  </a:lnTo>
                  <a:lnTo>
                    <a:pt x="575567" y="444846"/>
                  </a:lnTo>
                  <a:lnTo>
                    <a:pt x="594055" y="401116"/>
                  </a:lnTo>
                  <a:lnTo>
                    <a:pt x="605609" y="354225"/>
                  </a:lnTo>
                  <a:lnTo>
                    <a:pt x="609600" y="304800"/>
                  </a:lnTo>
                  <a:lnTo>
                    <a:pt x="605609" y="255374"/>
                  </a:lnTo>
                  <a:lnTo>
                    <a:pt x="594055" y="208483"/>
                  </a:lnTo>
                  <a:lnTo>
                    <a:pt x="575567" y="164753"/>
                  </a:lnTo>
                  <a:lnTo>
                    <a:pt x="550773" y="124815"/>
                  </a:lnTo>
                  <a:lnTo>
                    <a:pt x="520303" y="89296"/>
                  </a:lnTo>
                  <a:lnTo>
                    <a:pt x="484784" y="58826"/>
                  </a:lnTo>
                  <a:lnTo>
                    <a:pt x="444846" y="34032"/>
                  </a:lnTo>
                  <a:lnTo>
                    <a:pt x="401116" y="15544"/>
                  </a:lnTo>
                  <a:lnTo>
                    <a:pt x="354225" y="3990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00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5715000" y="3124200"/>
              <a:ext cx="609600" cy="609600"/>
            </a:xfrm>
            <a:custGeom>
              <a:avLst/>
              <a:gdLst/>
              <a:ahLst/>
              <a:cxnLst/>
              <a:rect l="l" t="t" r="r" b="b"/>
              <a:pathLst>
                <a:path w="609600" h="609600">
                  <a:moveTo>
                    <a:pt x="0" y="304800"/>
                  </a:moveTo>
                  <a:lnTo>
                    <a:pt x="3990" y="255374"/>
                  </a:lnTo>
                  <a:lnTo>
                    <a:pt x="15544" y="208483"/>
                  </a:lnTo>
                  <a:lnTo>
                    <a:pt x="34032" y="164753"/>
                  </a:lnTo>
                  <a:lnTo>
                    <a:pt x="58826" y="124815"/>
                  </a:lnTo>
                  <a:lnTo>
                    <a:pt x="89296" y="89296"/>
                  </a:lnTo>
                  <a:lnTo>
                    <a:pt x="124815" y="58826"/>
                  </a:lnTo>
                  <a:lnTo>
                    <a:pt x="164753" y="34032"/>
                  </a:lnTo>
                  <a:lnTo>
                    <a:pt x="208483" y="15544"/>
                  </a:lnTo>
                  <a:lnTo>
                    <a:pt x="255374" y="3990"/>
                  </a:lnTo>
                  <a:lnTo>
                    <a:pt x="304800" y="0"/>
                  </a:lnTo>
                  <a:lnTo>
                    <a:pt x="354225" y="3990"/>
                  </a:lnTo>
                  <a:lnTo>
                    <a:pt x="401116" y="15544"/>
                  </a:lnTo>
                  <a:lnTo>
                    <a:pt x="444846" y="34032"/>
                  </a:lnTo>
                  <a:lnTo>
                    <a:pt x="484784" y="58826"/>
                  </a:lnTo>
                  <a:lnTo>
                    <a:pt x="520303" y="89296"/>
                  </a:lnTo>
                  <a:lnTo>
                    <a:pt x="550773" y="124815"/>
                  </a:lnTo>
                  <a:lnTo>
                    <a:pt x="575567" y="164753"/>
                  </a:lnTo>
                  <a:lnTo>
                    <a:pt x="594055" y="208483"/>
                  </a:lnTo>
                  <a:lnTo>
                    <a:pt x="605609" y="255374"/>
                  </a:lnTo>
                  <a:lnTo>
                    <a:pt x="609600" y="304800"/>
                  </a:lnTo>
                  <a:lnTo>
                    <a:pt x="605609" y="354225"/>
                  </a:lnTo>
                  <a:lnTo>
                    <a:pt x="594055" y="401116"/>
                  </a:lnTo>
                  <a:lnTo>
                    <a:pt x="575567" y="444846"/>
                  </a:lnTo>
                  <a:lnTo>
                    <a:pt x="550773" y="484784"/>
                  </a:lnTo>
                  <a:lnTo>
                    <a:pt x="520303" y="520303"/>
                  </a:lnTo>
                  <a:lnTo>
                    <a:pt x="484784" y="550773"/>
                  </a:lnTo>
                  <a:lnTo>
                    <a:pt x="444846" y="575567"/>
                  </a:lnTo>
                  <a:lnTo>
                    <a:pt x="401116" y="594055"/>
                  </a:lnTo>
                  <a:lnTo>
                    <a:pt x="354225" y="605609"/>
                  </a:lnTo>
                  <a:lnTo>
                    <a:pt x="304800" y="609600"/>
                  </a:lnTo>
                  <a:lnTo>
                    <a:pt x="255374" y="605609"/>
                  </a:lnTo>
                  <a:lnTo>
                    <a:pt x="208483" y="594055"/>
                  </a:lnTo>
                  <a:lnTo>
                    <a:pt x="164753" y="575567"/>
                  </a:lnTo>
                  <a:lnTo>
                    <a:pt x="124815" y="550773"/>
                  </a:lnTo>
                  <a:lnTo>
                    <a:pt x="89296" y="520303"/>
                  </a:lnTo>
                  <a:lnTo>
                    <a:pt x="58826" y="484784"/>
                  </a:lnTo>
                  <a:lnTo>
                    <a:pt x="34032" y="444846"/>
                  </a:lnTo>
                  <a:lnTo>
                    <a:pt x="15544" y="401116"/>
                  </a:lnTo>
                  <a:lnTo>
                    <a:pt x="3990" y="354225"/>
                  </a:lnTo>
                  <a:lnTo>
                    <a:pt x="0" y="304800"/>
                  </a:lnTo>
                  <a:close/>
                </a:path>
              </a:pathLst>
            </a:custGeom>
            <a:ln w="222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5937630" y="3256914"/>
            <a:ext cx="16700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i="1" dirty="0">
                <a:latin typeface="Arial"/>
                <a:cs typeface="Arial"/>
              </a:rPr>
              <a:t>4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7532687" y="3151187"/>
            <a:ext cx="631825" cy="631825"/>
            <a:chOff x="7532687" y="3151187"/>
            <a:chExt cx="631825" cy="631825"/>
          </a:xfrm>
        </p:grpSpPr>
        <p:sp>
          <p:nvSpPr>
            <p:cNvPr id="29" name="object 29"/>
            <p:cNvSpPr/>
            <p:nvPr/>
          </p:nvSpPr>
          <p:spPr>
            <a:xfrm>
              <a:off x="7543800" y="3162300"/>
              <a:ext cx="609600" cy="609600"/>
            </a:xfrm>
            <a:custGeom>
              <a:avLst/>
              <a:gdLst/>
              <a:ahLst/>
              <a:cxnLst/>
              <a:rect l="l" t="t" r="r" b="b"/>
              <a:pathLst>
                <a:path w="609600" h="609600">
                  <a:moveTo>
                    <a:pt x="304800" y="0"/>
                  </a:moveTo>
                  <a:lnTo>
                    <a:pt x="255374" y="3990"/>
                  </a:lnTo>
                  <a:lnTo>
                    <a:pt x="208483" y="15544"/>
                  </a:lnTo>
                  <a:lnTo>
                    <a:pt x="164753" y="34032"/>
                  </a:lnTo>
                  <a:lnTo>
                    <a:pt x="124815" y="58826"/>
                  </a:lnTo>
                  <a:lnTo>
                    <a:pt x="89296" y="89296"/>
                  </a:lnTo>
                  <a:lnTo>
                    <a:pt x="58826" y="124815"/>
                  </a:lnTo>
                  <a:lnTo>
                    <a:pt x="34032" y="164753"/>
                  </a:lnTo>
                  <a:lnTo>
                    <a:pt x="15544" y="208483"/>
                  </a:lnTo>
                  <a:lnTo>
                    <a:pt x="3990" y="255374"/>
                  </a:lnTo>
                  <a:lnTo>
                    <a:pt x="0" y="304800"/>
                  </a:lnTo>
                  <a:lnTo>
                    <a:pt x="3990" y="354225"/>
                  </a:lnTo>
                  <a:lnTo>
                    <a:pt x="15544" y="401116"/>
                  </a:lnTo>
                  <a:lnTo>
                    <a:pt x="34032" y="444846"/>
                  </a:lnTo>
                  <a:lnTo>
                    <a:pt x="58826" y="484784"/>
                  </a:lnTo>
                  <a:lnTo>
                    <a:pt x="89296" y="520303"/>
                  </a:lnTo>
                  <a:lnTo>
                    <a:pt x="124815" y="550773"/>
                  </a:lnTo>
                  <a:lnTo>
                    <a:pt x="164753" y="575567"/>
                  </a:lnTo>
                  <a:lnTo>
                    <a:pt x="208483" y="594055"/>
                  </a:lnTo>
                  <a:lnTo>
                    <a:pt x="255374" y="605609"/>
                  </a:lnTo>
                  <a:lnTo>
                    <a:pt x="304800" y="609600"/>
                  </a:lnTo>
                  <a:lnTo>
                    <a:pt x="354225" y="605609"/>
                  </a:lnTo>
                  <a:lnTo>
                    <a:pt x="401116" y="594055"/>
                  </a:lnTo>
                  <a:lnTo>
                    <a:pt x="444846" y="575567"/>
                  </a:lnTo>
                  <a:lnTo>
                    <a:pt x="484784" y="550773"/>
                  </a:lnTo>
                  <a:lnTo>
                    <a:pt x="520303" y="520303"/>
                  </a:lnTo>
                  <a:lnTo>
                    <a:pt x="550773" y="484784"/>
                  </a:lnTo>
                  <a:lnTo>
                    <a:pt x="575567" y="444846"/>
                  </a:lnTo>
                  <a:lnTo>
                    <a:pt x="594055" y="401116"/>
                  </a:lnTo>
                  <a:lnTo>
                    <a:pt x="605609" y="354225"/>
                  </a:lnTo>
                  <a:lnTo>
                    <a:pt x="609600" y="304800"/>
                  </a:lnTo>
                  <a:lnTo>
                    <a:pt x="605609" y="255374"/>
                  </a:lnTo>
                  <a:lnTo>
                    <a:pt x="594055" y="208483"/>
                  </a:lnTo>
                  <a:lnTo>
                    <a:pt x="575567" y="164753"/>
                  </a:lnTo>
                  <a:lnTo>
                    <a:pt x="550773" y="124815"/>
                  </a:lnTo>
                  <a:lnTo>
                    <a:pt x="520303" y="89296"/>
                  </a:lnTo>
                  <a:lnTo>
                    <a:pt x="484784" y="58826"/>
                  </a:lnTo>
                  <a:lnTo>
                    <a:pt x="444846" y="34032"/>
                  </a:lnTo>
                  <a:lnTo>
                    <a:pt x="401116" y="15544"/>
                  </a:lnTo>
                  <a:lnTo>
                    <a:pt x="354225" y="3990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00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7543800" y="3162300"/>
              <a:ext cx="609600" cy="609600"/>
            </a:xfrm>
            <a:custGeom>
              <a:avLst/>
              <a:gdLst/>
              <a:ahLst/>
              <a:cxnLst/>
              <a:rect l="l" t="t" r="r" b="b"/>
              <a:pathLst>
                <a:path w="609600" h="609600">
                  <a:moveTo>
                    <a:pt x="0" y="304800"/>
                  </a:moveTo>
                  <a:lnTo>
                    <a:pt x="3990" y="255374"/>
                  </a:lnTo>
                  <a:lnTo>
                    <a:pt x="15544" y="208483"/>
                  </a:lnTo>
                  <a:lnTo>
                    <a:pt x="34032" y="164753"/>
                  </a:lnTo>
                  <a:lnTo>
                    <a:pt x="58826" y="124815"/>
                  </a:lnTo>
                  <a:lnTo>
                    <a:pt x="89296" y="89296"/>
                  </a:lnTo>
                  <a:lnTo>
                    <a:pt x="124815" y="58826"/>
                  </a:lnTo>
                  <a:lnTo>
                    <a:pt x="164753" y="34032"/>
                  </a:lnTo>
                  <a:lnTo>
                    <a:pt x="208483" y="15544"/>
                  </a:lnTo>
                  <a:lnTo>
                    <a:pt x="255374" y="3990"/>
                  </a:lnTo>
                  <a:lnTo>
                    <a:pt x="304800" y="0"/>
                  </a:lnTo>
                  <a:lnTo>
                    <a:pt x="354225" y="3990"/>
                  </a:lnTo>
                  <a:lnTo>
                    <a:pt x="401116" y="15544"/>
                  </a:lnTo>
                  <a:lnTo>
                    <a:pt x="444846" y="34032"/>
                  </a:lnTo>
                  <a:lnTo>
                    <a:pt x="484784" y="58826"/>
                  </a:lnTo>
                  <a:lnTo>
                    <a:pt x="520303" y="89296"/>
                  </a:lnTo>
                  <a:lnTo>
                    <a:pt x="550773" y="124815"/>
                  </a:lnTo>
                  <a:lnTo>
                    <a:pt x="575567" y="164753"/>
                  </a:lnTo>
                  <a:lnTo>
                    <a:pt x="594055" y="208483"/>
                  </a:lnTo>
                  <a:lnTo>
                    <a:pt x="605609" y="255374"/>
                  </a:lnTo>
                  <a:lnTo>
                    <a:pt x="609600" y="304800"/>
                  </a:lnTo>
                  <a:lnTo>
                    <a:pt x="605609" y="354225"/>
                  </a:lnTo>
                  <a:lnTo>
                    <a:pt x="594055" y="401116"/>
                  </a:lnTo>
                  <a:lnTo>
                    <a:pt x="575567" y="444846"/>
                  </a:lnTo>
                  <a:lnTo>
                    <a:pt x="550773" y="484784"/>
                  </a:lnTo>
                  <a:lnTo>
                    <a:pt x="520303" y="520303"/>
                  </a:lnTo>
                  <a:lnTo>
                    <a:pt x="484784" y="550773"/>
                  </a:lnTo>
                  <a:lnTo>
                    <a:pt x="444846" y="575567"/>
                  </a:lnTo>
                  <a:lnTo>
                    <a:pt x="401116" y="594055"/>
                  </a:lnTo>
                  <a:lnTo>
                    <a:pt x="354225" y="605609"/>
                  </a:lnTo>
                  <a:lnTo>
                    <a:pt x="304800" y="609600"/>
                  </a:lnTo>
                  <a:lnTo>
                    <a:pt x="255374" y="605609"/>
                  </a:lnTo>
                  <a:lnTo>
                    <a:pt x="208483" y="594055"/>
                  </a:lnTo>
                  <a:lnTo>
                    <a:pt x="164753" y="575567"/>
                  </a:lnTo>
                  <a:lnTo>
                    <a:pt x="124815" y="550773"/>
                  </a:lnTo>
                  <a:lnTo>
                    <a:pt x="89296" y="520303"/>
                  </a:lnTo>
                  <a:lnTo>
                    <a:pt x="58826" y="484784"/>
                  </a:lnTo>
                  <a:lnTo>
                    <a:pt x="34032" y="444846"/>
                  </a:lnTo>
                  <a:lnTo>
                    <a:pt x="15544" y="401116"/>
                  </a:lnTo>
                  <a:lnTo>
                    <a:pt x="3990" y="354225"/>
                  </a:lnTo>
                  <a:lnTo>
                    <a:pt x="0" y="304800"/>
                  </a:lnTo>
                  <a:close/>
                </a:path>
              </a:pathLst>
            </a:custGeom>
            <a:ln w="222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7696581" y="3295014"/>
            <a:ext cx="30988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i="1" dirty="0">
                <a:latin typeface="Arial"/>
                <a:cs typeface="Arial"/>
              </a:rPr>
              <a:t>20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4941887" y="4027487"/>
            <a:ext cx="631825" cy="631825"/>
            <a:chOff x="4941887" y="4027487"/>
            <a:chExt cx="631825" cy="631825"/>
          </a:xfrm>
        </p:grpSpPr>
        <p:sp>
          <p:nvSpPr>
            <p:cNvPr id="33" name="object 33"/>
            <p:cNvSpPr/>
            <p:nvPr/>
          </p:nvSpPr>
          <p:spPr>
            <a:xfrm>
              <a:off x="4953000" y="4038600"/>
              <a:ext cx="609600" cy="609600"/>
            </a:xfrm>
            <a:custGeom>
              <a:avLst/>
              <a:gdLst/>
              <a:ahLst/>
              <a:cxnLst/>
              <a:rect l="l" t="t" r="r" b="b"/>
              <a:pathLst>
                <a:path w="609600" h="609600">
                  <a:moveTo>
                    <a:pt x="304800" y="0"/>
                  </a:moveTo>
                  <a:lnTo>
                    <a:pt x="255374" y="3990"/>
                  </a:lnTo>
                  <a:lnTo>
                    <a:pt x="208483" y="15544"/>
                  </a:lnTo>
                  <a:lnTo>
                    <a:pt x="164753" y="34032"/>
                  </a:lnTo>
                  <a:lnTo>
                    <a:pt x="124815" y="58826"/>
                  </a:lnTo>
                  <a:lnTo>
                    <a:pt x="89296" y="89296"/>
                  </a:lnTo>
                  <a:lnTo>
                    <a:pt x="58826" y="124815"/>
                  </a:lnTo>
                  <a:lnTo>
                    <a:pt x="34032" y="164753"/>
                  </a:lnTo>
                  <a:lnTo>
                    <a:pt x="15544" y="208483"/>
                  </a:lnTo>
                  <a:lnTo>
                    <a:pt x="3990" y="255374"/>
                  </a:lnTo>
                  <a:lnTo>
                    <a:pt x="0" y="304800"/>
                  </a:lnTo>
                  <a:lnTo>
                    <a:pt x="3990" y="354225"/>
                  </a:lnTo>
                  <a:lnTo>
                    <a:pt x="15544" y="401116"/>
                  </a:lnTo>
                  <a:lnTo>
                    <a:pt x="34032" y="444846"/>
                  </a:lnTo>
                  <a:lnTo>
                    <a:pt x="58826" y="484784"/>
                  </a:lnTo>
                  <a:lnTo>
                    <a:pt x="89296" y="520303"/>
                  </a:lnTo>
                  <a:lnTo>
                    <a:pt x="124815" y="550773"/>
                  </a:lnTo>
                  <a:lnTo>
                    <a:pt x="164753" y="575567"/>
                  </a:lnTo>
                  <a:lnTo>
                    <a:pt x="208483" y="594055"/>
                  </a:lnTo>
                  <a:lnTo>
                    <a:pt x="255374" y="605609"/>
                  </a:lnTo>
                  <a:lnTo>
                    <a:pt x="304800" y="609600"/>
                  </a:lnTo>
                  <a:lnTo>
                    <a:pt x="354225" y="605609"/>
                  </a:lnTo>
                  <a:lnTo>
                    <a:pt x="401116" y="594055"/>
                  </a:lnTo>
                  <a:lnTo>
                    <a:pt x="444846" y="575567"/>
                  </a:lnTo>
                  <a:lnTo>
                    <a:pt x="484784" y="550773"/>
                  </a:lnTo>
                  <a:lnTo>
                    <a:pt x="520303" y="520303"/>
                  </a:lnTo>
                  <a:lnTo>
                    <a:pt x="550773" y="484784"/>
                  </a:lnTo>
                  <a:lnTo>
                    <a:pt x="575567" y="444846"/>
                  </a:lnTo>
                  <a:lnTo>
                    <a:pt x="594055" y="401116"/>
                  </a:lnTo>
                  <a:lnTo>
                    <a:pt x="605609" y="354225"/>
                  </a:lnTo>
                  <a:lnTo>
                    <a:pt x="609600" y="304800"/>
                  </a:lnTo>
                  <a:lnTo>
                    <a:pt x="605609" y="255374"/>
                  </a:lnTo>
                  <a:lnTo>
                    <a:pt x="594055" y="208483"/>
                  </a:lnTo>
                  <a:lnTo>
                    <a:pt x="575567" y="164753"/>
                  </a:lnTo>
                  <a:lnTo>
                    <a:pt x="550773" y="124815"/>
                  </a:lnTo>
                  <a:lnTo>
                    <a:pt x="520303" y="89296"/>
                  </a:lnTo>
                  <a:lnTo>
                    <a:pt x="484784" y="58826"/>
                  </a:lnTo>
                  <a:lnTo>
                    <a:pt x="444846" y="34032"/>
                  </a:lnTo>
                  <a:lnTo>
                    <a:pt x="401116" y="15544"/>
                  </a:lnTo>
                  <a:lnTo>
                    <a:pt x="354225" y="3990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00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4953000" y="4038600"/>
              <a:ext cx="609600" cy="609600"/>
            </a:xfrm>
            <a:custGeom>
              <a:avLst/>
              <a:gdLst/>
              <a:ahLst/>
              <a:cxnLst/>
              <a:rect l="l" t="t" r="r" b="b"/>
              <a:pathLst>
                <a:path w="609600" h="609600">
                  <a:moveTo>
                    <a:pt x="0" y="304800"/>
                  </a:moveTo>
                  <a:lnTo>
                    <a:pt x="3990" y="255374"/>
                  </a:lnTo>
                  <a:lnTo>
                    <a:pt x="15544" y="208483"/>
                  </a:lnTo>
                  <a:lnTo>
                    <a:pt x="34032" y="164753"/>
                  </a:lnTo>
                  <a:lnTo>
                    <a:pt x="58826" y="124815"/>
                  </a:lnTo>
                  <a:lnTo>
                    <a:pt x="89296" y="89296"/>
                  </a:lnTo>
                  <a:lnTo>
                    <a:pt x="124815" y="58826"/>
                  </a:lnTo>
                  <a:lnTo>
                    <a:pt x="164753" y="34032"/>
                  </a:lnTo>
                  <a:lnTo>
                    <a:pt x="208483" y="15544"/>
                  </a:lnTo>
                  <a:lnTo>
                    <a:pt x="255374" y="3990"/>
                  </a:lnTo>
                  <a:lnTo>
                    <a:pt x="304800" y="0"/>
                  </a:lnTo>
                  <a:lnTo>
                    <a:pt x="354225" y="3990"/>
                  </a:lnTo>
                  <a:lnTo>
                    <a:pt x="401116" y="15544"/>
                  </a:lnTo>
                  <a:lnTo>
                    <a:pt x="444846" y="34032"/>
                  </a:lnTo>
                  <a:lnTo>
                    <a:pt x="484784" y="58826"/>
                  </a:lnTo>
                  <a:lnTo>
                    <a:pt x="520303" y="89296"/>
                  </a:lnTo>
                  <a:lnTo>
                    <a:pt x="550773" y="124815"/>
                  </a:lnTo>
                  <a:lnTo>
                    <a:pt x="575567" y="164753"/>
                  </a:lnTo>
                  <a:lnTo>
                    <a:pt x="594055" y="208483"/>
                  </a:lnTo>
                  <a:lnTo>
                    <a:pt x="605609" y="255374"/>
                  </a:lnTo>
                  <a:lnTo>
                    <a:pt x="609600" y="304800"/>
                  </a:lnTo>
                  <a:lnTo>
                    <a:pt x="605609" y="354225"/>
                  </a:lnTo>
                  <a:lnTo>
                    <a:pt x="594055" y="401116"/>
                  </a:lnTo>
                  <a:lnTo>
                    <a:pt x="575567" y="444846"/>
                  </a:lnTo>
                  <a:lnTo>
                    <a:pt x="550773" y="484784"/>
                  </a:lnTo>
                  <a:lnTo>
                    <a:pt x="520303" y="520303"/>
                  </a:lnTo>
                  <a:lnTo>
                    <a:pt x="484784" y="550773"/>
                  </a:lnTo>
                  <a:lnTo>
                    <a:pt x="444846" y="575567"/>
                  </a:lnTo>
                  <a:lnTo>
                    <a:pt x="401116" y="594055"/>
                  </a:lnTo>
                  <a:lnTo>
                    <a:pt x="354225" y="605609"/>
                  </a:lnTo>
                  <a:lnTo>
                    <a:pt x="304800" y="609600"/>
                  </a:lnTo>
                  <a:lnTo>
                    <a:pt x="255374" y="605609"/>
                  </a:lnTo>
                  <a:lnTo>
                    <a:pt x="208483" y="594055"/>
                  </a:lnTo>
                  <a:lnTo>
                    <a:pt x="164753" y="575567"/>
                  </a:lnTo>
                  <a:lnTo>
                    <a:pt x="124815" y="550773"/>
                  </a:lnTo>
                  <a:lnTo>
                    <a:pt x="89296" y="520303"/>
                  </a:lnTo>
                  <a:lnTo>
                    <a:pt x="58826" y="484784"/>
                  </a:lnTo>
                  <a:lnTo>
                    <a:pt x="34032" y="444846"/>
                  </a:lnTo>
                  <a:lnTo>
                    <a:pt x="15544" y="401116"/>
                  </a:lnTo>
                  <a:lnTo>
                    <a:pt x="3990" y="354225"/>
                  </a:lnTo>
                  <a:lnTo>
                    <a:pt x="0" y="304800"/>
                  </a:lnTo>
                  <a:close/>
                </a:path>
              </a:pathLst>
            </a:custGeom>
            <a:ln w="222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5175630" y="4171569"/>
            <a:ext cx="16700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i="1" dirty="0">
                <a:latin typeface="Arial"/>
                <a:cs typeface="Arial"/>
              </a:rPr>
              <a:t>3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7075487" y="4065587"/>
            <a:ext cx="631825" cy="631825"/>
            <a:chOff x="7075487" y="4065587"/>
            <a:chExt cx="631825" cy="631825"/>
          </a:xfrm>
        </p:grpSpPr>
        <p:sp>
          <p:nvSpPr>
            <p:cNvPr id="37" name="object 37"/>
            <p:cNvSpPr/>
            <p:nvPr/>
          </p:nvSpPr>
          <p:spPr>
            <a:xfrm>
              <a:off x="7086600" y="4076700"/>
              <a:ext cx="609600" cy="609600"/>
            </a:xfrm>
            <a:custGeom>
              <a:avLst/>
              <a:gdLst/>
              <a:ahLst/>
              <a:cxnLst/>
              <a:rect l="l" t="t" r="r" b="b"/>
              <a:pathLst>
                <a:path w="609600" h="609600">
                  <a:moveTo>
                    <a:pt x="304800" y="0"/>
                  </a:moveTo>
                  <a:lnTo>
                    <a:pt x="255374" y="3990"/>
                  </a:lnTo>
                  <a:lnTo>
                    <a:pt x="208483" y="15544"/>
                  </a:lnTo>
                  <a:lnTo>
                    <a:pt x="164753" y="34032"/>
                  </a:lnTo>
                  <a:lnTo>
                    <a:pt x="124815" y="58826"/>
                  </a:lnTo>
                  <a:lnTo>
                    <a:pt x="89296" y="89296"/>
                  </a:lnTo>
                  <a:lnTo>
                    <a:pt x="58826" y="124815"/>
                  </a:lnTo>
                  <a:lnTo>
                    <a:pt x="34032" y="164753"/>
                  </a:lnTo>
                  <a:lnTo>
                    <a:pt x="15544" y="208483"/>
                  </a:lnTo>
                  <a:lnTo>
                    <a:pt x="3990" y="255374"/>
                  </a:lnTo>
                  <a:lnTo>
                    <a:pt x="0" y="304800"/>
                  </a:lnTo>
                  <a:lnTo>
                    <a:pt x="3990" y="354225"/>
                  </a:lnTo>
                  <a:lnTo>
                    <a:pt x="15544" y="401116"/>
                  </a:lnTo>
                  <a:lnTo>
                    <a:pt x="34032" y="444846"/>
                  </a:lnTo>
                  <a:lnTo>
                    <a:pt x="58826" y="484784"/>
                  </a:lnTo>
                  <a:lnTo>
                    <a:pt x="89296" y="520303"/>
                  </a:lnTo>
                  <a:lnTo>
                    <a:pt x="124815" y="550773"/>
                  </a:lnTo>
                  <a:lnTo>
                    <a:pt x="164753" y="575567"/>
                  </a:lnTo>
                  <a:lnTo>
                    <a:pt x="208483" y="594055"/>
                  </a:lnTo>
                  <a:lnTo>
                    <a:pt x="255374" y="605609"/>
                  </a:lnTo>
                  <a:lnTo>
                    <a:pt x="304800" y="609600"/>
                  </a:lnTo>
                  <a:lnTo>
                    <a:pt x="354225" y="605609"/>
                  </a:lnTo>
                  <a:lnTo>
                    <a:pt x="401116" y="594055"/>
                  </a:lnTo>
                  <a:lnTo>
                    <a:pt x="444846" y="575567"/>
                  </a:lnTo>
                  <a:lnTo>
                    <a:pt x="484784" y="550773"/>
                  </a:lnTo>
                  <a:lnTo>
                    <a:pt x="520303" y="520303"/>
                  </a:lnTo>
                  <a:lnTo>
                    <a:pt x="550773" y="484784"/>
                  </a:lnTo>
                  <a:lnTo>
                    <a:pt x="575567" y="444846"/>
                  </a:lnTo>
                  <a:lnTo>
                    <a:pt x="594055" y="401116"/>
                  </a:lnTo>
                  <a:lnTo>
                    <a:pt x="605609" y="354225"/>
                  </a:lnTo>
                  <a:lnTo>
                    <a:pt x="609600" y="304800"/>
                  </a:lnTo>
                  <a:lnTo>
                    <a:pt x="605609" y="255374"/>
                  </a:lnTo>
                  <a:lnTo>
                    <a:pt x="594055" y="208483"/>
                  </a:lnTo>
                  <a:lnTo>
                    <a:pt x="575567" y="164753"/>
                  </a:lnTo>
                  <a:lnTo>
                    <a:pt x="550773" y="124815"/>
                  </a:lnTo>
                  <a:lnTo>
                    <a:pt x="520303" y="89296"/>
                  </a:lnTo>
                  <a:lnTo>
                    <a:pt x="484784" y="58826"/>
                  </a:lnTo>
                  <a:lnTo>
                    <a:pt x="444846" y="34032"/>
                  </a:lnTo>
                  <a:lnTo>
                    <a:pt x="401116" y="15544"/>
                  </a:lnTo>
                  <a:lnTo>
                    <a:pt x="354225" y="3990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00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7086600" y="4076700"/>
              <a:ext cx="609600" cy="609600"/>
            </a:xfrm>
            <a:custGeom>
              <a:avLst/>
              <a:gdLst/>
              <a:ahLst/>
              <a:cxnLst/>
              <a:rect l="l" t="t" r="r" b="b"/>
              <a:pathLst>
                <a:path w="609600" h="609600">
                  <a:moveTo>
                    <a:pt x="0" y="304800"/>
                  </a:moveTo>
                  <a:lnTo>
                    <a:pt x="3990" y="255374"/>
                  </a:lnTo>
                  <a:lnTo>
                    <a:pt x="15544" y="208483"/>
                  </a:lnTo>
                  <a:lnTo>
                    <a:pt x="34032" y="164753"/>
                  </a:lnTo>
                  <a:lnTo>
                    <a:pt x="58826" y="124815"/>
                  </a:lnTo>
                  <a:lnTo>
                    <a:pt x="89296" y="89296"/>
                  </a:lnTo>
                  <a:lnTo>
                    <a:pt x="124815" y="58826"/>
                  </a:lnTo>
                  <a:lnTo>
                    <a:pt x="164753" y="34032"/>
                  </a:lnTo>
                  <a:lnTo>
                    <a:pt x="208483" y="15544"/>
                  </a:lnTo>
                  <a:lnTo>
                    <a:pt x="255374" y="3990"/>
                  </a:lnTo>
                  <a:lnTo>
                    <a:pt x="304800" y="0"/>
                  </a:lnTo>
                  <a:lnTo>
                    <a:pt x="354225" y="3990"/>
                  </a:lnTo>
                  <a:lnTo>
                    <a:pt x="401116" y="15544"/>
                  </a:lnTo>
                  <a:lnTo>
                    <a:pt x="444846" y="34032"/>
                  </a:lnTo>
                  <a:lnTo>
                    <a:pt x="484784" y="58826"/>
                  </a:lnTo>
                  <a:lnTo>
                    <a:pt x="520303" y="89296"/>
                  </a:lnTo>
                  <a:lnTo>
                    <a:pt x="550773" y="124815"/>
                  </a:lnTo>
                  <a:lnTo>
                    <a:pt x="575567" y="164753"/>
                  </a:lnTo>
                  <a:lnTo>
                    <a:pt x="594055" y="208483"/>
                  </a:lnTo>
                  <a:lnTo>
                    <a:pt x="605609" y="255374"/>
                  </a:lnTo>
                  <a:lnTo>
                    <a:pt x="609600" y="304800"/>
                  </a:lnTo>
                  <a:lnTo>
                    <a:pt x="605609" y="354225"/>
                  </a:lnTo>
                  <a:lnTo>
                    <a:pt x="594055" y="401116"/>
                  </a:lnTo>
                  <a:lnTo>
                    <a:pt x="575567" y="444846"/>
                  </a:lnTo>
                  <a:lnTo>
                    <a:pt x="550773" y="484784"/>
                  </a:lnTo>
                  <a:lnTo>
                    <a:pt x="520303" y="520303"/>
                  </a:lnTo>
                  <a:lnTo>
                    <a:pt x="484784" y="550773"/>
                  </a:lnTo>
                  <a:lnTo>
                    <a:pt x="444846" y="575567"/>
                  </a:lnTo>
                  <a:lnTo>
                    <a:pt x="401116" y="594055"/>
                  </a:lnTo>
                  <a:lnTo>
                    <a:pt x="354225" y="605609"/>
                  </a:lnTo>
                  <a:lnTo>
                    <a:pt x="304800" y="609600"/>
                  </a:lnTo>
                  <a:lnTo>
                    <a:pt x="255374" y="605609"/>
                  </a:lnTo>
                  <a:lnTo>
                    <a:pt x="208483" y="594055"/>
                  </a:lnTo>
                  <a:lnTo>
                    <a:pt x="164753" y="575567"/>
                  </a:lnTo>
                  <a:lnTo>
                    <a:pt x="124815" y="550773"/>
                  </a:lnTo>
                  <a:lnTo>
                    <a:pt x="89296" y="520303"/>
                  </a:lnTo>
                  <a:lnTo>
                    <a:pt x="58826" y="484784"/>
                  </a:lnTo>
                  <a:lnTo>
                    <a:pt x="34032" y="444846"/>
                  </a:lnTo>
                  <a:lnTo>
                    <a:pt x="15544" y="401116"/>
                  </a:lnTo>
                  <a:lnTo>
                    <a:pt x="3990" y="354225"/>
                  </a:lnTo>
                  <a:lnTo>
                    <a:pt x="0" y="304800"/>
                  </a:lnTo>
                  <a:close/>
                </a:path>
              </a:pathLst>
            </a:custGeom>
            <a:ln w="222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7239381" y="4209669"/>
            <a:ext cx="30924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i="1" dirty="0">
                <a:latin typeface="Arial"/>
                <a:cs typeface="Arial"/>
              </a:rPr>
              <a:t>16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7989887" y="3722687"/>
            <a:ext cx="631825" cy="1012825"/>
            <a:chOff x="7989887" y="3722687"/>
            <a:chExt cx="631825" cy="1012825"/>
          </a:xfrm>
        </p:grpSpPr>
        <p:sp>
          <p:nvSpPr>
            <p:cNvPr id="41" name="object 41"/>
            <p:cNvSpPr/>
            <p:nvPr/>
          </p:nvSpPr>
          <p:spPr>
            <a:xfrm>
              <a:off x="8001000" y="3733800"/>
              <a:ext cx="228600" cy="381000"/>
            </a:xfrm>
            <a:custGeom>
              <a:avLst/>
              <a:gdLst/>
              <a:ahLst/>
              <a:cxnLst/>
              <a:rect l="l" t="t" r="r" b="b"/>
              <a:pathLst>
                <a:path w="228600" h="381000">
                  <a:moveTo>
                    <a:pt x="0" y="0"/>
                  </a:moveTo>
                  <a:lnTo>
                    <a:pt x="228600" y="381000"/>
                  </a:lnTo>
                </a:path>
              </a:pathLst>
            </a:custGeom>
            <a:ln w="222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8001000" y="4114800"/>
              <a:ext cx="609600" cy="609600"/>
            </a:xfrm>
            <a:custGeom>
              <a:avLst/>
              <a:gdLst/>
              <a:ahLst/>
              <a:cxnLst/>
              <a:rect l="l" t="t" r="r" b="b"/>
              <a:pathLst>
                <a:path w="609600" h="609600">
                  <a:moveTo>
                    <a:pt x="304800" y="0"/>
                  </a:moveTo>
                  <a:lnTo>
                    <a:pt x="255374" y="3990"/>
                  </a:lnTo>
                  <a:lnTo>
                    <a:pt x="208483" y="15544"/>
                  </a:lnTo>
                  <a:lnTo>
                    <a:pt x="164753" y="34032"/>
                  </a:lnTo>
                  <a:lnTo>
                    <a:pt x="124815" y="58826"/>
                  </a:lnTo>
                  <a:lnTo>
                    <a:pt x="89296" y="89296"/>
                  </a:lnTo>
                  <a:lnTo>
                    <a:pt x="58826" y="124815"/>
                  </a:lnTo>
                  <a:lnTo>
                    <a:pt x="34032" y="164753"/>
                  </a:lnTo>
                  <a:lnTo>
                    <a:pt x="15544" y="208483"/>
                  </a:lnTo>
                  <a:lnTo>
                    <a:pt x="3990" y="255374"/>
                  </a:lnTo>
                  <a:lnTo>
                    <a:pt x="0" y="304800"/>
                  </a:lnTo>
                  <a:lnTo>
                    <a:pt x="3990" y="354225"/>
                  </a:lnTo>
                  <a:lnTo>
                    <a:pt x="15544" y="401116"/>
                  </a:lnTo>
                  <a:lnTo>
                    <a:pt x="34032" y="444846"/>
                  </a:lnTo>
                  <a:lnTo>
                    <a:pt x="58826" y="484784"/>
                  </a:lnTo>
                  <a:lnTo>
                    <a:pt x="89296" y="520303"/>
                  </a:lnTo>
                  <a:lnTo>
                    <a:pt x="124815" y="550773"/>
                  </a:lnTo>
                  <a:lnTo>
                    <a:pt x="164753" y="575567"/>
                  </a:lnTo>
                  <a:lnTo>
                    <a:pt x="208483" y="594055"/>
                  </a:lnTo>
                  <a:lnTo>
                    <a:pt x="255374" y="605609"/>
                  </a:lnTo>
                  <a:lnTo>
                    <a:pt x="304800" y="609600"/>
                  </a:lnTo>
                  <a:lnTo>
                    <a:pt x="354225" y="605609"/>
                  </a:lnTo>
                  <a:lnTo>
                    <a:pt x="401116" y="594055"/>
                  </a:lnTo>
                  <a:lnTo>
                    <a:pt x="444846" y="575567"/>
                  </a:lnTo>
                  <a:lnTo>
                    <a:pt x="484784" y="550773"/>
                  </a:lnTo>
                  <a:lnTo>
                    <a:pt x="520303" y="520303"/>
                  </a:lnTo>
                  <a:lnTo>
                    <a:pt x="550773" y="484784"/>
                  </a:lnTo>
                  <a:lnTo>
                    <a:pt x="575567" y="444846"/>
                  </a:lnTo>
                  <a:lnTo>
                    <a:pt x="594055" y="401116"/>
                  </a:lnTo>
                  <a:lnTo>
                    <a:pt x="605609" y="354225"/>
                  </a:lnTo>
                  <a:lnTo>
                    <a:pt x="609600" y="304800"/>
                  </a:lnTo>
                  <a:lnTo>
                    <a:pt x="605609" y="255374"/>
                  </a:lnTo>
                  <a:lnTo>
                    <a:pt x="594055" y="208483"/>
                  </a:lnTo>
                  <a:lnTo>
                    <a:pt x="575567" y="164753"/>
                  </a:lnTo>
                  <a:lnTo>
                    <a:pt x="550773" y="124815"/>
                  </a:lnTo>
                  <a:lnTo>
                    <a:pt x="520303" y="89296"/>
                  </a:lnTo>
                  <a:lnTo>
                    <a:pt x="484784" y="58826"/>
                  </a:lnTo>
                  <a:lnTo>
                    <a:pt x="444846" y="34032"/>
                  </a:lnTo>
                  <a:lnTo>
                    <a:pt x="401116" y="15544"/>
                  </a:lnTo>
                  <a:lnTo>
                    <a:pt x="354225" y="3990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00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8001000" y="4114800"/>
              <a:ext cx="609600" cy="609600"/>
            </a:xfrm>
            <a:custGeom>
              <a:avLst/>
              <a:gdLst/>
              <a:ahLst/>
              <a:cxnLst/>
              <a:rect l="l" t="t" r="r" b="b"/>
              <a:pathLst>
                <a:path w="609600" h="609600">
                  <a:moveTo>
                    <a:pt x="0" y="304800"/>
                  </a:moveTo>
                  <a:lnTo>
                    <a:pt x="3990" y="255374"/>
                  </a:lnTo>
                  <a:lnTo>
                    <a:pt x="15544" y="208483"/>
                  </a:lnTo>
                  <a:lnTo>
                    <a:pt x="34032" y="164753"/>
                  </a:lnTo>
                  <a:lnTo>
                    <a:pt x="58826" y="124815"/>
                  </a:lnTo>
                  <a:lnTo>
                    <a:pt x="89296" y="89296"/>
                  </a:lnTo>
                  <a:lnTo>
                    <a:pt x="124815" y="58826"/>
                  </a:lnTo>
                  <a:lnTo>
                    <a:pt x="164753" y="34032"/>
                  </a:lnTo>
                  <a:lnTo>
                    <a:pt x="208483" y="15544"/>
                  </a:lnTo>
                  <a:lnTo>
                    <a:pt x="255374" y="3990"/>
                  </a:lnTo>
                  <a:lnTo>
                    <a:pt x="304800" y="0"/>
                  </a:lnTo>
                  <a:lnTo>
                    <a:pt x="354225" y="3990"/>
                  </a:lnTo>
                  <a:lnTo>
                    <a:pt x="401116" y="15544"/>
                  </a:lnTo>
                  <a:lnTo>
                    <a:pt x="444846" y="34032"/>
                  </a:lnTo>
                  <a:lnTo>
                    <a:pt x="484784" y="58826"/>
                  </a:lnTo>
                  <a:lnTo>
                    <a:pt x="520303" y="89296"/>
                  </a:lnTo>
                  <a:lnTo>
                    <a:pt x="550773" y="124815"/>
                  </a:lnTo>
                  <a:lnTo>
                    <a:pt x="575567" y="164753"/>
                  </a:lnTo>
                  <a:lnTo>
                    <a:pt x="594055" y="208483"/>
                  </a:lnTo>
                  <a:lnTo>
                    <a:pt x="605609" y="255374"/>
                  </a:lnTo>
                  <a:lnTo>
                    <a:pt x="609600" y="304800"/>
                  </a:lnTo>
                  <a:lnTo>
                    <a:pt x="605609" y="354225"/>
                  </a:lnTo>
                  <a:lnTo>
                    <a:pt x="594055" y="401116"/>
                  </a:lnTo>
                  <a:lnTo>
                    <a:pt x="575567" y="444846"/>
                  </a:lnTo>
                  <a:lnTo>
                    <a:pt x="550773" y="484784"/>
                  </a:lnTo>
                  <a:lnTo>
                    <a:pt x="520303" y="520303"/>
                  </a:lnTo>
                  <a:lnTo>
                    <a:pt x="484784" y="550773"/>
                  </a:lnTo>
                  <a:lnTo>
                    <a:pt x="444846" y="575567"/>
                  </a:lnTo>
                  <a:lnTo>
                    <a:pt x="401116" y="594055"/>
                  </a:lnTo>
                  <a:lnTo>
                    <a:pt x="354225" y="605609"/>
                  </a:lnTo>
                  <a:lnTo>
                    <a:pt x="304800" y="609600"/>
                  </a:lnTo>
                  <a:lnTo>
                    <a:pt x="255374" y="605609"/>
                  </a:lnTo>
                  <a:lnTo>
                    <a:pt x="208483" y="594055"/>
                  </a:lnTo>
                  <a:lnTo>
                    <a:pt x="164753" y="575567"/>
                  </a:lnTo>
                  <a:lnTo>
                    <a:pt x="124815" y="550773"/>
                  </a:lnTo>
                  <a:lnTo>
                    <a:pt x="89296" y="520303"/>
                  </a:lnTo>
                  <a:lnTo>
                    <a:pt x="58826" y="484784"/>
                  </a:lnTo>
                  <a:lnTo>
                    <a:pt x="34032" y="444846"/>
                  </a:lnTo>
                  <a:lnTo>
                    <a:pt x="15544" y="401116"/>
                  </a:lnTo>
                  <a:lnTo>
                    <a:pt x="3990" y="354225"/>
                  </a:lnTo>
                  <a:lnTo>
                    <a:pt x="0" y="304800"/>
                  </a:lnTo>
                  <a:close/>
                </a:path>
              </a:pathLst>
            </a:custGeom>
            <a:ln w="222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object 44"/>
          <p:cNvSpPr txBox="1"/>
          <p:nvPr/>
        </p:nvSpPr>
        <p:spPr>
          <a:xfrm>
            <a:off x="8154161" y="4247769"/>
            <a:ext cx="30924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i="1" dirty="0">
                <a:latin typeface="Arial"/>
                <a:cs typeface="Arial"/>
              </a:rPr>
              <a:t>27</a:t>
            </a:r>
            <a:endParaRPr sz="2000">
              <a:latin typeface="Arial"/>
              <a:cs typeface="Arial"/>
            </a:endParaRPr>
          </a:p>
        </p:txBody>
      </p:sp>
      <p:sp>
        <p:nvSpPr>
          <p:cNvPr id="45" name="Slide Number Placeholder 44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54</a:t>
            </a:fld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371600"/>
            <a:ext cx="9144000" cy="762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536549" y="6622795"/>
            <a:ext cx="53657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5" dirty="0">
                <a:latin typeface="Arial"/>
                <a:cs typeface="Arial"/>
              </a:rPr>
              <a:t>5/22/2012</a:t>
            </a:r>
            <a:endParaRPr sz="9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573017" y="392633"/>
            <a:ext cx="200088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Example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30350" y="1551118"/>
            <a:ext cx="458279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105"/>
              </a:spcBef>
              <a:buClr>
                <a:srgbClr val="0033CC"/>
              </a:buClr>
              <a:buSzPct val="84375"/>
              <a:buChar char="●"/>
              <a:tabLst>
                <a:tab pos="355600" algn="l"/>
                <a:tab pos="356235" algn="l"/>
              </a:tabLst>
            </a:pPr>
            <a:r>
              <a:rPr sz="3200" dirty="0">
                <a:latin typeface="Times New Roman"/>
                <a:cs typeface="Times New Roman"/>
              </a:rPr>
              <a:t>Insert 5 into the AVL</a:t>
            </a:r>
            <a:r>
              <a:rPr sz="3200" spc="-8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tree</a:t>
            </a:r>
          </a:p>
        </p:txBody>
      </p:sp>
      <p:sp>
        <p:nvSpPr>
          <p:cNvPr id="6" name="object 6"/>
          <p:cNvSpPr/>
          <p:nvPr/>
        </p:nvSpPr>
        <p:spPr>
          <a:xfrm>
            <a:off x="912317" y="2122487"/>
            <a:ext cx="3289795" cy="322262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745995" y="4857369"/>
            <a:ext cx="16700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i="1" dirty="0">
                <a:latin typeface="Arial"/>
                <a:cs typeface="Arial"/>
              </a:rPr>
              <a:t>5</a:t>
            </a:r>
            <a:endParaRPr sz="20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447035" y="2266314"/>
            <a:ext cx="27813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i="1" spc="-145" dirty="0">
                <a:latin typeface="Arial"/>
                <a:cs typeface="Arial"/>
              </a:rPr>
              <a:t>11</a:t>
            </a:r>
            <a:endParaRPr sz="20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276346" y="3218814"/>
            <a:ext cx="30924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i="1" dirty="0">
                <a:latin typeface="Arial"/>
                <a:cs typeface="Arial"/>
              </a:rPr>
              <a:t>20</a:t>
            </a:r>
            <a:endParaRPr sz="20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288796" y="4019169"/>
            <a:ext cx="16700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i="1" dirty="0">
                <a:latin typeface="Arial"/>
                <a:cs typeface="Arial"/>
              </a:rPr>
              <a:t>4</a:t>
            </a:r>
            <a:endParaRPr sz="20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818892" y="4133469"/>
            <a:ext cx="30924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i="1" dirty="0">
                <a:latin typeface="Arial"/>
                <a:cs typeface="Arial"/>
              </a:rPr>
              <a:t>16</a:t>
            </a:r>
            <a:endParaRPr sz="20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733546" y="4171569"/>
            <a:ext cx="30924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i="1" dirty="0">
                <a:latin typeface="Arial"/>
                <a:cs typeface="Arial"/>
              </a:rPr>
              <a:t>27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6008687" y="3646487"/>
            <a:ext cx="631825" cy="1089025"/>
            <a:chOff x="6008687" y="3646487"/>
            <a:chExt cx="631825" cy="1089025"/>
          </a:xfrm>
        </p:grpSpPr>
        <p:sp>
          <p:nvSpPr>
            <p:cNvPr id="14" name="object 14"/>
            <p:cNvSpPr/>
            <p:nvPr/>
          </p:nvSpPr>
          <p:spPr>
            <a:xfrm>
              <a:off x="6096000" y="3657600"/>
              <a:ext cx="152400" cy="457200"/>
            </a:xfrm>
            <a:custGeom>
              <a:avLst/>
              <a:gdLst/>
              <a:ahLst/>
              <a:cxnLst/>
              <a:rect l="l" t="t" r="r" b="b"/>
              <a:pathLst>
                <a:path w="152400" h="457200">
                  <a:moveTo>
                    <a:pt x="0" y="0"/>
                  </a:moveTo>
                  <a:lnTo>
                    <a:pt x="152400" y="457200"/>
                  </a:lnTo>
                </a:path>
              </a:pathLst>
            </a:custGeom>
            <a:ln w="222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019800" y="4114800"/>
              <a:ext cx="609600" cy="609600"/>
            </a:xfrm>
            <a:custGeom>
              <a:avLst/>
              <a:gdLst/>
              <a:ahLst/>
              <a:cxnLst/>
              <a:rect l="l" t="t" r="r" b="b"/>
              <a:pathLst>
                <a:path w="609600" h="609600">
                  <a:moveTo>
                    <a:pt x="304800" y="0"/>
                  </a:moveTo>
                  <a:lnTo>
                    <a:pt x="255374" y="3990"/>
                  </a:lnTo>
                  <a:lnTo>
                    <a:pt x="208483" y="15544"/>
                  </a:lnTo>
                  <a:lnTo>
                    <a:pt x="164753" y="34032"/>
                  </a:lnTo>
                  <a:lnTo>
                    <a:pt x="124815" y="58826"/>
                  </a:lnTo>
                  <a:lnTo>
                    <a:pt x="89296" y="89296"/>
                  </a:lnTo>
                  <a:lnTo>
                    <a:pt x="58826" y="124815"/>
                  </a:lnTo>
                  <a:lnTo>
                    <a:pt x="34032" y="164753"/>
                  </a:lnTo>
                  <a:lnTo>
                    <a:pt x="15544" y="208483"/>
                  </a:lnTo>
                  <a:lnTo>
                    <a:pt x="3990" y="255374"/>
                  </a:lnTo>
                  <a:lnTo>
                    <a:pt x="0" y="304800"/>
                  </a:lnTo>
                  <a:lnTo>
                    <a:pt x="3990" y="354225"/>
                  </a:lnTo>
                  <a:lnTo>
                    <a:pt x="15544" y="401116"/>
                  </a:lnTo>
                  <a:lnTo>
                    <a:pt x="34032" y="444846"/>
                  </a:lnTo>
                  <a:lnTo>
                    <a:pt x="58826" y="484784"/>
                  </a:lnTo>
                  <a:lnTo>
                    <a:pt x="89296" y="520303"/>
                  </a:lnTo>
                  <a:lnTo>
                    <a:pt x="124815" y="550773"/>
                  </a:lnTo>
                  <a:lnTo>
                    <a:pt x="164753" y="575567"/>
                  </a:lnTo>
                  <a:lnTo>
                    <a:pt x="208483" y="594055"/>
                  </a:lnTo>
                  <a:lnTo>
                    <a:pt x="255374" y="605609"/>
                  </a:lnTo>
                  <a:lnTo>
                    <a:pt x="304800" y="609600"/>
                  </a:lnTo>
                  <a:lnTo>
                    <a:pt x="354225" y="605609"/>
                  </a:lnTo>
                  <a:lnTo>
                    <a:pt x="401116" y="594055"/>
                  </a:lnTo>
                  <a:lnTo>
                    <a:pt x="444846" y="575567"/>
                  </a:lnTo>
                  <a:lnTo>
                    <a:pt x="484784" y="550773"/>
                  </a:lnTo>
                  <a:lnTo>
                    <a:pt x="520303" y="520303"/>
                  </a:lnTo>
                  <a:lnTo>
                    <a:pt x="550773" y="484784"/>
                  </a:lnTo>
                  <a:lnTo>
                    <a:pt x="575567" y="444846"/>
                  </a:lnTo>
                  <a:lnTo>
                    <a:pt x="594055" y="401116"/>
                  </a:lnTo>
                  <a:lnTo>
                    <a:pt x="605609" y="354225"/>
                  </a:lnTo>
                  <a:lnTo>
                    <a:pt x="609600" y="304800"/>
                  </a:lnTo>
                  <a:lnTo>
                    <a:pt x="605609" y="255374"/>
                  </a:lnTo>
                  <a:lnTo>
                    <a:pt x="594055" y="208483"/>
                  </a:lnTo>
                  <a:lnTo>
                    <a:pt x="575567" y="164753"/>
                  </a:lnTo>
                  <a:lnTo>
                    <a:pt x="550773" y="124815"/>
                  </a:lnTo>
                  <a:lnTo>
                    <a:pt x="520303" y="89296"/>
                  </a:lnTo>
                  <a:lnTo>
                    <a:pt x="484784" y="58826"/>
                  </a:lnTo>
                  <a:lnTo>
                    <a:pt x="444846" y="34032"/>
                  </a:lnTo>
                  <a:lnTo>
                    <a:pt x="401116" y="15544"/>
                  </a:lnTo>
                  <a:lnTo>
                    <a:pt x="354225" y="3990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F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019800" y="4114800"/>
              <a:ext cx="609600" cy="609600"/>
            </a:xfrm>
            <a:custGeom>
              <a:avLst/>
              <a:gdLst/>
              <a:ahLst/>
              <a:cxnLst/>
              <a:rect l="l" t="t" r="r" b="b"/>
              <a:pathLst>
                <a:path w="609600" h="609600">
                  <a:moveTo>
                    <a:pt x="0" y="304800"/>
                  </a:moveTo>
                  <a:lnTo>
                    <a:pt x="3990" y="255374"/>
                  </a:lnTo>
                  <a:lnTo>
                    <a:pt x="15544" y="208483"/>
                  </a:lnTo>
                  <a:lnTo>
                    <a:pt x="34032" y="164753"/>
                  </a:lnTo>
                  <a:lnTo>
                    <a:pt x="58826" y="124815"/>
                  </a:lnTo>
                  <a:lnTo>
                    <a:pt x="89296" y="89296"/>
                  </a:lnTo>
                  <a:lnTo>
                    <a:pt x="124815" y="58826"/>
                  </a:lnTo>
                  <a:lnTo>
                    <a:pt x="164753" y="34032"/>
                  </a:lnTo>
                  <a:lnTo>
                    <a:pt x="208483" y="15544"/>
                  </a:lnTo>
                  <a:lnTo>
                    <a:pt x="255374" y="3990"/>
                  </a:lnTo>
                  <a:lnTo>
                    <a:pt x="304800" y="0"/>
                  </a:lnTo>
                  <a:lnTo>
                    <a:pt x="354225" y="3990"/>
                  </a:lnTo>
                  <a:lnTo>
                    <a:pt x="401116" y="15544"/>
                  </a:lnTo>
                  <a:lnTo>
                    <a:pt x="444846" y="34032"/>
                  </a:lnTo>
                  <a:lnTo>
                    <a:pt x="484784" y="58826"/>
                  </a:lnTo>
                  <a:lnTo>
                    <a:pt x="520303" y="89296"/>
                  </a:lnTo>
                  <a:lnTo>
                    <a:pt x="550773" y="124815"/>
                  </a:lnTo>
                  <a:lnTo>
                    <a:pt x="575567" y="164753"/>
                  </a:lnTo>
                  <a:lnTo>
                    <a:pt x="594055" y="208483"/>
                  </a:lnTo>
                  <a:lnTo>
                    <a:pt x="605609" y="255374"/>
                  </a:lnTo>
                  <a:lnTo>
                    <a:pt x="609600" y="304800"/>
                  </a:lnTo>
                  <a:lnTo>
                    <a:pt x="605609" y="354225"/>
                  </a:lnTo>
                  <a:lnTo>
                    <a:pt x="594055" y="401116"/>
                  </a:lnTo>
                  <a:lnTo>
                    <a:pt x="575567" y="444846"/>
                  </a:lnTo>
                  <a:lnTo>
                    <a:pt x="550773" y="484784"/>
                  </a:lnTo>
                  <a:lnTo>
                    <a:pt x="520303" y="520303"/>
                  </a:lnTo>
                  <a:lnTo>
                    <a:pt x="484784" y="550773"/>
                  </a:lnTo>
                  <a:lnTo>
                    <a:pt x="444846" y="575567"/>
                  </a:lnTo>
                  <a:lnTo>
                    <a:pt x="401116" y="594055"/>
                  </a:lnTo>
                  <a:lnTo>
                    <a:pt x="354225" y="605609"/>
                  </a:lnTo>
                  <a:lnTo>
                    <a:pt x="304800" y="609600"/>
                  </a:lnTo>
                  <a:lnTo>
                    <a:pt x="255374" y="605609"/>
                  </a:lnTo>
                  <a:lnTo>
                    <a:pt x="208483" y="594055"/>
                  </a:lnTo>
                  <a:lnTo>
                    <a:pt x="164753" y="575567"/>
                  </a:lnTo>
                  <a:lnTo>
                    <a:pt x="124815" y="550773"/>
                  </a:lnTo>
                  <a:lnTo>
                    <a:pt x="89296" y="520303"/>
                  </a:lnTo>
                  <a:lnTo>
                    <a:pt x="58826" y="484784"/>
                  </a:lnTo>
                  <a:lnTo>
                    <a:pt x="34032" y="444846"/>
                  </a:lnTo>
                  <a:lnTo>
                    <a:pt x="15544" y="401116"/>
                  </a:lnTo>
                  <a:lnTo>
                    <a:pt x="3990" y="354225"/>
                  </a:lnTo>
                  <a:lnTo>
                    <a:pt x="0" y="304800"/>
                  </a:lnTo>
                  <a:close/>
                </a:path>
              </a:pathLst>
            </a:custGeom>
            <a:ln w="222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6242684" y="4247769"/>
            <a:ext cx="16700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i="1" dirty="0">
                <a:latin typeface="Arial"/>
                <a:cs typeface="Arial"/>
              </a:rPr>
              <a:t>8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5322887" y="2198687"/>
            <a:ext cx="2460625" cy="2041525"/>
            <a:chOff x="5322887" y="2198687"/>
            <a:chExt cx="2460625" cy="2041525"/>
          </a:xfrm>
        </p:grpSpPr>
        <p:sp>
          <p:nvSpPr>
            <p:cNvPr id="19" name="object 19"/>
            <p:cNvSpPr/>
            <p:nvPr/>
          </p:nvSpPr>
          <p:spPr>
            <a:xfrm>
              <a:off x="5334000" y="2590800"/>
              <a:ext cx="2362200" cy="1600200"/>
            </a:xfrm>
            <a:custGeom>
              <a:avLst/>
              <a:gdLst/>
              <a:ahLst/>
              <a:cxnLst/>
              <a:rect l="l" t="t" r="r" b="b"/>
              <a:pathLst>
                <a:path w="2362200" h="1600200">
                  <a:moveTo>
                    <a:pt x="457200" y="990600"/>
                  </a:moveTo>
                  <a:lnTo>
                    <a:pt x="0" y="1600200"/>
                  </a:lnTo>
                </a:path>
                <a:path w="2362200" h="1600200">
                  <a:moveTo>
                    <a:pt x="1828800" y="0"/>
                  </a:moveTo>
                  <a:lnTo>
                    <a:pt x="2362200" y="685800"/>
                  </a:lnTo>
                </a:path>
                <a:path w="2362200" h="1600200">
                  <a:moveTo>
                    <a:pt x="1447800" y="76200"/>
                  </a:moveTo>
                  <a:lnTo>
                    <a:pt x="762000" y="762000"/>
                  </a:lnTo>
                </a:path>
              </a:pathLst>
            </a:custGeom>
            <a:ln w="222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705600" y="2209800"/>
              <a:ext cx="609600" cy="609600"/>
            </a:xfrm>
            <a:custGeom>
              <a:avLst/>
              <a:gdLst/>
              <a:ahLst/>
              <a:cxnLst/>
              <a:rect l="l" t="t" r="r" b="b"/>
              <a:pathLst>
                <a:path w="609600" h="609600">
                  <a:moveTo>
                    <a:pt x="304800" y="0"/>
                  </a:moveTo>
                  <a:lnTo>
                    <a:pt x="255374" y="3990"/>
                  </a:lnTo>
                  <a:lnTo>
                    <a:pt x="208483" y="15544"/>
                  </a:lnTo>
                  <a:lnTo>
                    <a:pt x="164753" y="34032"/>
                  </a:lnTo>
                  <a:lnTo>
                    <a:pt x="124815" y="58826"/>
                  </a:lnTo>
                  <a:lnTo>
                    <a:pt x="89296" y="89296"/>
                  </a:lnTo>
                  <a:lnTo>
                    <a:pt x="58826" y="124815"/>
                  </a:lnTo>
                  <a:lnTo>
                    <a:pt x="34032" y="164753"/>
                  </a:lnTo>
                  <a:lnTo>
                    <a:pt x="15544" y="208483"/>
                  </a:lnTo>
                  <a:lnTo>
                    <a:pt x="3990" y="255374"/>
                  </a:lnTo>
                  <a:lnTo>
                    <a:pt x="0" y="304800"/>
                  </a:lnTo>
                  <a:lnTo>
                    <a:pt x="3990" y="354225"/>
                  </a:lnTo>
                  <a:lnTo>
                    <a:pt x="15544" y="401116"/>
                  </a:lnTo>
                  <a:lnTo>
                    <a:pt x="34032" y="444846"/>
                  </a:lnTo>
                  <a:lnTo>
                    <a:pt x="58826" y="484784"/>
                  </a:lnTo>
                  <a:lnTo>
                    <a:pt x="89296" y="520303"/>
                  </a:lnTo>
                  <a:lnTo>
                    <a:pt x="124815" y="550773"/>
                  </a:lnTo>
                  <a:lnTo>
                    <a:pt x="164753" y="575567"/>
                  </a:lnTo>
                  <a:lnTo>
                    <a:pt x="208483" y="594055"/>
                  </a:lnTo>
                  <a:lnTo>
                    <a:pt x="255374" y="605609"/>
                  </a:lnTo>
                  <a:lnTo>
                    <a:pt x="304800" y="609600"/>
                  </a:lnTo>
                  <a:lnTo>
                    <a:pt x="354225" y="605609"/>
                  </a:lnTo>
                  <a:lnTo>
                    <a:pt x="401116" y="594055"/>
                  </a:lnTo>
                  <a:lnTo>
                    <a:pt x="444846" y="575567"/>
                  </a:lnTo>
                  <a:lnTo>
                    <a:pt x="484784" y="550773"/>
                  </a:lnTo>
                  <a:lnTo>
                    <a:pt x="520303" y="520303"/>
                  </a:lnTo>
                  <a:lnTo>
                    <a:pt x="550773" y="484784"/>
                  </a:lnTo>
                  <a:lnTo>
                    <a:pt x="575567" y="444846"/>
                  </a:lnTo>
                  <a:lnTo>
                    <a:pt x="594055" y="401116"/>
                  </a:lnTo>
                  <a:lnTo>
                    <a:pt x="605609" y="354225"/>
                  </a:lnTo>
                  <a:lnTo>
                    <a:pt x="609600" y="304800"/>
                  </a:lnTo>
                  <a:lnTo>
                    <a:pt x="605609" y="255374"/>
                  </a:lnTo>
                  <a:lnTo>
                    <a:pt x="594055" y="208483"/>
                  </a:lnTo>
                  <a:lnTo>
                    <a:pt x="575567" y="164753"/>
                  </a:lnTo>
                  <a:lnTo>
                    <a:pt x="550773" y="124815"/>
                  </a:lnTo>
                  <a:lnTo>
                    <a:pt x="520303" y="89296"/>
                  </a:lnTo>
                  <a:lnTo>
                    <a:pt x="484784" y="58826"/>
                  </a:lnTo>
                  <a:lnTo>
                    <a:pt x="444846" y="34032"/>
                  </a:lnTo>
                  <a:lnTo>
                    <a:pt x="401116" y="15544"/>
                  </a:lnTo>
                  <a:lnTo>
                    <a:pt x="354225" y="3990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00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705600" y="2209800"/>
              <a:ext cx="1066800" cy="2019300"/>
            </a:xfrm>
            <a:custGeom>
              <a:avLst/>
              <a:gdLst/>
              <a:ahLst/>
              <a:cxnLst/>
              <a:rect l="l" t="t" r="r" b="b"/>
              <a:pathLst>
                <a:path w="1066800" h="2019300">
                  <a:moveTo>
                    <a:pt x="0" y="304800"/>
                  </a:moveTo>
                  <a:lnTo>
                    <a:pt x="3990" y="255374"/>
                  </a:lnTo>
                  <a:lnTo>
                    <a:pt x="15544" y="208483"/>
                  </a:lnTo>
                  <a:lnTo>
                    <a:pt x="34032" y="164753"/>
                  </a:lnTo>
                  <a:lnTo>
                    <a:pt x="58826" y="124815"/>
                  </a:lnTo>
                  <a:lnTo>
                    <a:pt x="89296" y="89296"/>
                  </a:lnTo>
                  <a:lnTo>
                    <a:pt x="124815" y="58826"/>
                  </a:lnTo>
                  <a:lnTo>
                    <a:pt x="164753" y="34032"/>
                  </a:lnTo>
                  <a:lnTo>
                    <a:pt x="208483" y="15544"/>
                  </a:lnTo>
                  <a:lnTo>
                    <a:pt x="255374" y="3990"/>
                  </a:lnTo>
                  <a:lnTo>
                    <a:pt x="304800" y="0"/>
                  </a:lnTo>
                  <a:lnTo>
                    <a:pt x="354225" y="3990"/>
                  </a:lnTo>
                  <a:lnTo>
                    <a:pt x="401116" y="15544"/>
                  </a:lnTo>
                  <a:lnTo>
                    <a:pt x="444846" y="34032"/>
                  </a:lnTo>
                  <a:lnTo>
                    <a:pt x="484784" y="58826"/>
                  </a:lnTo>
                  <a:lnTo>
                    <a:pt x="520303" y="89296"/>
                  </a:lnTo>
                  <a:lnTo>
                    <a:pt x="550773" y="124815"/>
                  </a:lnTo>
                  <a:lnTo>
                    <a:pt x="575567" y="164753"/>
                  </a:lnTo>
                  <a:lnTo>
                    <a:pt x="594055" y="208483"/>
                  </a:lnTo>
                  <a:lnTo>
                    <a:pt x="605609" y="255374"/>
                  </a:lnTo>
                  <a:lnTo>
                    <a:pt x="609600" y="304800"/>
                  </a:lnTo>
                  <a:lnTo>
                    <a:pt x="605609" y="354225"/>
                  </a:lnTo>
                  <a:lnTo>
                    <a:pt x="594055" y="401116"/>
                  </a:lnTo>
                  <a:lnTo>
                    <a:pt x="575567" y="444846"/>
                  </a:lnTo>
                  <a:lnTo>
                    <a:pt x="550773" y="484784"/>
                  </a:lnTo>
                  <a:lnTo>
                    <a:pt x="520303" y="520303"/>
                  </a:lnTo>
                  <a:lnTo>
                    <a:pt x="484784" y="550773"/>
                  </a:lnTo>
                  <a:lnTo>
                    <a:pt x="444846" y="575567"/>
                  </a:lnTo>
                  <a:lnTo>
                    <a:pt x="401116" y="594055"/>
                  </a:lnTo>
                  <a:lnTo>
                    <a:pt x="354225" y="605609"/>
                  </a:lnTo>
                  <a:lnTo>
                    <a:pt x="304800" y="609600"/>
                  </a:lnTo>
                  <a:lnTo>
                    <a:pt x="255374" y="605609"/>
                  </a:lnTo>
                  <a:lnTo>
                    <a:pt x="208483" y="594055"/>
                  </a:lnTo>
                  <a:lnTo>
                    <a:pt x="164753" y="575567"/>
                  </a:lnTo>
                  <a:lnTo>
                    <a:pt x="124815" y="550773"/>
                  </a:lnTo>
                  <a:lnTo>
                    <a:pt x="89296" y="520303"/>
                  </a:lnTo>
                  <a:lnTo>
                    <a:pt x="58826" y="484784"/>
                  </a:lnTo>
                  <a:lnTo>
                    <a:pt x="34032" y="444846"/>
                  </a:lnTo>
                  <a:lnTo>
                    <a:pt x="15544" y="401116"/>
                  </a:lnTo>
                  <a:lnTo>
                    <a:pt x="3990" y="354225"/>
                  </a:lnTo>
                  <a:lnTo>
                    <a:pt x="0" y="304800"/>
                  </a:lnTo>
                  <a:close/>
                </a:path>
                <a:path w="1066800" h="2019300">
                  <a:moveTo>
                    <a:pt x="1066800" y="1333500"/>
                  </a:moveTo>
                  <a:lnTo>
                    <a:pt x="762000" y="2019300"/>
                  </a:lnTo>
                </a:path>
              </a:pathLst>
            </a:custGeom>
            <a:ln w="222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6867525" y="2342514"/>
            <a:ext cx="27813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i="1" spc="-145" dirty="0">
                <a:latin typeface="Arial"/>
                <a:cs typeface="Arial"/>
              </a:rPr>
              <a:t>11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5703887" y="3113087"/>
            <a:ext cx="631825" cy="631825"/>
            <a:chOff x="5703887" y="3113087"/>
            <a:chExt cx="631825" cy="631825"/>
          </a:xfrm>
        </p:grpSpPr>
        <p:sp>
          <p:nvSpPr>
            <p:cNvPr id="24" name="object 24"/>
            <p:cNvSpPr/>
            <p:nvPr/>
          </p:nvSpPr>
          <p:spPr>
            <a:xfrm>
              <a:off x="5715000" y="3124200"/>
              <a:ext cx="609600" cy="609600"/>
            </a:xfrm>
            <a:custGeom>
              <a:avLst/>
              <a:gdLst/>
              <a:ahLst/>
              <a:cxnLst/>
              <a:rect l="l" t="t" r="r" b="b"/>
              <a:pathLst>
                <a:path w="609600" h="609600">
                  <a:moveTo>
                    <a:pt x="304800" y="0"/>
                  </a:moveTo>
                  <a:lnTo>
                    <a:pt x="255374" y="3990"/>
                  </a:lnTo>
                  <a:lnTo>
                    <a:pt x="208483" y="15544"/>
                  </a:lnTo>
                  <a:lnTo>
                    <a:pt x="164753" y="34032"/>
                  </a:lnTo>
                  <a:lnTo>
                    <a:pt x="124815" y="58826"/>
                  </a:lnTo>
                  <a:lnTo>
                    <a:pt x="89296" y="89296"/>
                  </a:lnTo>
                  <a:lnTo>
                    <a:pt x="58826" y="124815"/>
                  </a:lnTo>
                  <a:lnTo>
                    <a:pt x="34032" y="164753"/>
                  </a:lnTo>
                  <a:lnTo>
                    <a:pt x="15544" y="208483"/>
                  </a:lnTo>
                  <a:lnTo>
                    <a:pt x="3990" y="255374"/>
                  </a:lnTo>
                  <a:lnTo>
                    <a:pt x="0" y="304800"/>
                  </a:lnTo>
                  <a:lnTo>
                    <a:pt x="3990" y="354225"/>
                  </a:lnTo>
                  <a:lnTo>
                    <a:pt x="15544" y="401116"/>
                  </a:lnTo>
                  <a:lnTo>
                    <a:pt x="34032" y="444846"/>
                  </a:lnTo>
                  <a:lnTo>
                    <a:pt x="58826" y="484784"/>
                  </a:lnTo>
                  <a:lnTo>
                    <a:pt x="89296" y="520303"/>
                  </a:lnTo>
                  <a:lnTo>
                    <a:pt x="124815" y="550773"/>
                  </a:lnTo>
                  <a:lnTo>
                    <a:pt x="164753" y="575567"/>
                  </a:lnTo>
                  <a:lnTo>
                    <a:pt x="208483" y="594055"/>
                  </a:lnTo>
                  <a:lnTo>
                    <a:pt x="255374" y="605609"/>
                  </a:lnTo>
                  <a:lnTo>
                    <a:pt x="304800" y="609600"/>
                  </a:lnTo>
                  <a:lnTo>
                    <a:pt x="354225" y="605609"/>
                  </a:lnTo>
                  <a:lnTo>
                    <a:pt x="401116" y="594055"/>
                  </a:lnTo>
                  <a:lnTo>
                    <a:pt x="444846" y="575567"/>
                  </a:lnTo>
                  <a:lnTo>
                    <a:pt x="484784" y="550773"/>
                  </a:lnTo>
                  <a:lnTo>
                    <a:pt x="520303" y="520303"/>
                  </a:lnTo>
                  <a:lnTo>
                    <a:pt x="550773" y="484784"/>
                  </a:lnTo>
                  <a:lnTo>
                    <a:pt x="575567" y="444846"/>
                  </a:lnTo>
                  <a:lnTo>
                    <a:pt x="594055" y="401116"/>
                  </a:lnTo>
                  <a:lnTo>
                    <a:pt x="605609" y="354225"/>
                  </a:lnTo>
                  <a:lnTo>
                    <a:pt x="609600" y="304800"/>
                  </a:lnTo>
                  <a:lnTo>
                    <a:pt x="605609" y="255374"/>
                  </a:lnTo>
                  <a:lnTo>
                    <a:pt x="594055" y="208483"/>
                  </a:lnTo>
                  <a:lnTo>
                    <a:pt x="575567" y="164753"/>
                  </a:lnTo>
                  <a:lnTo>
                    <a:pt x="550773" y="124815"/>
                  </a:lnTo>
                  <a:lnTo>
                    <a:pt x="520303" y="89296"/>
                  </a:lnTo>
                  <a:lnTo>
                    <a:pt x="484784" y="58826"/>
                  </a:lnTo>
                  <a:lnTo>
                    <a:pt x="444846" y="34032"/>
                  </a:lnTo>
                  <a:lnTo>
                    <a:pt x="401116" y="15544"/>
                  </a:lnTo>
                  <a:lnTo>
                    <a:pt x="354225" y="3990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00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5715000" y="3124200"/>
              <a:ext cx="609600" cy="609600"/>
            </a:xfrm>
            <a:custGeom>
              <a:avLst/>
              <a:gdLst/>
              <a:ahLst/>
              <a:cxnLst/>
              <a:rect l="l" t="t" r="r" b="b"/>
              <a:pathLst>
                <a:path w="609600" h="609600">
                  <a:moveTo>
                    <a:pt x="0" y="304800"/>
                  </a:moveTo>
                  <a:lnTo>
                    <a:pt x="3990" y="255374"/>
                  </a:lnTo>
                  <a:lnTo>
                    <a:pt x="15544" y="208483"/>
                  </a:lnTo>
                  <a:lnTo>
                    <a:pt x="34032" y="164753"/>
                  </a:lnTo>
                  <a:lnTo>
                    <a:pt x="58826" y="124815"/>
                  </a:lnTo>
                  <a:lnTo>
                    <a:pt x="89296" y="89296"/>
                  </a:lnTo>
                  <a:lnTo>
                    <a:pt x="124815" y="58826"/>
                  </a:lnTo>
                  <a:lnTo>
                    <a:pt x="164753" y="34032"/>
                  </a:lnTo>
                  <a:lnTo>
                    <a:pt x="208483" y="15544"/>
                  </a:lnTo>
                  <a:lnTo>
                    <a:pt x="255374" y="3990"/>
                  </a:lnTo>
                  <a:lnTo>
                    <a:pt x="304800" y="0"/>
                  </a:lnTo>
                  <a:lnTo>
                    <a:pt x="354225" y="3990"/>
                  </a:lnTo>
                  <a:lnTo>
                    <a:pt x="401116" y="15544"/>
                  </a:lnTo>
                  <a:lnTo>
                    <a:pt x="444846" y="34032"/>
                  </a:lnTo>
                  <a:lnTo>
                    <a:pt x="484784" y="58826"/>
                  </a:lnTo>
                  <a:lnTo>
                    <a:pt x="520303" y="89296"/>
                  </a:lnTo>
                  <a:lnTo>
                    <a:pt x="550773" y="124815"/>
                  </a:lnTo>
                  <a:lnTo>
                    <a:pt x="575567" y="164753"/>
                  </a:lnTo>
                  <a:lnTo>
                    <a:pt x="594055" y="208483"/>
                  </a:lnTo>
                  <a:lnTo>
                    <a:pt x="605609" y="255374"/>
                  </a:lnTo>
                  <a:lnTo>
                    <a:pt x="609600" y="304800"/>
                  </a:lnTo>
                  <a:lnTo>
                    <a:pt x="605609" y="354225"/>
                  </a:lnTo>
                  <a:lnTo>
                    <a:pt x="594055" y="401116"/>
                  </a:lnTo>
                  <a:lnTo>
                    <a:pt x="575567" y="444846"/>
                  </a:lnTo>
                  <a:lnTo>
                    <a:pt x="550773" y="484784"/>
                  </a:lnTo>
                  <a:lnTo>
                    <a:pt x="520303" y="520303"/>
                  </a:lnTo>
                  <a:lnTo>
                    <a:pt x="484784" y="550773"/>
                  </a:lnTo>
                  <a:lnTo>
                    <a:pt x="444846" y="575567"/>
                  </a:lnTo>
                  <a:lnTo>
                    <a:pt x="401116" y="594055"/>
                  </a:lnTo>
                  <a:lnTo>
                    <a:pt x="354225" y="605609"/>
                  </a:lnTo>
                  <a:lnTo>
                    <a:pt x="304800" y="609600"/>
                  </a:lnTo>
                  <a:lnTo>
                    <a:pt x="255374" y="605609"/>
                  </a:lnTo>
                  <a:lnTo>
                    <a:pt x="208483" y="594055"/>
                  </a:lnTo>
                  <a:lnTo>
                    <a:pt x="164753" y="575567"/>
                  </a:lnTo>
                  <a:lnTo>
                    <a:pt x="124815" y="550773"/>
                  </a:lnTo>
                  <a:lnTo>
                    <a:pt x="89296" y="520303"/>
                  </a:lnTo>
                  <a:lnTo>
                    <a:pt x="58826" y="484784"/>
                  </a:lnTo>
                  <a:lnTo>
                    <a:pt x="34032" y="444846"/>
                  </a:lnTo>
                  <a:lnTo>
                    <a:pt x="15544" y="401116"/>
                  </a:lnTo>
                  <a:lnTo>
                    <a:pt x="3990" y="354225"/>
                  </a:lnTo>
                  <a:lnTo>
                    <a:pt x="0" y="304800"/>
                  </a:lnTo>
                  <a:close/>
                </a:path>
              </a:pathLst>
            </a:custGeom>
            <a:ln w="222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5937630" y="3256914"/>
            <a:ext cx="16700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i="1" dirty="0">
                <a:latin typeface="Arial"/>
                <a:cs typeface="Arial"/>
              </a:rPr>
              <a:t>5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7532687" y="3151187"/>
            <a:ext cx="631825" cy="631825"/>
            <a:chOff x="7532687" y="3151187"/>
            <a:chExt cx="631825" cy="631825"/>
          </a:xfrm>
        </p:grpSpPr>
        <p:sp>
          <p:nvSpPr>
            <p:cNvPr id="28" name="object 28"/>
            <p:cNvSpPr/>
            <p:nvPr/>
          </p:nvSpPr>
          <p:spPr>
            <a:xfrm>
              <a:off x="7543800" y="3162300"/>
              <a:ext cx="609600" cy="609600"/>
            </a:xfrm>
            <a:custGeom>
              <a:avLst/>
              <a:gdLst/>
              <a:ahLst/>
              <a:cxnLst/>
              <a:rect l="l" t="t" r="r" b="b"/>
              <a:pathLst>
                <a:path w="609600" h="609600">
                  <a:moveTo>
                    <a:pt x="304800" y="0"/>
                  </a:moveTo>
                  <a:lnTo>
                    <a:pt x="255374" y="3990"/>
                  </a:lnTo>
                  <a:lnTo>
                    <a:pt x="208483" y="15544"/>
                  </a:lnTo>
                  <a:lnTo>
                    <a:pt x="164753" y="34032"/>
                  </a:lnTo>
                  <a:lnTo>
                    <a:pt x="124815" y="58826"/>
                  </a:lnTo>
                  <a:lnTo>
                    <a:pt x="89296" y="89296"/>
                  </a:lnTo>
                  <a:lnTo>
                    <a:pt x="58826" y="124815"/>
                  </a:lnTo>
                  <a:lnTo>
                    <a:pt x="34032" y="164753"/>
                  </a:lnTo>
                  <a:lnTo>
                    <a:pt x="15544" y="208483"/>
                  </a:lnTo>
                  <a:lnTo>
                    <a:pt x="3990" y="255374"/>
                  </a:lnTo>
                  <a:lnTo>
                    <a:pt x="0" y="304800"/>
                  </a:lnTo>
                  <a:lnTo>
                    <a:pt x="3990" y="354225"/>
                  </a:lnTo>
                  <a:lnTo>
                    <a:pt x="15544" y="401116"/>
                  </a:lnTo>
                  <a:lnTo>
                    <a:pt x="34032" y="444846"/>
                  </a:lnTo>
                  <a:lnTo>
                    <a:pt x="58826" y="484784"/>
                  </a:lnTo>
                  <a:lnTo>
                    <a:pt x="89296" y="520303"/>
                  </a:lnTo>
                  <a:lnTo>
                    <a:pt x="124815" y="550773"/>
                  </a:lnTo>
                  <a:lnTo>
                    <a:pt x="164753" y="575567"/>
                  </a:lnTo>
                  <a:lnTo>
                    <a:pt x="208483" y="594055"/>
                  </a:lnTo>
                  <a:lnTo>
                    <a:pt x="255374" y="605609"/>
                  </a:lnTo>
                  <a:lnTo>
                    <a:pt x="304800" y="609600"/>
                  </a:lnTo>
                  <a:lnTo>
                    <a:pt x="354225" y="605609"/>
                  </a:lnTo>
                  <a:lnTo>
                    <a:pt x="401116" y="594055"/>
                  </a:lnTo>
                  <a:lnTo>
                    <a:pt x="444846" y="575567"/>
                  </a:lnTo>
                  <a:lnTo>
                    <a:pt x="484784" y="550773"/>
                  </a:lnTo>
                  <a:lnTo>
                    <a:pt x="520303" y="520303"/>
                  </a:lnTo>
                  <a:lnTo>
                    <a:pt x="550773" y="484784"/>
                  </a:lnTo>
                  <a:lnTo>
                    <a:pt x="575567" y="444846"/>
                  </a:lnTo>
                  <a:lnTo>
                    <a:pt x="594055" y="401116"/>
                  </a:lnTo>
                  <a:lnTo>
                    <a:pt x="605609" y="354225"/>
                  </a:lnTo>
                  <a:lnTo>
                    <a:pt x="609600" y="304800"/>
                  </a:lnTo>
                  <a:lnTo>
                    <a:pt x="605609" y="255374"/>
                  </a:lnTo>
                  <a:lnTo>
                    <a:pt x="594055" y="208483"/>
                  </a:lnTo>
                  <a:lnTo>
                    <a:pt x="575567" y="164753"/>
                  </a:lnTo>
                  <a:lnTo>
                    <a:pt x="550773" y="124815"/>
                  </a:lnTo>
                  <a:lnTo>
                    <a:pt x="520303" y="89296"/>
                  </a:lnTo>
                  <a:lnTo>
                    <a:pt x="484784" y="58826"/>
                  </a:lnTo>
                  <a:lnTo>
                    <a:pt x="444846" y="34032"/>
                  </a:lnTo>
                  <a:lnTo>
                    <a:pt x="401116" y="15544"/>
                  </a:lnTo>
                  <a:lnTo>
                    <a:pt x="354225" y="3990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00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7543800" y="3162300"/>
              <a:ext cx="609600" cy="609600"/>
            </a:xfrm>
            <a:custGeom>
              <a:avLst/>
              <a:gdLst/>
              <a:ahLst/>
              <a:cxnLst/>
              <a:rect l="l" t="t" r="r" b="b"/>
              <a:pathLst>
                <a:path w="609600" h="609600">
                  <a:moveTo>
                    <a:pt x="0" y="304800"/>
                  </a:moveTo>
                  <a:lnTo>
                    <a:pt x="3990" y="255374"/>
                  </a:lnTo>
                  <a:lnTo>
                    <a:pt x="15544" y="208483"/>
                  </a:lnTo>
                  <a:lnTo>
                    <a:pt x="34032" y="164753"/>
                  </a:lnTo>
                  <a:lnTo>
                    <a:pt x="58826" y="124815"/>
                  </a:lnTo>
                  <a:lnTo>
                    <a:pt x="89296" y="89296"/>
                  </a:lnTo>
                  <a:lnTo>
                    <a:pt x="124815" y="58826"/>
                  </a:lnTo>
                  <a:lnTo>
                    <a:pt x="164753" y="34032"/>
                  </a:lnTo>
                  <a:lnTo>
                    <a:pt x="208483" y="15544"/>
                  </a:lnTo>
                  <a:lnTo>
                    <a:pt x="255374" y="3990"/>
                  </a:lnTo>
                  <a:lnTo>
                    <a:pt x="304800" y="0"/>
                  </a:lnTo>
                  <a:lnTo>
                    <a:pt x="354225" y="3990"/>
                  </a:lnTo>
                  <a:lnTo>
                    <a:pt x="401116" y="15544"/>
                  </a:lnTo>
                  <a:lnTo>
                    <a:pt x="444846" y="34032"/>
                  </a:lnTo>
                  <a:lnTo>
                    <a:pt x="484784" y="58826"/>
                  </a:lnTo>
                  <a:lnTo>
                    <a:pt x="520303" y="89296"/>
                  </a:lnTo>
                  <a:lnTo>
                    <a:pt x="550773" y="124815"/>
                  </a:lnTo>
                  <a:lnTo>
                    <a:pt x="575567" y="164753"/>
                  </a:lnTo>
                  <a:lnTo>
                    <a:pt x="594055" y="208483"/>
                  </a:lnTo>
                  <a:lnTo>
                    <a:pt x="605609" y="255374"/>
                  </a:lnTo>
                  <a:lnTo>
                    <a:pt x="609600" y="304800"/>
                  </a:lnTo>
                  <a:lnTo>
                    <a:pt x="605609" y="354225"/>
                  </a:lnTo>
                  <a:lnTo>
                    <a:pt x="594055" y="401116"/>
                  </a:lnTo>
                  <a:lnTo>
                    <a:pt x="575567" y="444846"/>
                  </a:lnTo>
                  <a:lnTo>
                    <a:pt x="550773" y="484784"/>
                  </a:lnTo>
                  <a:lnTo>
                    <a:pt x="520303" y="520303"/>
                  </a:lnTo>
                  <a:lnTo>
                    <a:pt x="484784" y="550773"/>
                  </a:lnTo>
                  <a:lnTo>
                    <a:pt x="444846" y="575567"/>
                  </a:lnTo>
                  <a:lnTo>
                    <a:pt x="401116" y="594055"/>
                  </a:lnTo>
                  <a:lnTo>
                    <a:pt x="354225" y="605609"/>
                  </a:lnTo>
                  <a:lnTo>
                    <a:pt x="304800" y="609600"/>
                  </a:lnTo>
                  <a:lnTo>
                    <a:pt x="255374" y="605609"/>
                  </a:lnTo>
                  <a:lnTo>
                    <a:pt x="208483" y="594055"/>
                  </a:lnTo>
                  <a:lnTo>
                    <a:pt x="164753" y="575567"/>
                  </a:lnTo>
                  <a:lnTo>
                    <a:pt x="124815" y="550773"/>
                  </a:lnTo>
                  <a:lnTo>
                    <a:pt x="89296" y="520303"/>
                  </a:lnTo>
                  <a:lnTo>
                    <a:pt x="58826" y="484784"/>
                  </a:lnTo>
                  <a:lnTo>
                    <a:pt x="34032" y="444846"/>
                  </a:lnTo>
                  <a:lnTo>
                    <a:pt x="15544" y="401116"/>
                  </a:lnTo>
                  <a:lnTo>
                    <a:pt x="3990" y="354225"/>
                  </a:lnTo>
                  <a:lnTo>
                    <a:pt x="0" y="304800"/>
                  </a:lnTo>
                  <a:close/>
                </a:path>
              </a:pathLst>
            </a:custGeom>
            <a:ln w="222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7696581" y="3295014"/>
            <a:ext cx="30988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i="1" dirty="0">
                <a:latin typeface="Arial"/>
                <a:cs typeface="Arial"/>
              </a:rPr>
              <a:t>20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4941887" y="4027487"/>
            <a:ext cx="631825" cy="631825"/>
            <a:chOff x="4941887" y="4027487"/>
            <a:chExt cx="631825" cy="631825"/>
          </a:xfrm>
        </p:grpSpPr>
        <p:sp>
          <p:nvSpPr>
            <p:cNvPr id="32" name="object 32"/>
            <p:cNvSpPr/>
            <p:nvPr/>
          </p:nvSpPr>
          <p:spPr>
            <a:xfrm>
              <a:off x="4953000" y="4038600"/>
              <a:ext cx="609600" cy="609600"/>
            </a:xfrm>
            <a:custGeom>
              <a:avLst/>
              <a:gdLst/>
              <a:ahLst/>
              <a:cxnLst/>
              <a:rect l="l" t="t" r="r" b="b"/>
              <a:pathLst>
                <a:path w="609600" h="609600">
                  <a:moveTo>
                    <a:pt x="304800" y="0"/>
                  </a:moveTo>
                  <a:lnTo>
                    <a:pt x="255374" y="3990"/>
                  </a:lnTo>
                  <a:lnTo>
                    <a:pt x="208483" y="15544"/>
                  </a:lnTo>
                  <a:lnTo>
                    <a:pt x="164753" y="34032"/>
                  </a:lnTo>
                  <a:lnTo>
                    <a:pt x="124815" y="58826"/>
                  </a:lnTo>
                  <a:lnTo>
                    <a:pt x="89296" y="89296"/>
                  </a:lnTo>
                  <a:lnTo>
                    <a:pt x="58826" y="124815"/>
                  </a:lnTo>
                  <a:lnTo>
                    <a:pt x="34032" y="164753"/>
                  </a:lnTo>
                  <a:lnTo>
                    <a:pt x="15544" y="208483"/>
                  </a:lnTo>
                  <a:lnTo>
                    <a:pt x="3990" y="255374"/>
                  </a:lnTo>
                  <a:lnTo>
                    <a:pt x="0" y="304800"/>
                  </a:lnTo>
                  <a:lnTo>
                    <a:pt x="3990" y="354225"/>
                  </a:lnTo>
                  <a:lnTo>
                    <a:pt x="15544" y="401116"/>
                  </a:lnTo>
                  <a:lnTo>
                    <a:pt x="34032" y="444846"/>
                  </a:lnTo>
                  <a:lnTo>
                    <a:pt x="58826" y="484784"/>
                  </a:lnTo>
                  <a:lnTo>
                    <a:pt x="89296" y="520303"/>
                  </a:lnTo>
                  <a:lnTo>
                    <a:pt x="124815" y="550773"/>
                  </a:lnTo>
                  <a:lnTo>
                    <a:pt x="164753" y="575567"/>
                  </a:lnTo>
                  <a:lnTo>
                    <a:pt x="208483" y="594055"/>
                  </a:lnTo>
                  <a:lnTo>
                    <a:pt x="255374" y="605609"/>
                  </a:lnTo>
                  <a:lnTo>
                    <a:pt x="304800" y="609600"/>
                  </a:lnTo>
                  <a:lnTo>
                    <a:pt x="354225" y="605609"/>
                  </a:lnTo>
                  <a:lnTo>
                    <a:pt x="401116" y="594055"/>
                  </a:lnTo>
                  <a:lnTo>
                    <a:pt x="444846" y="575567"/>
                  </a:lnTo>
                  <a:lnTo>
                    <a:pt x="484784" y="550773"/>
                  </a:lnTo>
                  <a:lnTo>
                    <a:pt x="520303" y="520303"/>
                  </a:lnTo>
                  <a:lnTo>
                    <a:pt x="550773" y="484784"/>
                  </a:lnTo>
                  <a:lnTo>
                    <a:pt x="575567" y="444846"/>
                  </a:lnTo>
                  <a:lnTo>
                    <a:pt x="594055" y="401116"/>
                  </a:lnTo>
                  <a:lnTo>
                    <a:pt x="605609" y="354225"/>
                  </a:lnTo>
                  <a:lnTo>
                    <a:pt x="609600" y="304800"/>
                  </a:lnTo>
                  <a:lnTo>
                    <a:pt x="605609" y="255374"/>
                  </a:lnTo>
                  <a:lnTo>
                    <a:pt x="594055" y="208483"/>
                  </a:lnTo>
                  <a:lnTo>
                    <a:pt x="575567" y="164753"/>
                  </a:lnTo>
                  <a:lnTo>
                    <a:pt x="550773" y="124815"/>
                  </a:lnTo>
                  <a:lnTo>
                    <a:pt x="520303" y="89296"/>
                  </a:lnTo>
                  <a:lnTo>
                    <a:pt x="484784" y="58826"/>
                  </a:lnTo>
                  <a:lnTo>
                    <a:pt x="444846" y="34032"/>
                  </a:lnTo>
                  <a:lnTo>
                    <a:pt x="401116" y="15544"/>
                  </a:lnTo>
                  <a:lnTo>
                    <a:pt x="354225" y="3990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00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4953000" y="4038600"/>
              <a:ext cx="609600" cy="609600"/>
            </a:xfrm>
            <a:custGeom>
              <a:avLst/>
              <a:gdLst/>
              <a:ahLst/>
              <a:cxnLst/>
              <a:rect l="l" t="t" r="r" b="b"/>
              <a:pathLst>
                <a:path w="609600" h="609600">
                  <a:moveTo>
                    <a:pt x="0" y="304800"/>
                  </a:moveTo>
                  <a:lnTo>
                    <a:pt x="3990" y="255374"/>
                  </a:lnTo>
                  <a:lnTo>
                    <a:pt x="15544" y="208483"/>
                  </a:lnTo>
                  <a:lnTo>
                    <a:pt x="34032" y="164753"/>
                  </a:lnTo>
                  <a:lnTo>
                    <a:pt x="58826" y="124815"/>
                  </a:lnTo>
                  <a:lnTo>
                    <a:pt x="89296" y="89296"/>
                  </a:lnTo>
                  <a:lnTo>
                    <a:pt x="124815" y="58826"/>
                  </a:lnTo>
                  <a:lnTo>
                    <a:pt x="164753" y="34032"/>
                  </a:lnTo>
                  <a:lnTo>
                    <a:pt x="208483" y="15544"/>
                  </a:lnTo>
                  <a:lnTo>
                    <a:pt x="255374" y="3990"/>
                  </a:lnTo>
                  <a:lnTo>
                    <a:pt x="304800" y="0"/>
                  </a:lnTo>
                  <a:lnTo>
                    <a:pt x="354225" y="3990"/>
                  </a:lnTo>
                  <a:lnTo>
                    <a:pt x="401116" y="15544"/>
                  </a:lnTo>
                  <a:lnTo>
                    <a:pt x="444846" y="34032"/>
                  </a:lnTo>
                  <a:lnTo>
                    <a:pt x="484784" y="58826"/>
                  </a:lnTo>
                  <a:lnTo>
                    <a:pt x="520303" y="89296"/>
                  </a:lnTo>
                  <a:lnTo>
                    <a:pt x="550773" y="124815"/>
                  </a:lnTo>
                  <a:lnTo>
                    <a:pt x="575567" y="164753"/>
                  </a:lnTo>
                  <a:lnTo>
                    <a:pt x="594055" y="208483"/>
                  </a:lnTo>
                  <a:lnTo>
                    <a:pt x="605609" y="255374"/>
                  </a:lnTo>
                  <a:lnTo>
                    <a:pt x="609600" y="304800"/>
                  </a:lnTo>
                  <a:lnTo>
                    <a:pt x="605609" y="354225"/>
                  </a:lnTo>
                  <a:lnTo>
                    <a:pt x="594055" y="401116"/>
                  </a:lnTo>
                  <a:lnTo>
                    <a:pt x="575567" y="444846"/>
                  </a:lnTo>
                  <a:lnTo>
                    <a:pt x="550773" y="484784"/>
                  </a:lnTo>
                  <a:lnTo>
                    <a:pt x="520303" y="520303"/>
                  </a:lnTo>
                  <a:lnTo>
                    <a:pt x="484784" y="550773"/>
                  </a:lnTo>
                  <a:lnTo>
                    <a:pt x="444846" y="575567"/>
                  </a:lnTo>
                  <a:lnTo>
                    <a:pt x="401116" y="594055"/>
                  </a:lnTo>
                  <a:lnTo>
                    <a:pt x="354225" y="605609"/>
                  </a:lnTo>
                  <a:lnTo>
                    <a:pt x="304800" y="609600"/>
                  </a:lnTo>
                  <a:lnTo>
                    <a:pt x="255374" y="605609"/>
                  </a:lnTo>
                  <a:lnTo>
                    <a:pt x="208483" y="594055"/>
                  </a:lnTo>
                  <a:lnTo>
                    <a:pt x="164753" y="575567"/>
                  </a:lnTo>
                  <a:lnTo>
                    <a:pt x="124815" y="550773"/>
                  </a:lnTo>
                  <a:lnTo>
                    <a:pt x="89296" y="520303"/>
                  </a:lnTo>
                  <a:lnTo>
                    <a:pt x="58826" y="484784"/>
                  </a:lnTo>
                  <a:lnTo>
                    <a:pt x="34032" y="444846"/>
                  </a:lnTo>
                  <a:lnTo>
                    <a:pt x="15544" y="401116"/>
                  </a:lnTo>
                  <a:lnTo>
                    <a:pt x="3990" y="354225"/>
                  </a:lnTo>
                  <a:lnTo>
                    <a:pt x="0" y="304800"/>
                  </a:lnTo>
                  <a:close/>
                </a:path>
              </a:pathLst>
            </a:custGeom>
            <a:ln w="222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5175630" y="4171569"/>
            <a:ext cx="16700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i="1" dirty="0">
                <a:latin typeface="Arial"/>
                <a:cs typeface="Arial"/>
              </a:rPr>
              <a:t>4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7075487" y="4065587"/>
            <a:ext cx="631825" cy="631825"/>
            <a:chOff x="7075487" y="4065587"/>
            <a:chExt cx="631825" cy="631825"/>
          </a:xfrm>
        </p:grpSpPr>
        <p:sp>
          <p:nvSpPr>
            <p:cNvPr id="36" name="object 36"/>
            <p:cNvSpPr/>
            <p:nvPr/>
          </p:nvSpPr>
          <p:spPr>
            <a:xfrm>
              <a:off x="7086600" y="4076700"/>
              <a:ext cx="609600" cy="609600"/>
            </a:xfrm>
            <a:custGeom>
              <a:avLst/>
              <a:gdLst/>
              <a:ahLst/>
              <a:cxnLst/>
              <a:rect l="l" t="t" r="r" b="b"/>
              <a:pathLst>
                <a:path w="609600" h="609600">
                  <a:moveTo>
                    <a:pt x="304800" y="0"/>
                  </a:moveTo>
                  <a:lnTo>
                    <a:pt x="255374" y="3990"/>
                  </a:lnTo>
                  <a:lnTo>
                    <a:pt x="208483" y="15544"/>
                  </a:lnTo>
                  <a:lnTo>
                    <a:pt x="164753" y="34032"/>
                  </a:lnTo>
                  <a:lnTo>
                    <a:pt x="124815" y="58826"/>
                  </a:lnTo>
                  <a:lnTo>
                    <a:pt x="89296" y="89296"/>
                  </a:lnTo>
                  <a:lnTo>
                    <a:pt x="58826" y="124815"/>
                  </a:lnTo>
                  <a:lnTo>
                    <a:pt x="34032" y="164753"/>
                  </a:lnTo>
                  <a:lnTo>
                    <a:pt x="15544" y="208483"/>
                  </a:lnTo>
                  <a:lnTo>
                    <a:pt x="3990" y="255374"/>
                  </a:lnTo>
                  <a:lnTo>
                    <a:pt x="0" y="304800"/>
                  </a:lnTo>
                  <a:lnTo>
                    <a:pt x="3990" y="354225"/>
                  </a:lnTo>
                  <a:lnTo>
                    <a:pt x="15544" y="401116"/>
                  </a:lnTo>
                  <a:lnTo>
                    <a:pt x="34032" y="444846"/>
                  </a:lnTo>
                  <a:lnTo>
                    <a:pt x="58826" y="484784"/>
                  </a:lnTo>
                  <a:lnTo>
                    <a:pt x="89296" y="520303"/>
                  </a:lnTo>
                  <a:lnTo>
                    <a:pt x="124815" y="550773"/>
                  </a:lnTo>
                  <a:lnTo>
                    <a:pt x="164753" y="575567"/>
                  </a:lnTo>
                  <a:lnTo>
                    <a:pt x="208483" y="594055"/>
                  </a:lnTo>
                  <a:lnTo>
                    <a:pt x="255374" y="605609"/>
                  </a:lnTo>
                  <a:lnTo>
                    <a:pt x="304800" y="609600"/>
                  </a:lnTo>
                  <a:lnTo>
                    <a:pt x="354225" y="605609"/>
                  </a:lnTo>
                  <a:lnTo>
                    <a:pt x="401116" y="594055"/>
                  </a:lnTo>
                  <a:lnTo>
                    <a:pt x="444846" y="575567"/>
                  </a:lnTo>
                  <a:lnTo>
                    <a:pt x="484784" y="550773"/>
                  </a:lnTo>
                  <a:lnTo>
                    <a:pt x="520303" y="520303"/>
                  </a:lnTo>
                  <a:lnTo>
                    <a:pt x="550773" y="484784"/>
                  </a:lnTo>
                  <a:lnTo>
                    <a:pt x="575567" y="444846"/>
                  </a:lnTo>
                  <a:lnTo>
                    <a:pt x="594055" y="401116"/>
                  </a:lnTo>
                  <a:lnTo>
                    <a:pt x="605609" y="354225"/>
                  </a:lnTo>
                  <a:lnTo>
                    <a:pt x="609600" y="304800"/>
                  </a:lnTo>
                  <a:lnTo>
                    <a:pt x="605609" y="255374"/>
                  </a:lnTo>
                  <a:lnTo>
                    <a:pt x="594055" y="208483"/>
                  </a:lnTo>
                  <a:lnTo>
                    <a:pt x="575567" y="164753"/>
                  </a:lnTo>
                  <a:lnTo>
                    <a:pt x="550773" y="124815"/>
                  </a:lnTo>
                  <a:lnTo>
                    <a:pt x="520303" y="89296"/>
                  </a:lnTo>
                  <a:lnTo>
                    <a:pt x="484784" y="58826"/>
                  </a:lnTo>
                  <a:lnTo>
                    <a:pt x="444846" y="34032"/>
                  </a:lnTo>
                  <a:lnTo>
                    <a:pt x="401116" y="15544"/>
                  </a:lnTo>
                  <a:lnTo>
                    <a:pt x="354225" y="3990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00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7086600" y="4076700"/>
              <a:ext cx="609600" cy="609600"/>
            </a:xfrm>
            <a:custGeom>
              <a:avLst/>
              <a:gdLst/>
              <a:ahLst/>
              <a:cxnLst/>
              <a:rect l="l" t="t" r="r" b="b"/>
              <a:pathLst>
                <a:path w="609600" h="609600">
                  <a:moveTo>
                    <a:pt x="0" y="304800"/>
                  </a:moveTo>
                  <a:lnTo>
                    <a:pt x="3990" y="255374"/>
                  </a:lnTo>
                  <a:lnTo>
                    <a:pt x="15544" y="208483"/>
                  </a:lnTo>
                  <a:lnTo>
                    <a:pt x="34032" y="164753"/>
                  </a:lnTo>
                  <a:lnTo>
                    <a:pt x="58826" y="124815"/>
                  </a:lnTo>
                  <a:lnTo>
                    <a:pt x="89296" y="89296"/>
                  </a:lnTo>
                  <a:lnTo>
                    <a:pt x="124815" y="58826"/>
                  </a:lnTo>
                  <a:lnTo>
                    <a:pt x="164753" y="34032"/>
                  </a:lnTo>
                  <a:lnTo>
                    <a:pt x="208483" y="15544"/>
                  </a:lnTo>
                  <a:lnTo>
                    <a:pt x="255374" y="3990"/>
                  </a:lnTo>
                  <a:lnTo>
                    <a:pt x="304800" y="0"/>
                  </a:lnTo>
                  <a:lnTo>
                    <a:pt x="354225" y="3990"/>
                  </a:lnTo>
                  <a:lnTo>
                    <a:pt x="401116" y="15544"/>
                  </a:lnTo>
                  <a:lnTo>
                    <a:pt x="444846" y="34032"/>
                  </a:lnTo>
                  <a:lnTo>
                    <a:pt x="484784" y="58826"/>
                  </a:lnTo>
                  <a:lnTo>
                    <a:pt x="520303" y="89296"/>
                  </a:lnTo>
                  <a:lnTo>
                    <a:pt x="550773" y="124815"/>
                  </a:lnTo>
                  <a:lnTo>
                    <a:pt x="575567" y="164753"/>
                  </a:lnTo>
                  <a:lnTo>
                    <a:pt x="594055" y="208483"/>
                  </a:lnTo>
                  <a:lnTo>
                    <a:pt x="605609" y="255374"/>
                  </a:lnTo>
                  <a:lnTo>
                    <a:pt x="609600" y="304800"/>
                  </a:lnTo>
                  <a:lnTo>
                    <a:pt x="605609" y="354225"/>
                  </a:lnTo>
                  <a:lnTo>
                    <a:pt x="594055" y="401116"/>
                  </a:lnTo>
                  <a:lnTo>
                    <a:pt x="575567" y="444846"/>
                  </a:lnTo>
                  <a:lnTo>
                    <a:pt x="550773" y="484784"/>
                  </a:lnTo>
                  <a:lnTo>
                    <a:pt x="520303" y="520303"/>
                  </a:lnTo>
                  <a:lnTo>
                    <a:pt x="484784" y="550773"/>
                  </a:lnTo>
                  <a:lnTo>
                    <a:pt x="444846" y="575567"/>
                  </a:lnTo>
                  <a:lnTo>
                    <a:pt x="401116" y="594055"/>
                  </a:lnTo>
                  <a:lnTo>
                    <a:pt x="354225" y="605609"/>
                  </a:lnTo>
                  <a:lnTo>
                    <a:pt x="304800" y="609600"/>
                  </a:lnTo>
                  <a:lnTo>
                    <a:pt x="255374" y="605609"/>
                  </a:lnTo>
                  <a:lnTo>
                    <a:pt x="208483" y="594055"/>
                  </a:lnTo>
                  <a:lnTo>
                    <a:pt x="164753" y="575567"/>
                  </a:lnTo>
                  <a:lnTo>
                    <a:pt x="124815" y="550773"/>
                  </a:lnTo>
                  <a:lnTo>
                    <a:pt x="89296" y="520303"/>
                  </a:lnTo>
                  <a:lnTo>
                    <a:pt x="58826" y="484784"/>
                  </a:lnTo>
                  <a:lnTo>
                    <a:pt x="34032" y="444846"/>
                  </a:lnTo>
                  <a:lnTo>
                    <a:pt x="15544" y="401116"/>
                  </a:lnTo>
                  <a:lnTo>
                    <a:pt x="3990" y="354225"/>
                  </a:lnTo>
                  <a:lnTo>
                    <a:pt x="0" y="304800"/>
                  </a:lnTo>
                  <a:close/>
                </a:path>
              </a:pathLst>
            </a:custGeom>
            <a:ln w="222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7239381" y="4209669"/>
            <a:ext cx="30924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i="1" dirty="0">
                <a:latin typeface="Arial"/>
                <a:cs typeface="Arial"/>
              </a:rPr>
              <a:t>16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7989887" y="3722687"/>
            <a:ext cx="631825" cy="1012825"/>
            <a:chOff x="7989887" y="3722687"/>
            <a:chExt cx="631825" cy="1012825"/>
          </a:xfrm>
        </p:grpSpPr>
        <p:sp>
          <p:nvSpPr>
            <p:cNvPr id="40" name="object 40"/>
            <p:cNvSpPr/>
            <p:nvPr/>
          </p:nvSpPr>
          <p:spPr>
            <a:xfrm>
              <a:off x="8001000" y="3733800"/>
              <a:ext cx="228600" cy="381000"/>
            </a:xfrm>
            <a:custGeom>
              <a:avLst/>
              <a:gdLst/>
              <a:ahLst/>
              <a:cxnLst/>
              <a:rect l="l" t="t" r="r" b="b"/>
              <a:pathLst>
                <a:path w="228600" h="381000">
                  <a:moveTo>
                    <a:pt x="0" y="0"/>
                  </a:moveTo>
                  <a:lnTo>
                    <a:pt x="228600" y="381000"/>
                  </a:lnTo>
                </a:path>
              </a:pathLst>
            </a:custGeom>
            <a:ln w="222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8001000" y="4114800"/>
              <a:ext cx="609600" cy="609600"/>
            </a:xfrm>
            <a:custGeom>
              <a:avLst/>
              <a:gdLst/>
              <a:ahLst/>
              <a:cxnLst/>
              <a:rect l="l" t="t" r="r" b="b"/>
              <a:pathLst>
                <a:path w="609600" h="609600">
                  <a:moveTo>
                    <a:pt x="304800" y="0"/>
                  </a:moveTo>
                  <a:lnTo>
                    <a:pt x="255374" y="3990"/>
                  </a:lnTo>
                  <a:lnTo>
                    <a:pt x="208483" y="15544"/>
                  </a:lnTo>
                  <a:lnTo>
                    <a:pt x="164753" y="34032"/>
                  </a:lnTo>
                  <a:lnTo>
                    <a:pt x="124815" y="58826"/>
                  </a:lnTo>
                  <a:lnTo>
                    <a:pt x="89296" y="89296"/>
                  </a:lnTo>
                  <a:lnTo>
                    <a:pt x="58826" y="124815"/>
                  </a:lnTo>
                  <a:lnTo>
                    <a:pt x="34032" y="164753"/>
                  </a:lnTo>
                  <a:lnTo>
                    <a:pt x="15544" y="208483"/>
                  </a:lnTo>
                  <a:lnTo>
                    <a:pt x="3990" y="255374"/>
                  </a:lnTo>
                  <a:lnTo>
                    <a:pt x="0" y="304800"/>
                  </a:lnTo>
                  <a:lnTo>
                    <a:pt x="3990" y="354225"/>
                  </a:lnTo>
                  <a:lnTo>
                    <a:pt x="15544" y="401116"/>
                  </a:lnTo>
                  <a:lnTo>
                    <a:pt x="34032" y="444846"/>
                  </a:lnTo>
                  <a:lnTo>
                    <a:pt x="58826" y="484784"/>
                  </a:lnTo>
                  <a:lnTo>
                    <a:pt x="89296" y="520303"/>
                  </a:lnTo>
                  <a:lnTo>
                    <a:pt x="124815" y="550773"/>
                  </a:lnTo>
                  <a:lnTo>
                    <a:pt x="164753" y="575567"/>
                  </a:lnTo>
                  <a:lnTo>
                    <a:pt x="208483" y="594055"/>
                  </a:lnTo>
                  <a:lnTo>
                    <a:pt x="255374" y="605609"/>
                  </a:lnTo>
                  <a:lnTo>
                    <a:pt x="304800" y="609600"/>
                  </a:lnTo>
                  <a:lnTo>
                    <a:pt x="354225" y="605609"/>
                  </a:lnTo>
                  <a:lnTo>
                    <a:pt x="401116" y="594055"/>
                  </a:lnTo>
                  <a:lnTo>
                    <a:pt x="444846" y="575567"/>
                  </a:lnTo>
                  <a:lnTo>
                    <a:pt x="484784" y="550773"/>
                  </a:lnTo>
                  <a:lnTo>
                    <a:pt x="520303" y="520303"/>
                  </a:lnTo>
                  <a:lnTo>
                    <a:pt x="550773" y="484784"/>
                  </a:lnTo>
                  <a:lnTo>
                    <a:pt x="575567" y="444846"/>
                  </a:lnTo>
                  <a:lnTo>
                    <a:pt x="594055" y="401116"/>
                  </a:lnTo>
                  <a:lnTo>
                    <a:pt x="605609" y="354225"/>
                  </a:lnTo>
                  <a:lnTo>
                    <a:pt x="609600" y="304800"/>
                  </a:lnTo>
                  <a:lnTo>
                    <a:pt x="605609" y="255374"/>
                  </a:lnTo>
                  <a:lnTo>
                    <a:pt x="594055" y="208483"/>
                  </a:lnTo>
                  <a:lnTo>
                    <a:pt x="575567" y="164753"/>
                  </a:lnTo>
                  <a:lnTo>
                    <a:pt x="550773" y="124815"/>
                  </a:lnTo>
                  <a:lnTo>
                    <a:pt x="520303" y="89296"/>
                  </a:lnTo>
                  <a:lnTo>
                    <a:pt x="484784" y="58826"/>
                  </a:lnTo>
                  <a:lnTo>
                    <a:pt x="444846" y="34032"/>
                  </a:lnTo>
                  <a:lnTo>
                    <a:pt x="401116" y="15544"/>
                  </a:lnTo>
                  <a:lnTo>
                    <a:pt x="354225" y="3990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00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8001000" y="4114800"/>
              <a:ext cx="609600" cy="609600"/>
            </a:xfrm>
            <a:custGeom>
              <a:avLst/>
              <a:gdLst/>
              <a:ahLst/>
              <a:cxnLst/>
              <a:rect l="l" t="t" r="r" b="b"/>
              <a:pathLst>
                <a:path w="609600" h="609600">
                  <a:moveTo>
                    <a:pt x="0" y="304800"/>
                  </a:moveTo>
                  <a:lnTo>
                    <a:pt x="3990" y="255374"/>
                  </a:lnTo>
                  <a:lnTo>
                    <a:pt x="15544" y="208483"/>
                  </a:lnTo>
                  <a:lnTo>
                    <a:pt x="34032" y="164753"/>
                  </a:lnTo>
                  <a:lnTo>
                    <a:pt x="58826" y="124815"/>
                  </a:lnTo>
                  <a:lnTo>
                    <a:pt x="89296" y="89296"/>
                  </a:lnTo>
                  <a:lnTo>
                    <a:pt x="124815" y="58826"/>
                  </a:lnTo>
                  <a:lnTo>
                    <a:pt x="164753" y="34032"/>
                  </a:lnTo>
                  <a:lnTo>
                    <a:pt x="208483" y="15544"/>
                  </a:lnTo>
                  <a:lnTo>
                    <a:pt x="255374" y="3990"/>
                  </a:lnTo>
                  <a:lnTo>
                    <a:pt x="304800" y="0"/>
                  </a:lnTo>
                  <a:lnTo>
                    <a:pt x="354225" y="3990"/>
                  </a:lnTo>
                  <a:lnTo>
                    <a:pt x="401116" y="15544"/>
                  </a:lnTo>
                  <a:lnTo>
                    <a:pt x="444846" y="34032"/>
                  </a:lnTo>
                  <a:lnTo>
                    <a:pt x="484784" y="58826"/>
                  </a:lnTo>
                  <a:lnTo>
                    <a:pt x="520303" y="89296"/>
                  </a:lnTo>
                  <a:lnTo>
                    <a:pt x="550773" y="124815"/>
                  </a:lnTo>
                  <a:lnTo>
                    <a:pt x="575567" y="164753"/>
                  </a:lnTo>
                  <a:lnTo>
                    <a:pt x="594055" y="208483"/>
                  </a:lnTo>
                  <a:lnTo>
                    <a:pt x="605609" y="255374"/>
                  </a:lnTo>
                  <a:lnTo>
                    <a:pt x="609600" y="304800"/>
                  </a:lnTo>
                  <a:lnTo>
                    <a:pt x="605609" y="354225"/>
                  </a:lnTo>
                  <a:lnTo>
                    <a:pt x="594055" y="401116"/>
                  </a:lnTo>
                  <a:lnTo>
                    <a:pt x="575567" y="444846"/>
                  </a:lnTo>
                  <a:lnTo>
                    <a:pt x="550773" y="484784"/>
                  </a:lnTo>
                  <a:lnTo>
                    <a:pt x="520303" y="520303"/>
                  </a:lnTo>
                  <a:lnTo>
                    <a:pt x="484784" y="550773"/>
                  </a:lnTo>
                  <a:lnTo>
                    <a:pt x="444846" y="575567"/>
                  </a:lnTo>
                  <a:lnTo>
                    <a:pt x="401116" y="594055"/>
                  </a:lnTo>
                  <a:lnTo>
                    <a:pt x="354225" y="605609"/>
                  </a:lnTo>
                  <a:lnTo>
                    <a:pt x="304800" y="609600"/>
                  </a:lnTo>
                  <a:lnTo>
                    <a:pt x="255374" y="605609"/>
                  </a:lnTo>
                  <a:lnTo>
                    <a:pt x="208483" y="594055"/>
                  </a:lnTo>
                  <a:lnTo>
                    <a:pt x="164753" y="575567"/>
                  </a:lnTo>
                  <a:lnTo>
                    <a:pt x="124815" y="550773"/>
                  </a:lnTo>
                  <a:lnTo>
                    <a:pt x="89296" y="520303"/>
                  </a:lnTo>
                  <a:lnTo>
                    <a:pt x="58826" y="484784"/>
                  </a:lnTo>
                  <a:lnTo>
                    <a:pt x="34032" y="444846"/>
                  </a:lnTo>
                  <a:lnTo>
                    <a:pt x="15544" y="401116"/>
                  </a:lnTo>
                  <a:lnTo>
                    <a:pt x="3990" y="354225"/>
                  </a:lnTo>
                  <a:lnTo>
                    <a:pt x="0" y="304800"/>
                  </a:lnTo>
                  <a:close/>
                </a:path>
              </a:pathLst>
            </a:custGeom>
            <a:ln w="222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8154161" y="4247769"/>
            <a:ext cx="30924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i="1" dirty="0">
                <a:latin typeface="Arial"/>
                <a:cs typeface="Arial"/>
              </a:rPr>
              <a:t>27</a:t>
            </a:r>
            <a:endParaRPr sz="2000">
              <a:latin typeface="Arial"/>
              <a:cs typeface="Arial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1822195" y="3104514"/>
            <a:ext cx="16700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i="1" dirty="0">
                <a:latin typeface="Arial"/>
                <a:cs typeface="Arial"/>
              </a:rPr>
              <a:t>8</a:t>
            </a:r>
            <a:endParaRPr sz="2000">
              <a:latin typeface="Arial"/>
              <a:cs typeface="Arial"/>
            </a:endParaRPr>
          </a:p>
        </p:txBody>
      </p:sp>
      <p:sp>
        <p:nvSpPr>
          <p:cNvPr id="45" name="Slide Number Placeholder 44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55</a:t>
            </a:fld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Examples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56</a:t>
            </a:fld>
            <a:endParaRPr lang="en-IN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055" y="1143000"/>
            <a:ext cx="9053945" cy="5715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941255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57</a:t>
            </a:fld>
            <a:endParaRPr lang="en-IN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85738"/>
            <a:ext cx="9144000" cy="6486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045098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58</a:t>
            </a:fld>
            <a:endParaRPr lang="en-IN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79941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59</a:t>
            </a:fld>
            <a:endParaRPr lang="en-IN"/>
          </a:p>
        </p:txBody>
      </p:sp>
      <p:pic>
        <p:nvPicPr>
          <p:cNvPr id="4098" name="Picture 2" descr="Lightbox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52400"/>
            <a:ext cx="8915400" cy="63436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838849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60</a:t>
            </a:fld>
            <a:endParaRPr lang="en-IN"/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25" y="276225"/>
            <a:ext cx="9048750" cy="6305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269078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371600"/>
            <a:ext cx="9144000" cy="762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536549" y="6622795"/>
            <a:ext cx="53657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5" dirty="0">
                <a:latin typeface="Arial"/>
                <a:cs typeface="Arial"/>
              </a:rPr>
              <a:t>5/22/2012</a:t>
            </a:r>
            <a:endParaRPr sz="9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245232" y="392633"/>
            <a:ext cx="465645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AVL Trees:</a:t>
            </a:r>
            <a:r>
              <a:rPr spc="-50" dirty="0"/>
              <a:t> </a:t>
            </a:r>
            <a:r>
              <a:rPr dirty="0"/>
              <a:t>Exercise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36549" y="1445235"/>
            <a:ext cx="7884795" cy="1125220"/>
          </a:xfrm>
          <a:prstGeom prst="rect">
            <a:avLst/>
          </a:prstGeom>
        </p:spPr>
        <p:txBody>
          <a:bodyPr vert="horz" wrap="square" lIns="0" tIns="111760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880"/>
              </a:spcBef>
              <a:buClr>
                <a:srgbClr val="0033CC"/>
              </a:buClr>
              <a:buSzPct val="84375"/>
              <a:buChar char="●"/>
              <a:tabLst>
                <a:tab pos="355600" algn="l"/>
                <a:tab pos="356235" algn="l"/>
              </a:tabLst>
            </a:pPr>
            <a:r>
              <a:rPr sz="3200" dirty="0">
                <a:latin typeface="Times New Roman"/>
                <a:cs typeface="Times New Roman"/>
              </a:rPr>
              <a:t>Insertion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order:</a:t>
            </a:r>
            <a:endParaRPr sz="3200">
              <a:latin typeface="Times New Roman"/>
              <a:cs typeface="Times New Roman"/>
            </a:endParaRPr>
          </a:p>
          <a:p>
            <a:pPr marL="756285" lvl="1" indent="-287020">
              <a:lnSpc>
                <a:spcPct val="100000"/>
              </a:lnSpc>
              <a:spcBef>
                <a:spcPts val="680"/>
              </a:spcBef>
              <a:buClr>
                <a:srgbClr val="CC0000"/>
              </a:buClr>
              <a:buSzPct val="83928"/>
              <a:buChar char="■"/>
              <a:tabLst>
                <a:tab pos="756920" algn="l"/>
              </a:tabLst>
            </a:pPr>
            <a:r>
              <a:rPr sz="2800" dirty="0">
                <a:latin typeface="Times New Roman"/>
                <a:cs typeface="Times New Roman"/>
              </a:rPr>
              <a:t>10, 85, </a:t>
            </a:r>
            <a:r>
              <a:rPr sz="2800" spc="-5" dirty="0">
                <a:latin typeface="Times New Roman"/>
                <a:cs typeface="Times New Roman"/>
              </a:rPr>
              <a:t>15, </a:t>
            </a:r>
            <a:r>
              <a:rPr sz="2800" dirty="0">
                <a:latin typeface="Times New Roman"/>
                <a:cs typeface="Times New Roman"/>
              </a:rPr>
              <a:t>70, </a:t>
            </a:r>
            <a:r>
              <a:rPr sz="2800" spc="-5" dirty="0">
                <a:latin typeface="Times New Roman"/>
                <a:cs typeface="Times New Roman"/>
              </a:rPr>
              <a:t>20, </a:t>
            </a:r>
            <a:r>
              <a:rPr sz="2800" dirty="0">
                <a:latin typeface="Times New Roman"/>
                <a:cs typeface="Times New Roman"/>
              </a:rPr>
              <a:t>60, </a:t>
            </a:r>
            <a:r>
              <a:rPr sz="2800" spc="-5" dirty="0">
                <a:latin typeface="Times New Roman"/>
                <a:cs typeface="Times New Roman"/>
              </a:rPr>
              <a:t>30, </a:t>
            </a:r>
            <a:r>
              <a:rPr sz="2800" dirty="0">
                <a:latin typeface="Times New Roman"/>
                <a:cs typeface="Times New Roman"/>
              </a:rPr>
              <a:t>50, </a:t>
            </a:r>
            <a:r>
              <a:rPr sz="2800" spc="-5" dirty="0">
                <a:latin typeface="Times New Roman"/>
                <a:cs typeface="Times New Roman"/>
              </a:rPr>
              <a:t>65, </a:t>
            </a:r>
            <a:r>
              <a:rPr sz="2800" dirty="0">
                <a:latin typeface="Times New Roman"/>
                <a:cs typeface="Times New Roman"/>
              </a:rPr>
              <a:t>80, </a:t>
            </a:r>
            <a:r>
              <a:rPr sz="2800" spc="-5" dirty="0">
                <a:latin typeface="Times New Roman"/>
                <a:cs typeface="Times New Roman"/>
              </a:rPr>
              <a:t>90, </a:t>
            </a:r>
            <a:r>
              <a:rPr sz="2800" dirty="0">
                <a:latin typeface="Times New Roman"/>
                <a:cs typeface="Times New Roman"/>
              </a:rPr>
              <a:t>40, </a:t>
            </a:r>
            <a:r>
              <a:rPr sz="2800" spc="-5" dirty="0">
                <a:latin typeface="Times New Roman"/>
                <a:cs typeface="Times New Roman"/>
              </a:rPr>
              <a:t>5,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55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61</a:t>
            </a:fld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371600"/>
            <a:ext cx="9144000" cy="762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536549" y="6622795"/>
            <a:ext cx="53657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5" dirty="0">
                <a:latin typeface="Arial"/>
                <a:cs typeface="Arial"/>
              </a:rPr>
              <a:t>5/22/2012</a:t>
            </a:r>
            <a:endParaRPr sz="9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850517" y="392633"/>
            <a:ext cx="544703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Deletion X in AVL</a:t>
            </a:r>
            <a:r>
              <a:rPr spc="5" dirty="0"/>
              <a:t> </a:t>
            </a:r>
            <a:r>
              <a:rPr spc="-5" dirty="0"/>
              <a:t>Trees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36549" y="1445235"/>
            <a:ext cx="7292975" cy="3161665"/>
          </a:xfrm>
          <a:prstGeom prst="rect">
            <a:avLst/>
          </a:prstGeom>
        </p:spPr>
        <p:txBody>
          <a:bodyPr vert="horz" wrap="square" lIns="0" tIns="111760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880"/>
              </a:spcBef>
              <a:buClr>
                <a:srgbClr val="0033CC"/>
              </a:buClr>
              <a:buSzPct val="84375"/>
              <a:buChar char="●"/>
              <a:tabLst>
                <a:tab pos="355600" algn="l"/>
                <a:tab pos="356235" algn="l"/>
              </a:tabLst>
            </a:pPr>
            <a:r>
              <a:rPr sz="3200" dirty="0">
                <a:latin typeface="Times New Roman"/>
                <a:cs typeface="Times New Roman"/>
              </a:rPr>
              <a:t>Deletion:</a:t>
            </a:r>
            <a:endParaRPr sz="3200">
              <a:latin typeface="Times New Roman"/>
              <a:cs typeface="Times New Roman"/>
            </a:endParaRPr>
          </a:p>
          <a:p>
            <a:pPr marL="756285" lvl="1" indent="-287020">
              <a:lnSpc>
                <a:spcPct val="100000"/>
              </a:lnSpc>
              <a:spcBef>
                <a:spcPts val="680"/>
              </a:spcBef>
              <a:buClr>
                <a:srgbClr val="CC0000"/>
              </a:buClr>
              <a:buSzPct val="83928"/>
              <a:buChar char="■"/>
              <a:tabLst>
                <a:tab pos="756920" algn="l"/>
              </a:tabLst>
            </a:pPr>
            <a:r>
              <a:rPr sz="2800" spc="-5" dirty="0">
                <a:latin typeface="Times New Roman"/>
                <a:cs typeface="Times New Roman"/>
              </a:rPr>
              <a:t>Case 1: if X </a:t>
            </a:r>
            <a:r>
              <a:rPr sz="2800" dirty="0">
                <a:latin typeface="Times New Roman"/>
                <a:cs typeface="Times New Roman"/>
              </a:rPr>
              <a:t>is </a:t>
            </a:r>
            <a:r>
              <a:rPr sz="2800" spc="-5" dirty="0">
                <a:latin typeface="Times New Roman"/>
                <a:cs typeface="Times New Roman"/>
              </a:rPr>
              <a:t>a leaf, delete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X</a:t>
            </a:r>
            <a:endParaRPr sz="2800">
              <a:latin typeface="Times New Roman"/>
              <a:cs typeface="Times New Roman"/>
            </a:endParaRPr>
          </a:p>
          <a:p>
            <a:pPr marL="756285" lvl="1" indent="-287020">
              <a:lnSpc>
                <a:spcPct val="100000"/>
              </a:lnSpc>
              <a:spcBef>
                <a:spcPts val="670"/>
              </a:spcBef>
              <a:buClr>
                <a:srgbClr val="CC0000"/>
              </a:buClr>
              <a:buSzPct val="83928"/>
              <a:buChar char="■"/>
              <a:tabLst>
                <a:tab pos="756920" algn="l"/>
              </a:tabLst>
            </a:pPr>
            <a:r>
              <a:rPr sz="2800" spc="-5" dirty="0">
                <a:latin typeface="Times New Roman"/>
                <a:cs typeface="Times New Roman"/>
              </a:rPr>
              <a:t>Case </a:t>
            </a:r>
            <a:r>
              <a:rPr sz="2800" dirty="0">
                <a:latin typeface="Times New Roman"/>
                <a:cs typeface="Times New Roman"/>
              </a:rPr>
              <a:t>2: </a:t>
            </a:r>
            <a:r>
              <a:rPr sz="2800" spc="-5" dirty="0">
                <a:latin typeface="Times New Roman"/>
                <a:cs typeface="Times New Roman"/>
              </a:rPr>
              <a:t>if X </a:t>
            </a:r>
            <a:r>
              <a:rPr sz="2800" dirty="0">
                <a:latin typeface="Times New Roman"/>
                <a:cs typeface="Times New Roman"/>
              </a:rPr>
              <a:t>has </a:t>
            </a:r>
            <a:r>
              <a:rPr sz="2800" spc="-5" dirty="0">
                <a:latin typeface="Times New Roman"/>
                <a:cs typeface="Times New Roman"/>
              </a:rPr>
              <a:t>1 </a:t>
            </a:r>
            <a:r>
              <a:rPr sz="2800" dirty="0">
                <a:latin typeface="Times New Roman"/>
                <a:cs typeface="Times New Roman"/>
              </a:rPr>
              <a:t>child, </a:t>
            </a:r>
            <a:r>
              <a:rPr sz="2800" spc="-5" dirty="0">
                <a:latin typeface="Times New Roman"/>
                <a:cs typeface="Times New Roman"/>
              </a:rPr>
              <a:t>use it to replace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X</a:t>
            </a:r>
            <a:endParaRPr sz="2800">
              <a:latin typeface="Times New Roman"/>
              <a:cs typeface="Times New Roman"/>
            </a:endParaRPr>
          </a:p>
          <a:p>
            <a:pPr marL="756285" marR="5080" lvl="1" indent="-287020">
              <a:lnSpc>
                <a:spcPct val="100000"/>
              </a:lnSpc>
              <a:spcBef>
                <a:spcPts val="670"/>
              </a:spcBef>
              <a:buClr>
                <a:srgbClr val="CC0000"/>
              </a:buClr>
              <a:buSzPct val="83928"/>
              <a:buChar char="■"/>
              <a:tabLst>
                <a:tab pos="756920" algn="l"/>
              </a:tabLst>
            </a:pPr>
            <a:r>
              <a:rPr sz="2800" spc="-5" dirty="0">
                <a:latin typeface="Times New Roman"/>
                <a:cs typeface="Times New Roman"/>
              </a:rPr>
              <a:t>Case </a:t>
            </a:r>
            <a:r>
              <a:rPr sz="2800" dirty="0">
                <a:latin typeface="Times New Roman"/>
                <a:cs typeface="Times New Roman"/>
              </a:rPr>
              <a:t>3: </a:t>
            </a:r>
            <a:r>
              <a:rPr sz="2800" spc="-5" dirty="0">
                <a:latin typeface="Times New Roman"/>
                <a:cs typeface="Times New Roman"/>
              </a:rPr>
              <a:t>if X </a:t>
            </a:r>
            <a:r>
              <a:rPr sz="2800" dirty="0">
                <a:latin typeface="Times New Roman"/>
                <a:cs typeface="Times New Roman"/>
              </a:rPr>
              <a:t>has </a:t>
            </a:r>
            <a:r>
              <a:rPr sz="2800" spc="-5" dirty="0">
                <a:latin typeface="Times New Roman"/>
                <a:cs typeface="Times New Roman"/>
              </a:rPr>
              <a:t>2 </a:t>
            </a:r>
            <a:r>
              <a:rPr sz="2800" dirty="0">
                <a:latin typeface="Times New Roman"/>
                <a:cs typeface="Times New Roman"/>
              </a:rPr>
              <a:t>children, </a:t>
            </a:r>
            <a:r>
              <a:rPr sz="2800" spc="-5" dirty="0">
                <a:latin typeface="Times New Roman"/>
                <a:cs typeface="Times New Roman"/>
              </a:rPr>
              <a:t>replace X with its </a:t>
            </a:r>
            <a:r>
              <a:rPr sz="2800" spc="-5" dirty="0">
                <a:solidFill>
                  <a:srgbClr val="E62D1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E62D1F"/>
                </a:solidFill>
                <a:latin typeface="Times New Roman"/>
                <a:cs typeface="Times New Roman"/>
              </a:rPr>
              <a:t>inorder </a:t>
            </a:r>
            <a:r>
              <a:rPr sz="2800" spc="-5" dirty="0">
                <a:solidFill>
                  <a:srgbClr val="E62D1F"/>
                </a:solidFill>
                <a:latin typeface="Times New Roman"/>
                <a:cs typeface="Times New Roman"/>
              </a:rPr>
              <a:t>predecessor </a:t>
            </a:r>
            <a:r>
              <a:rPr sz="2800" dirty="0">
                <a:latin typeface="Times New Roman"/>
                <a:cs typeface="Times New Roman"/>
              </a:rPr>
              <a:t>(and recursively </a:t>
            </a:r>
            <a:r>
              <a:rPr sz="2800" spc="-5" dirty="0">
                <a:latin typeface="Times New Roman"/>
                <a:cs typeface="Times New Roman"/>
              </a:rPr>
              <a:t>delete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it)</a:t>
            </a:r>
            <a:endParaRPr sz="2800">
              <a:latin typeface="Times New Roman"/>
              <a:cs typeface="Times New Roman"/>
            </a:endParaRPr>
          </a:p>
          <a:p>
            <a:pPr marL="355600" indent="-343535">
              <a:lnSpc>
                <a:spcPct val="100000"/>
              </a:lnSpc>
              <a:spcBef>
                <a:spcPts val="770"/>
              </a:spcBef>
              <a:buClr>
                <a:srgbClr val="0033CC"/>
              </a:buClr>
              <a:buSzPct val="84375"/>
              <a:buChar char="●"/>
              <a:tabLst>
                <a:tab pos="355600" algn="l"/>
                <a:tab pos="356235" algn="l"/>
              </a:tabLst>
            </a:pPr>
            <a:r>
              <a:rPr sz="3200" dirty="0">
                <a:latin typeface="Times New Roman"/>
                <a:cs typeface="Times New Roman"/>
              </a:rPr>
              <a:t>Rebalancing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62</a:t>
            </a:fld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371600"/>
            <a:ext cx="9144000" cy="762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536549" y="6622795"/>
            <a:ext cx="53657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5" dirty="0">
                <a:latin typeface="Arial"/>
                <a:cs typeface="Arial"/>
              </a:rPr>
              <a:t>5/22/2012</a:t>
            </a:r>
            <a:endParaRPr sz="9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7145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Delete 55 </a:t>
            </a:r>
            <a:r>
              <a:rPr dirty="0"/>
              <a:t>(case</a:t>
            </a:r>
            <a:r>
              <a:rPr spc="-30" dirty="0"/>
              <a:t> </a:t>
            </a:r>
            <a:r>
              <a:rPr spc="-5" dirty="0"/>
              <a:t>1)</a:t>
            </a:r>
          </a:p>
        </p:txBody>
      </p:sp>
      <p:sp>
        <p:nvSpPr>
          <p:cNvPr id="5" name="object 5"/>
          <p:cNvSpPr/>
          <p:nvPr/>
        </p:nvSpPr>
        <p:spPr>
          <a:xfrm>
            <a:off x="369887" y="1893887"/>
            <a:ext cx="8175625" cy="375602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089908" y="1997786"/>
            <a:ext cx="28194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i="1" dirty="0">
                <a:solidFill>
                  <a:srgbClr val="959595"/>
                </a:solidFill>
                <a:latin typeface="Times New Roman"/>
                <a:cs typeface="Times New Roman"/>
              </a:rPr>
              <a:t>60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184654" y="2683891"/>
            <a:ext cx="28194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i="1" spc="5" dirty="0">
                <a:solidFill>
                  <a:srgbClr val="959595"/>
                </a:solidFill>
                <a:latin typeface="Times New Roman"/>
                <a:cs typeface="Times New Roman"/>
              </a:rPr>
              <a:t>20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223761" y="2683891"/>
            <a:ext cx="28194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i="1" spc="5" dirty="0">
                <a:solidFill>
                  <a:srgbClr val="959595"/>
                </a:solidFill>
                <a:latin typeface="Times New Roman"/>
                <a:cs typeface="Times New Roman"/>
              </a:rPr>
              <a:t>70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93698" y="3445890"/>
            <a:ext cx="28194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i="1" spc="5" dirty="0">
                <a:solidFill>
                  <a:srgbClr val="959595"/>
                </a:solidFill>
                <a:latin typeface="Times New Roman"/>
                <a:cs typeface="Times New Roman"/>
              </a:rPr>
              <a:t>10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403853" y="3445890"/>
            <a:ext cx="28194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i="1" spc="5" dirty="0">
                <a:solidFill>
                  <a:srgbClr val="959595"/>
                </a:solidFill>
                <a:latin typeface="Times New Roman"/>
                <a:cs typeface="Times New Roman"/>
              </a:rPr>
              <a:t>40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156708" y="3445890"/>
            <a:ext cx="28257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i="1" spc="5" dirty="0">
                <a:solidFill>
                  <a:srgbClr val="959595"/>
                </a:solidFill>
                <a:latin typeface="Times New Roman"/>
                <a:cs typeface="Times New Roman"/>
              </a:rPr>
              <a:t>65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443343" y="3445890"/>
            <a:ext cx="28194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i="1" spc="5" dirty="0">
                <a:solidFill>
                  <a:srgbClr val="959595"/>
                </a:solidFill>
                <a:latin typeface="Times New Roman"/>
                <a:cs typeface="Times New Roman"/>
              </a:rPr>
              <a:t>85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70382" y="4284345"/>
            <a:ext cx="15303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i="1" dirty="0">
                <a:solidFill>
                  <a:srgbClr val="959595"/>
                </a:solidFill>
                <a:latin typeface="Times New Roman"/>
                <a:cs typeface="Times New Roman"/>
              </a:rPr>
              <a:t>5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803273" y="4284345"/>
            <a:ext cx="28257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i="1" spc="5" dirty="0">
                <a:solidFill>
                  <a:srgbClr val="959595"/>
                </a:solidFill>
                <a:latin typeface="Times New Roman"/>
                <a:cs typeface="Times New Roman"/>
              </a:rPr>
              <a:t>15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718054" y="4284345"/>
            <a:ext cx="28194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i="1" spc="5" dirty="0">
                <a:solidFill>
                  <a:srgbClr val="959595"/>
                </a:solidFill>
                <a:latin typeface="Times New Roman"/>
                <a:cs typeface="Times New Roman"/>
              </a:rPr>
              <a:t>30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013708" y="4284345"/>
            <a:ext cx="28194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i="1" spc="5" dirty="0">
                <a:solidFill>
                  <a:srgbClr val="959595"/>
                </a:solidFill>
                <a:latin typeface="Times New Roman"/>
                <a:cs typeface="Times New Roman"/>
              </a:rPr>
              <a:t>50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757161" y="4208145"/>
            <a:ext cx="28257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i="1" spc="5" dirty="0">
                <a:solidFill>
                  <a:srgbClr val="959595"/>
                </a:solidFill>
                <a:latin typeface="Times New Roman"/>
                <a:cs typeface="Times New Roman"/>
              </a:rPr>
              <a:t>80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129143" y="4208145"/>
            <a:ext cx="28194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i="1" spc="5" dirty="0">
                <a:solidFill>
                  <a:srgbClr val="959595"/>
                </a:solidFill>
                <a:latin typeface="Times New Roman"/>
                <a:cs typeface="Times New Roman"/>
              </a:rPr>
              <a:t>90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623308" y="5199126"/>
            <a:ext cx="28194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i="1" spc="5" dirty="0">
                <a:solidFill>
                  <a:srgbClr val="959595"/>
                </a:solidFill>
                <a:latin typeface="Times New Roman"/>
                <a:cs typeface="Times New Roman"/>
              </a:rPr>
              <a:t>55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0" name="Slide Number Placeholder 19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63</a:t>
            </a:fld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371600"/>
            <a:ext cx="9144000" cy="762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536549" y="6622795"/>
            <a:ext cx="53657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5" dirty="0">
                <a:latin typeface="Arial"/>
                <a:cs typeface="Arial"/>
              </a:rPr>
              <a:t>5/22/2012</a:t>
            </a:r>
            <a:endParaRPr sz="9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7145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Delete 55 </a:t>
            </a:r>
            <a:r>
              <a:rPr dirty="0"/>
              <a:t>(case</a:t>
            </a:r>
            <a:r>
              <a:rPr spc="-30" dirty="0"/>
              <a:t> </a:t>
            </a:r>
            <a:r>
              <a:rPr spc="-5" dirty="0"/>
              <a:t>1)</a:t>
            </a:r>
          </a:p>
        </p:txBody>
      </p:sp>
      <p:sp>
        <p:nvSpPr>
          <p:cNvPr id="5" name="object 5"/>
          <p:cNvSpPr/>
          <p:nvPr/>
        </p:nvSpPr>
        <p:spPr>
          <a:xfrm>
            <a:off x="369887" y="1893887"/>
            <a:ext cx="8175625" cy="284162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089908" y="1997786"/>
            <a:ext cx="28194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i="1" dirty="0">
                <a:solidFill>
                  <a:srgbClr val="959595"/>
                </a:solidFill>
                <a:latin typeface="Times New Roman"/>
                <a:cs typeface="Times New Roman"/>
              </a:rPr>
              <a:t>60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184654" y="2683891"/>
            <a:ext cx="28194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i="1" spc="5" dirty="0">
                <a:solidFill>
                  <a:srgbClr val="959595"/>
                </a:solidFill>
                <a:latin typeface="Times New Roman"/>
                <a:cs typeface="Times New Roman"/>
              </a:rPr>
              <a:t>20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223761" y="2683891"/>
            <a:ext cx="28194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i="1" spc="5" dirty="0">
                <a:solidFill>
                  <a:srgbClr val="959595"/>
                </a:solidFill>
                <a:latin typeface="Times New Roman"/>
                <a:cs typeface="Times New Roman"/>
              </a:rPr>
              <a:t>70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93698" y="3445890"/>
            <a:ext cx="28194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i="1" spc="5" dirty="0">
                <a:solidFill>
                  <a:srgbClr val="959595"/>
                </a:solidFill>
                <a:latin typeface="Times New Roman"/>
                <a:cs typeface="Times New Roman"/>
              </a:rPr>
              <a:t>10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403853" y="3445890"/>
            <a:ext cx="28194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i="1" spc="5" dirty="0">
                <a:solidFill>
                  <a:srgbClr val="959595"/>
                </a:solidFill>
                <a:latin typeface="Times New Roman"/>
                <a:cs typeface="Times New Roman"/>
              </a:rPr>
              <a:t>40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156708" y="3445890"/>
            <a:ext cx="28257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i="1" spc="5" dirty="0">
                <a:solidFill>
                  <a:srgbClr val="959595"/>
                </a:solidFill>
                <a:latin typeface="Times New Roman"/>
                <a:cs typeface="Times New Roman"/>
              </a:rPr>
              <a:t>65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443343" y="3445890"/>
            <a:ext cx="28194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i="1" spc="5" dirty="0">
                <a:solidFill>
                  <a:srgbClr val="959595"/>
                </a:solidFill>
                <a:latin typeface="Times New Roman"/>
                <a:cs typeface="Times New Roman"/>
              </a:rPr>
              <a:t>85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70382" y="4284345"/>
            <a:ext cx="15303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i="1" dirty="0">
                <a:solidFill>
                  <a:srgbClr val="959595"/>
                </a:solidFill>
                <a:latin typeface="Times New Roman"/>
                <a:cs typeface="Times New Roman"/>
              </a:rPr>
              <a:t>5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803273" y="4284345"/>
            <a:ext cx="28257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i="1" spc="5" dirty="0">
                <a:solidFill>
                  <a:srgbClr val="959595"/>
                </a:solidFill>
                <a:latin typeface="Times New Roman"/>
                <a:cs typeface="Times New Roman"/>
              </a:rPr>
              <a:t>15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718054" y="4284345"/>
            <a:ext cx="28194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i="1" spc="5" dirty="0">
                <a:solidFill>
                  <a:srgbClr val="959595"/>
                </a:solidFill>
                <a:latin typeface="Times New Roman"/>
                <a:cs typeface="Times New Roman"/>
              </a:rPr>
              <a:t>30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013708" y="4284345"/>
            <a:ext cx="28194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i="1" spc="5" dirty="0">
                <a:solidFill>
                  <a:srgbClr val="959595"/>
                </a:solidFill>
                <a:latin typeface="Times New Roman"/>
                <a:cs typeface="Times New Roman"/>
              </a:rPr>
              <a:t>50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757161" y="4208145"/>
            <a:ext cx="28257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i="1" spc="5" dirty="0">
                <a:solidFill>
                  <a:srgbClr val="959595"/>
                </a:solidFill>
                <a:latin typeface="Times New Roman"/>
                <a:cs typeface="Times New Roman"/>
              </a:rPr>
              <a:t>80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129143" y="4208145"/>
            <a:ext cx="28194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i="1" spc="5" dirty="0">
                <a:solidFill>
                  <a:srgbClr val="959595"/>
                </a:solidFill>
                <a:latin typeface="Times New Roman"/>
                <a:cs typeface="Times New Roman"/>
              </a:rPr>
              <a:t>90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4484687" y="5094287"/>
            <a:ext cx="555625" cy="555625"/>
            <a:chOff x="4484687" y="5094287"/>
            <a:chExt cx="555625" cy="555625"/>
          </a:xfrm>
        </p:grpSpPr>
        <p:sp>
          <p:nvSpPr>
            <p:cNvPr id="20" name="object 20"/>
            <p:cNvSpPr/>
            <p:nvPr/>
          </p:nvSpPr>
          <p:spPr>
            <a:xfrm>
              <a:off x="4495800" y="5105400"/>
              <a:ext cx="533400" cy="533400"/>
            </a:xfrm>
            <a:custGeom>
              <a:avLst/>
              <a:gdLst/>
              <a:ahLst/>
              <a:cxnLst/>
              <a:rect l="l" t="t" r="r" b="b"/>
              <a:pathLst>
                <a:path w="533400" h="533400">
                  <a:moveTo>
                    <a:pt x="266700" y="0"/>
                  </a:moveTo>
                  <a:lnTo>
                    <a:pt x="218753" y="4296"/>
                  </a:lnTo>
                  <a:lnTo>
                    <a:pt x="173629" y="16682"/>
                  </a:lnTo>
                  <a:lnTo>
                    <a:pt x="132079" y="36406"/>
                  </a:lnTo>
                  <a:lnTo>
                    <a:pt x="94858" y="62716"/>
                  </a:lnTo>
                  <a:lnTo>
                    <a:pt x="62716" y="94858"/>
                  </a:lnTo>
                  <a:lnTo>
                    <a:pt x="36406" y="132080"/>
                  </a:lnTo>
                  <a:lnTo>
                    <a:pt x="16682" y="173629"/>
                  </a:lnTo>
                  <a:lnTo>
                    <a:pt x="4296" y="218753"/>
                  </a:lnTo>
                  <a:lnTo>
                    <a:pt x="0" y="266700"/>
                  </a:lnTo>
                  <a:lnTo>
                    <a:pt x="4296" y="314646"/>
                  </a:lnTo>
                  <a:lnTo>
                    <a:pt x="16682" y="359770"/>
                  </a:lnTo>
                  <a:lnTo>
                    <a:pt x="36406" y="401320"/>
                  </a:lnTo>
                  <a:lnTo>
                    <a:pt x="62716" y="438541"/>
                  </a:lnTo>
                  <a:lnTo>
                    <a:pt x="94858" y="470683"/>
                  </a:lnTo>
                  <a:lnTo>
                    <a:pt x="132080" y="496993"/>
                  </a:lnTo>
                  <a:lnTo>
                    <a:pt x="173629" y="516717"/>
                  </a:lnTo>
                  <a:lnTo>
                    <a:pt x="218753" y="529103"/>
                  </a:lnTo>
                  <a:lnTo>
                    <a:pt x="266700" y="533400"/>
                  </a:lnTo>
                  <a:lnTo>
                    <a:pt x="314646" y="529103"/>
                  </a:lnTo>
                  <a:lnTo>
                    <a:pt x="359770" y="516717"/>
                  </a:lnTo>
                  <a:lnTo>
                    <a:pt x="401319" y="496993"/>
                  </a:lnTo>
                  <a:lnTo>
                    <a:pt x="438541" y="470683"/>
                  </a:lnTo>
                  <a:lnTo>
                    <a:pt x="470683" y="438541"/>
                  </a:lnTo>
                  <a:lnTo>
                    <a:pt x="496993" y="401320"/>
                  </a:lnTo>
                  <a:lnTo>
                    <a:pt x="516717" y="359770"/>
                  </a:lnTo>
                  <a:lnTo>
                    <a:pt x="529103" y="314646"/>
                  </a:lnTo>
                  <a:lnTo>
                    <a:pt x="533400" y="266700"/>
                  </a:lnTo>
                  <a:lnTo>
                    <a:pt x="529103" y="218753"/>
                  </a:lnTo>
                  <a:lnTo>
                    <a:pt x="516717" y="173629"/>
                  </a:lnTo>
                  <a:lnTo>
                    <a:pt x="496993" y="132080"/>
                  </a:lnTo>
                  <a:lnTo>
                    <a:pt x="470683" y="94858"/>
                  </a:lnTo>
                  <a:lnTo>
                    <a:pt x="438541" y="62716"/>
                  </a:lnTo>
                  <a:lnTo>
                    <a:pt x="401319" y="36406"/>
                  </a:lnTo>
                  <a:lnTo>
                    <a:pt x="359770" y="16682"/>
                  </a:lnTo>
                  <a:lnTo>
                    <a:pt x="314646" y="4296"/>
                  </a:lnTo>
                  <a:lnTo>
                    <a:pt x="266700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495800" y="5105400"/>
              <a:ext cx="533400" cy="533400"/>
            </a:xfrm>
            <a:custGeom>
              <a:avLst/>
              <a:gdLst/>
              <a:ahLst/>
              <a:cxnLst/>
              <a:rect l="l" t="t" r="r" b="b"/>
              <a:pathLst>
                <a:path w="533400" h="533400">
                  <a:moveTo>
                    <a:pt x="0" y="266700"/>
                  </a:moveTo>
                  <a:lnTo>
                    <a:pt x="4296" y="218753"/>
                  </a:lnTo>
                  <a:lnTo>
                    <a:pt x="16682" y="173629"/>
                  </a:lnTo>
                  <a:lnTo>
                    <a:pt x="36406" y="132080"/>
                  </a:lnTo>
                  <a:lnTo>
                    <a:pt x="62716" y="94858"/>
                  </a:lnTo>
                  <a:lnTo>
                    <a:pt x="94858" y="62716"/>
                  </a:lnTo>
                  <a:lnTo>
                    <a:pt x="132079" y="36406"/>
                  </a:lnTo>
                  <a:lnTo>
                    <a:pt x="173629" y="16682"/>
                  </a:lnTo>
                  <a:lnTo>
                    <a:pt x="218753" y="4296"/>
                  </a:lnTo>
                  <a:lnTo>
                    <a:pt x="266700" y="0"/>
                  </a:lnTo>
                  <a:lnTo>
                    <a:pt x="314646" y="4296"/>
                  </a:lnTo>
                  <a:lnTo>
                    <a:pt x="359770" y="16682"/>
                  </a:lnTo>
                  <a:lnTo>
                    <a:pt x="401319" y="36406"/>
                  </a:lnTo>
                  <a:lnTo>
                    <a:pt x="438541" y="62716"/>
                  </a:lnTo>
                  <a:lnTo>
                    <a:pt x="470683" y="94858"/>
                  </a:lnTo>
                  <a:lnTo>
                    <a:pt x="496993" y="132080"/>
                  </a:lnTo>
                  <a:lnTo>
                    <a:pt x="516717" y="173629"/>
                  </a:lnTo>
                  <a:lnTo>
                    <a:pt x="529103" y="218753"/>
                  </a:lnTo>
                  <a:lnTo>
                    <a:pt x="533400" y="266700"/>
                  </a:lnTo>
                  <a:lnTo>
                    <a:pt x="529103" y="314646"/>
                  </a:lnTo>
                  <a:lnTo>
                    <a:pt x="516717" y="359770"/>
                  </a:lnTo>
                  <a:lnTo>
                    <a:pt x="496993" y="401319"/>
                  </a:lnTo>
                  <a:lnTo>
                    <a:pt x="470683" y="438541"/>
                  </a:lnTo>
                  <a:lnTo>
                    <a:pt x="438541" y="470683"/>
                  </a:lnTo>
                  <a:lnTo>
                    <a:pt x="401320" y="496993"/>
                  </a:lnTo>
                  <a:lnTo>
                    <a:pt x="359770" y="516717"/>
                  </a:lnTo>
                  <a:lnTo>
                    <a:pt x="314646" y="529103"/>
                  </a:lnTo>
                  <a:lnTo>
                    <a:pt x="266700" y="533400"/>
                  </a:lnTo>
                  <a:lnTo>
                    <a:pt x="218753" y="529103"/>
                  </a:lnTo>
                  <a:lnTo>
                    <a:pt x="173629" y="516717"/>
                  </a:lnTo>
                  <a:lnTo>
                    <a:pt x="132080" y="496993"/>
                  </a:lnTo>
                  <a:lnTo>
                    <a:pt x="94858" y="470683"/>
                  </a:lnTo>
                  <a:lnTo>
                    <a:pt x="62716" y="438541"/>
                  </a:lnTo>
                  <a:lnTo>
                    <a:pt x="36406" y="401320"/>
                  </a:lnTo>
                  <a:lnTo>
                    <a:pt x="16682" y="359770"/>
                  </a:lnTo>
                  <a:lnTo>
                    <a:pt x="4296" y="314646"/>
                  </a:lnTo>
                  <a:lnTo>
                    <a:pt x="0" y="266700"/>
                  </a:lnTo>
                  <a:close/>
                </a:path>
              </a:pathLst>
            </a:custGeom>
            <a:ln w="222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4623308" y="5199126"/>
            <a:ext cx="28194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i="1" spc="5" dirty="0">
                <a:solidFill>
                  <a:srgbClr val="959595"/>
                </a:solidFill>
                <a:latin typeface="Times New Roman"/>
                <a:cs typeface="Times New Roman"/>
              </a:rPr>
              <a:t>55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64</a:t>
            </a:fld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371600"/>
            <a:ext cx="9144000" cy="762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536549" y="6622795"/>
            <a:ext cx="53657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5" dirty="0">
                <a:latin typeface="Arial"/>
                <a:cs typeface="Arial"/>
              </a:rPr>
              <a:t>5/22/2012</a:t>
            </a:r>
            <a:endParaRPr sz="9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7145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Delete 50 </a:t>
            </a:r>
            <a:r>
              <a:rPr dirty="0"/>
              <a:t>(case</a:t>
            </a:r>
            <a:r>
              <a:rPr spc="-30" dirty="0"/>
              <a:t> </a:t>
            </a:r>
            <a:r>
              <a:rPr spc="-5" dirty="0"/>
              <a:t>2)</a:t>
            </a:r>
          </a:p>
        </p:txBody>
      </p:sp>
      <p:sp>
        <p:nvSpPr>
          <p:cNvPr id="5" name="object 5"/>
          <p:cNvSpPr/>
          <p:nvPr/>
        </p:nvSpPr>
        <p:spPr>
          <a:xfrm>
            <a:off x="369887" y="1893887"/>
            <a:ext cx="8175625" cy="375602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089908" y="1997786"/>
            <a:ext cx="28194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i="1" dirty="0">
                <a:solidFill>
                  <a:srgbClr val="959595"/>
                </a:solidFill>
                <a:latin typeface="Times New Roman"/>
                <a:cs typeface="Times New Roman"/>
              </a:rPr>
              <a:t>60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184654" y="2683891"/>
            <a:ext cx="28194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i="1" spc="5" dirty="0">
                <a:solidFill>
                  <a:srgbClr val="959595"/>
                </a:solidFill>
                <a:latin typeface="Times New Roman"/>
                <a:cs typeface="Times New Roman"/>
              </a:rPr>
              <a:t>20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223761" y="2683891"/>
            <a:ext cx="28194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i="1" spc="5" dirty="0">
                <a:solidFill>
                  <a:srgbClr val="959595"/>
                </a:solidFill>
                <a:latin typeface="Times New Roman"/>
                <a:cs typeface="Times New Roman"/>
              </a:rPr>
              <a:t>70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93698" y="3445890"/>
            <a:ext cx="28194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i="1" spc="5" dirty="0">
                <a:solidFill>
                  <a:srgbClr val="959595"/>
                </a:solidFill>
                <a:latin typeface="Times New Roman"/>
                <a:cs typeface="Times New Roman"/>
              </a:rPr>
              <a:t>10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403853" y="3445890"/>
            <a:ext cx="28194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i="1" spc="5" dirty="0">
                <a:solidFill>
                  <a:srgbClr val="959595"/>
                </a:solidFill>
                <a:latin typeface="Times New Roman"/>
                <a:cs typeface="Times New Roman"/>
              </a:rPr>
              <a:t>40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156708" y="3445890"/>
            <a:ext cx="28257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i="1" spc="5" dirty="0">
                <a:solidFill>
                  <a:srgbClr val="959595"/>
                </a:solidFill>
                <a:latin typeface="Times New Roman"/>
                <a:cs typeface="Times New Roman"/>
              </a:rPr>
              <a:t>65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443343" y="3445890"/>
            <a:ext cx="28194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i="1" spc="5" dirty="0">
                <a:solidFill>
                  <a:srgbClr val="959595"/>
                </a:solidFill>
                <a:latin typeface="Times New Roman"/>
                <a:cs typeface="Times New Roman"/>
              </a:rPr>
              <a:t>85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70382" y="4284345"/>
            <a:ext cx="15303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i="1" dirty="0">
                <a:solidFill>
                  <a:srgbClr val="959595"/>
                </a:solidFill>
                <a:latin typeface="Times New Roman"/>
                <a:cs typeface="Times New Roman"/>
              </a:rPr>
              <a:t>5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803273" y="4284345"/>
            <a:ext cx="28257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i="1" spc="5" dirty="0">
                <a:solidFill>
                  <a:srgbClr val="959595"/>
                </a:solidFill>
                <a:latin typeface="Times New Roman"/>
                <a:cs typeface="Times New Roman"/>
              </a:rPr>
              <a:t>15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718054" y="4284345"/>
            <a:ext cx="28194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i="1" spc="5" dirty="0">
                <a:solidFill>
                  <a:srgbClr val="959595"/>
                </a:solidFill>
                <a:latin typeface="Times New Roman"/>
                <a:cs typeface="Times New Roman"/>
              </a:rPr>
              <a:t>30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013708" y="4284345"/>
            <a:ext cx="28194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i="1" spc="5" dirty="0">
                <a:solidFill>
                  <a:srgbClr val="959595"/>
                </a:solidFill>
                <a:latin typeface="Times New Roman"/>
                <a:cs typeface="Times New Roman"/>
              </a:rPr>
              <a:t>50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757161" y="4208145"/>
            <a:ext cx="28257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i="1" spc="5" dirty="0">
                <a:solidFill>
                  <a:srgbClr val="959595"/>
                </a:solidFill>
                <a:latin typeface="Times New Roman"/>
                <a:cs typeface="Times New Roman"/>
              </a:rPr>
              <a:t>80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129143" y="4208145"/>
            <a:ext cx="28194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i="1" spc="5" dirty="0">
                <a:solidFill>
                  <a:srgbClr val="959595"/>
                </a:solidFill>
                <a:latin typeface="Times New Roman"/>
                <a:cs typeface="Times New Roman"/>
              </a:rPr>
              <a:t>90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623308" y="5199126"/>
            <a:ext cx="28194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i="1" spc="5" dirty="0">
                <a:solidFill>
                  <a:srgbClr val="959595"/>
                </a:solidFill>
                <a:latin typeface="Times New Roman"/>
                <a:cs typeface="Times New Roman"/>
              </a:rPr>
              <a:t>55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0" name="Slide Number Placeholder 19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65</a:t>
            </a:fld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371600"/>
            <a:ext cx="9144000" cy="762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536549" y="6622795"/>
            <a:ext cx="53657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5" dirty="0">
                <a:latin typeface="Arial"/>
                <a:cs typeface="Arial"/>
              </a:rPr>
              <a:t>5/22/2012</a:t>
            </a:r>
            <a:endParaRPr sz="9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7145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Delete 50 </a:t>
            </a:r>
            <a:r>
              <a:rPr dirty="0"/>
              <a:t>(case</a:t>
            </a:r>
            <a:r>
              <a:rPr spc="-30" dirty="0"/>
              <a:t> </a:t>
            </a:r>
            <a:r>
              <a:rPr spc="-5" dirty="0"/>
              <a:t>2)</a:t>
            </a:r>
          </a:p>
        </p:txBody>
      </p:sp>
      <p:sp>
        <p:nvSpPr>
          <p:cNvPr id="5" name="object 5"/>
          <p:cNvSpPr/>
          <p:nvPr/>
        </p:nvSpPr>
        <p:spPr>
          <a:xfrm>
            <a:off x="369887" y="1893887"/>
            <a:ext cx="8175625" cy="375602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089908" y="1997786"/>
            <a:ext cx="28194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i="1" dirty="0">
                <a:solidFill>
                  <a:srgbClr val="959595"/>
                </a:solidFill>
                <a:latin typeface="Times New Roman"/>
                <a:cs typeface="Times New Roman"/>
              </a:rPr>
              <a:t>60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184654" y="2683891"/>
            <a:ext cx="28194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i="1" spc="5" dirty="0">
                <a:solidFill>
                  <a:srgbClr val="959595"/>
                </a:solidFill>
                <a:latin typeface="Times New Roman"/>
                <a:cs typeface="Times New Roman"/>
              </a:rPr>
              <a:t>20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223761" y="2683891"/>
            <a:ext cx="28194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i="1" spc="5" dirty="0">
                <a:solidFill>
                  <a:srgbClr val="959595"/>
                </a:solidFill>
                <a:latin typeface="Times New Roman"/>
                <a:cs typeface="Times New Roman"/>
              </a:rPr>
              <a:t>70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93698" y="3445890"/>
            <a:ext cx="28194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i="1" spc="5" dirty="0">
                <a:solidFill>
                  <a:srgbClr val="959595"/>
                </a:solidFill>
                <a:latin typeface="Times New Roman"/>
                <a:cs typeface="Times New Roman"/>
              </a:rPr>
              <a:t>10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403853" y="3445890"/>
            <a:ext cx="28194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i="1" spc="5" dirty="0">
                <a:solidFill>
                  <a:srgbClr val="959595"/>
                </a:solidFill>
                <a:latin typeface="Times New Roman"/>
                <a:cs typeface="Times New Roman"/>
              </a:rPr>
              <a:t>40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156708" y="3445890"/>
            <a:ext cx="28257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i="1" spc="5" dirty="0">
                <a:solidFill>
                  <a:srgbClr val="959595"/>
                </a:solidFill>
                <a:latin typeface="Times New Roman"/>
                <a:cs typeface="Times New Roman"/>
              </a:rPr>
              <a:t>65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443343" y="3445890"/>
            <a:ext cx="28194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i="1" spc="5" dirty="0">
                <a:solidFill>
                  <a:srgbClr val="959595"/>
                </a:solidFill>
                <a:latin typeface="Times New Roman"/>
                <a:cs typeface="Times New Roman"/>
              </a:rPr>
              <a:t>85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70382" y="4284345"/>
            <a:ext cx="15303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i="1" dirty="0">
                <a:solidFill>
                  <a:srgbClr val="959595"/>
                </a:solidFill>
                <a:latin typeface="Times New Roman"/>
                <a:cs typeface="Times New Roman"/>
              </a:rPr>
              <a:t>5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803273" y="4284345"/>
            <a:ext cx="28257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i="1" spc="5" dirty="0">
                <a:solidFill>
                  <a:srgbClr val="959595"/>
                </a:solidFill>
                <a:latin typeface="Times New Roman"/>
                <a:cs typeface="Times New Roman"/>
              </a:rPr>
              <a:t>15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718054" y="4284345"/>
            <a:ext cx="28194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i="1" spc="5" dirty="0">
                <a:solidFill>
                  <a:srgbClr val="959595"/>
                </a:solidFill>
                <a:latin typeface="Times New Roman"/>
                <a:cs typeface="Times New Roman"/>
              </a:rPr>
              <a:t>30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470908" y="4131945"/>
            <a:ext cx="28194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i="1" spc="5" dirty="0">
                <a:solidFill>
                  <a:srgbClr val="959595"/>
                </a:solidFill>
                <a:latin typeface="Times New Roman"/>
                <a:cs typeface="Times New Roman"/>
              </a:rPr>
              <a:t>50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757161" y="4208145"/>
            <a:ext cx="28257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i="1" spc="5" dirty="0">
                <a:solidFill>
                  <a:srgbClr val="959595"/>
                </a:solidFill>
                <a:latin typeface="Times New Roman"/>
                <a:cs typeface="Times New Roman"/>
              </a:rPr>
              <a:t>80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129143" y="4208145"/>
            <a:ext cx="28194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i="1" spc="5" dirty="0">
                <a:solidFill>
                  <a:srgbClr val="959595"/>
                </a:solidFill>
                <a:latin typeface="Times New Roman"/>
                <a:cs typeface="Times New Roman"/>
              </a:rPr>
              <a:t>90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623308" y="5199126"/>
            <a:ext cx="28194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i="1" spc="5" dirty="0">
                <a:solidFill>
                  <a:srgbClr val="959595"/>
                </a:solidFill>
                <a:latin typeface="Times New Roman"/>
                <a:cs typeface="Times New Roman"/>
              </a:rPr>
              <a:t>55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0" name="Slide Number Placeholder 19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66</a:t>
            </a:fld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371600"/>
            <a:ext cx="9144000" cy="762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536549" y="6622795"/>
            <a:ext cx="53657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5" dirty="0">
                <a:latin typeface="Arial"/>
                <a:cs typeface="Arial"/>
              </a:rPr>
              <a:t>5/22/2012</a:t>
            </a:r>
            <a:endParaRPr sz="9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7145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Delete 60 </a:t>
            </a:r>
            <a:r>
              <a:rPr dirty="0"/>
              <a:t>(case</a:t>
            </a:r>
            <a:r>
              <a:rPr spc="-30" dirty="0"/>
              <a:t> </a:t>
            </a:r>
            <a:r>
              <a:rPr spc="-5" dirty="0"/>
              <a:t>3)</a:t>
            </a:r>
          </a:p>
        </p:txBody>
      </p:sp>
      <p:sp>
        <p:nvSpPr>
          <p:cNvPr id="5" name="object 5"/>
          <p:cNvSpPr/>
          <p:nvPr/>
        </p:nvSpPr>
        <p:spPr>
          <a:xfrm>
            <a:off x="369887" y="1893887"/>
            <a:ext cx="8175625" cy="375602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089908" y="1997786"/>
            <a:ext cx="28194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i="1" dirty="0">
                <a:solidFill>
                  <a:srgbClr val="959595"/>
                </a:solidFill>
                <a:latin typeface="Times New Roman"/>
                <a:cs typeface="Times New Roman"/>
              </a:rPr>
              <a:t>60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184654" y="2683891"/>
            <a:ext cx="28194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i="1" spc="5" dirty="0">
                <a:solidFill>
                  <a:srgbClr val="959595"/>
                </a:solidFill>
                <a:latin typeface="Times New Roman"/>
                <a:cs typeface="Times New Roman"/>
              </a:rPr>
              <a:t>20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223761" y="2683891"/>
            <a:ext cx="28194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i="1" spc="5" dirty="0">
                <a:solidFill>
                  <a:srgbClr val="959595"/>
                </a:solidFill>
                <a:latin typeface="Times New Roman"/>
                <a:cs typeface="Times New Roman"/>
              </a:rPr>
              <a:t>70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93698" y="3445890"/>
            <a:ext cx="28194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i="1" spc="5" dirty="0">
                <a:solidFill>
                  <a:srgbClr val="959595"/>
                </a:solidFill>
                <a:latin typeface="Times New Roman"/>
                <a:cs typeface="Times New Roman"/>
              </a:rPr>
              <a:t>10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403853" y="3445890"/>
            <a:ext cx="28194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i="1" spc="5" dirty="0">
                <a:solidFill>
                  <a:srgbClr val="959595"/>
                </a:solidFill>
                <a:latin typeface="Times New Roman"/>
                <a:cs typeface="Times New Roman"/>
              </a:rPr>
              <a:t>40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156708" y="3445890"/>
            <a:ext cx="28257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i="1" spc="5" dirty="0">
                <a:solidFill>
                  <a:srgbClr val="959595"/>
                </a:solidFill>
                <a:latin typeface="Times New Roman"/>
                <a:cs typeface="Times New Roman"/>
              </a:rPr>
              <a:t>65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443343" y="3445890"/>
            <a:ext cx="28194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i="1" spc="5" dirty="0">
                <a:solidFill>
                  <a:srgbClr val="959595"/>
                </a:solidFill>
                <a:latin typeface="Times New Roman"/>
                <a:cs typeface="Times New Roman"/>
              </a:rPr>
              <a:t>85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70382" y="4284345"/>
            <a:ext cx="15303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i="1" dirty="0">
                <a:solidFill>
                  <a:srgbClr val="959595"/>
                </a:solidFill>
                <a:latin typeface="Times New Roman"/>
                <a:cs typeface="Times New Roman"/>
              </a:rPr>
              <a:t>5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803273" y="4284345"/>
            <a:ext cx="28257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i="1" spc="5" dirty="0">
                <a:solidFill>
                  <a:srgbClr val="959595"/>
                </a:solidFill>
                <a:latin typeface="Times New Roman"/>
                <a:cs typeface="Times New Roman"/>
              </a:rPr>
              <a:t>15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718054" y="4284345"/>
            <a:ext cx="28194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i="1" spc="5" dirty="0">
                <a:solidFill>
                  <a:srgbClr val="959595"/>
                </a:solidFill>
                <a:latin typeface="Times New Roman"/>
                <a:cs typeface="Times New Roman"/>
              </a:rPr>
              <a:t>30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013708" y="4284345"/>
            <a:ext cx="28194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i="1" spc="5" dirty="0">
                <a:solidFill>
                  <a:srgbClr val="959595"/>
                </a:solidFill>
                <a:latin typeface="Times New Roman"/>
                <a:cs typeface="Times New Roman"/>
              </a:rPr>
              <a:t>50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757161" y="4208145"/>
            <a:ext cx="28257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i="1" spc="5" dirty="0">
                <a:solidFill>
                  <a:srgbClr val="959595"/>
                </a:solidFill>
                <a:latin typeface="Times New Roman"/>
                <a:cs typeface="Times New Roman"/>
              </a:rPr>
              <a:t>80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129143" y="4208145"/>
            <a:ext cx="28194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i="1" spc="5" dirty="0">
                <a:solidFill>
                  <a:srgbClr val="959595"/>
                </a:solidFill>
                <a:latin typeface="Times New Roman"/>
                <a:cs typeface="Times New Roman"/>
              </a:rPr>
              <a:t>90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623308" y="5199126"/>
            <a:ext cx="28194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i="1" spc="5" dirty="0">
                <a:solidFill>
                  <a:srgbClr val="959595"/>
                </a:solidFill>
                <a:latin typeface="Times New Roman"/>
                <a:cs typeface="Times New Roman"/>
              </a:rPr>
              <a:t>55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864353" y="4256913"/>
            <a:ext cx="46926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i="1" dirty="0">
                <a:solidFill>
                  <a:srgbClr val="E62D1F"/>
                </a:solidFill>
                <a:latin typeface="Times New Roman"/>
                <a:cs typeface="Times New Roman"/>
              </a:rPr>
              <a:t>p</a:t>
            </a:r>
            <a:r>
              <a:rPr sz="2000" i="1" spc="-70" dirty="0">
                <a:solidFill>
                  <a:srgbClr val="E62D1F"/>
                </a:solidFill>
                <a:latin typeface="Times New Roman"/>
                <a:cs typeface="Times New Roman"/>
              </a:rPr>
              <a:t>r</a:t>
            </a:r>
            <a:r>
              <a:rPr sz="2000" i="1" dirty="0">
                <a:solidFill>
                  <a:srgbClr val="E62D1F"/>
                </a:solidFill>
                <a:latin typeface="Times New Roman"/>
                <a:cs typeface="Times New Roman"/>
              </a:rPr>
              <a:t>ev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1" name="Slide Number Placeholder 20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67</a:t>
            </a:fld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371600"/>
            <a:ext cx="9144000" cy="762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536549" y="6622795"/>
            <a:ext cx="53657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5" dirty="0">
                <a:latin typeface="Arial"/>
                <a:cs typeface="Arial"/>
              </a:rPr>
              <a:t>5/22/2012</a:t>
            </a:r>
            <a:endParaRPr sz="9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7145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Delete 60 </a:t>
            </a:r>
            <a:r>
              <a:rPr dirty="0"/>
              <a:t>(case</a:t>
            </a:r>
            <a:r>
              <a:rPr spc="-30" dirty="0"/>
              <a:t> </a:t>
            </a:r>
            <a:r>
              <a:rPr spc="-5" dirty="0"/>
              <a:t>3)</a:t>
            </a:r>
          </a:p>
        </p:txBody>
      </p:sp>
      <p:sp>
        <p:nvSpPr>
          <p:cNvPr id="5" name="object 5"/>
          <p:cNvSpPr/>
          <p:nvPr/>
        </p:nvSpPr>
        <p:spPr>
          <a:xfrm>
            <a:off x="369887" y="1893887"/>
            <a:ext cx="8175625" cy="284162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089908" y="1997786"/>
            <a:ext cx="28194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i="1" dirty="0">
                <a:solidFill>
                  <a:srgbClr val="959595"/>
                </a:solidFill>
                <a:latin typeface="Times New Roman"/>
                <a:cs typeface="Times New Roman"/>
              </a:rPr>
              <a:t>55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184654" y="2683891"/>
            <a:ext cx="28194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i="1" spc="5" dirty="0">
                <a:solidFill>
                  <a:srgbClr val="959595"/>
                </a:solidFill>
                <a:latin typeface="Times New Roman"/>
                <a:cs typeface="Times New Roman"/>
              </a:rPr>
              <a:t>20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223761" y="2683891"/>
            <a:ext cx="28194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i="1" spc="5" dirty="0">
                <a:solidFill>
                  <a:srgbClr val="959595"/>
                </a:solidFill>
                <a:latin typeface="Times New Roman"/>
                <a:cs typeface="Times New Roman"/>
              </a:rPr>
              <a:t>70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93698" y="3445890"/>
            <a:ext cx="28194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i="1" spc="5" dirty="0">
                <a:solidFill>
                  <a:srgbClr val="959595"/>
                </a:solidFill>
                <a:latin typeface="Times New Roman"/>
                <a:cs typeface="Times New Roman"/>
              </a:rPr>
              <a:t>10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403853" y="3445890"/>
            <a:ext cx="28194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i="1" spc="5" dirty="0">
                <a:solidFill>
                  <a:srgbClr val="959595"/>
                </a:solidFill>
                <a:latin typeface="Times New Roman"/>
                <a:cs typeface="Times New Roman"/>
              </a:rPr>
              <a:t>40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156708" y="3445890"/>
            <a:ext cx="28257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i="1" spc="5" dirty="0">
                <a:solidFill>
                  <a:srgbClr val="959595"/>
                </a:solidFill>
                <a:latin typeface="Times New Roman"/>
                <a:cs typeface="Times New Roman"/>
              </a:rPr>
              <a:t>65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443343" y="3445890"/>
            <a:ext cx="28194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i="1" spc="5" dirty="0">
                <a:solidFill>
                  <a:srgbClr val="959595"/>
                </a:solidFill>
                <a:latin typeface="Times New Roman"/>
                <a:cs typeface="Times New Roman"/>
              </a:rPr>
              <a:t>85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70382" y="4284345"/>
            <a:ext cx="15303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i="1" dirty="0">
                <a:solidFill>
                  <a:srgbClr val="959595"/>
                </a:solidFill>
                <a:latin typeface="Times New Roman"/>
                <a:cs typeface="Times New Roman"/>
              </a:rPr>
              <a:t>5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803273" y="4284345"/>
            <a:ext cx="28257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i="1" spc="5" dirty="0">
                <a:solidFill>
                  <a:srgbClr val="959595"/>
                </a:solidFill>
                <a:latin typeface="Times New Roman"/>
                <a:cs typeface="Times New Roman"/>
              </a:rPr>
              <a:t>15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718054" y="4284345"/>
            <a:ext cx="28194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i="1" spc="5" dirty="0">
                <a:solidFill>
                  <a:srgbClr val="959595"/>
                </a:solidFill>
                <a:latin typeface="Times New Roman"/>
                <a:cs typeface="Times New Roman"/>
              </a:rPr>
              <a:t>30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013708" y="4284345"/>
            <a:ext cx="28194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i="1" spc="5" dirty="0">
                <a:solidFill>
                  <a:srgbClr val="959595"/>
                </a:solidFill>
                <a:latin typeface="Times New Roman"/>
                <a:cs typeface="Times New Roman"/>
              </a:rPr>
              <a:t>50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757161" y="4208145"/>
            <a:ext cx="28257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i="1" spc="5" dirty="0">
                <a:solidFill>
                  <a:srgbClr val="959595"/>
                </a:solidFill>
                <a:latin typeface="Times New Roman"/>
                <a:cs typeface="Times New Roman"/>
              </a:rPr>
              <a:t>80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129143" y="4208145"/>
            <a:ext cx="28194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i="1" spc="5" dirty="0">
                <a:solidFill>
                  <a:srgbClr val="959595"/>
                </a:solidFill>
                <a:latin typeface="Times New Roman"/>
                <a:cs typeface="Times New Roman"/>
              </a:rPr>
              <a:t>90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68</a:t>
            </a:fld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371600"/>
            <a:ext cx="9144000" cy="762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536549" y="6622795"/>
            <a:ext cx="53657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5" dirty="0">
                <a:latin typeface="Arial"/>
                <a:cs typeface="Arial"/>
              </a:rPr>
              <a:t>5/22/2012</a:t>
            </a:r>
            <a:endParaRPr sz="9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7145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Delete 55 </a:t>
            </a:r>
            <a:r>
              <a:rPr dirty="0"/>
              <a:t>(case</a:t>
            </a:r>
            <a:r>
              <a:rPr spc="-30" dirty="0"/>
              <a:t> </a:t>
            </a:r>
            <a:r>
              <a:rPr spc="-5" dirty="0"/>
              <a:t>3)</a:t>
            </a:r>
          </a:p>
        </p:txBody>
      </p:sp>
      <p:sp>
        <p:nvSpPr>
          <p:cNvPr id="5" name="object 5"/>
          <p:cNvSpPr/>
          <p:nvPr/>
        </p:nvSpPr>
        <p:spPr>
          <a:xfrm>
            <a:off x="369887" y="1893887"/>
            <a:ext cx="8175625" cy="284162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089908" y="1997786"/>
            <a:ext cx="28194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i="1" dirty="0">
                <a:solidFill>
                  <a:srgbClr val="959595"/>
                </a:solidFill>
                <a:latin typeface="Times New Roman"/>
                <a:cs typeface="Times New Roman"/>
              </a:rPr>
              <a:t>55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184654" y="2683891"/>
            <a:ext cx="28194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i="1" spc="5" dirty="0">
                <a:solidFill>
                  <a:srgbClr val="959595"/>
                </a:solidFill>
                <a:latin typeface="Times New Roman"/>
                <a:cs typeface="Times New Roman"/>
              </a:rPr>
              <a:t>20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223761" y="2683891"/>
            <a:ext cx="28194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i="1" spc="5" dirty="0">
                <a:solidFill>
                  <a:srgbClr val="959595"/>
                </a:solidFill>
                <a:latin typeface="Times New Roman"/>
                <a:cs typeface="Times New Roman"/>
              </a:rPr>
              <a:t>70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93698" y="3445890"/>
            <a:ext cx="28194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i="1" spc="5" dirty="0">
                <a:solidFill>
                  <a:srgbClr val="959595"/>
                </a:solidFill>
                <a:latin typeface="Times New Roman"/>
                <a:cs typeface="Times New Roman"/>
              </a:rPr>
              <a:t>10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403853" y="3445890"/>
            <a:ext cx="28194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i="1" spc="5" dirty="0">
                <a:solidFill>
                  <a:srgbClr val="959595"/>
                </a:solidFill>
                <a:latin typeface="Times New Roman"/>
                <a:cs typeface="Times New Roman"/>
              </a:rPr>
              <a:t>40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156708" y="3445890"/>
            <a:ext cx="28257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i="1" spc="5" dirty="0">
                <a:solidFill>
                  <a:srgbClr val="959595"/>
                </a:solidFill>
                <a:latin typeface="Times New Roman"/>
                <a:cs typeface="Times New Roman"/>
              </a:rPr>
              <a:t>65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443343" y="3445890"/>
            <a:ext cx="28194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i="1" spc="5" dirty="0">
                <a:solidFill>
                  <a:srgbClr val="959595"/>
                </a:solidFill>
                <a:latin typeface="Times New Roman"/>
                <a:cs typeface="Times New Roman"/>
              </a:rPr>
              <a:t>85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70382" y="4284345"/>
            <a:ext cx="15303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i="1" dirty="0">
                <a:solidFill>
                  <a:srgbClr val="959595"/>
                </a:solidFill>
                <a:latin typeface="Times New Roman"/>
                <a:cs typeface="Times New Roman"/>
              </a:rPr>
              <a:t>5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803273" y="4284345"/>
            <a:ext cx="28257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i="1" spc="5" dirty="0">
                <a:solidFill>
                  <a:srgbClr val="959595"/>
                </a:solidFill>
                <a:latin typeface="Times New Roman"/>
                <a:cs typeface="Times New Roman"/>
              </a:rPr>
              <a:t>15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718054" y="4284345"/>
            <a:ext cx="28194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i="1" spc="5" dirty="0">
                <a:solidFill>
                  <a:srgbClr val="959595"/>
                </a:solidFill>
                <a:latin typeface="Times New Roman"/>
                <a:cs typeface="Times New Roman"/>
              </a:rPr>
              <a:t>30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013708" y="4284345"/>
            <a:ext cx="28194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i="1" spc="5" dirty="0">
                <a:solidFill>
                  <a:srgbClr val="959595"/>
                </a:solidFill>
                <a:latin typeface="Times New Roman"/>
                <a:cs typeface="Times New Roman"/>
              </a:rPr>
              <a:t>50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757161" y="4208145"/>
            <a:ext cx="28257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i="1" spc="5" dirty="0">
                <a:solidFill>
                  <a:srgbClr val="959595"/>
                </a:solidFill>
                <a:latin typeface="Times New Roman"/>
                <a:cs typeface="Times New Roman"/>
              </a:rPr>
              <a:t>80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129143" y="4208145"/>
            <a:ext cx="28194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i="1" spc="5" dirty="0">
                <a:solidFill>
                  <a:srgbClr val="959595"/>
                </a:solidFill>
                <a:latin typeface="Times New Roman"/>
                <a:cs typeface="Times New Roman"/>
              </a:rPr>
              <a:t>90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102100" y="2732658"/>
            <a:ext cx="46926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i="1" spc="5" dirty="0">
                <a:solidFill>
                  <a:srgbClr val="E62D1F"/>
                </a:solidFill>
                <a:latin typeface="Times New Roman"/>
                <a:cs typeface="Times New Roman"/>
              </a:rPr>
              <a:t>p</a:t>
            </a:r>
            <a:r>
              <a:rPr sz="2000" i="1" spc="-75" dirty="0">
                <a:solidFill>
                  <a:srgbClr val="E62D1F"/>
                </a:solidFill>
                <a:latin typeface="Times New Roman"/>
                <a:cs typeface="Times New Roman"/>
              </a:rPr>
              <a:t>r</a:t>
            </a:r>
            <a:r>
              <a:rPr sz="2000" i="1" dirty="0">
                <a:solidFill>
                  <a:srgbClr val="E62D1F"/>
                </a:solidFill>
                <a:latin typeface="Times New Roman"/>
                <a:cs typeface="Times New Roman"/>
              </a:rPr>
              <a:t>ev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0" name="Slide Number Placeholder 19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69</a:t>
            </a:fld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371600"/>
            <a:ext cx="9144000" cy="762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536549" y="6622795"/>
            <a:ext cx="53657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5" dirty="0">
                <a:latin typeface="Arial"/>
                <a:cs typeface="Arial"/>
              </a:rPr>
              <a:t>5/22/2012</a:t>
            </a:r>
            <a:endParaRPr sz="9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7145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Delete 55 </a:t>
            </a:r>
            <a:r>
              <a:rPr dirty="0"/>
              <a:t>(case</a:t>
            </a:r>
            <a:r>
              <a:rPr spc="-30" dirty="0"/>
              <a:t> </a:t>
            </a:r>
            <a:r>
              <a:rPr spc="-5" dirty="0"/>
              <a:t>3)</a:t>
            </a:r>
          </a:p>
        </p:txBody>
      </p:sp>
      <p:sp>
        <p:nvSpPr>
          <p:cNvPr id="5" name="object 5"/>
          <p:cNvSpPr/>
          <p:nvPr/>
        </p:nvSpPr>
        <p:spPr>
          <a:xfrm>
            <a:off x="369887" y="1893887"/>
            <a:ext cx="8175625" cy="284162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089908" y="1997786"/>
            <a:ext cx="28194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i="1" dirty="0">
                <a:solidFill>
                  <a:srgbClr val="959595"/>
                </a:solidFill>
                <a:latin typeface="Times New Roman"/>
                <a:cs typeface="Times New Roman"/>
              </a:rPr>
              <a:t>50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184654" y="2683891"/>
            <a:ext cx="28194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i="1" spc="5" dirty="0">
                <a:solidFill>
                  <a:srgbClr val="959595"/>
                </a:solidFill>
                <a:latin typeface="Times New Roman"/>
                <a:cs typeface="Times New Roman"/>
              </a:rPr>
              <a:t>20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223761" y="2683891"/>
            <a:ext cx="28194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i="1" spc="5" dirty="0">
                <a:solidFill>
                  <a:srgbClr val="959595"/>
                </a:solidFill>
                <a:latin typeface="Times New Roman"/>
                <a:cs typeface="Times New Roman"/>
              </a:rPr>
              <a:t>70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93698" y="3445890"/>
            <a:ext cx="28194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i="1" spc="5" dirty="0">
                <a:solidFill>
                  <a:srgbClr val="959595"/>
                </a:solidFill>
                <a:latin typeface="Times New Roman"/>
                <a:cs typeface="Times New Roman"/>
              </a:rPr>
              <a:t>10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403853" y="3445890"/>
            <a:ext cx="28194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i="1" spc="5" dirty="0">
                <a:solidFill>
                  <a:srgbClr val="959595"/>
                </a:solidFill>
                <a:latin typeface="Times New Roman"/>
                <a:cs typeface="Times New Roman"/>
              </a:rPr>
              <a:t>40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156708" y="3445890"/>
            <a:ext cx="28257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i="1" spc="5" dirty="0">
                <a:solidFill>
                  <a:srgbClr val="959595"/>
                </a:solidFill>
                <a:latin typeface="Times New Roman"/>
                <a:cs typeface="Times New Roman"/>
              </a:rPr>
              <a:t>65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443343" y="3445890"/>
            <a:ext cx="28194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i="1" spc="5" dirty="0">
                <a:solidFill>
                  <a:srgbClr val="959595"/>
                </a:solidFill>
                <a:latin typeface="Times New Roman"/>
                <a:cs typeface="Times New Roman"/>
              </a:rPr>
              <a:t>85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70382" y="4284345"/>
            <a:ext cx="15303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i="1" dirty="0">
                <a:solidFill>
                  <a:srgbClr val="959595"/>
                </a:solidFill>
                <a:latin typeface="Times New Roman"/>
                <a:cs typeface="Times New Roman"/>
              </a:rPr>
              <a:t>5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803273" y="4284345"/>
            <a:ext cx="28257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i="1" spc="5" dirty="0">
                <a:solidFill>
                  <a:srgbClr val="959595"/>
                </a:solidFill>
                <a:latin typeface="Times New Roman"/>
                <a:cs typeface="Times New Roman"/>
              </a:rPr>
              <a:t>15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718054" y="4284345"/>
            <a:ext cx="28194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i="1" spc="5" dirty="0">
                <a:solidFill>
                  <a:srgbClr val="959595"/>
                </a:solidFill>
                <a:latin typeface="Times New Roman"/>
                <a:cs typeface="Times New Roman"/>
              </a:rPr>
              <a:t>30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757161" y="4208145"/>
            <a:ext cx="28257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i="1" spc="5" dirty="0">
                <a:solidFill>
                  <a:srgbClr val="959595"/>
                </a:solidFill>
                <a:latin typeface="Times New Roman"/>
                <a:cs typeface="Times New Roman"/>
              </a:rPr>
              <a:t>80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8129143" y="4208145"/>
            <a:ext cx="28194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i="1" spc="5" dirty="0">
                <a:solidFill>
                  <a:srgbClr val="959595"/>
                </a:solidFill>
                <a:latin typeface="Times New Roman"/>
                <a:cs typeface="Times New Roman"/>
              </a:rPr>
              <a:t>90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70</a:t>
            </a:fld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371600"/>
            <a:ext cx="9144000" cy="762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536549" y="6622795"/>
            <a:ext cx="53657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5" dirty="0">
                <a:latin typeface="Arial"/>
                <a:cs typeface="Arial"/>
              </a:rPr>
              <a:t>5/22/2012</a:t>
            </a:r>
            <a:endParaRPr sz="9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7145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Delete 50 </a:t>
            </a:r>
            <a:r>
              <a:rPr dirty="0"/>
              <a:t>(case</a:t>
            </a:r>
            <a:r>
              <a:rPr spc="-30" dirty="0"/>
              <a:t> </a:t>
            </a:r>
            <a:r>
              <a:rPr spc="-5" dirty="0"/>
              <a:t>3)</a:t>
            </a:r>
          </a:p>
        </p:txBody>
      </p:sp>
      <p:sp>
        <p:nvSpPr>
          <p:cNvPr id="5" name="object 5"/>
          <p:cNvSpPr/>
          <p:nvPr/>
        </p:nvSpPr>
        <p:spPr>
          <a:xfrm>
            <a:off x="369887" y="1893887"/>
            <a:ext cx="8175625" cy="284162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089908" y="1997786"/>
            <a:ext cx="28194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i="1" dirty="0">
                <a:solidFill>
                  <a:srgbClr val="959595"/>
                </a:solidFill>
                <a:latin typeface="Times New Roman"/>
                <a:cs typeface="Times New Roman"/>
              </a:rPr>
              <a:t>50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184654" y="2683891"/>
            <a:ext cx="28194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i="1" spc="5" dirty="0">
                <a:solidFill>
                  <a:srgbClr val="959595"/>
                </a:solidFill>
                <a:latin typeface="Times New Roman"/>
                <a:cs typeface="Times New Roman"/>
              </a:rPr>
              <a:t>20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223761" y="2683891"/>
            <a:ext cx="28194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i="1" spc="5" dirty="0">
                <a:solidFill>
                  <a:srgbClr val="959595"/>
                </a:solidFill>
                <a:latin typeface="Times New Roman"/>
                <a:cs typeface="Times New Roman"/>
              </a:rPr>
              <a:t>70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93698" y="3445890"/>
            <a:ext cx="28194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i="1" spc="5" dirty="0">
                <a:solidFill>
                  <a:srgbClr val="959595"/>
                </a:solidFill>
                <a:latin typeface="Times New Roman"/>
                <a:cs typeface="Times New Roman"/>
              </a:rPr>
              <a:t>10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403853" y="3445890"/>
            <a:ext cx="28194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i="1" spc="5" dirty="0">
                <a:solidFill>
                  <a:srgbClr val="959595"/>
                </a:solidFill>
                <a:latin typeface="Times New Roman"/>
                <a:cs typeface="Times New Roman"/>
              </a:rPr>
              <a:t>40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156708" y="3445890"/>
            <a:ext cx="28257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i="1" spc="5" dirty="0">
                <a:solidFill>
                  <a:srgbClr val="959595"/>
                </a:solidFill>
                <a:latin typeface="Times New Roman"/>
                <a:cs typeface="Times New Roman"/>
              </a:rPr>
              <a:t>65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443343" y="3445890"/>
            <a:ext cx="28194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i="1" spc="5" dirty="0">
                <a:solidFill>
                  <a:srgbClr val="959595"/>
                </a:solidFill>
                <a:latin typeface="Times New Roman"/>
                <a:cs typeface="Times New Roman"/>
              </a:rPr>
              <a:t>85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70382" y="4284345"/>
            <a:ext cx="15303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i="1" dirty="0">
                <a:solidFill>
                  <a:srgbClr val="959595"/>
                </a:solidFill>
                <a:latin typeface="Times New Roman"/>
                <a:cs typeface="Times New Roman"/>
              </a:rPr>
              <a:t>5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803273" y="4284345"/>
            <a:ext cx="28257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i="1" spc="5" dirty="0">
                <a:solidFill>
                  <a:srgbClr val="959595"/>
                </a:solidFill>
                <a:latin typeface="Times New Roman"/>
                <a:cs typeface="Times New Roman"/>
              </a:rPr>
              <a:t>15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718054" y="4284345"/>
            <a:ext cx="28194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i="1" spc="5" dirty="0">
                <a:solidFill>
                  <a:srgbClr val="959595"/>
                </a:solidFill>
                <a:latin typeface="Times New Roman"/>
                <a:cs typeface="Times New Roman"/>
              </a:rPr>
              <a:t>30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757161" y="4208145"/>
            <a:ext cx="28257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i="1" spc="5" dirty="0">
                <a:solidFill>
                  <a:srgbClr val="959595"/>
                </a:solidFill>
                <a:latin typeface="Times New Roman"/>
                <a:cs typeface="Times New Roman"/>
              </a:rPr>
              <a:t>80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8129143" y="4208145"/>
            <a:ext cx="28194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i="1" spc="5" dirty="0">
                <a:solidFill>
                  <a:srgbClr val="959595"/>
                </a:solidFill>
                <a:latin typeface="Times New Roman"/>
                <a:cs typeface="Times New Roman"/>
              </a:rPr>
              <a:t>90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873500" y="2580258"/>
            <a:ext cx="46926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i="1" dirty="0">
                <a:solidFill>
                  <a:srgbClr val="E62D1F"/>
                </a:solidFill>
                <a:latin typeface="Times New Roman"/>
                <a:cs typeface="Times New Roman"/>
              </a:rPr>
              <a:t>p</a:t>
            </a:r>
            <a:r>
              <a:rPr sz="2000" i="1" spc="-70" dirty="0">
                <a:solidFill>
                  <a:srgbClr val="E62D1F"/>
                </a:solidFill>
                <a:latin typeface="Times New Roman"/>
                <a:cs typeface="Times New Roman"/>
              </a:rPr>
              <a:t>r</a:t>
            </a:r>
            <a:r>
              <a:rPr sz="2000" i="1" dirty="0">
                <a:solidFill>
                  <a:srgbClr val="E62D1F"/>
                </a:solidFill>
                <a:latin typeface="Times New Roman"/>
                <a:cs typeface="Times New Roman"/>
              </a:rPr>
              <a:t>ev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71</a:t>
            </a:fld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371600"/>
            <a:ext cx="9144000" cy="762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536549" y="6622795"/>
            <a:ext cx="53657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5" dirty="0">
                <a:latin typeface="Arial"/>
                <a:cs typeface="Arial"/>
              </a:rPr>
              <a:t>5/22/2012</a:t>
            </a:r>
            <a:endParaRPr sz="9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7145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Delete 50 </a:t>
            </a:r>
            <a:r>
              <a:rPr dirty="0"/>
              <a:t>(case</a:t>
            </a:r>
            <a:r>
              <a:rPr spc="-30" dirty="0"/>
              <a:t> </a:t>
            </a:r>
            <a:r>
              <a:rPr spc="-5" dirty="0"/>
              <a:t>3)</a:t>
            </a:r>
          </a:p>
        </p:txBody>
      </p:sp>
      <p:sp>
        <p:nvSpPr>
          <p:cNvPr id="5" name="object 5"/>
          <p:cNvSpPr/>
          <p:nvPr/>
        </p:nvSpPr>
        <p:spPr>
          <a:xfrm>
            <a:off x="369887" y="1893887"/>
            <a:ext cx="8175625" cy="284162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089908" y="1997786"/>
            <a:ext cx="28194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i="1" dirty="0">
                <a:solidFill>
                  <a:srgbClr val="959595"/>
                </a:solidFill>
                <a:latin typeface="Times New Roman"/>
                <a:cs typeface="Times New Roman"/>
              </a:rPr>
              <a:t>40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184654" y="2683891"/>
            <a:ext cx="28194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i="1" spc="5" dirty="0">
                <a:solidFill>
                  <a:srgbClr val="959595"/>
                </a:solidFill>
                <a:latin typeface="Times New Roman"/>
                <a:cs typeface="Times New Roman"/>
              </a:rPr>
              <a:t>20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223761" y="2683891"/>
            <a:ext cx="28194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i="1" spc="5" dirty="0">
                <a:solidFill>
                  <a:srgbClr val="959595"/>
                </a:solidFill>
                <a:latin typeface="Times New Roman"/>
                <a:cs typeface="Times New Roman"/>
              </a:rPr>
              <a:t>70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93698" y="3445890"/>
            <a:ext cx="28194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i="1" spc="5" dirty="0">
                <a:solidFill>
                  <a:srgbClr val="959595"/>
                </a:solidFill>
                <a:latin typeface="Times New Roman"/>
                <a:cs typeface="Times New Roman"/>
              </a:rPr>
              <a:t>10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403853" y="3445890"/>
            <a:ext cx="28194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i="1" spc="5" dirty="0">
                <a:solidFill>
                  <a:srgbClr val="959595"/>
                </a:solidFill>
                <a:latin typeface="Times New Roman"/>
                <a:cs typeface="Times New Roman"/>
              </a:rPr>
              <a:t>30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156708" y="3445890"/>
            <a:ext cx="28257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i="1" spc="5" dirty="0">
                <a:solidFill>
                  <a:srgbClr val="959595"/>
                </a:solidFill>
                <a:latin typeface="Times New Roman"/>
                <a:cs typeface="Times New Roman"/>
              </a:rPr>
              <a:t>65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443343" y="3445890"/>
            <a:ext cx="28194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i="1" spc="5" dirty="0">
                <a:solidFill>
                  <a:srgbClr val="959595"/>
                </a:solidFill>
                <a:latin typeface="Times New Roman"/>
                <a:cs typeface="Times New Roman"/>
              </a:rPr>
              <a:t>85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70382" y="4284345"/>
            <a:ext cx="15303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i="1" dirty="0">
                <a:solidFill>
                  <a:srgbClr val="959595"/>
                </a:solidFill>
                <a:latin typeface="Times New Roman"/>
                <a:cs typeface="Times New Roman"/>
              </a:rPr>
              <a:t>5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803273" y="4284345"/>
            <a:ext cx="28257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i="1" spc="5" dirty="0">
                <a:solidFill>
                  <a:srgbClr val="959595"/>
                </a:solidFill>
                <a:latin typeface="Times New Roman"/>
                <a:cs typeface="Times New Roman"/>
              </a:rPr>
              <a:t>15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757161" y="4208145"/>
            <a:ext cx="28257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i="1" spc="5" dirty="0">
                <a:solidFill>
                  <a:srgbClr val="959595"/>
                </a:solidFill>
                <a:latin typeface="Times New Roman"/>
                <a:cs typeface="Times New Roman"/>
              </a:rPr>
              <a:t>80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129143" y="4208145"/>
            <a:ext cx="28194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i="1" spc="5" dirty="0">
                <a:solidFill>
                  <a:srgbClr val="959595"/>
                </a:solidFill>
                <a:latin typeface="Times New Roman"/>
                <a:cs typeface="Times New Roman"/>
              </a:rPr>
              <a:t>90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72</a:t>
            </a:fld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371600"/>
            <a:ext cx="9144000" cy="762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536549" y="6622795"/>
            <a:ext cx="53657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5" dirty="0">
                <a:latin typeface="Arial"/>
                <a:cs typeface="Arial"/>
              </a:rPr>
              <a:t>5/22/2012</a:t>
            </a:r>
            <a:endParaRPr sz="9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7145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Delete 40 </a:t>
            </a:r>
            <a:r>
              <a:rPr dirty="0"/>
              <a:t>(case</a:t>
            </a:r>
            <a:r>
              <a:rPr spc="-30" dirty="0"/>
              <a:t> </a:t>
            </a:r>
            <a:r>
              <a:rPr spc="-5" dirty="0"/>
              <a:t>3)</a:t>
            </a:r>
          </a:p>
        </p:txBody>
      </p:sp>
      <p:sp>
        <p:nvSpPr>
          <p:cNvPr id="5" name="object 5"/>
          <p:cNvSpPr/>
          <p:nvPr/>
        </p:nvSpPr>
        <p:spPr>
          <a:xfrm>
            <a:off x="369887" y="1893887"/>
            <a:ext cx="8175625" cy="284162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089908" y="1997786"/>
            <a:ext cx="28194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i="1" dirty="0">
                <a:solidFill>
                  <a:srgbClr val="959595"/>
                </a:solidFill>
                <a:latin typeface="Times New Roman"/>
                <a:cs typeface="Times New Roman"/>
              </a:rPr>
              <a:t>40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184654" y="2683891"/>
            <a:ext cx="28194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i="1" spc="5" dirty="0">
                <a:solidFill>
                  <a:srgbClr val="959595"/>
                </a:solidFill>
                <a:latin typeface="Times New Roman"/>
                <a:cs typeface="Times New Roman"/>
              </a:rPr>
              <a:t>20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223761" y="2683891"/>
            <a:ext cx="28194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i="1" spc="5" dirty="0">
                <a:solidFill>
                  <a:srgbClr val="959595"/>
                </a:solidFill>
                <a:latin typeface="Times New Roman"/>
                <a:cs typeface="Times New Roman"/>
              </a:rPr>
              <a:t>70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93698" y="3445890"/>
            <a:ext cx="28194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i="1" spc="5" dirty="0">
                <a:solidFill>
                  <a:srgbClr val="959595"/>
                </a:solidFill>
                <a:latin typeface="Times New Roman"/>
                <a:cs typeface="Times New Roman"/>
              </a:rPr>
              <a:t>10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403853" y="3445890"/>
            <a:ext cx="28194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i="1" spc="5" dirty="0">
                <a:solidFill>
                  <a:srgbClr val="959595"/>
                </a:solidFill>
                <a:latin typeface="Times New Roman"/>
                <a:cs typeface="Times New Roman"/>
              </a:rPr>
              <a:t>30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156708" y="3445890"/>
            <a:ext cx="28257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i="1" spc="5" dirty="0">
                <a:solidFill>
                  <a:srgbClr val="959595"/>
                </a:solidFill>
                <a:latin typeface="Times New Roman"/>
                <a:cs typeface="Times New Roman"/>
              </a:rPr>
              <a:t>65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443343" y="3445890"/>
            <a:ext cx="28194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i="1" spc="5" dirty="0">
                <a:solidFill>
                  <a:srgbClr val="959595"/>
                </a:solidFill>
                <a:latin typeface="Times New Roman"/>
                <a:cs typeface="Times New Roman"/>
              </a:rPr>
              <a:t>85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70382" y="4284345"/>
            <a:ext cx="15303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i="1" dirty="0">
                <a:solidFill>
                  <a:srgbClr val="959595"/>
                </a:solidFill>
                <a:latin typeface="Times New Roman"/>
                <a:cs typeface="Times New Roman"/>
              </a:rPr>
              <a:t>5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803273" y="4284345"/>
            <a:ext cx="28257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i="1" spc="5" dirty="0">
                <a:solidFill>
                  <a:srgbClr val="959595"/>
                </a:solidFill>
                <a:latin typeface="Times New Roman"/>
                <a:cs typeface="Times New Roman"/>
              </a:rPr>
              <a:t>15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757161" y="4208145"/>
            <a:ext cx="28257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i="1" spc="5" dirty="0">
                <a:solidFill>
                  <a:srgbClr val="959595"/>
                </a:solidFill>
                <a:latin typeface="Times New Roman"/>
                <a:cs typeface="Times New Roman"/>
              </a:rPr>
              <a:t>80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129143" y="4208145"/>
            <a:ext cx="28194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i="1" spc="5" dirty="0">
                <a:solidFill>
                  <a:srgbClr val="959595"/>
                </a:solidFill>
                <a:latin typeface="Times New Roman"/>
                <a:cs typeface="Times New Roman"/>
              </a:rPr>
              <a:t>90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102100" y="2732658"/>
            <a:ext cx="46926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i="1" spc="5" dirty="0">
                <a:solidFill>
                  <a:srgbClr val="E62D1F"/>
                </a:solidFill>
                <a:latin typeface="Times New Roman"/>
                <a:cs typeface="Times New Roman"/>
              </a:rPr>
              <a:t>p</a:t>
            </a:r>
            <a:r>
              <a:rPr sz="2000" i="1" spc="-75" dirty="0">
                <a:solidFill>
                  <a:srgbClr val="E62D1F"/>
                </a:solidFill>
                <a:latin typeface="Times New Roman"/>
                <a:cs typeface="Times New Roman"/>
              </a:rPr>
              <a:t>r</a:t>
            </a:r>
            <a:r>
              <a:rPr sz="2000" i="1" dirty="0">
                <a:solidFill>
                  <a:srgbClr val="E62D1F"/>
                </a:solidFill>
                <a:latin typeface="Times New Roman"/>
                <a:cs typeface="Times New Roman"/>
              </a:rPr>
              <a:t>ev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73</a:t>
            </a:fld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371600"/>
            <a:ext cx="9144000" cy="762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536549" y="6622795"/>
            <a:ext cx="53657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5" dirty="0">
                <a:latin typeface="Arial"/>
                <a:cs typeface="Arial"/>
              </a:rPr>
              <a:t>5/22/2012</a:t>
            </a:r>
            <a:endParaRPr sz="9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850517" y="392633"/>
            <a:ext cx="544766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Delete 40 </a:t>
            </a:r>
            <a:r>
              <a:rPr dirty="0"/>
              <a:t>: </a:t>
            </a:r>
            <a:r>
              <a:rPr spc="-5" dirty="0"/>
              <a:t>Rebalancing</a:t>
            </a:r>
          </a:p>
        </p:txBody>
      </p:sp>
      <p:sp>
        <p:nvSpPr>
          <p:cNvPr id="5" name="object 5"/>
          <p:cNvSpPr/>
          <p:nvPr/>
        </p:nvSpPr>
        <p:spPr>
          <a:xfrm>
            <a:off x="125682" y="1893887"/>
            <a:ext cx="8419830" cy="333366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089908" y="1997786"/>
            <a:ext cx="28194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i="1" dirty="0">
                <a:solidFill>
                  <a:srgbClr val="959595"/>
                </a:solidFill>
                <a:latin typeface="Times New Roman"/>
                <a:cs typeface="Times New Roman"/>
              </a:rPr>
              <a:t>30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184654" y="2683891"/>
            <a:ext cx="28194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i="1" spc="5" dirty="0">
                <a:solidFill>
                  <a:srgbClr val="959595"/>
                </a:solidFill>
                <a:latin typeface="Times New Roman"/>
                <a:cs typeface="Times New Roman"/>
              </a:rPr>
              <a:t>20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223761" y="2683891"/>
            <a:ext cx="28194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i="1" spc="5" dirty="0">
                <a:solidFill>
                  <a:srgbClr val="959595"/>
                </a:solidFill>
                <a:latin typeface="Times New Roman"/>
                <a:cs typeface="Times New Roman"/>
              </a:rPr>
              <a:t>70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93698" y="3445890"/>
            <a:ext cx="28194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i="1" spc="5" dirty="0">
                <a:solidFill>
                  <a:srgbClr val="959595"/>
                </a:solidFill>
                <a:latin typeface="Times New Roman"/>
                <a:cs typeface="Times New Roman"/>
              </a:rPr>
              <a:t>10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156708" y="3445890"/>
            <a:ext cx="28257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i="1" spc="5" dirty="0">
                <a:solidFill>
                  <a:srgbClr val="959595"/>
                </a:solidFill>
                <a:latin typeface="Times New Roman"/>
                <a:cs typeface="Times New Roman"/>
              </a:rPr>
              <a:t>65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443343" y="3445890"/>
            <a:ext cx="28194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i="1" spc="5" dirty="0">
                <a:solidFill>
                  <a:srgbClr val="959595"/>
                </a:solidFill>
                <a:latin typeface="Times New Roman"/>
                <a:cs typeface="Times New Roman"/>
              </a:rPr>
              <a:t>85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70382" y="4284345"/>
            <a:ext cx="15303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i="1" dirty="0">
                <a:solidFill>
                  <a:srgbClr val="959595"/>
                </a:solidFill>
                <a:latin typeface="Times New Roman"/>
                <a:cs typeface="Times New Roman"/>
              </a:rPr>
              <a:t>5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803273" y="4284345"/>
            <a:ext cx="28257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i="1" spc="5" dirty="0">
                <a:solidFill>
                  <a:srgbClr val="959595"/>
                </a:solidFill>
                <a:latin typeface="Times New Roman"/>
                <a:cs typeface="Times New Roman"/>
              </a:rPr>
              <a:t>15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757161" y="4208145"/>
            <a:ext cx="28257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i="1" spc="5" dirty="0">
                <a:solidFill>
                  <a:srgbClr val="959595"/>
                </a:solidFill>
                <a:latin typeface="Times New Roman"/>
                <a:cs typeface="Times New Roman"/>
              </a:rPr>
              <a:t>80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129143" y="4208145"/>
            <a:ext cx="28194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i="1" spc="5" dirty="0">
                <a:solidFill>
                  <a:srgbClr val="959595"/>
                </a:solidFill>
                <a:latin typeface="Times New Roman"/>
                <a:cs typeface="Times New Roman"/>
              </a:rPr>
              <a:t>90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983994" y="3377310"/>
            <a:ext cx="72326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i="1" dirty="0">
                <a:solidFill>
                  <a:srgbClr val="E62D1F"/>
                </a:solidFill>
                <a:latin typeface="Times New Roman"/>
                <a:cs typeface="Times New Roman"/>
              </a:rPr>
              <a:t>Case</a:t>
            </a:r>
            <a:r>
              <a:rPr sz="2000" b="1" i="1" spc="-95" dirty="0">
                <a:solidFill>
                  <a:srgbClr val="E62D1F"/>
                </a:solidFill>
                <a:latin typeface="Times New Roman"/>
                <a:cs typeface="Times New Roman"/>
              </a:rPr>
              <a:t> </a:t>
            </a:r>
            <a:r>
              <a:rPr sz="2000" b="1" i="1" dirty="0">
                <a:solidFill>
                  <a:srgbClr val="E62D1F"/>
                </a:solidFill>
                <a:latin typeface="Times New Roman"/>
                <a:cs typeface="Times New Roman"/>
              </a:rPr>
              <a:t>?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74</a:t>
            </a:fld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371600"/>
            <a:ext cx="9144000" cy="762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536549" y="6622795"/>
            <a:ext cx="53657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5" dirty="0">
                <a:latin typeface="Arial"/>
                <a:cs typeface="Arial"/>
              </a:rPr>
              <a:t>5/22/2012</a:t>
            </a:r>
            <a:endParaRPr sz="9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440561" y="392633"/>
            <a:ext cx="626427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Delete 40: after</a:t>
            </a:r>
            <a:r>
              <a:rPr spc="5" dirty="0"/>
              <a:t> </a:t>
            </a:r>
            <a:r>
              <a:rPr spc="-5" dirty="0"/>
              <a:t>rebalancing</a:t>
            </a:r>
          </a:p>
        </p:txBody>
      </p:sp>
      <p:sp>
        <p:nvSpPr>
          <p:cNvPr id="5" name="object 5"/>
          <p:cNvSpPr/>
          <p:nvPr/>
        </p:nvSpPr>
        <p:spPr>
          <a:xfrm>
            <a:off x="1436687" y="1893887"/>
            <a:ext cx="7108825" cy="284162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089908" y="1997786"/>
            <a:ext cx="28194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i="1" dirty="0">
                <a:solidFill>
                  <a:srgbClr val="959595"/>
                </a:solidFill>
                <a:latin typeface="Times New Roman"/>
                <a:cs typeface="Times New Roman"/>
              </a:rPr>
              <a:t>30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223761" y="2683891"/>
            <a:ext cx="28194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i="1" spc="5" dirty="0">
                <a:solidFill>
                  <a:srgbClr val="959595"/>
                </a:solidFill>
                <a:latin typeface="Times New Roman"/>
                <a:cs typeface="Times New Roman"/>
              </a:rPr>
              <a:t>70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260854" y="2683891"/>
            <a:ext cx="28194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i="1" spc="5" dirty="0">
                <a:solidFill>
                  <a:srgbClr val="959595"/>
                </a:solidFill>
                <a:latin typeface="Times New Roman"/>
                <a:cs typeface="Times New Roman"/>
              </a:rPr>
              <a:t>10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403853" y="3445890"/>
            <a:ext cx="28194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i="1" spc="5" dirty="0">
                <a:solidFill>
                  <a:srgbClr val="959595"/>
                </a:solidFill>
                <a:latin typeface="Times New Roman"/>
                <a:cs typeface="Times New Roman"/>
              </a:rPr>
              <a:t>20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156708" y="3445890"/>
            <a:ext cx="28257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i="1" spc="5" dirty="0">
                <a:solidFill>
                  <a:srgbClr val="959595"/>
                </a:solidFill>
                <a:latin typeface="Times New Roman"/>
                <a:cs typeface="Times New Roman"/>
              </a:rPr>
              <a:t>65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443343" y="3445890"/>
            <a:ext cx="28194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i="1" spc="5" dirty="0">
                <a:solidFill>
                  <a:srgbClr val="959595"/>
                </a:solidFill>
                <a:latin typeface="Times New Roman"/>
                <a:cs typeface="Times New Roman"/>
              </a:rPr>
              <a:t>85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637157" y="3522040"/>
            <a:ext cx="15303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i="1" dirty="0">
                <a:solidFill>
                  <a:srgbClr val="959595"/>
                </a:solidFill>
                <a:latin typeface="Times New Roman"/>
                <a:cs typeface="Times New Roman"/>
              </a:rPr>
              <a:t>5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870454" y="4284345"/>
            <a:ext cx="28194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i="1" spc="5" dirty="0">
                <a:solidFill>
                  <a:srgbClr val="959595"/>
                </a:solidFill>
                <a:latin typeface="Times New Roman"/>
                <a:cs typeface="Times New Roman"/>
              </a:rPr>
              <a:t>15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757161" y="4208145"/>
            <a:ext cx="28257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i="1" spc="5" dirty="0">
                <a:solidFill>
                  <a:srgbClr val="959595"/>
                </a:solidFill>
                <a:latin typeface="Times New Roman"/>
                <a:cs typeface="Times New Roman"/>
              </a:rPr>
              <a:t>80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129143" y="4208145"/>
            <a:ext cx="28194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i="1" spc="5" dirty="0">
                <a:solidFill>
                  <a:srgbClr val="959595"/>
                </a:solidFill>
                <a:latin typeface="Times New Roman"/>
                <a:cs typeface="Times New Roman"/>
              </a:rPr>
              <a:t>90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12140" y="4898593"/>
            <a:ext cx="397891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i="1" dirty="0">
                <a:solidFill>
                  <a:srgbClr val="E62D1F"/>
                </a:solidFill>
                <a:latin typeface="Times New Roman"/>
                <a:cs typeface="Times New Roman"/>
              </a:rPr>
              <a:t>Single </a:t>
            </a:r>
            <a:r>
              <a:rPr sz="2800" i="1" spc="-15" dirty="0">
                <a:solidFill>
                  <a:srgbClr val="E62D1F"/>
                </a:solidFill>
                <a:latin typeface="Times New Roman"/>
                <a:cs typeface="Times New Roman"/>
              </a:rPr>
              <a:t>rotation </a:t>
            </a:r>
            <a:r>
              <a:rPr sz="2800" i="1" spc="-5" dirty="0">
                <a:solidFill>
                  <a:srgbClr val="E62D1F"/>
                </a:solidFill>
                <a:latin typeface="Times New Roman"/>
                <a:cs typeface="Times New Roman"/>
              </a:rPr>
              <a:t>is</a:t>
            </a:r>
            <a:r>
              <a:rPr sz="2800" i="1" spc="-100" dirty="0">
                <a:solidFill>
                  <a:srgbClr val="E62D1F"/>
                </a:solidFill>
                <a:latin typeface="Times New Roman"/>
                <a:cs typeface="Times New Roman"/>
              </a:rPr>
              <a:t> </a:t>
            </a:r>
            <a:r>
              <a:rPr sz="2800" i="1" spc="-25" dirty="0">
                <a:solidFill>
                  <a:srgbClr val="E62D1F"/>
                </a:solidFill>
                <a:latin typeface="Times New Roman"/>
                <a:cs typeface="Times New Roman"/>
              </a:rPr>
              <a:t>preferred!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75</a:t>
            </a:fld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371600"/>
            <a:ext cx="9144000" cy="762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536549" y="6622795"/>
            <a:ext cx="53657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5" dirty="0">
                <a:latin typeface="Arial"/>
                <a:cs typeface="Arial"/>
              </a:rPr>
              <a:t>5/22/2012</a:t>
            </a:r>
            <a:endParaRPr sz="9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428494" y="392633"/>
            <a:ext cx="428561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AVL Tree:</a:t>
            </a:r>
            <a:r>
              <a:rPr spc="-50" dirty="0"/>
              <a:t> </a:t>
            </a:r>
            <a:r>
              <a:rPr spc="-5" dirty="0"/>
              <a:t>analysis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36549" y="1751750"/>
            <a:ext cx="8134984" cy="3244850"/>
          </a:xfrm>
          <a:prstGeom prst="rect">
            <a:avLst/>
          </a:prstGeom>
        </p:spPr>
        <p:txBody>
          <a:bodyPr vert="horz" wrap="square" lIns="0" tIns="110490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870"/>
              </a:spcBef>
              <a:buClr>
                <a:srgbClr val="0033CC"/>
              </a:buClr>
              <a:buSzPct val="84375"/>
              <a:buChar char="●"/>
              <a:tabLst>
                <a:tab pos="355600" algn="l"/>
                <a:tab pos="356235" algn="l"/>
              </a:tabLst>
            </a:pPr>
            <a:r>
              <a:rPr sz="3200" dirty="0">
                <a:latin typeface="Times New Roman"/>
                <a:cs typeface="Times New Roman"/>
              </a:rPr>
              <a:t>The depth of AVL Trees is at most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logarithmic.</a:t>
            </a:r>
            <a:endParaRPr sz="3200">
              <a:latin typeface="Times New Roman"/>
              <a:cs typeface="Times New Roman"/>
            </a:endParaRPr>
          </a:p>
          <a:p>
            <a:pPr marL="355600" marR="222885" indent="-343535">
              <a:lnSpc>
                <a:spcPct val="100000"/>
              </a:lnSpc>
              <a:spcBef>
                <a:spcPts val="765"/>
              </a:spcBef>
              <a:buClr>
                <a:srgbClr val="0033CC"/>
              </a:buClr>
              <a:buSzPct val="84375"/>
              <a:buChar char="●"/>
              <a:tabLst>
                <a:tab pos="355600" algn="l"/>
                <a:tab pos="356235" algn="l"/>
              </a:tabLst>
            </a:pPr>
            <a:r>
              <a:rPr sz="3200" dirty="0">
                <a:latin typeface="Times New Roman"/>
                <a:cs typeface="Times New Roman"/>
              </a:rPr>
              <a:t>So, all of the operations on AVL trees are</a:t>
            </a:r>
            <a:r>
              <a:rPr sz="3200" spc="-7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also  logarithmic.</a:t>
            </a:r>
            <a:endParaRPr sz="3200">
              <a:latin typeface="Times New Roman"/>
              <a:cs typeface="Times New Roman"/>
            </a:endParaRPr>
          </a:p>
          <a:p>
            <a:pPr marL="355600" marR="697865" indent="-343535" algn="just">
              <a:lnSpc>
                <a:spcPct val="100000"/>
              </a:lnSpc>
              <a:spcBef>
                <a:spcPts val="770"/>
              </a:spcBef>
              <a:buClr>
                <a:srgbClr val="0033CC"/>
              </a:buClr>
              <a:buSzPct val="84375"/>
              <a:buChar char="●"/>
              <a:tabLst>
                <a:tab pos="356235" algn="l"/>
              </a:tabLst>
            </a:pPr>
            <a:r>
              <a:rPr sz="3200" dirty="0">
                <a:latin typeface="Times New Roman"/>
                <a:cs typeface="Times New Roman"/>
              </a:rPr>
              <a:t>The worst-case height is at most 44 percent  more than the minimum possible for</a:t>
            </a:r>
            <a:r>
              <a:rPr sz="3200" spc="-9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binary  trees.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76</a:t>
            </a:fld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838</TotalTime>
  <Words>2138</Words>
  <Application>Microsoft Office PowerPoint</Application>
  <PresentationFormat>On-screen Show (4:3)</PresentationFormat>
  <Paragraphs>740</Paragraphs>
  <Slides>76</Slides>
  <Notes>0</Notes>
  <HiddenSlides>18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76</vt:i4>
      </vt:variant>
    </vt:vector>
  </HeadingPairs>
  <TitlesOfParts>
    <vt:vector size="77" baseType="lpstr">
      <vt:lpstr>Office Theme</vt:lpstr>
      <vt:lpstr>PowerPoint Presentation</vt:lpstr>
      <vt:lpstr>Balanced binary tree</vt:lpstr>
      <vt:lpstr>Binary Search Tree - Best Time</vt:lpstr>
      <vt:lpstr>Binary Search Tree - Worst Time</vt:lpstr>
      <vt:lpstr>Balanced and unbalanced BST</vt:lpstr>
      <vt:lpstr>Approaches to balancing trees</vt:lpstr>
      <vt:lpstr>Balancing Binary Search Trees</vt:lpstr>
      <vt:lpstr>AVL Tree is…</vt:lpstr>
      <vt:lpstr>Definition of a balanced tree</vt:lpstr>
      <vt:lpstr>An AVL tree has the following  properties:</vt:lpstr>
      <vt:lpstr>AVL tree?</vt:lpstr>
      <vt:lpstr>AVL tree</vt:lpstr>
      <vt:lpstr>AVL Trees</vt:lpstr>
      <vt:lpstr>AVL Trees</vt:lpstr>
      <vt:lpstr>AVL Tree</vt:lpstr>
      <vt:lpstr>Height of an AVL Tree</vt:lpstr>
      <vt:lpstr>AVL - Good but not Perfect  Balance</vt:lpstr>
      <vt:lpstr>Height of an AVL Tree</vt:lpstr>
      <vt:lpstr>Height of an AVL Tree</vt:lpstr>
      <vt:lpstr>Insertion</vt:lpstr>
      <vt:lpstr>Deletion</vt:lpstr>
      <vt:lpstr>Key Points</vt:lpstr>
      <vt:lpstr>Searching AVL Trees</vt:lpstr>
      <vt:lpstr>Inserting in AVL Tree</vt:lpstr>
      <vt:lpstr>Inserting in AVL Tree</vt:lpstr>
      <vt:lpstr>Inserting in AVL Tree</vt:lpstr>
      <vt:lpstr>Re-Balancing a Tree</vt:lpstr>
      <vt:lpstr>PowerPoint Presentation</vt:lpstr>
      <vt:lpstr> L L Rotation –Left of Left</vt:lpstr>
      <vt:lpstr>R R Rotation Right of Right</vt:lpstr>
      <vt:lpstr> L R Rotation  - Left of Right </vt:lpstr>
      <vt:lpstr>R L Rotation  -  Right of Left </vt:lpstr>
      <vt:lpstr>j</vt:lpstr>
      <vt:lpstr>j</vt:lpstr>
      <vt:lpstr>j</vt:lpstr>
      <vt:lpstr>j</vt:lpstr>
      <vt:lpstr>PowerPoint Presentation</vt:lpstr>
      <vt:lpstr>j</vt:lpstr>
      <vt:lpstr>j</vt:lpstr>
      <vt:lpstr>k</vt:lpstr>
      <vt:lpstr>j</vt:lpstr>
      <vt:lpstr>j</vt:lpstr>
      <vt:lpstr>PowerPoint Presentation</vt:lpstr>
      <vt:lpstr>PowerPoint Presentation</vt:lpstr>
      <vt:lpstr>PowerPoint Presentation</vt:lpstr>
      <vt:lpstr>PowerPoint Presentation</vt:lpstr>
      <vt:lpstr>AVL Trees Example</vt:lpstr>
      <vt:lpstr>AVL Trees Example</vt:lpstr>
      <vt:lpstr>AVL Trees Example</vt:lpstr>
      <vt:lpstr>AVL Trees Example</vt:lpstr>
      <vt:lpstr>AVL Trees Example</vt:lpstr>
      <vt:lpstr>AVL Trees Example</vt:lpstr>
      <vt:lpstr>AVL Trees Example</vt:lpstr>
      <vt:lpstr>Example</vt:lpstr>
      <vt:lpstr>Example</vt:lpstr>
      <vt:lpstr>Examples</vt:lpstr>
      <vt:lpstr>PowerPoint Presentation</vt:lpstr>
      <vt:lpstr>PowerPoint Presentation</vt:lpstr>
      <vt:lpstr>PowerPoint Presentation</vt:lpstr>
      <vt:lpstr>PowerPoint Presentation</vt:lpstr>
      <vt:lpstr>AVL Trees: Exercise</vt:lpstr>
      <vt:lpstr>Deletion X in AVL Trees</vt:lpstr>
      <vt:lpstr>Delete 55 (case 1)</vt:lpstr>
      <vt:lpstr>Delete 55 (case 1)</vt:lpstr>
      <vt:lpstr>Delete 50 (case 2)</vt:lpstr>
      <vt:lpstr>Delete 50 (case 2)</vt:lpstr>
      <vt:lpstr>Delete 60 (case 3)</vt:lpstr>
      <vt:lpstr>Delete 60 (case 3)</vt:lpstr>
      <vt:lpstr>Delete 55 (case 3)</vt:lpstr>
      <vt:lpstr>Delete 55 (case 3)</vt:lpstr>
      <vt:lpstr>Delete 50 (case 3)</vt:lpstr>
      <vt:lpstr>Delete 50 (case 3)</vt:lpstr>
      <vt:lpstr>Delete 40 (case 3)</vt:lpstr>
      <vt:lpstr>Delete 40 : Rebalancing</vt:lpstr>
      <vt:lpstr>Delete 40: after rebalancing</vt:lpstr>
      <vt:lpstr>AVL Tree: analysis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 332: Algorithms</dc:title>
  <dc:creator>David Luebke</dc:creator>
  <cp:lastModifiedBy>HP</cp:lastModifiedBy>
  <cp:revision>29</cp:revision>
  <dcterms:created xsi:type="dcterms:W3CDTF">2020-09-07T14:44:23Z</dcterms:created>
  <dcterms:modified xsi:type="dcterms:W3CDTF">2022-09-22T09:17:12Z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2012-05-22T00:00:00Z</vt:filetime>
  </property>
  <property fmtid="{D5CDD505-2E9C-101B-9397-08002B2CF9AE}" pid="3" name="Creator">
    <vt:lpwstr>Microsoft® Office PowerPoint® 2007</vt:lpwstr>
  </property>
  <property fmtid="{D5CDD505-2E9C-101B-9397-08002B2CF9AE}" pid="4" name="LastSaved">
    <vt:filetime>2020-09-07T00:00:00Z</vt:filetime>
  </property>
</Properties>
</file>