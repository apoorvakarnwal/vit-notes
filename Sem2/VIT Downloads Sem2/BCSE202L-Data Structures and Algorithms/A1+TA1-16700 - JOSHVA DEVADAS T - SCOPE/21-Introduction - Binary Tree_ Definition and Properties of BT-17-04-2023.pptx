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57" r:id="rId3"/>
    <p:sldId id="260"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61" r:id="rId19"/>
    <p:sldId id="259" r:id="rId20"/>
    <p:sldId id="276" r:id="rId21"/>
    <p:sldId id="277" r:id="rId22"/>
    <p:sldId id="278" r:id="rId23"/>
    <p:sldId id="279" r:id="rId24"/>
    <p:sldId id="280" r:id="rId25"/>
    <p:sldId id="284" r:id="rId26"/>
    <p:sldId id="281" r:id="rId27"/>
    <p:sldId id="282" r:id="rId28"/>
    <p:sldId id="283"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46" d="100"/>
          <a:sy n="46" d="100"/>
        </p:scale>
        <p:origin x="-1992" y="-49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410933A-E88F-4A3B-A310-53AD7B682FBF}" type="datetimeFigureOut">
              <a:rPr lang="en-IN" smtClean="0"/>
              <a:t>17-04-2023</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3D530A-4C4B-4B73-9EF9-376DC17D346E}" type="slidenum">
              <a:rPr lang="en-IN" smtClean="0"/>
              <a:t>‹#›</a:t>
            </a:fld>
            <a:endParaRPr lang="en-IN"/>
          </a:p>
        </p:txBody>
      </p:sp>
    </p:spTree>
    <p:extLst>
      <p:ext uri="{BB962C8B-B14F-4D97-AF65-F5344CB8AC3E}">
        <p14:creationId xmlns:p14="http://schemas.microsoft.com/office/powerpoint/2010/main" val="36988714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lvl1pPr eaLnBrk="0" hangingPunct="0">
              <a:defRPr sz="2400">
                <a:solidFill>
                  <a:schemeClr val="tx1"/>
                </a:solidFill>
                <a:latin typeface="Times New Roman" charset="0"/>
              </a:defRPr>
            </a:lvl1pPr>
            <a:lvl2pPr marL="730171" indent="-280835" eaLnBrk="0" hangingPunct="0">
              <a:defRPr sz="2400">
                <a:solidFill>
                  <a:schemeClr val="tx1"/>
                </a:solidFill>
                <a:latin typeface="Times New Roman" charset="0"/>
              </a:defRPr>
            </a:lvl2pPr>
            <a:lvl3pPr marL="1123340" indent="-224668" eaLnBrk="0" hangingPunct="0">
              <a:defRPr sz="2400">
                <a:solidFill>
                  <a:schemeClr val="tx1"/>
                </a:solidFill>
                <a:latin typeface="Times New Roman" charset="0"/>
              </a:defRPr>
            </a:lvl3pPr>
            <a:lvl4pPr marL="1572677" indent="-224668" eaLnBrk="0" hangingPunct="0">
              <a:defRPr sz="2400">
                <a:solidFill>
                  <a:schemeClr val="tx1"/>
                </a:solidFill>
                <a:latin typeface="Times New Roman" charset="0"/>
              </a:defRPr>
            </a:lvl4pPr>
            <a:lvl5pPr marL="2022013" indent="-224668" eaLnBrk="0" hangingPunct="0">
              <a:defRPr sz="2400">
                <a:solidFill>
                  <a:schemeClr val="tx1"/>
                </a:solidFill>
                <a:latin typeface="Times New Roman" charset="0"/>
              </a:defRPr>
            </a:lvl5pPr>
            <a:lvl6pPr marL="2471349" indent="-224668" eaLnBrk="0" fontAlgn="base" hangingPunct="0">
              <a:spcBef>
                <a:spcPct val="0"/>
              </a:spcBef>
              <a:spcAft>
                <a:spcPct val="0"/>
              </a:spcAft>
              <a:defRPr sz="2400">
                <a:solidFill>
                  <a:schemeClr val="tx1"/>
                </a:solidFill>
                <a:latin typeface="Times New Roman" charset="0"/>
              </a:defRPr>
            </a:lvl6pPr>
            <a:lvl7pPr marL="2920685" indent="-224668" eaLnBrk="0" fontAlgn="base" hangingPunct="0">
              <a:spcBef>
                <a:spcPct val="0"/>
              </a:spcBef>
              <a:spcAft>
                <a:spcPct val="0"/>
              </a:spcAft>
              <a:defRPr sz="2400">
                <a:solidFill>
                  <a:schemeClr val="tx1"/>
                </a:solidFill>
                <a:latin typeface="Times New Roman" charset="0"/>
              </a:defRPr>
            </a:lvl7pPr>
            <a:lvl8pPr marL="3370021" indent="-224668" eaLnBrk="0" fontAlgn="base" hangingPunct="0">
              <a:spcBef>
                <a:spcPct val="0"/>
              </a:spcBef>
              <a:spcAft>
                <a:spcPct val="0"/>
              </a:spcAft>
              <a:defRPr sz="2400">
                <a:solidFill>
                  <a:schemeClr val="tx1"/>
                </a:solidFill>
                <a:latin typeface="Times New Roman" charset="0"/>
              </a:defRPr>
            </a:lvl8pPr>
            <a:lvl9pPr marL="3819357" indent="-224668" eaLnBrk="0" fontAlgn="base" hangingPunct="0">
              <a:spcBef>
                <a:spcPct val="0"/>
              </a:spcBef>
              <a:spcAft>
                <a:spcPct val="0"/>
              </a:spcAft>
              <a:defRPr sz="2400">
                <a:solidFill>
                  <a:schemeClr val="tx1"/>
                </a:solidFill>
                <a:latin typeface="Times New Roman" charset="0"/>
              </a:defRPr>
            </a:lvl9pPr>
          </a:lstStyle>
          <a:p>
            <a:pPr eaLnBrk="1" hangingPunct="1"/>
            <a:fld id="{14396B36-5B2D-4141-8EB1-2B9E1845ECA3}" type="slidenum">
              <a:rPr lang="en-US" sz="1200">
                <a:latin typeface="Tahoma" pitchFamily="34" charset="0"/>
              </a:rPr>
              <a:pPr eaLnBrk="1" hangingPunct="1"/>
              <a:t>3</a:t>
            </a:fld>
            <a:endParaRPr lang="en-US" sz="1200">
              <a:latin typeface="Tahoma" pitchFamily="34" charset="0"/>
            </a:endParaRPr>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p:spPr>
        <p:txBody>
          <a:bodyPr/>
          <a:lstStyle/>
          <a:p>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lvl1pPr eaLnBrk="0" hangingPunct="0">
              <a:defRPr sz="2400">
                <a:solidFill>
                  <a:schemeClr val="tx1"/>
                </a:solidFill>
                <a:latin typeface="Times New Roman" charset="0"/>
              </a:defRPr>
            </a:lvl1pPr>
            <a:lvl2pPr marL="730171" indent="-280835" eaLnBrk="0" hangingPunct="0">
              <a:defRPr sz="2400">
                <a:solidFill>
                  <a:schemeClr val="tx1"/>
                </a:solidFill>
                <a:latin typeface="Times New Roman" charset="0"/>
              </a:defRPr>
            </a:lvl2pPr>
            <a:lvl3pPr marL="1123340" indent="-224668" eaLnBrk="0" hangingPunct="0">
              <a:defRPr sz="2400">
                <a:solidFill>
                  <a:schemeClr val="tx1"/>
                </a:solidFill>
                <a:latin typeface="Times New Roman" charset="0"/>
              </a:defRPr>
            </a:lvl3pPr>
            <a:lvl4pPr marL="1572677" indent="-224668" eaLnBrk="0" hangingPunct="0">
              <a:defRPr sz="2400">
                <a:solidFill>
                  <a:schemeClr val="tx1"/>
                </a:solidFill>
                <a:latin typeface="Times New Roman" charset="0"/>
              </a:defRPr>
            </a:lvl4pPr>
            <a:lvl5pPr marL="2022013" indent="-224668" eaLnBrk="0" hangingPunct="0">
              <a:defRPr sz="2400">
                <a:solidFill>
                  <a:schemeClr val="tx1"/>
                </a:solidFill>
                <a:latin typeface="Times New Roman" charset="0"/>
              </a:defRPr>
            </a:lvl5pPr>
            <a:lvl6pPr marL="2471349" indent="-224668" eaLnBrk="0" fontAlgn="base" hangingPunct="0">
              <a:spcBef>
                <a:spcPct val="0"/>
              </a:spcBef>
              <a:spcAft>
                <a:spcPct val="0"/>
              </a:spcAft>
              <a:defRPr sz="2400">
                <a:solidFill>
                  <a:schemeClr val="tx1"/>
                </a:solidFill>
                <a:latin typeface="Times New Roman" charset="0"/>
              </a:defRPr>
            </a:lvl6pPr>
            <a:lvl7pPr marL="2920685" indent="-224668" eaLnBrk="0" fontAlgn="base" hangingPunct="0">
              <a:spcBef>
                <a:spcPct val="0"/>
              </a:spcBef>
              <a:spcAft>
                <a:spcPct val="0"/>
              </a:spcAft>
              <a:defRPr sz="2400">
                <a:solidFill>
                  <a:schemeClr val="tx1"/>
                </a:solidFill>
                <a:latin typeface="Times New Roman" charset="0"/>
              </a:defRPr>
            </a:lvl7pPr>
            <a:lvl8pPr marL="3370021" indent="-224668" eaLnBrk="0" fontAlgn="base" hangingPunct="0">
              <a:spcBef>
                <a:spcPct val="0"/>
              </a:spcBef>
              <a:spcAft>
                <a:spcPct val="0"/>
              </a:spcAft>
              <a:defRPr sz="2400">
                <a:solidFill>
                  <a:schemeClr val="tx1"/>
                </a:solidFill>
                <a:latin typeface="Times New Roman" charset="0"/>
              </a:defRPr>
            </a:lvl8pPr>
            <a:lvl9pPr marL="3819357" indent="-224668" eaLnBrk="0" fontAlgn="base" hangingPunct="0">
              <a:spcBef>
                <a:spcPct val="0"/>
              </a:spcBef>
              <a:spcAft>
                <a:spcPct val="0"/>
              </a:spcAft>
              <a:defRPr sz="2400">
                <a:solidFill>
                  <a:schemeClr val="tx1"/>
                </a:solidFill>
                <a:latin typeface="Times New Roman" charset="0"/>
              </a:defRPr>
            </a:lvl9pPr>
          </a:lstStyle>
          <a:p>
            <a:pPr eaLnBrk="1" hangingPunct="1"/>
            <a:fld id="{EFC5E754-20DB-400D-A152-EF9DFBD59E55}" type="slidenum">
              <a:rPr lang="en-US" sz="1200">
                <a:latin typeface="Tahoma" pitchFamily="34" charset="0"/>
              </a:rPr>
              <a:pPr eaLnBrk="1" hangingPunct="1"/>
              <a:t>18</a:t>
            </a:fld>
            <a:endParaRPr lang="en-US" sz="1200">
              <a:latin typeface="Tahoma" pitchFamily="34" charset="0"/>
            </a:endParaRPr>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p:spPr>
        <p:txBody>
          <a:bodyPr/>
          <a:lstStyle/>
          <a:p>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AFC4A02C-69C1-41F1-A4EF-85C3A2C4FDBC}" type="datetimeFigureOut">
              <a:rPr lang="en-IN" smtClean="0"/>
              <a:t>17-04-2023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0EAA19-6447-4EB0-8439-63F3DD3A9699}" type="slidenum">
              <a:rPr lang="en-IN" smtClean="0"/>
              <a:t>‹#›</a:t>
            </a:fld>
            <a:endParaRPr lang="en-IN"/>
          </a:p>
        </p:txBody>
      </p:sp>
    </p:spTree>
    <p:extLst>
      <p:ext uri="{BB962C8B-B14F-4D97-AF65-F5344CB8AC3E}">
        <p14:creationId xmlns:p14="http://schemas.microsoft.com/office/powerpoint/2010/main" val="4083078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FC4A02C-69C1-41F1-A4EF-85C3A2C4FDBC}" type="datetimeFigureOut">
              <a:rPr lang="en-IN" smtClean="0"/>
              <a:t>17-04-2023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0EAA19-6447-4EB0-8439-63F3DD3A9699}" type="slidenum">
              <a:rPr lang="en-IN" smtClean="0"/>
              <a:t>‹#›</a:t>
            </a:fld>
            <a:endParaRPr lang="en-IN"/>
          </a:p>
        </p:txBody>
      </p:sp>
    </p:spTree>
    <p:extLst>
      <p:ext uri="{BB962C8B-B14F-4D97-AF65-F5344CB8AC3E}">
        <p14:creationId xmlns:p14="http://schemas.microsoft.com/office/powerpoint/2010/main" val="2862638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FC4A02C-69C1-41F1-A4EF-85C3A2C4FDBC}" type="datetimeFigureOut">
              <a:rPr lang="en-IN" smtClean="0"/>
              <a:t>17-04-2023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0EAA19-6447-4EB0-8439-63F3DD3A9699}" type="slidenum">
              <a:rPr lang="en-IN" smtClean="0"/>
              <a:t>‹#›</a:t>
            </a:fld>
            <a:endParaRPr lang="en-IN"/>
          </a:p>
        </p:txBody>
      </p:sp>
    </p:spTree>
    <p:extLst>
      <p:ext uri="{BB962C8B-B14F-4D97-AF65-F5344CB8AC3E}">
        <p14:creationId xmlns:p14="http://schemas.microsoft.com/office/powerpoint/2010/main" val="19331146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AFC4A02C-69C1-41F1-A4EF-85C3A2C4FDBC}" type="datetimeFigureOut">
              <a:rPr lang="en-IN" smtClean="0"/>
              <a:t>17-04-2023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40EAA19-6447-4EB0-8439-63F3DD3A9699}" type="slidenum">
              <a:rPr lang="en-IN" smtClean="0"/>
              <a:t>‹#›</a:t>
            </a:fld>
            <a:endParaRPr lang="en-IN"/>
          </a:p>
        </p:txBody>
      </p:sp>
    </p:spTree>
    <p:extLst>
      <p:ext uri="{BB962C8B-B14F-4D97-AF65-F5344CB8AC3E}">
        <p14:creationId xmlns:p14="http://schemas.microsoft.com/office/powerpoint/2010/main" val="8339717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AFC4A02C-69C1-41F1-A4EF-85C3A2C4FDBC}" type="datetimeFigureOut">
              <a:rPr lang="en-IN" smtClean="0"/>
              <a:t>17-04-2023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40EAA19-6447-4EB0-8439-63F3DD3A9699}" type="slidenum">
              <a:rPr lang="en-IN" smtClean="0"/>
              <a:t>‹#›</a:t>
            </a:fld>
            <a:endParaRPr lang="en-IN"/>
          </a:p>
        </p:txBody>
      </p:sp>
    </p:spTree>
    <p:extLst>
      <p:ext uri="{BB962C8B-B14F-4D97-AF65-F5344CB8AC3E}">
        <p14:creationId xmlns:p14="http://schemas.microsoft.com/office/powerpoint/2010/main" val="3541022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AFC4A02C-69C1-41F1-A4EF-85C3A2C4FDBC}" type="datetimeFigureOut">
              <a:rPr lang="en-IN" smtClean="0"/>
              <a:t>17-04-2023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40EAA19-6447-4EB0-8439-63F3DD3A9699}" type="slidenum">
              <a:rPr lang="en-IN" smtClean="0"/>
              <a:t>‹#›</a:t>
            </a:fld>
            <a:endParaRPr lang="en-IN"/>
          </a:p>
        </p:txBody>
      </p:sp>
    </p:spTree>
    <p:extLst>
      <p:ext uri="{BB962C8B-B14F-4D97-AF65-F5344CB8AC3E}">
        <p14:creationId xmlns:p14="http://schemas.microsoft.com/office/powerpoint/2010/main" val="23190963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C4A02C-69C1-41F1-A4EF-85C3A2C4FDBC}" type="datetimeFigureOut">
              <a:rPr lang="en-IN" smtClean="0"/>
              <a:t>17-04-2023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40EAA19-6447-4EB0-8439-63F3DD3A9699}" type="slidenum">
              <a:rPr lang="en-IN" smtClean="0"/>
              <a:t>‹#›</a:t>
            </a:fld>
            <a:endParaRPr lang="en-IN"/>
          </a:p>
        </p:txBody>
      </p:sp>
    </p:spTree>
    <p:extLst>
      <p:ext uri="{BB962C8B-B14F-4D97-AF65-F5344CB8AC3E}">
        <p14:creationId xmlns:p14="http://schemas.microsoft.com/office/powerpoint/2010/main" val="30888740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FC4A02C-69C1-41F1-A4EF-85C3A2C4FDBC}" type="datetimeFigureOut">
              <a:rPr lang="en-IN" smtClean="0"/>
              <a:t>17-04-2023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40EAA19-6447-4EB0-8439-63F3DD3A9699}" type="slidenum">
              <a:rPr lang="en-IN" smtClean="0"/>
              <a:t>‹#›</a:t>
            </a:fld>
            <a:endParaRPr lang="en-IN"/>
          </a:p>
        </p:txBody>
      </p:sp>
    </p:spTree>
    <p:extLst>
      <p:ext uri="{BB962C8B-B14F-4D97-AF65-F5344CB8AC3E}">
        <p14:creationId xmlns:p14="http://schemas.microsoft.com/office/powerpoint/2010/main" val="3141469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FC4A02C-69C1-41F1-A4EF-85C3A2C4FDBC}" type="datetimeFigureOut">
              <a:rPr lang="en-IN" smtClean="0"/>
              <a:t>17-04-2023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40EAA19-6447-4EB0-8439-63F3DD3A9699}" type="slidenum">
              <a:rPr lang="en-IN" smtClean="0"/>
              <a:t>‹#›</a:t>
            </a:fld>
            <a:endParaRPr lang="en-IN"/>
          </a:p>
        </p:txBody>
      </p:sp>
    </p:spTree>
    <p:extLst>
      <p:ext uri="{BB962C8B-B14F-4D97-AF65-F5344CB8AC3E}">
        <p14:creationId xmlns:p14="http://schemas.microsoft.com/office/powerpoint/2010/main" val="11337597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FC4A02C-69C1-41F1-A4EF-85C3A2C4FDBC}" type="datetimeFigureOut">
              <a:rPr lang="en-IN" smtClean="0"/>
              <a:t>17-04-2023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0EAA19-6447-4EB0-8439-63F3DD3A9699}" type="slidenum">
              <a:rPr lang="en-IN" smtClean="0"/>
              <a:t>‹#›</a:t>
            </a:fld>
            <a:endParaRPr lang="en-IN"/>
          </a:p>
        </p:txBody>
      </p:sp>
    </p:spTree>
    <p:extLst>
      <p:ext uri="{BB962C8B-B14F-4D97-AF65-F5344CB8AC3E}">
        <p14:creationId xmlns:p14="http://schemas.microsoft.com/office/powerpoint/2010/main" val="33388194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FC4A02C-69C1-41F1-A4EF-85C3A2C4FDBC}" type="datetimeFigureOut">
              <a:rPr lang="en-IN" smtClean="0"/>
              <a:t>17-04-2023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0EAA19-6447-4EB0-8439-63F3DD3A9699}" type="slidenum">
              <a:rPr lang="en-IN" smtClean="0"/>
              <a:t>‹#›</a:t>
            </a:fld>
            <a:endParaRPr lang="en-IN"/>
          </a:p>
        </p:txBody>
      </p:sp>
    </p:spTree>
    <p:extLst>
      <p:ext uri="{BB962C8B-B14F-4D97-AF65-F5344CB8AC3E}">
        <p14:creationId xmlns:p14="http://schemas.microsoft.com/office/powerpoint/2010/main" val="16274228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C4A02C-69C1-41F1-A4EF-85C3A2C4FDBC}" type="datetimeFigureOut">
              <a:rPr lang="en-IN" smtClean="0"/>
              <a:t>17-04-2023</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0EAA19-6447-4EB0-8439-63F3DD3A9699}" type="slidenum">
              <a:rPr lang="en-IN" smtClean="0"/>
              <a:t>‹#›</a:t>
            </a:fld>
            <a:endParaRPr lang="en-IN"/>
          </a:p>
        </p:txBody>
      </p:sp>
    </p:spTree>
    <p:extLst>
      <p:ext uri="{BB962C8B-B14F-4D97-AF65-F5344CB8AC3E}">
        <p14:creationId xmlns:p14="http://schemas.microsoft.com/office/powerpoint/2010/main" val="19120573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smtClean="0"/>
              <a:t>TREES</a:t>
            </a:r>
            <a:endParaRPr lang="en-IN"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290417827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404664"/>
            <a:ext cx="8229600" cy="4525963"/>
          </a:xfrm>
        </p:spPr>
        <p:txBody>
          <a:bodyPr/>
          <a:lstStyle/>
          <a:p>
            <a:r>
              <a:rPr lang="en-US" altLang="zh-TW" dirty="0" smtClean="0"/>
              <a:t>A </a:t>
            </a:r>
            <a:r>
              <a:rPr lang="en-US" altLang="zh-TW" b="1" i="1" dirty="0" smtClean="0">
                <a:effectLst/>
              </a:rPr>
              <a:t>tree</a:t>
            </a:r>
            <a:r>
              <a:rPr lang="en-US" altLang="zh-TW" dirty="0" smtClean="0"/>
              <a:t> structure means that the data are organized so that items of information are related by branches</a:t>
            </a:r>
          </a:p>
          <a:p>
            <a:endParaRPr lang="en-IN" dirty="0"/>
          </a:p>
        </p:txBody>
      </p:sp>
      <p:pic>
        <p:nvPicPr>
          <p:cNvPr id="1026" name="Picture 2" descr="Binary Tre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5558" y="1916832"/>
            <a:ext cx="8008890" cy="46852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254378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AutoShape 2"/>
          <p:cNvSpPr>
            <a:spLocks noChangeArrowheads="1"/>
          </p:cNvSpPr>
          <p:nvPr/>
        </p:nvSpPr>
        <p:spPr bwMode="auto">
          <a:xfrm>
            <a:off x="6772275" y="3270250"/>
            <a:ext cx="1981200" cy="1828800"/>
          </a:xfrm>
          <a:prstGeom prst="triangle">
            <a:avLst>
              <a:gd name="adj" fmla="val 50000"/>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2651760" bIns="0" anchor="b" anchorCtr="1"/>
          <a:lstStyle/>
          <a:p>
            <a:pPr algn="ctr"/>
            <a:r>
              <a:rPr lang="en-US">
                <a:latin typeface="Tahoma" pitchFamily="34" charset="0"/>
              </a:rPr>
              <a:t>subtree</a:t>
            </a:r>
          </a:p>
        </p:txBody>
      </p:sp>
      <p:sp>
        <p:nvSpPr>
          <p:cNvPr id="7171" name="Rectangle 3"/>
          <p:cNvSpPr>
            <a:spLocks noGrp="1" noChangeArrowheads="1"/>
          </p:cNvSpPr>
          <p:nvPr>
            <p:ph type="title"/>
          </p:nvPr>
        </p:nvSpPr>
        <p:spPr/>
        <p:txBody>
          <a:bodyPr/>
          <a:lstStyle/>
          <a:p>
            <a:pPr eaLnBrk="1" hangingPunct="1"/>
            <a:r>
              <a:rPr lang="en-US" smtClean="0"/>
              <a:t>Tree Terminology</a:t>
            </a:r>
          </a:p>
        </p:txBody>
      </p:sp>
      <p:sp>
        <p:nvSpPr>
          <p:cNvPr id="7172" name="Rectangle 4"/>
          <p:cNvSpPr>
            <a:spLocks noGrp="1" noChangeArrowheads="1"/>
          </p:cNvSpPr>
          <p:nvPr>
            <p:ph type="body" idx="1"/>
          </p:nvPr>
        </p:nvSpPr>
        <p:spPr>
          <a:xfrm>
            <a:off x="609600" y="1676400"/>
            <a:ext cx="4191000" cy="4724400"/>
          </a:xfrm>
        </p:spPr>
        <p:txBody>
          <a:bodyPr/>
          <a:lstStyle/>
          <a:p>
            <a:pPr eaLnBrk="1" hangingPunct="1">
              <a:lnSpc>
                <a:spcPct val="80000"/>
              </a:lnSpc>
            </a:pPr>
            <a:r>
              <a:rPr lang="en-US" sz="1600" b="1" smtClean="0"/>
              <a:t>Root</a:t>
            </a:r>
            <a:r>
              <a:rPr lang="en-US" sz="1600" smtClean="0"/>
              <a:t>: node without parent (A)</a:t>
            </a:r>
          </a:p>
          <a:p>
            <a:pPr eaLnBrk="1" hangingPunct="1">
              <a:lnSpc>
                <a:spcPct val="80000"/>
              </a:lnSpc>
            </a:pPr>
            <a:r>
              <a:rPr lang="en-US" sz="1600" b="1" smtClean="0"/>
              <a:t>Siblings</a:t>
            </a:r>
            <a:r>
              <a:rPr lang="en-US" sz="1600" smtClean="0"/>
              <a:t>: nodes share the same parent</a:t>
            </a:r>
          </a:p>
          <a:p>
            <a:pPr eaLnBrk="1" hangingPunct="1">
              <a:lnSpc>
                <a:spcPct val="80000"/>
              </a:lnSpc>
            </a:pPr>
            <a:r>
              <a:rPr lang="en-US" sz="1600" b="1" smtClean="0"/>
              <a:t>Internal node</a:t>
            </a:r>
            <a:r>
              <a:rPr lang="en-US" sz="1600" smtClean="0"/>
              <a:t>: node with at least one child (A, B, C, F)</a:t>
            </a:r>
          </a:p>
          <a:p>
            <a:pPr eaLnBrk="1" hangingPunct="1">
              <a:lnSpc>
                <a:spcPct val="80000"/>
              </a:lnSpc>
            </a:pPr>
            <a:r>
              <a:rPr lang="en-US" sz="1600" b="1" smtClean="0"/>
              <a:t>External node</a:t>
            </a:r>
            <a:r>
              <a:rPr lang="en-US" sz="1600" smtClean="0"/>
              <a:t> (leaf ): node without children (E, I, J, K, G, H, D)</a:t>
            </a:r>
          </a:p>
          <a:p>
            <a:pPr eaLnBrk="1" hangingPunct="1">
              <a:lnSpc>
                <a:spcPct val="80000"/>
              </a:lnSpc>
            </a:pPr>
            <a:r>
              <a:rPr lang="en-US" sz="1600" b="1" smtClean="0"/>
              <a:t>Ancestors</a:t>
            </a:r>
            <a:r>
              <a:rPr lang="en-US" sz="1600" smtClean="0"/>
              <a:t> of a node: parent, grandparent, grand-grandparent, etc.</a:t>
            </a:r>
          </a:p>
          <a:p>
            <a:pPr eaLnBrk="1" hangingPunct="1">
              <a:lnSpc>
                <a:spcPct val="80000"/>
              </a:lnSpc>
            </a:pPr>
            <a:r>
              <a:rPr lang="en-US" sz="1600" b="1" smtClean="0"/>
              <a:t>Descendant</a:t>
            </a:r>
            <a:r>
              <a:rPr lang="en-US" sz="1600" smtClean="0"/>
              <a:t> of a node: child, grandchild, grand-grandchild, etc.</a:t>
            </a:r>
          </a:p>
          <a:p>
            <a:pPr eaLnBrk="1" hangingPunct="1">
              <a:lnSpc>
                <a:spcPct val="80000"/>
              </a:lnSpc>
            </a:pPr>
            <a:r>
              <a:rPr lang="en-US" sz="1600" b="1" smtClean="0"/>
              <a:t>Depth</a:t>
            </a:r>
            <a:r>
              <a:rPr lang="en-US" sz="1600" smtClean="0"/>
              <a:t> of a node: number of ancestors</a:t>
            </a:r>
          </a:p>
          <a:p>
            <a:pPr eaLnBrk="1" hangingPunct="1">
              <a:lnSpc>
                <a:spcPct val="80000"/>
              </a:lnSpc>
            </a:pPr>
            <a:r>
              <a:rPr lang="en-US" sz="1600" b="1" smtClean="0"/>
              <a:t>Height</a:t>
            </a:r>
            <a:r>
              <a:rPr lang="en-US" sz="1600" smtClean="0"/>
              <a:t> of a tree: maximum depth of any node (3)</a:t>
            </a:r>
          </a:p>
          <a:p>
            <a:pPr eaLnBrk="1" hangingPunct="1">
              <a:lnSpc>
                <a:spcPct val="80000"/>
              </a:lnSpc>
            </a:pPr>
            <a:r>
              <a:rPr lang="en-US" sz="1600" b="1" smtClean="0"/>
              <a:t>Degree</a:t>
            </a:r>
            <a:r>
              <a:rPr lang="en-US" sz="1600" smtClean="0"/>
              <a:t> of a node: the number of its children</a:t>
            </a:r>
          </a:p>
          <a:p>
            <a:pPr eaLnBrk="1" hangingPunct="1">
              <a:lnSpc>
                <a:spcPct val="80000"/>
              </a:lnSpc>
            </a:pPr>
            <a:r>
              <a:rPr lang="en-US" sz="1600" b="1" smtClean="0"/>
              <a:t>Degree</a:t>
            </a:r>
            <a:r>
              <a:rPr lang="en-US" sz="1600" smtClean="0"/>
              <a:t> of a tree: the maximum number of its node.</a:t>
            </a:r>
          </a:p>
          <a:p>
            <a:pPr eaLnBrk="1" hangingPunct="1">
              <a:lnSpc>
                <a:spcPct val="80000"/>
              </a:lnSpc>
            </a:pPr>
            <a:endParaRPr lang="en-US" sz="1600" smtClean="0"/>
          </a:p>
        </p:txBody>
      </p:sp>
      <p:grpSp>
        <p:nvGrpSpPr>
          <p:cNvPr id="7173" name="Group 5"/>
          <p:cNvGrpSpPr>
            <a:grpSpLocks/>
          </p:cNvGrpSpPr>
          <p:nvPr/>
        </p:nvGrpSpPr>
        <p:grpSpPr bwMode="auto">
          <a:xfrm>
            <a:off x="5029200" y="2751138"/>
            <a:ext cx="3708400" cy="3116262"/>
            <a:chOff x="3135" y="1253"/>
            <a:chExt cx="2336" cy="1963"/>
          </a:xfrm>
        </p:grpSpPr>
        <p:sp>
          <p:nvSpPr>
            <p:cNvPr id="7175" name="AutoShape 6"/>
            <p:cNvSpPr>
              <a:spLocks noChangeAspect="1" noChangeArrowheads="1"/>
            </p:cNvSpPr>
            <p:nvPr/>
          </p:nvSpPr>
          <p:spPr bwMode="auto">
            <a:xfrm>
              <a:off x="4217" y="1253"/>
              <a:ext cx="213" cy="232"/>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sz="1600">
                  <a:latin typeface="Tahoma" pitchFamily="34" charset="0"/>
                </a:rPr>
                <a:t>A</a:t>
              </a:r>
            </a:p>
          </p:txBody>
        </p:sp>
        <p:sp>
          <p:nvSpPr>
            <p:cNvPr id="7176" name="AutoShape 7"/>
            <p:cNvSpPr>
              <a:spLocks noChangeAspect="1" noChangeArrowheads="1"/>
            </p:cNvSpPr>
            <p:nvPr/>
          </p:nvSpPr>
          <p:spPr bwMode="auto">
            <a:xfrm>
              <a:off x="3385" y="1829"/>
              <a:ext cx="211" cy="232"/>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sz="1600">
                  <a:latin typeface="Tahoma" pitchFamily="34" charset="0"/>
                </a:rPr>
                <a:t>B</a:t>
              </a:r>
            </a:p>
          </p:txBody>
        </p:sp>
        <p:sp>
          <p:nvSpPr>
            <p:cNvPr id="7177" name="AutoShape 8"/>
            <p:cNvSpPr>
              <a:spLocks noChangeAspect="1" noChangeArrowheads="1"/>
            </p:cNvSpPr>
            <p:nvPr/>
          </p:nvSpPr>
          <p:spPr bwMode="auto">
            <a:xfrm>
              <a:off x="5247" y="1828"/>
              <a:ext cx="224" cy="233"/>
            </a:xfrm>
            <a:prstGeom prst="roundRect">
              <a:avLst>
                <a:gd name="adj" fmla="val 16667"/>
              </a:avLst>
            </a:prstGeom>
            <a:solidFill>
              <a:srgbClr val="99CC00"/>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sz="1600">
                  <a:latin typeface="Tahoma" pitchFamily="34" charset="0"/>
                </a:rPr>
                <a:t>D</a:t>
              </a:r>
            </a:p>
          </p:txBody>
        </p:sp>
        <p:sp>
          <p:nvSpPr>
            <p:cNvPr id="7178" name="AutoShape 9"/>
            <p:cNvSpPr>
              <a:spLocks noChangeAspect="1" noChangeArrowheads="1"/>
            </p:cNvSpPr>
            <p:nvPr/>
          </p:nvSpPr>
          <p:spPr bwMode="auto">
            <a:xfrm>
              <a:off x="4755" y="1829"/>
              <a:ext cx="213" cy="232"/>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sz="1600">
                  <a:latin typeface="Tahoma" pitchFamily="34" charset="0"/>
                </a:rPr>
                <a:t>C</a:t>
              </a:r>
            </a:p>
          </p:txBody>
        </p:sp>
        <p:sp>
          <p:nvSpPr>
            <p:cNvPr id="7179" name="AutoShape 10"/>
            <p:cNvSpPr>
              <a:spLocks noChangeAspect="1" noChangeArrowheads="1"/>
            </p:cNvSpPr>
            <p:nvPr/>
          </p:nvSpPr>
          <p:spPr bwMode="auto">
            <a:xfrm>
              <a:off x="4494" y="2404"/>
              <a:ext cx="222" cy="233"/>
            </a:xfrm>
            <a:prstGeom prst="roundRect">
              <a:avLst>
                <a:gd name="adj" fmla="val 16667"/>
              </a:avLst>
            </a:prstGeom>
            <a:solidFill>
              <a:srgbClr val="99CC00"/>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sz="1600">
                  <a:latin typeface="Tahoma" pitchFamily="34" charset="0"/>
                </a:rPr>
                <a:t>G</a:t>
              </a:r>
            </a:p>
          </p:txBody>
        </p:sp>
        <p:sp>
          <p:nvSpPr>
            <p:cNvPr id="7180" name="AutoShape 11"/>
            <p:cNvSpPr>
              <a:spLocks noChangeAspect="1" noChangeArrowheads="1"/>
            </p:cNvSpPr>
            <p:nvPr/>
          </p:nvSpPr>
          <p:spPr bwMode="auto">
            <a:xfrm>
              <a:off x="5007" y="2404"/>
              <a:ext cx="223" cy="233"/>
            </a:xfrm>
            <a:prstGeom prst="roundRect">
              <a:avLst>
                <a:gd name="adj" fmla="val 16667"/>
              </a:avLst>
            </a:prstGeom>
            <a:solidFill>
              <a:srgbClr val="99CC00"/>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sz="1600">
                  <a:latin typeface="Tahoma" pitchFamily="34" charset="0"/>
                </a:rPr>
                <a:t>H</a:t>
              </a:r>
            </a:p>
          </p:txBody>
        </p:sp>
        <p:sp>
          <p:nvSpPr>
            <p:cNvPr id="7181" name="AutoShape 12"/>
            <p:cNvSpPr>
              <a:spLocks noChangeAspect="1" noChangeArrowheads="1"/>
            </p:cNvSpPr>
            <p:nvPr/>
          </p:nvSpPr>
          <p:spPr bwMode="auto">
            <a:xfrm>
              <a:off x="3135" y="2404"/>
              <a:ext cx="208" cy="232"/>
            </a:xfrm>
            <a:prstGeom prst="roundRect">
              <a:avLst>
                <a:gd name="adj" fmla="val 16667"/>
              </a:avLst>
            </a:prstGeom>
            <a:solidFill>
              <a:srgbClr val="99CC00"/>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sz="1600">
                  <a:latin typeface="Tahoma" pitchFamily="34" charset="0"/>
                </a:rPr>
                <a:t>E</a:t>
              </a:r>
            </a:p>
          </p:txBody>
        </p:sp>
        <p:sp>
          <p:nvSpPr>
            <p:cNvPr id="7182" name="AutoShape 13"/>
            <p:cNvSpPr>
              <a:spLocks noChangeAspect="1" noChangeArrowheads="1"/>
            </p:cNvSpPr>
            <p:nvPr/>
          </p:nvSpPr>
          <p:spPr bwMode="auto">
            <a:xfrm>
              <a:off x="3639" y="2405"/>
              <a:ext cx="202" cy="231"/>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sz="1600">
                  <a:latin typeface="Tahoma" pitchFamily="34" charset="0"/>
                </a:rPr>
                <a:t>F</a:t>
              </a:r>
            </a:p>
          </p:txBody>
        </p:sp>
        <p:cxnSp>
          <p:nvCxnSpPr>
            <p:cNvPr id="7183" name="AutoShape 14"/>
            <p:cNvCxnSpPr>
              <a:cxnSpLocks noChangeShapeType="1"/>
              <a:stCxn id="7175" idx="2"/>
              <a:endCxn id="7176" idx="0"/>
            </p:cNvCxnSpPr>
            <p:nvPr/>
          </p:nvCxnSpPr>
          <p:spPr bwMode="auto">
            <a:xfrm flipH="1">
              <a:off x="3491" y="1494"/>
              <a:ext cx="833" cy="326"/>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84" name="AutoShape 15"/>
            <p:cNvCxnSpPr>
              <a:cxnSpLocks noChangeShapeType="1"/>
              <a:stCxn id="7175" idx="2"/>
              <a:endCxn id="7178" idx="0"/>
            </p:cNvCxnSpPr>
            <p:nvPr/>
          </p:nvCxnSpPr>
          <p:spPr bwMode="auto">
            <a:xfrm>
              <a:off x="4324" y="1494"/>
              <a:ext cx="538" cy="325"/>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85" name="AutoShape 16"/>
            <p:cNvCxnSpPr>
              <a:cxnSpLocks noChangeShapeType="1"/>
              <a:stCxn id="7175" idx="2"/>
              <a:endCxn id="7177" idx="0"/>
            </p:cNvCxnSpPr>
            <p:nvPr/>
          </p:nvCxnSpPr>
          <p:spPr bwMode="auto">
            <a:xfrm>
              <a:off x="4324" y="1494"/>
              <a:ext cx="1036" cy="325"/>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86" name="AutoShape 17"/>
            <p:cNvCxnSpPr>
              <a:cxnSpLocks noChangeShapeType="1"/>
              <a:stCxn id="7178" idx="2"/>
              <a:endCxn id="7180" idx="0"/>
            </p:cNvCxnSpPr>
            <p:nvPr/>
          </p:nvCxnSpPr>
          <p:spPr bwMode="auto">
            <a:xfrm>
              <a:off x="4862" y="2071"/>
              <a:ext cx="257" cy="324"/>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87" name="AutoShape 18"/>
            <p:cNvCxnSpPr>
              <a:cxnSpLocks noChangeShapeType="1"/>
              <a:stCxn id="7178" idx="2"/>
              <a:endCxn id="7179" idx="0"/>
            </p:cNvCxnSpPr>
            <p:nvPr/>
          </p:nvCxnSpPr>
          <p:spPr bwMode="auto">
            <a:xfrm flipH="1">
              <a:off x="4606" y="2071"/>
              <a:ext cx="256" cy="324"/>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88" name="AutoShape 19"/>
            <p:cNvCxnSpPr>
              <a:cxnSpLocks noChangeShapeType="1"/>
              <a:stCxn id="7176" idx="2"/>
              <a:endCxn id="7182" idx="0"/>
            </p:cNvCxnSpPr>
            <p:nvPr/>
          </p:nvCxnSpPr>
          <p:spPr bwMode="auto">
            <a:xfrm>
              <a:off x="3491" y="2070"/>
              <a:ext cx="250" cy="326"/>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89" name="AutoShape 20"/>
            <p:cNvCxnSpPr>
              <a:cxnSpLocks noChangeShapeType="1"/>
              <a:stCxn id="7176" idx="2"/>
              <a:endCxn id="7181" idx="0"/>
            </p:cNvCxnSpPr>
            <p:nvPr/>
          </p:nvCxnSpPr>
          <p:spPr bwMode="auto">
            <a:xfrm flipH="1">
              <a:off x="3239" y="2070"/>
              <a:ext cx="252" cy="323"/>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90" name="AutoShape 21"/>
            <p:cNvSpPr>
              <a:spLocks noChangeAspect="1" noChangeArrowheads="1"/>
            </p:cNvSpPr>
            <p:nvPr/>
          </p:nvSpPr>
          <p:spPr bwMode="auto">
            <a:xfrm>
              <a:off x="3289" y="2985"/>
              <a:ext cx="181" cy="229"/>
            </a:xfrm>
            <a:prstGeom prst="roundRect">
              <a:avLst>
                <a:gd name="adj" fmla="val 16667"/>
              </a:avLst>
            </a:prstGeom>
            <a:solidFill>
              <a:srgbClr val="99CC00"/>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sz="1600">
                  <a:latin typeface="Tahoma" pitchFamily="34" charset="0"/>
                </a:rPr>
                <a:t>I</a:t>
              </a:r>
            </a:p>
          </p:txBody>
        </p:sp>
        <p:sp>
          <p:nvSpPr>
            <p:cNvPr id="7191" name="AutoShape 22"/>
            <p:cNvSpPr>
              <a:spLocks noChangeAspect="1" noChangeArrowheads="1"/>
            </p:cNvSpPr>
            <p:nvPr/>
          </p:nvSpPr>
          <p:spPr bwMode="auto">
            <a:xfrm>
              <a:off x="3655" y="2985"/>
              <a:ext cx="187" cy="230"/>
            </a:xfrm>
            <a:prstGeom prst="roundRect">
              <a:avLst>
                <a:gd name="adj" fmla="val 16667"/>
              </a:avLst>
            </a:prstGeom>
            <a:solidFill>
              <a:srgbClr val="99CC00"/>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sz="1600">
                  <a:latin typeface="Tahoma" pitchFamily="34" charset="0"/>
                </a:rPr>
                <a:t>J</a:t>
              </a:r>
            </a:p>
          </p:txBody>
        </p:sp>
        <p:cxnSp>
          <p:nvCxnSpPr>
            <p:cNvPr id="7192" name="AutoShape 23"/>
            <p:cNvCxnSpPr>
              <a:cxnSpLocks noChangeShapeType="1"/>
              <a:stCxn id="7182" idx="2"/>
              <a:endCxn id="7191" idx="0"/>
            </p:cNvCxnSpPr>
            <p:nvPr/>
          </p:nvCxnSpPr>
          <p:spPr bwMode="auto">
            <a:xfrm>
              <a:off x="3741" y="2646"/>
              <a:ext cx="8" cy="329"/>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93" name="AutoShape 24"/>
            <p:cNvCxnSpPr>
              <a:cxnSpLocks noChangeShapeType="1"/>
              <a:stCxn id="7182" idx="2"/>
              <a:endCxn id="7190" idx="0"/>
            </p:cNvCxnSpPr>
            <p:nvPr/>
          </p:nvCxnSpPr>
          <p:spPr bwMode="auto">
            <a:xfrm flipH="1">
              <a:off x="3380" y="2646"/>
              <a:ext cx="361" cy="329"/>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94" name="AutoShape 25"/>
            <p:cNvSpPr>
              <a:spLocks noChangeAspect="1" noChangeArrowheads="1"/>
            </p:cNvSpPr>
            <p:nvPr/>
          </p:nvSpPr>
          <p:spPr bwMode="auto">
            <a:xfrm>
              <a:off x="4027" y="2984"/>
              <a:ext cx="211" cy="232"/>
            </a:xfrm>
            <a:prstGeom prst="roundRect">
              <a:avLst>
                <a:gd name="adj" fmla="val 16667"/>
              </a:avLst>
            </a:prstGeom>
            <a:solidFill>
              <a:srgbClr val="99CC00"/>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sz="1600">
                  <a:latin typeface="Tahoma" pitchFamily="34" charset="0"/>
                </a:rPr>
                <a:t>K</a:t>
              </a:r>
            </a:p>
          </p:txBody>
        </p:sp>
        <p:cxnSp>
          <p:nvCxnSpPr>
            <p:cNvPr id="7195" name="AutoShape 26"/>
            <p:cNvCxnSpPr>
              <a:cxnSpLocks noChangeShapeType="1"/>
              <a:stCxn id="7182" idx="2"/>
              <a:endCxn id="7194" idx="0"/>
            </p:cNvCxnSpPr>
            <p:nvPr/>
          </p:nvCxnSpPr>
          <p:spPr bwMode="auto">
            <a:xfrm>
              <a:off x="3741" y="2646"/>
              <a:ext cx="392" cy="328"/>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7174" name="Rectangle 27" descr="Rectangle: Click to edit Master text styles&#10;Second level&#10;Third level&#10;Fourth level&#10;Fifth level"/>
          <p:cNvSpPr>
            <a:spLocks noChangeArrowheads="1"/>
          </p:cNvSpPr>
          <p:nvPr/>
        </p:nvSpPr>
        <p:spPr bwMode="auto">
          <a:xfrm>
            <a:off x="5181600" y="1600200"/>
            <a:ext cx="35052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nSpc>
                <a:spcPct val="90000"/>
              </a:lnSpc>
              <a:spcBef>
                <a:spcPct val="20000"/>
              </a:spcBef>
              <a:buFontTx/>
              <a:buBlip>
                <a:blip r:embed="rId3"/>
              </a:buBlip>
            </a:pPr>
            <a:r>
              <a:rPr lang="en-US" sz="1600" b="1">
                <a:latin typeface="Georgia" pitchFamily="18" charset="0"/>
              </a:rPr>
              <a:t>Subtree</a:t>
            </a:r>
            <a:r>
              <a:rPr lang="en-US" sz="1600">
                <a:latin typeface="Georgia" pitchFamily="18" charset="0"/>
              </a:rPr>
              <a:t>: tree consisting of a node and its descendants</a:t>
            </a:r>
          </a:p>
        </p:txBody>
      </p:sp>
    </p:spTree>
    <p:extLst>
      <p:ext uri="{BB962C8B-B14F-4D97-AF65-F5344CB8AC3E}">
        <p14:creationId xmlns:p14="http://schemas.microsoft.com/office/powerpoint/2010/main" val="19686725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06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069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44624"/>
            <a:ext cx="8229600" cy="4525963"/>
          </a:xfrm>
        </p:spPr>
        <p:txBody>
          <a:bodyPr>
            <a:noAutofit/>
          </a:bodyPr>
          <a:lstStyle/>
          <a:p>
            <a:r>
              <a:rPr lang="en-IN" sz="2400" dirty="0"/>
              <a:t>T</a:t>
            </a:r>
            <a:r>
              <a:rPr lang="en-IN" sz="2400" dirty="0" smtClean="0"/>
              <a:t>ree is a non-linear data structure which organizes data in hierarchical structure and this is a recursive definition.</a:t>
            </a:r>
          </a:p>
          <a:p>
            <a:r>
              <a:rPr lang="en-IN" sz="2400" dirty="0" smtClean="0"/>
              <a:t>Tree data structure is a collection of data (Node) which is organized in hierarchical structure and this is a recursive definition</a:t>
            </a:r>
          </a:p>
          <a:p>
            <a:r>
              <a:rPr lang="en-IN" sz="2400" dirty="0" smtClean="0"/>
              <a:t>In tree data structure, every individual element is called as </a:t>
            </a:r>
            <a:r>
              <a:rPr lang="en-IN" sz="2400" b="1" dirty="0" smtClean="0"/>
              <a:t>Node</a:t>
            </a:r>
            <a:r>
              <a:rPr lang="en-IN" sz="2400" dirty="0" smtClean="0"/>
              <a:t>. Node in a tree data structure, stores the actual data of that particular element and link to next element in hierarchical structure.</a:t>
            </a:r>
            <a:br>
              <a:rPr lang="en-IN" sz="2400" dirty="0" smtClean="0"/>
            </a:br>
            <a:r>
              <a:rPr lang="en-IN" sz="2400" dirty="0" smtClean="0"/>
              <a:t>In a tree data structure, if we have </a:t>
            </a:r>
            <a:r>
              <a:rPr lang="en-IN" sz="2400" b="1" dirty="0" smtClean="0"/>
              <a:t>N</a:t>
            </a:r>
            <a:r>
              <a:rPr lang="en-IN" sz="2400" dirty="0" smtClean="0"/>
              <a:t> number of nodes then we can have a maximum of </a:t>
            </a:r>
            <a:r>
              <a:rPr lang="en-IN" sz="2400" b="1" dirty="0" smtClean="0"/>
              <a:t>N-1</a:t>
            </a:r>
            <a:r>
              <a:rPr lang="en-IN" sz="2400" dirty="0" smtClean="0"/>
              <a:t> number of links.</a:t>
            </a:r>
          </a:p>
          <a:p>
            <a:pPr marL="0" indent="0">
              <a:buNone/>
            </a:pPr>
            <a:r>
              <a:rPr lang="en-IN" sz="2400" b="1" dirty="0" smtClean="0"/>
              <a:t>Example</a:t>
            </a:r>
          </a:p>
          <a:p>
            <a:endParaRPr lang="en-IN" sz="2400" dirty="0"/>
          </a:p>
        </p:txBody>
      </p:sp>
      <p:pic>
        <p:nvPicPr>
          <p:cNvPr id="2050" name="Picture 2" descr="http://btechsmartclass.com/DS/images/Tre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4171900"/>
            <a:ext cx="666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314652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t>Root</a:t>
            </a:r>
            <a:endParaRPr lang="en-IN" dirty="0"/>
          </a:p>
        </p:txBody>
      </p:sp>
      <p:sp>
        <p:nvSpPr>
          <p:cNvPr id="3" name="Content Placeholder 2"/>
          <p:cNvSpPr>
            <a:spLocks noGrp="1"/>
          </p:cNvSpPr>
          <p:nvPr>
            <p:ph idx="1"/>
          </p:nvPr>
        </p:nvSpPr>
        <p:spPr/>
        <p:txBody>
          <a:bodyPr>
            <a:normAutofit/>
          </a:bodyPr>
          <a:lstStyle/>
          <a:p>
            <a:r>
              <a:rPr lang="en-IN" sz="2000" dirty="0" smtClean="0"/>
              <a:t>In a tree data structure, the first node is called as </a:t>
            </a:r>
            <a:r>
              <a:rPr lang="en-IN" sz="2000" b="1" dirty="0" smtClean="0"/>
              <a:t>Root Node</a:t>
            </a:r>
            <a:r>
              <a:rPr lang="en-IN" sz="2000" dirty="0" smtClean="0"/>
              <a:t>. Every tree must have root node. We can say that root node is the origin of tree data structure. In any tree, there must be only one root node. We never have multiple root nodes in a tree.</a:t>
            </a:r>
            <a:endParaRPr lang="en-IN" sz="2000" dirty="0"/>
          </a:p>
        </p:txBody>
      </p:sp>
      <p:pic>
        <p:nvPicPr>
          <p:cNvPr id="8194" name="Picture 2" descr="http://btechsmartclass.com/DS/images/Roo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3212976"/>
            <a:ext cx="666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538029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t>Edge</a:t>
            </a:r>
            <a:endParaRPr lang="en-IN" dirty="0"/>
          </a:p>
        </p:txBody>
      </p:sp>
      <p:sp>
        <p:nvSpPr>
          <p:cNvPr id="3" name="Content Placeholder 2"/>
          <p:cNvSpPr>
            <a:spLocks noGrp="1"/>
          </p:cNvSpPr>
          <p:nvPr>
            <p:ph idx="1"/>
          </p:nvPr>
        </p:nvSpPr>
        <p:spPr/>
        <p:txBody>
          <a:bodyPr>
            <a:normAutofit/>
          </a:bodyPr>
          <a:lstStyle/>
          <a:p>
            <a:r>
              <a:rPr lang="en-IN" sz="2400" dirty="0" smtClean="0"/>
              <a:t>In a tree data structure, the connecting link between any two nodes is called as </a:t>
            </a:r>
            <a:r>
              <a:rPr lang="en-IN" sz="2400" b="1" dirty="0" smtClean="0"/>
              <a:t>EDGE</a:t>
            </a:r>
            <a:r>
              <a:rPr lang="en-IN" sz="2400" dirty="0" smtClean="0"/>
              <a:t>. In a tree with '</a:t>
            </a:r>
            <a:r>
              <a:rPr lang="en-IN" sz="2400" b="1" dirty="0" smtClean="0"/>
              <a:t>N</a:t>
            </a:r>
            <a:r>
              <a:rPr lang="en-IN" sz="2400" dirty="0" smtClean="0"/>
              <a:t>' number of nodes there will be a maximum of '</a:t>
            </a:r>
            <a:r>
              <a:rPr lang="en-IN" sz="2400" b="1" dirty="0" smtClean="0"/>
              <a:t>N-1</a:t>
            </a:r>
            <a:r>
              <a:rPr lang="en-IN" sz="2400" dirty="0" smtClean="0"/>
              <a:t>' number of edges.</a:t>
            </a:r>
            <a:endParaRPr lang="en-IN" sz="2400" dirty="0"/>
          </a:p>
        </p:txBody>
      </p:sp>
      <p:pic>
        <p:nvPicPr>
          <p:cNvPr id="9218" name="Picture 2" descr="http://btechsmartclass.com/DS/images/Edg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2852936"/>
            <a:ext cx="666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853162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t>Parent</a:t>
            </a:r>
            <a:endParaRPr lang="en-IN" dirty="0"/>
          </a:p>
        </p:txBody>
      </p:sp>
      <p:sp>
        <p:nvSpPr>
          <p:cNvPr id="3" name="Content Placeholder 2"/>
          <p:cNvSpPr>
            <a:spLocks noGrp="1"/>
          </p:cNvSpPr>
          <p:nvPr>
            <p:ph idx="1"/>
          </p:nvPr>
        </p:nvSpPr>
        <p:spPr/>
        <p:txBody>
          <a:bodyPr>
            <a:normAutofit/>
          </a:bodyPr>
          <a:lstStyle/>
          <a:p>
            <a:r>
              <a:rPr lang="en-IN" sz="2400" dirty="0" smtClean="0"/>
              <a:t>In a tree data structure, the node which is predecessor of any node is called as </a:t>
            </a:r>
            <a:r>
              <a:rPr lang="en-IN" sz="2400" b="1" dirty="0" smtClean="0"/>
              <a:t>PARENT NODE</a:t>
            </a:r>
            <a:r>
              <a:rPr lang="en-IN" sz="2400" dirty="0" smtClean="0"/>
              <a:t>. In simple words, the node which has branch from it to any other node is called as parent node. Parent node can also be defined as "</a:t>
            </a:r>
            <a:r>
              <a:rPr lang="en-IN" sz="2400" b="1" dirty="0" smtClean="0"/>
              <a:t>The node which has child / children</a:t>
            </a:r>
            <a:r>
              <a:rPr lang="en-IN" sz="2400" dirty="0" smtClean="0"/>
              <a:t>".</a:t>
            </a:r>
            <a:endParaRPr lang="en-IN" sz="2400" dirty="0"/>
          </a:p>
        </p:txBody>
      </p:sp>
      <p:pic>
        <p:nvPicPr>
          <p:cNvPr id="10242" name="Picture 2" descr="http://btechsmartclass.com/DS/images/Paren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3429000"/>
            <a:ext cx="666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319054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t>Child</a:t>
            </a:r>
            <a:endParaRPr lang="en-IN" dirty="0"/>
          </a:p>
        </p:txBody>
      </p:sp>
      <p:sp>
        <p:nvSpPr>
          <p:cNvPr id="3" name="Content Placeholder 2"/>
          <p:cNvSpPr>
            <a:spLocks noGrp="1"/>
          </p:cNvSpPr>
          <p:nvPr>
            <p:ph idx="1"/>
          </p:nvPr>
        </p:nvSpPr>
        <p:spPr/>
        <p:txBody>
          <a:bodyPr>
            <a:normAutofit/>
          </a:bodyPr>
          <a:lstStyle/>
          <a:p>
            <a:r>
              <a:rPr lang="en-IN" sz="2400" dirty="0" smtClean="0"/>
              <a:t>In a tree data structure, the node which is descendant of any node is called as </a:t>
            </a:r>
            <a:r>
              <a:rPr lang="en-IN" sz="2400" b="1" dirty="0" smtClean="0"/>
              <a:t>CHILD Node</a:t>
            </a:r>
            <a:r>
              <a:rPr lang="en-IN" sz="2400" dirty="0" smtClean="0"/>
              <a:t>. In simple words, the node which has a link from its parent node is called as child node. In a tree, any parent node can have any number of child nodes. In a tree, all the nodes except root are child nodes.</a:t>
            </a:r>
            <a:endParaRPr lang="en-IN" sz="2400" dirty="0"/>
          </a:p>
        </p:txBody>
      </p:sp>
      <p:pic>
        <p:nvPicPr>
          <p:cNvPr id="11266" name="Picture 2" descr="http://btechsmartclass.com/DS/images/Chil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4" y="3501008"/>
            <a:ext cx="666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621133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t>Siblings</a:t>
            </a:r>
            <a:endParaRPr lang="en-IN" dirty="0"/>
          </a:p>
        </p:txBody>
      </p:sp>
      <p:sp>
        <p:nvSpPr>
          <p:cNvPr id="3" name="Content Placeholder 2"/>
          <p:cNvSpPr>
            <a:spLocks noGrp="1"/>
          </p:cNvSpPr>
          <p:nvPr>
            <p:ph idx="1"/>
          </p:nvPr>
        </p:nvSpPr>
        <p:spPr/>
        <p:txBody>
          <a:bodyPr>
            <a:normAutofit/>
          </a:bodyPr>
          <a:lstStyle/>
          <a:p>
            <a:r>
              <a:rPr lang="en-IN" sz="2400" dirty="0" smtClean="0"/>
              <a:t>In a tree data structure, nodes which belong to same Parent are called as </a:t>
            </a:r>
            <a:r>
              <a:rPr lang="en-IN" sz="2400" b="1" dirty="0" smtClean="0"/>
              <a:t>SIBLINGS</a:t>
            </a:r>
            <a:r>
              <a:rPr lang="en-IN" sz="2400" dirty="0" smtClean="0"/>
              <a:t>. In simple words, the nodes with same parent are called as Sibling nodes.</a:t>
            </a:r>
            <a:endParaRPr lang="en-IN" sz="2400" dirty="0"/>
          </a:p>
        </p:txBody>
      </p:sp>
      <p:pic>
        <p:nvPicPr>
          <p:cNvPr id="12290" name="Picture 2" descr="http://btechsmartclass.com/DS/images/Sibling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2924944"/>
            <a:ext cx="666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259047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t>Leaf</a:t>
            </a:r>
            <a:endParaRPr lang="en-IN" dirty="0"/>
          </a:p>
        </p:txBody>
      </p:sp>
      <p:sp>
        <p:nvSpPr>
          <p:cNvPr id="3" name="Content Placeholder 2"/>
          <p:cNvSpPr>
            <a:spLocks noGrp="1"/>
          </p:cNvSpPr>
          <p:nvPr>
            <p:ph idx="1"/>
          </p:nvPr>
        </p:nvSpPr>
        <p:spPr/>
        <p:txBody>
          <a:bodyPr>
            <a:normAutofit/>
          </a:bodyPr>
          <a:lstStyle/>
          <a:p>
            <a:r>
              <a:rPr lang="en-IN" sz="2000" dirty="0" smtClean="0"/>
              <a:t>In a tree data structure, the node which does not have a child is called as </a:t>
            </a:r>
            <a:r>
              <a:rPr lang="en-IN" sz="2000" b="1" dirty="0" smtClean="0"/>
              <a:t>LEAF Node</a:t>
            </a:r>
            <a:r>
              <a:rPr lang="en-IN" sz="2000" dirty="0" smtClean="0"/>
              <a:t>. In simple words, a leaf is a node with no child. </a:t>
            </a:r>
            <a:br>
              <a:rPr lang="en-IN" sz="2000" dirty="0" smtClean="0"/>
            </a:br>
            <a:r>
              <a:rPr lang="en-IN" sz="2000" dirty="0" smtClean="0"/>
              <a:t>In a tree data structure, the leaf nodes are also called as </a:t>
            </a:r>
            <a:r>
              <a:rPr lang="en-IN" sz="2000" b="1" dirty="0" smtClean="0"/>
              <a:t>External Nodes</a:t>
            </a:r>
            <a:r>
              <a:rPr lang="en-IN" sz="2000" dirty="0" smtClean="0"/>
              <a:t>. External node is also a node with no child. In a tree, </a:t>
            </a:r>
            <a:r>
              <a:rPr lang="en-IN" sz="2000" u="sng" dirty="0" smtClean="0"/>
              <a:t>leaf node is also called as '</a:t>
            </a:r>
            <a:r>
              <a:rPr lang="en-IN" sz="2000" b="1" u="sng" dirty="0" smtClean="0"/>
              <a:t>Terminal</a:t>
            </a:r>
            <a:r>
              <a:rPr lang="en-IN" sz="2000" u="sng" dirty="0" smtClean="0"/>
              <a:t>' node.</a:t>
            </a:r>
            <a:endParaRPr lang="en-IN" sz="2000" dirty="0" smtClean="0"/>
          </a:p>
          <a:p>
            <a:endParaRPr lang="en-IN" sz="2000" dirty="0"/>
          </a:p>
        </p:txBody>
      </p:sp>
      <p:pic>
        <p:nvPicPr>
          <p:cNvPr id="13314" name="Picture 2" descr="http://btechsmartclass.com/DS/images/Leaf.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8695" y="3212976"/>
            <a:ext cx="666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654433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t>Internal Nodes</a:t>
            </a:r>
            <a:endParaRPr lang="en-IN" dirty="0"/>
          </a:p>
        </p:txBody>
      </p:sp>
      <p:sp>
        <p:nvSpPr>
          <p:cNvPr id="3" name="Content Placeholder 2"/>
          <p:cNvSpPr>
            <a:spLocks noGrp="1"/>
          </p:cNvSpPr>
          <p:nvPr>
            <p:ph idx="1"/>
          </p:nvPr>
        </p:nvSpPr>
        <p:spPr/>
        <p:txBody>
          <a:bodyPr>
            <a:normAutofit/>
          </a:bodyPr>
          <a:lstStyle/>
          <a:p>
            <a:r>
              <a:rPr lang="en-IN" sz="2000" dirty="0" smtClean="0"/>
              <a:t>In a tree data structure, the node which has </a:t>
            </a:r>
            <a:r>
              <a:rPr lang="en-IN" sz="2000" dirty="0" err="1" smtClean="0"/>
              <a:t>atleast</a:t>
            </a:r>
            <a:r>
              <a:rPr lang="en-IN" sz="2000" dirty="0" smtClean="0"/>
              <a:t> one child is called as </a:t>
            </a:r>
            <a:r>
              <a:rPr lang="en-IN" sz="2000" b="1" dirty="0" smtClean="0"/>
              <a:t>INTERNAL Node</a:t>
            </a:r>
            <a:r>
              <a:rPr lang="en-IN" sz="2000" dirty="0" smtClean="0"/>
              <a:t>. In simple words, an internal node is a node with </a:t>
            </a:r>
            <a:r>
              <a:rPr lang="en-IN" sz="2000" dirty="0" err="1" smtClean="0"/>
              <a:t>atleast</a:t>
            </a:r>
            <a:r>
              <a:rPr lang="en-IN" sz="2000" dirty="0" smtClean="0"/>
              <a:t> one child. </a:t>
            </a:r>
            <a:br>
              <a:rPr lang="en-IN" sz="2000" dirty="0" smtClean="0"/>
            </a:br>
            <a:r>
              <a:rPr lang="en-IN" sz="2000" dirty="0" smtClean="0"/>
              <a:t>In a tree data structure, nodes other than leaf nodes are called as </a:t>
            </a:r>
            <a:r>
              <a:rPr lang="en-IN" sz="2000" b="1" dirty="0" smtClean="0"/>
              <a:t>Internal Nodes</a:t>
            </a:r>
            <a:r>
              <a:rPr lang="en-IN" sz="2000" dirty="0" smtClean="0"/>
              <a:t>.</a:t>
            </a:r>
            <a:r>
              <a:rPr lang="en-IN" sz="2000" b="1" u="sng" dirty="0" smtClean="0"/>
              <a:t> The root node is also said to be Internal Node</a:t>
            </a:r>
            <a:r>
              <a:rPr lang="en-IN" sz="2000" dirty="0" smtClean="0"/>
              <a:t> if the tree has more than one node. </a:t>
            </a:r>
            <a:r>
              <a:rPr lang="en-IN" sz="2000" u="sng" dirty="0" smtClean="0"/>
              <a:t>Internal nodes are also called as '</a:t>
            </a:r>
            <a:r>
              <a:rPr lang="en-IN" sz="2000" b="1" u="sng" dirty="0" smtClean="0"/>
              <a:t>Non-Terminal</a:t>
            </a:r>
            <a:r>
              <a:rPr lang="en-IN" sz="2000" u="sng" dirty="0" smtClean="0"/>
              <a:t>' nodes.</a:t>
            </a:r>
            <a:endParaRPr lang="en-IN" sz="2000" dirty="0" smtClean="0"/>
          </a:p>
          <a:p>
            <a:endParaRPr lang="en-IN" sz="2000" dirty="0"/>
          </a:p>
        </p:txBody>
      </p:sp>
      <p:pic>
        <p:nvPicPr>
          <p:cNvPr id="14338" name="Picture 2" descr="http://btechsmartclass.com/DS/images/Internal.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3501008"/>
            <a:ext cx="666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848103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t>Degree</a:t>
            </a:r>
            <a:endParaRPr lang="en-IN" dirty="0"/>
          </a:p>
        </p:txBody>
      </p:sp>
      <p:sp>
        <p:nvSpPr>
          <p:cNvPr id="3" name="Content Placeholder 2"/>
          <p:cNvSpPr>
            <a:spLocks noGrp="1"/>
          </p:cNvSpPr>
          <p:nvPr>
            <p:ph idx="1"/>
          </p:nvPr>
        </p:nvSpPr>
        <p:spPr/>
        <p:txBody>
          <a:bodyPr>
            <a:normAutofit/>
          </a:bodyPr>
          <a:lstStyle/>
          <a:p>
            <a:r>
              <a:rPr lang="en-IN" sz="2400" dirty="0" smtClean="0"/>
              <a:t>In a tree data structure, the total number of children of a node is called as </a:t>
            </a:r>
            <a:r>
              <a:rPr lang="en-IN" sz="2400" b="1" dirty="0" smtClean="0"/>
              <a:t>DEGREE</a:t>
            </a:r>
            <a:r>
              <a:rPr lang="en-IN" sz="2400" dirty="0" smtClean="0"/>
              <a:t> of that Node. In simple words, the Degree of a node is total number of children it has. The highest degree of a node among all the nodes in a tree is called as '</a:t>
            </a:r>
            <a:r>
              <a:rPr lang="en-IN" sz="2400" b="1" dirty="0" smtClean="0"/>
              <a:t>Degree of Tree</a:t>
            </a:r>
            <a:r>
              <a:rPr lang="en-IN" sz="2400" dirty="0" smtClean="0"/>
              <a:t>'</a:t>
            </a:r>
          </a:p>
          <a:p>
            <a:endParaRPr lang="en-IN" sz="2400" dirty="0"/>
          </a:p>
        </p:txBody>
      </p:sp>
      <p:pic>
        <p:nvPicPr>
          <p:cNvPr id="15362" name="Picture 2" descr="http://btechsmartclass.com/DS/images/Degre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3429000"/>
            <a:ext cx="666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397730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t>Level</a:t>
            </a:r>
            <a:endParaRPr lang="en-IN" dirty="0"/>
          </a:p>
        </p:txBody>
      </p:sp>
      <p:sp>
        <p:nvSpPr>
          <p:cNvPr id="3" name="Content Placeholder 2"/>
          <p:cNvSpPr>
            <a:spLocks noGrp="1"/>
          </p:cNvSpPr>
          <p:nvPr>
            <p:ph idx="1"/>
          </p:nvPr>
        </p:nvSpPr>
        <p:spPr/>
        <p:txBody>
          <a:bodyPr>
            <a:normAutofit/>
          </a:bodyPr>
          <a:lstStyle/>
          <a:p>
            <a:r>
              <a:rPr lang="en-IN" sz="2000" dirty="0" smtClean="0"/>
              <a:t>In a tree data structure, the root node is said to be at Level 1 and the children of root node are at Level 2 and the children of the nodes which are at Level 2 will be at Level 3 and so on... In simple words, in a tree each step from top to bottom is called as a Level and the Level count starts with ‘1' and incremented by one at each level (Step).</a:t>
            </a:r>
          </a:p>
          <a:p>
            <a:endParaRPr lang="en-IN" sz="2000" dirty="0"/>
          </a:p>
        </p:txBody>
      </p:sp>
      <p:grpSp>
        <p:nvGrpSpPr>
          <p:cNvPr id="5" name="Group 4"/>
          <p:cNvGrpSpPr/>
          <p:nvPr/>
        </p:nvGrpSpPr>
        <p:grpSpPr>
          <a:xfrm>
            <a:off x="1281588" y="3457988"/>
            <a:ext cx="7184090" cy="3048000"/>
            <a:chOff x="1281588" y="3457988"/>
            <a:chExt cx="7184090" cy="304800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1588" y="3457988"/>
              <a:ext cx="3419475"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54668" y="3457988"/>
              <a:ext cx="3667125" cy="2257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22378" y="5538335"/>
              <a:ext cx="3543300" cy="561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368958507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t>Height</a:t>
            </a:r>
            <a:endParaRPr lang="en-IN" dirty="0"/>
          </a:p>
        </p:txBody>
      </p:sp>
      <p:sp>
        <p:nvSpPr>
          <p:cNvPr id="3" name="Content Placeholder 2"/>
          <p:cNvSpPr>
            <a:spLocks noGrp="1"/>
          </p:cNvSpPr>
          <p:nvPr>
            <p:ph idx="1"/>
          </p:nvPr>
        </p:nvSpPr>
        <p:spPr/>
        <p:txBody>
          <a:bodyPr>
            <a:normAutofit/>
          </a:bodyPr>
          <a:lstStyle/>
          <a:p>
            <a:r>
              <a:rPr lang="en-IN" sz="2000" dirty="0" smtClean="0"/>
              <a:t>In a tree data structure, the total number of edges from leaf node to a particular node in the longest path is called as </a:t>
            </a:r>
            <a:r>
              <a:rPr lang="en-IN" sz="2000" b="1" dirty="0" smtClean="0"/>
              <a:t>HEIGHT</a:t>
            </a:r>
            <a:r>
              <a:rPr lang="en-IN" sz="2000" dirty="0" smtClean="0"/>
              <a:t> of that Node. </a:t>
            </a:r>
            <a:r>
              <a:rPr lang="en-IN" sz="2000" u="sng" dirty="0" smtClean="0"/>
              <a:t>In a tree, height of the root node is said to be </a:t>
            </a:r>
            <a:r>
              <a:rPr lang="en-IN" sz="2000" b="1" u="sng" dirty="0" smtClean="0"/>
              <a:t>height of the tree</a:t>
            </a:r>
            <a:r>
              <a:rPr lang="en-IN" sz="2000" dirty="0" smtClean="0"/>
              <a:t>. In a tree, </a:t>
            </a:r>
            <a:r>
              <a:rPr lang="en-IN" sz="2000" b="1" u="sng" dirty="0" smtClean="0"/>
              <a:t>height of all leaf nodes is '0'.</a:t>
            </a:r>
            <a:endParaRPr lang="en-IN" sz="2000" dirty="0" smtClean="0"/>
          </a:p>
          <a:p>
            <a:endParaRPr lang="en-IN" sz="2000" dirty="0"/>
          </a:p>
        </p:txBody>
      </p:sp>
      <p:pic>
        <p:nvPicPr>
          <p:cNvPr id="17410" name="Picture 2" descr="http://btechsmartclass.com/DS/images/Heigh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2996952"/>
            <a:ext cx="666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812631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t>Depth</a:t>
            </a:r>
            <a:endParaRPr lang="en-IN" dirty="0"/>
          </a:p>
        </p:txBody>
      </p:sp>
      <p:sp>
        <p:nvSpPr>
          <p:cNvPr id="3" name="Content Placeholder 2"/>
          <p:cNvSpPr>
            <a:spLocks noGrp="1"/>
          </p:cNvSpPr>
          <p:nvPr>
            <p:ph idx="1"/>
          </p:nvPr>
        </p:nvSpPr>
        <p:spPr/>
        <p:txBody>
          <a:bodyPr>
            <a:normAutofit/>
          </a:bodyPr>
          <a:lstStyle/>
          <a:p>
            <a:r>
              <a:rPr lang="en-IN" sz="2000" dirty="0" smtClean="0"/>
              <a:t>In a tree data structure, the total number of edges from root node to a particular node is called as </a:t>
            </a:r>
            <a:r>
              <a:rPr lang="en-IN" sz="2000" b="1" dirty="0" smtClean="0"/>
              <a:t>DEPTH</a:t>
            </a:r>
            <a:r>
              <a:rPr lang="en-IN" sz="2000" dirty="0" smtClean="0"/>
              <a:t> of that Node. </a:t>
            </a:r>
            <a:r>
              <a:rPr lang="en-IN" sz="2000" u="sng" dirty="0" smtClean="0"/>
              <a:t>In a tree, the total number of edges from root node to a leaf node in the longest path is said to be </a:t>
            </a:r>
            <a:r>
              <a:rPr lang="en-IN" sz="2000" b="1" u="sng" dirty="0" smtClean="0"/>
              <a:t>Depth of the tree</a:t>
            </a:r>
            <a:r>
              <a:rPr lang="en-IN" sz="2000" dirty="0" smtClean="0"/>
              <a:t>. In simple words, the highest depth of any leaf node in a tree is said to be depth of that tree. In a tree, </a:t>
            </a:r>
            <a:r>
              <a:rPr lang="en-IN" sz="2000" b="1" u="sng" dirty="0" smtClean="0"/>
              <a:t>depth of the root node is '0'.</a:t>
            </a:r>
            <a:endParaRPr lang="en-IN" sz="2000" dirty="0" smtClean="0"/>
          </a:p>
          <a:p>
            <a:endParaRPr lang="en-IN" sz="2000" dirty="0"/>
          </a:p>
        </p:txBody>
      </p:sp>
      <p:pic>
        <p:nvPicPr>
          <p:cNvPr id="18434" name="Picture 2" descr="http://btechsmartclass.com/DS/images/Depth.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3501008"/>
            <a:ext cx="666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081774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t>Path</a:t>
            </a:r>
            <a:endParaRPr lang="en-IN" dirty="0"/>
          </a:p>
        </p:txBody>
      </p:sp>
      <p:sp>
        <p:nvSpPr>
          <p:cNvPr id="3" name="Content Placeholder 2"/>
          <p:cNvSpPr>
            <a:spLocks noGrp="1"/>
          </p:cNvSpPr>
          <p:nvPr>
            <p:ph idx="1"/>
          </p:nvPr>
        </p:nvSpPr>
        <p:spPr/>
        <p:txBody>
          <a:bodyPr>
            <a:normAutofit/>
          </a:bodyPr>
          <a:lstStyle/>
          <a:p>
            <a:r>
              <a:rPr lang="en-IN" sz="2400" dirty="0" smtClean="0"/>
              <a:t>In a tree data structure, the sequence of Nodes and Edges from one node to another node is called as </a:t>
            </a:r>
            <a:r>
              <a:rPr lang="en-IN" sz="2400" b="1" dirty="0" smtClean="0"/>
              <a:t>PATH</a:t>
            </a:r>
            <a:r>
              <a:rPr lang="en-IN" sz="2400" dirty="0" smtClean="0"/>
              <a:t> between that two Nodes. </a:t>
            </a:r>
            <a:r>
              <a:rPr lang="en-IN" sz="2400" b="1" u="sng" dirty="0" smtClean="0"/>
              <a:t>Length of a Path</a:t>
            </a:r>
            <a:r>
              <a:rPr lang="en-IN" sz="2400" u="sng" dirty="0" smtClean="0"/>
              <a:t> is total number of nodes in that path.</a:t>
            </a:r>
            <a:r>
              <a:rPr lang="en-IN" sz="2400" dirty="0" smtClean="0"/>
              <a:t> In below example </a:t>
            </a:r>
            <a:r>
              <a:rPr lang="en-IN" sz="2400" b="1" dirty="0" smtClean="0"/>
              <a:t>the path A - B - E - J has length 4</a:t>
            </a:r>
            <a:r>
              <a:rPr lang="en-IN" sz="2400" dirty="0" smtClean="0"/>
              <a:t>.</a:t>
            </a:r>
          </a:p>
          <a:p>
            <a:endParaRPr lang="en-IN" sz="2400" dirty="0"/>
          </a:p>
        </p:txBody>
      </p:sp>
      <p:pic>
        <p:nvPicPr>
          <p:cNvPr id="19458" name="Picture 2" descr="http://btechsmartclass.com/DS/images/Path.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3284984"/>
            <a:ext cx="666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239141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t>Sub Tree</a:t>
            </a:r>
            <a:endParaRPr lang="en-IN" dirty="0"/>
          </a:p>
        </p:txBody>
      </p:sp>
      <p:sp>
        <p:nvSpPr>
          <p:cNvPr id="3" name="Content Placeholder 2"/>
          <p:cNvSpPr>
            <a:spLocks noGrp="1"/>
          </p:cNvSpPr>
          <p:nvPr>
            <p:ph idx="1"/>
          </p:nvPr>
        </p:nvSpPr>
        <p:spPr/>
        <p:txBody>
          <a:bodyPr>
            <a:normAutofit/>
          </a:bodyPr>
          <a:lstStyle/>
          <a:p>
            <a:r>
              <a:rPr lang="en-IN" sz="2400" dirty="0" smtClean="0"/>
              <a:t>In a tree data structure, each child from a node forms a </a:t>
            </a:r>
            <a:r>
              <a:rPr lang="en-IN" sz="2400" dirty="0" err="1" smtClean="0"/>
              <a:t>subtree</a:t>
            </a:r>
            <a:r>
              <a:rPr lang="en-IN" sz="2400" dirty="0" smtClean="0"/>
              <a:t> recursively. Every child node will form a </a:t>
            </a:r>
            <a:r>
              <a:rPr lang="en-IN" sz="2400" dirty="0" err="1" smtClean="0"/>
              <a:t>subtree</a:t>
            </a:r>
            <a:r>
              <a:rPr lang="en-IN" sz="2400" dirty="0" smtClean="0"/>
              <a:t> on its parent node.</a:t>
            </a:r>
          </a:p>
          <a:p>
            <a:endParaRPr lang="en-IN" sz="2400" dirty="0"/>
          </a:p>
        </p:txBody>
      </p:sp>
      <p:pic>
        <p:nvPicPr>
          <p:cNvPr id="20482" name="Picture 2" descr="http://btechsmartclass.com/DS/images/Subtre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2780928"/>
            <a:ext cx="666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892602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609600" y="381000"/>
            <a:ext cx="7772400" cy="838200"/>
          </a:xfrm>
        </p:spPr>
        <p:txBody>
          <a:bodyPr/>
          <a:lstStyle/>
          <a:p>
            <a:pPr eaLnBrk="1" hangingPunct="1"/>
            <a:r>
              <a:rPr lang="en-US" smtClean="0"/>
              <a:t>Tree Properties</a:t>
            </a:r>
          </a:p>
        </p:txBody>
      </p:sp>
      <p:sp>
        <p:nvSpPr>
          <p:cNvPr id="8195" name="Freeform 3"/>
          <p:cNvSpPr>
            <a:spLocks/>
          </p:cNvSpPr>
          <p:nvPr/>
        </p:nvSpPr>
        <p:spPr bwMode="auto">
          <a:xfrm>
            <a:off x="6473825" y="2689225"/>
            <a:ext cx="2335213" cy="2574925"/>
          </a:xfrm>
          <a:custGeom>
            <a:avLst/>
            <a:gdLst>
              <a:gd name="T0" fmla="*/ 1057275 w 1471"/>
              <a:gd name="T1" fmla="*/ 52388 h 1622"/>
              <a:gd name="T2" fmla="*/ 914400 w 1471"/>
              <a:gd name="T3" fmla="*/ 65088 h 1622"/>
              <a:gd name="T4" fmla="*/ 773113 w 1471"/>
              <a:gd name="T5" fmla="*/ 206375 h 1622"/>
              <a:gd name="T6" fmla="*/ 503238 w 1471"/>
              <a:gd name="T7" fmla="*/ 476250 h 1622"/>
              <a:gd name="T8" fmla="*/ 207963 w 1471"/>
              <a:gd name="T9" fmla="*/ 836613 h 1622"/>
              <a:gd name="T10" fmla="*/ 117475 w 1471"/>
              <a:gd name="T11" fmla="*/ 1042988 h 1622"/>
              <a:gd name="T12" fmla="*/ 65088 w 1471"/>
              <a:gd name="T13" fmla="*/ 1158875 h 1622"/>
              <a:gd name="T14" fmla="*/ 1588 w 1471"/>
              <a:gd name="T15" fmla="*/ 1416050 h 1622"/>
              <a:gd name="T16" fmla="*/ 65088 w 1471"/>
              <a:gd name="T17" fmla="*/ 1905000 h 1622"/>
              <a:gd name="T18" fmla="*/ 193675 w 1471"/>
              <a:gd name="T19" fmla="*/ 2085975 h 1622"/>
              <a:gd name="T20" fmla="*/ 374650 w 1471"/>
              <a:gd name="T21" fmla="*/ 2279650 h 1622"/>
              <a:gd name="T22" fmla="*/ 619125 w 1471"/>
              <a:gd name="T23" fmla="*/ 2408238 h 1622"/>
              <a:gd name="T24" fmla="*/ 709613 w 1471"/>
              <a:gd name="T25" fmla="*/ 2433638 h 1622"/>
              <a:gd name="T26" fmla="*/ 1185863 w 1471"/>
              <a:gd name="T27" fmla="*/ 2574925 h 1622"/>
              <a:gd name="T28" fmla="*/ 1493838 w 1471"/>
              <a:gd name="T29" fmla="*/ 2562225 h 1622"/>
              <a:gd name="T30" fmla="*/ 1752600 w 1471"/>
              <a:gd name="T31" fmla="*/ 2433638 h 1622"/>
              <a:gd name="T32" fmla="*/ 1854200 w 1471"/>
              <a:gd name="T33" fmla="*/ 2343150 h 1622"/>
              <a:gd name="T34" fmla="*/ 1944688 w 1471"/>
              <a:gd name="T35" fmla="*/ 2252663 h 1622"/>
              <a:gd name="T36" fmla="*/ 1997075 w 1471"/>
              <a:gd name="T37" fmla="*/ 2176463 h 1622"/>
              <a:gd name="T38" fmla="*/ 2100263 w 1471"/>
              <a:gd name="T39" fmla="*/ 1995488 h 1622"/>
              <a:gd name="T40" fmla="*/ 2241550 w 1471"/>
              <a:gd name="T41" fmla="*/ 1597025 h 1622"/>
              <a:gd name="T42" fmla="*/ 2292350 w 1471"/>
              <a:gd name="T43" fmla="*/ 1327150 h 1622"/>
              <a:gd name="T44" fmla="*/ 2279650 w 1471"/>
              <a:gd name="T45" fmla="*/ 644525 h 1622"/>
              <a:gd name="T46" fmla="*/ 2022475 w 1471"/>
              <a:gd name="T47" fmla="*/ 155575 h 1622"/>
              <a:gd name="T48" fmla="*/ 1970088 w 1471"/>
              <a:gd name="T49" fmla="*/ 115888 h 1622"/>
              <a:gd name="T50" fmla="*/ 1944688 w 1471"/>
              <a:gd name="T51" fmla="*/ 77788 h 1622"/>
              <a:gd name="T52" fmla="*/ 1778000 w 1471"/>
              <a:gd name="T53" fmla="*/ 39688 h 1622"/>
              <a:gd name="T54" fmla="*/ 1468438 w 1471"/>
              <a:gd name="T55" fmla="*/ 0 h 1622"/>
              <a:gd name="T56" fmla="*/ 1133475 w 1471"/>
              <a:gd name="T57" fmla="*/ 14288 h 1622"/>
              <a:gd name="T58" fmla="*/ 1057275 w 1471"/>
              <a:gd name="T59" fmla="*/ 52388 h 162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471" h="1622">
                <a:moveTo>
                  <a:pt x="666" y="33"/>
                </a:moveTo>
                <a:cubicBezTo>
                  <a:pt x="636" y="36"/>
                  <a:pt x="605" y="35"/>
                  <a:pt x="576" y="41"/>
                </a:cubicBezTo>
                <a:cubicBezTo>
                  <a:pt x="547" y="47"/>
                  <a:pt x="518" y="110"/>
                  <a:pt x="487" y="130"/>
                </a:cubicBezTo>
                <a:cubicBezTo>
                  <a:pt x="444" y="198"/>
                  <a:pt x="372" y="244"/>
                  <a:pt x="317" y="300"/>
                </a:cubicBezTo>
                <a:cubicBezTo>
                  <a:pt x="248" y="370"/>
                  <a:pt x="190" y="449"/>
                  <a:pt x="131" y="527"/>
                </a:cubicBezTo>
                <a:cubicBezTo>
                  <a:pt x="115" y="571"/>
                  <a:pt x="100" y="618"/>
                  <a:pt x="74" y="657"/>
                </a:cubicBezTo>
                <a:cubicBezTo>
                  <a:pt x="65" y="686"/>
                  <a:pt x="64" y="709"/>
                  <a:pt x="41" y="730"/>
                </a:cubicBezTo>
                <a:cubicBezTo>
                  <a:pt x="28" y="784"/>
                  <a:pt x="12" y="837"/>
                  <a:pt x="1" y="892"/>
                </a:cubicBezTo>
                <a:cubicBezTo>
                  <a:pt x="7" y="1062"/>
                  <a:pt x="0" y="1077"/>
                  <a:pt x="41" y="1200"/>
                </a:cubicBezTo>
                <a:cubicBezTo>
                  <a:pt x="56" y="1246"/>
                  <a:pt x="91" y="1279"/>
                  <a:pt x="122" y="1314"/>
                </a:cubicBezTo>
                <a:cubicBezTo>
                  <a:pt x="139" y="1333"/>
                  <a:pt x="218" y="1430"/>
                  <a:pt x="236" y="1436"/>
                </a:cubicBezTo>
                <a:cubicBezTo>
                  <a:pt x="291" y="1454"/>
                  <a:pt x="338" y="1493"/>
                  <a:pt x="390" y="1517"/>
                </a:cubicBezTo>
                <a:cubicBezTo>
                  <a:pt x="408" y="1525"/>
                  <a:pt x="429" y="1525"/>
                  <a:pt x="447" y="1533"/>
                </a:cubicBezTo>
                <a:cubicBezTo>
                  <a:pt x="544" y="1576"/>
                  <a:pt x="643" y="1602"/>
                  <a:pt x="747" y="1622"/>
                </a:cubicBezTo>
                <a:cubicBezTo>
                  <a:pt x="812" y="1619"/>
                  <a:pt x="877" y="1621"/>
                  <a:pt x="941" y="1614"/>
                </a:cubicBezTo>
                <a:cubicBezTo>
                  <a:pt x="1004" y="1608"/>
                  <a:pt x="1048" y="1551"/>
                  <a:pt x="1104" y="1533"/>
                </a:cubicBezTo>
                <a:cubicBezTo>
                  <a:pt x="1131" y="1493"/>
                  <a:pt x="1112" y="1514"/>
                  <a:pt x="1168" y="1476"/>
                </a:cubicBezTo>
                <a:cubicBezTo>
                  <a:pt x="1190" y="1461"/>
                  <a:pt x="1225" y="1419"/>
                  <a:pt x="1225" y="1419"/>
                </a:cubicBezTo>
                <a:cubicBezTo>
                  <a:pt x="1243" y="1366"/>
                  <a:pt x="1219" y="1426"/>
                  <a:pt x="1258" y="1371"/>
                </a:cubicBezTo>
                <a:cubicBezTo>
                  <a:pt x="1283" y="1336"/>
                  <a:pt x="1298" y="1293"/>
                  <a:pt x="1323" y="1257"/>
                </a:cubicBezTo>
                <a:cubicBezTo>
                  <a:pt x="1351" y="1172"/>
                  <a:pt x="1388" y="1093"/>
                  <a:pt x="1412" y="1006"/>
                </a:cubicBezTo>
                <a:cubicBezTo>
                  <a:pt x="1428" y="950"/>
                  <a:pt x="1430" y="892"/>
                  <a:pt x="1444" y="836"/>
                </a:cubicBezTo>
                <a:cubicBezTo>
                  <a:pt x="1462" y="694"/>
                  <a:pt x="1471" y="546"/>
                  <a:pt x="1436" y="406"/>
                </a:cubicBezTo>
                <a:cubicBezTo>
                  <a:pt x="1424" y="298"/>
                  <a:pt x="1394" y="138"/>
                  <a:pt x="1274" y="98"/>
                </a:cubicBezTo>
                <a:cubicBezTo>
                  <a:pt x="1263" y="90"/>
                  <a:pt x="1251" y="83"/>
                  <a:pt x="1241" y="73"/>
                </a:cubicBezTo>
                <a:cubicBezTo>
                  <a:pt x="1234" y="66"/>
                  <a:pt x="1233" y="55"/>
                  <a:pt x="1225" y="49"/>
                </a:cubicBezTo>
                <a:cubicBezTo>
                  <a:pt x="1197" y="27"/>
                  <a:pt x="1155" y="32"/>
                  <a:pt x="1120" y="25"/>
                </a:cubicBezTo>
                <a:cubicBezTo>
                  <a:pt x="1055" y="12"/>
                  <a:pt x="992" y="6"/>
                  <a:pt x="925" y="0"/>
                </a:cubicBezTo>
                <a:cubicBezTo>
                  <a:pt x="855" y="3"/>
                  <a:pt x="784" y="4"/>
                  <a:pt x="714" y="9"/>
                </a:cubicBezTo>
                <a:cubicBezTo>
                  <a:pt x="703" y="10"/>
                  <a:pt x="647" y="14"/>
                  <a:pt x="666" y="33"/>
                </a:cubicBezTo>
                <a:close/>
              </a:path>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8196" name="Oval 4"/>
          <p:cNvSpPr>
            <a:spLocks noChangeArrowheads="1"/>
          </p:cNvSpPr>
          <p:nvPr/>
        </p:nvSpPr>
        <p:spPr bwMode="auto">
          <a:xfrm>
            <a:off x="6400800" y="2743200"/>
            <a:ext cx="2438400" cy="2438400"/>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IN"/>
          </a:p>
        </p:txBody>
      </p:sp>
      <p:sp>
        <p:nvSpPr>
          <p:cNvPr id="8197" name="Freeform 5"/>
          <p:cNvSpPr>
            <a:spLocks/>
          </p:cNvSpPr>
          <p:nvPr/>
        </p:nvSpPr>
        <p:spPr bwMode="auto">
          <a:xfrm>
            <a:off x="4416425" y="2765425"/>
            <a:ext cx="2335213" cy="2574925"/>
          </a:xfrm>
          <a:custGeom>
            <a:avLst/>
            <a:gdLst>
              <a:gd name="T0" fmla="*/ 1057275 w 1471"/>
              <a:gd name="T1" fmla="*/ 52388 h 1622"/>
              <a:gd name="T2" fmla="*/ 914400 w 1471"/>
              <a:gd name="T3" fmla="*/ 65088 h 1622"/>
              <a:gd name="T4" fmla="*/ 773113 w 1471"/>
              <a:gd name="T5" fmla="*/ 206375 h 1622"/>
              <a:gd name="T6" fmla="*/ 503238 w 1471"/>
              <a:gd name="T7" fmla="*/ 476250 h 1622"/>
              <a:gd name="T8" fmla="*/ 207963 w 1471"/>
              <a:gd name="T9" fmla="*/ 836613 h 1622"/>
              <a:gd name="T10" fmla="*/ 117475 w 1471"/>
              <a:gd name="T11" fmla="*/ 1042988 h 1622"/>
              <a:gd name="T12" fmla="*/ 65088 w 1471"/>
              <a:gd name="T13" fmla="*/ 1158875 h 1622"/>
              <a:gd name="T14" fmla="*/ 1588 w 1471"/>
              <a:gd name="T15" fmla="*/ 1416050 h 1622"/>
              <a:gd name="T16" fmla="*/ 65088 w 1471"/>
              <a:gd name="T17" fmla="*/ 1905000 h 1622"/>
              <a:gd name="T18" fmla="*/ 193675 w 1471"/>
              <a:gd name="T19" fmla="*/ 2085975 h 1622"/>
              <a:gd name="T20" fmla="*/ 374650 w 1471"/>
              <a:gd name="T21" fmla="*/ 2279650 h 1622"/>
              <a:gd name="T22" fmla="*/ 619125 w 1471"/>
              <a:gd name="T23" fmla="*/ 2408238 h 1622"/>
              <a:gd name="T24" fmla="*/ 709613 w 1471"/>
              <a:gd name="T25" fmla="*/ 2433638 h 1622"/>
              <a:gd name="T26" fmla="*/ 1185863 w 1471"/>
              <a:gd name="T27" fmla="*/ 2574925 h 1622"/>
              <a:gd name="T28" fmla="*/ 1493838 w 1471"/>
              <a:gd name="T29" fmla="*/ 2562225 h 1622"/>
              <a:gd name="T30" fmla="*/ 1752600 w 1471"/>
              <a:gd name="T31" fmla="*/ 2433638 h 1622"/>
              <a:gd name="T32" fmla="*/ 1854200 w 1471"/>
              <a:gd name="T33" fmla="*/ 2343150 h 1622"/>
              <a:gd name="T34" fmla="*/ 1944688 w 1471"/>
              <a:gd name="T35" fmla="*/ 2252663 h 1622"/>
              <a:gd name="T36" fmla="*/ 1997075 w 1471"/>
              <a:gd name="T37" fmla="*/ 2176463 h 1622"/>
              <a:gd name="T38" fmla="*/ 2100263 w 1471"/>
              <a:gd name="T39" fmla="*/ 1995488 h 1622"/>
              <a:gd name="T40" fmla="*/ 2241550 w 1471"/>
              <a:gd name="T41" fmla="*/ 1597025 h 1622"/>
              <a:gd name="T42" fmla="*/ 2292350 w 1471"/>
              <a:gd name="T43" fmla="*/ 1327150 h 1622"/>
              <a:gd name="T44" fmla="*/ 2279650 w 1471"/>
              <a:gd name="T45" fmla="*/ 644525 h 1622"/>
              <a:gd name="T46" fmla="*/ 2022475 w 1471"/>
              <a:gd name="T47" fmla="*/ 155575 h 1622"/>
              <a:gd name="T48" fmla="*/ 1970088 w 1471"/>
              <a:gd name="T49" fmla="*/ 115888 h 1622"/>
              <a:gd name="T50" fmla="*/ 1944688 w 1471"/>
              <a:gd name="T51" fmla="*/ 77788 h 1622"/>
              <a:gd name="T52" fmla="*/ 1778000 w 1471"/>
              <a:gd name="T53" fmla="*/ 39688 h 1622"/>
              <a:gd name="T54" fmla="*/ 1468438 w 1471"/>
              <a:gd name="T55" fmla="*/ 0 h 1622"/>
              <a:gd name="T56" fmla="*/ 1133475 w 1471"/>
              <a:gd name="T57" fmla="*/ 14288 h 1622"/>
              <a:gd name="T58" fmla="*/ 1057275 w 1471"/>
              <a:gd name="T59" fmla="*/ 52388 h 162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471" h="1622">
                <a:moveTo>
                  <a:pt x="666" y="33"/>
                </a:moveTo>
                <a:cubicBezTo>
                  <a:pt x="636" y="36"/>
                  <a:pt x="605" y="35"/>
                  <a:pt x="576" y="41"/>
                </a:cubicBezTo>
                <a:cubicBezTo>
                  <a:pt x="547" y="47"/>
                  <a:pt x="518" y="110"/>
                  <a:pt x="487" y="130"/>
                </a:cubicBezTo>
                <a:cubicBezTo>
                  <a:pt x="444" y="198"/>
                  <a:pt x="372" y="244"/>
                  <a:pt x="317" y="300"/>
                </a:cubicBezTo>
                <a:cubicBezTo>
                  <a:pt x="248" y="370"/>
                  <a:pt x="190" y="449"/>
                  <a:pt x="131" y="527"/>
                </a:cubicBezTo>
                <a:cubicBezTo>
                  <a:pt x="115" y="571"/>
                  <a:pt x="100" y="618"/>
                  <a:pt x="74" y="657"/>
                </a:cubicBezTo>
                <a:cubicBezTo>
                  <a:pt x="65" y="686"/>
                  <a:pt x="64" y="709"/>
                  <a:pt x="41" y="730"/>
                </a:cubicBezTo>
                <a:cubicBezTo>
                  <a:pt x="28" y="784"/>
                  <a:pt x="12" y="837"/>
                  <a:pt x="1" y="892"/>
                </a:cubicBezTo>
                <a:cubicBezTo>
                  <a:pt x="7" y="1062"/>
                  <a:pt x="0" y="1077"/>
                  <a:pt x="41" y="1200"/>
                </a:cubicBezTo>
                <a:cubicBezTo>
                  <a:pt x="56" y="1246"/>
                  <a:pt x="91" y="1279"/>
                  <a:pt x="122" y="1314"/>
                </a:cubicBezTo>
                <a:cubicBezTo>
                  <a:pt x="139" y="1333"/>
                  <a:pt x="218" y="1430"/>
                  <a:pt x="236" y="1436"/>
                </a:cubicBezTo>
                <a:cubicBezTo>
                  <a:pt x="291" y="1454"/>
                  <a:pt x="338" y="1493"/>
                  <a:pt x="390" y="1517"/>
                </a:cubicBezTo>
                <a:cubicBezTo>
                  <a:pt x="408" y="1525"/>
                  <a:pt x="429" y="1525"/>
                  <a:pt x="447" y="1533"/>
                </a:cubicBezTo>
                <a:cubicBezTo>
                  <a:pt x="544" y="1576"/>
                  <a:pt x="643" y="1602"/>
                  <a:pt x="747" y="1622"/>
                </a:cubicBezTo>
                <a:cubicBezTo>
                  <a:pt x="812" y="1619"/>
                  <a:pt x="877" y="1621"/>
                  <a:pt x="941" y="1614"/>
                </a:cubicBezTo>
                <a:cubicBezTo>
                  <a:pt x="1004" y="1608"/>
                  <a:pt x="1048" y="1551"/>
                  <a:pt x="1104" y="1533"/>
                </a:cubicBezTo>
                <a:cubicBezTo>
                  <a:pt x="1131" y="1493"/>
                  <a:pt x="1112" y="1514"/>
                  <a:pt x="1168" y="1476"/>
                </a:cubicBezTo>
                <a:cubicBezTo>
                  <a:pt x="1190" y="1461"/>
                  <a:pt x="1225" y="1419"/>
                  <a:pt x="1225" y="1419"/>
                </a:cubicBezTo>
                <a:cubicBezTo>
                  <a:pt x="1243" y="1366"/>
                  <a:pt x="1219" y="1426"/>
                  <a:pt x="1258" y="1371"/>
                </a:cubicBezTo>
                <a:cubicBezTo>
                  <a:pt x="1283" y="1336"/>
                  <a:pt x="1298" y="1293"/>
                  <a:pt x="1323" y="1257"/>
                </a:cubicBezTo>
                <a:cubicBezTo>
                  <a:pt x="1351" y="1172"/>
                  <a:pt x="1388" y="1093"/>
                  <a:pt x="1412" y="1006"/>
                </a:cubicBezTo>
                <a:cubicBezTo>
                  <a:pt x="1428" y="950"/>
                  <a:pt x="1430" y="892"/>
                  <a:pt x="1444" y="836"/>
                </a:cubicBezTo>
                <a:cubicBezTo>
                  <a:pt x="1462" y="694"/>
                  <a:pt x="1471" y="546"/>
                  <a:pt x="1436" y="406"/>
                </a:cubicBezTo>
                <a:cubicBezTo>
                  <a:pt x="1424" y="298"/>
                  <a:pt x="1394" y="138"/>
                  <a:pt x="1274" y="98"/>
                </a:cubicBezTo>
                <a:cubicBezTo>
                  <a:pt x="1263" y="90"/>
                  <a:pt x="1251" y="83"/>
                  <a:pt x="1241" y="73"/>
                </a:cubicBezTo>
                <a:cubicBezTo>
                  <a:pt x="1234" y="66"/>
                  <a:pt x="1233" y="55"/>
                  <a:pt x="1225" y="49"/>
                </a:cubicBezTo>
                <a:cubicBezTo>
                  <a:pt x="1197" y="27"/>
                  <a:pt x="1155" y="32"/>
                  <a:pt x="1120" y="25"/>
                </a:cubicBezTo>
                <a:cubicBezTo>
                  <a:pt x="1055" y="12"/>
                  <a:pt x="992" y="6"/>
                  <a:pt x="925" y="0"/>
                </a:cubicBezTo>
                <a:cubicBezTo>
                  <a:pt x="855" y="3"/>
                  <a:pt x="784" y="4"/>
                  <a:pt x="714" y="9"/>
                </a:cubicBezTo>
                <a:cubicBezTo>
                  <a:pt x="703" y="10"/>
                  <a:pt x="647" y="14"/>
                  <a:pt x="666" y="33"/>
                </a:cubicBezTo>
                <a:close/>
              </a:path>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8198" name="Freeform 6"/>
          <p:cNvSpPr>
            <a:spLocks/>
          </p:cNvSpPr>
          <p:nvPr/>
        </p:nvSpPr>
        <p:spPr bwMode="auto">
          <a:xfrm>
            <a:off x="4672013" y="2800350"/>
            <a:ext cx="2073275" cy="2332038"/>
          </a:xfrm>
          <a:custGeom>
            <a:avLst/>
            <a:gdLst>
              <a:gd name="T0" fmla="*/ 862013 w 1306"/>
              <a:gd name="T1" fmla="*/ 107950 h 1469"/>
              <a:gd name="T2" fmla="*/ 720725 w 1306"/>
              <a:gd name="T3" fmla="*/ 171450 h 1469"/>
              <a:gd name="T4" fmla="*/ 541338 w 1306"/>
              <a:gd name="T5" fmla="*/ 287338 h 1469"/>
              <a:gd name="T6" fmla="*/ 360363 w 1306"/>
              <a:gd name="T7" fmla="*/ 455613 h 1469"/>
              <a:gd name="T8" fmla="*/ 309563 w 1306"/>
              <a:gd name="T9" fmla="*/ 531813 h 1469"/>
              <a:gd name="T10" fmla="*/ 206375 w 1306"/>
              <a:gd name="T11" fmla="*/ 660400 h 1469"/>
              <a:gd name="T12" fmla="*/ 153988 w 1306"/>
              <a:gd name="T13" fmla="*/ 738188 h 1469"/>
              <a:gd name="T14" fmla="*/ 103188 w 1306"/>
              <a:gd name="T15" fmla="*/ 854075 h 1469"/>
              <a:gd name="T16" fmla="*/ 50800 w 1306"/>
              <a:gd name="T17" fmla="*/ 931863 h 1469"/>
              <a:gd name="T18" fmla="*/ 0 w 1306"/>
              <a:gd name="T19" fmla="*/ 1136650 h 1469"/>
              <a:gd name="T20" fmla="*/ 12700 w 1306"/>
              <a:gd name="T21" fmla="*/ 1408113 h 1469"/>
              <a:gd name="T22" fmla="*/ 115888 w 1306"/>
              <a:gd name="T23" fmla="*/ 1677988 h 1469"/>
              <a:gd name="T24" fmla="*/ 488950 w 1306"/>
              <a:gd name="T25" fmla="*/ 2076450 h 1469"/>
              <a:gd name="T26" fmla="*/ 682625 w 1306"/>
              <a:gd name="T27" fmla="*/ 2179638 h 1469"/>
              <a:gd name="T28" fmla="*/ 952500 w 1306"/>
              <a:gd name="T29" fmla="*/ 2282825 h 1469"/>
              <a:gd name="T30" fmla="*/ 1133475 w 1306"/>
              <a:gd name="T31" fmla="*/ 2320925 h 1469"/>
              <a:gd name="T32" fmla="*/ 1416050 w 1306"/>
              <a:gd name="T33" fmla="*/ 2295525 h 1469"/>
              <a:gd name="T34" fmla="*/ 1647825 w 1306"/>
              <a:gd name="T35" fmla="*/ 2063750 h 1469"/>
              <a:gd name="T36" fmla="*/ 1905000 w 1306"/>
              <a:gd name="T37" fmla="*/ 1741488 h 1469"/>
              <a:gd name="T38" fmla="*/ 2033588 w 1306"/>
              <a:gd name="T39" fmla="*/ 1458913 h 1469"/>
              <a:gd name="T40" fmla="*/ 2073275 w 1306"/>
              <a:gd name="T41" fmla="*/ 1201738 h 1469"/>
              <a:gd name="T42" fmla="*/ 1957388 w 1306"/>
              <a:gd name="T43" fmla="*/ 622300 h 1469"/>
              <a:gd name="T44" fmla="*/ 1698625 w 1306"/>
              <a:gd name="T45" fmla="*/ 261938 h 1469"/>
              <a:gd name="T46" fmla="*/ 1441450 w 1306"/>
              <a:gd name="T47" fmla="*/ 80963 h 1469"/>
              <a:gd name="T48" fmla="*/ 1158875 w 1306"/>
              <a:gd name="T49" fmla="*/ 42863 h 1469"/>
              <a:gd name="T50" fmla="*/ 836613 w 1306"/>
              <a:gd name="T51" fmla="*/ 68263 h 1469"/>
              <a:gd name="T52" fmla="*/ 811213 w 1306"/>
              <a:gd name="T53" fmla="*/ 107950 h 1469"/>
              <a:gd name="T54" fmla="*/ 682625 w 1306"/>
              <a:gd name="T55" fmla="*/ 184150 h 1469"/>
              <a:gd name="T56" fmla="*/ 738188 w 1306"/>
              <a:gd name="T57" fmla="*/ 95250 h 14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306" h="1469">
                <a:moveTo>
                  <a:pt x="543" y="68"/>
                </a:moveTo>
                <a:cubicBezTo>
                  <a:pt x="502" y="82"/>
                  <a:pt x="490" y="96"/>
                  <a:pt x="454" y="108"/>
                </a:cubicBezTo>
                <a:cubicBezTo>
                  <a:pt x="418" y="136"/>
                  <a:pt x="378" y="152"/>
                  <a:pt x="341" y="181"/>
                </a:cubicBezTo>
                <a:cubicBezTo>
                  <a:pt x="300" y="213"/>
                  <a:pt x="264" y="250"/>
                  <a:pt x="227" y="287"/>
                </a:cubicBezTo>
                <a:cubicBezTo>
                  <a:pt x="213" y="301"/>
                  <a:pt x="206" y="319"/>
                  <a:pt x="195" y="335"/>
                </a:cubicBezTo>
                <a:cubicBezTo>
                  <a:pt x="176" y="363"/>
                  <a:pt x="148" y="386"/>
                  <a:pt x="130" y="416"/>
                </a:cubicBezTo>
                <a:cubicBezTo>
                  <a:pt x="98" y="468"/>
                  <a:pt x="131" y="433"/>
                  <a:pt x="97" y="465"/>
                </a:cubicBezTo>
                <a:cubicBezTo>
                  <a:pt x="90" y="493"/>
                  <a:pt x="79" y="514"/>
                  <a:pt x="65" y="538"/>
                </a:cubicBezTo>
                <a:cubicBezTo>
                  <a:pt x="55" y="555"/>
                  <a:pt x="32" y="587"/>
                  <a:pt x="32" y="587"/>
                </a:cubicBezTo>
                <a:cubicBezTo>
                  <a:pt x="23" y="631"/>
                  <a:pt x="11" y="673"/>
                  <a:pt x="0" y="716"/>
                </a:cubicBezTo>
                <a:cubicBezTo>
                  <a:pt x="3" y="773"/>
                  <a:pt x="4" y="830"/>
                  <a:pt x="8" y="887"/>
                </a:cubicBezTo>
                <a:cubicBezTo>
                  <a:pt x="13" y="947"/>
                  <a:pt x="48" y="1005"/>
                  <a:pt x="73" y="1057"/>
                </a:cubicBezTo>
                <a:cubicBezTo>
                  <a:pt x="135" y="1183"/>
                  <a:pt x="185" y="1232"/>
                  <a:pt x="308" y="1308"/>
                </a:cubicBezTo>
                <a:cubicBezTo>
                  <a:pt x="348" y="1333"/>
                  <a:pt x="384" y="1362"/>
                  <a:pt x="430" y="1373"/>
                </a:cubicBezTo>
                <a:cubicBezTo>
                  <a:pt x="484" y="1400"/>
                  <a:pt x="540" y="1426"/>
                  <a:pt x="600" y="1438"/>
                </a:cubicBezTo>
                <a:cubicBezTo>
                  <a:pt x="639" y="1446"/>
                  <a:pt x="676" y="1450"/>
                  <a:pt x="714" y="1462"/>
                </a:cubicBezTo>
                <a:cubicBezTo>
                  <a:pt x="764" y="1459"/>
                  <a:pt x="838" y="1469"/>
                  <a:pt x="892" y="1446"/>
                </a:cubicBezTo>
                <a:cubicBezTo>
                  <a:pt x="955" y="1419"/>
                  <a:pt x="995" y="1350"/>
                  <a:pt x="1038" y="1300"/>
                </a:cubicBezTo>
                <a:cubicBezTo>
                  <a:pt x="1094" y="1234"/>
                  <a:pt x="1158" y="1174"/>
                  <a:pt x="1200" y="1097"/>
                </a:cubicBezTo>
                <a:cubicBezTo>
                  <a:pt x="1231" y="1039"/>
                  <a:pt x="1252" y="978"/>
                  <a:pt x="1281" y="919"/>
                </a:cubicBezTo>
                <a:cubicBezTo>
                  <a:pt x="1292" y="865"/>
                  <a:pt x="1299" y="812"/>
                  <a:pt x="1306" y="757"/>
                </a:cubicBezTo>
                <a:cubicBezTo>
                  <a:pt x="1300" y="649"/>
                  <a:pt x="1299" y="491"/>
                  <a:pt x="1233" y="392"/>
                </a:cubicBezTo>
                <a:cubicBezTo>
                  <a:pt x="1207" y="299"/>
                  <a:pt x="1138" y="231"/>
                  <a:pt x="1070" y="165"/>
                </a:cubicBezTo>
                <a:cubicBezTo>
                  <a:pt x="1022" y="118"/>
                  <a:pt x="975" y="73"/>
                  <a:pt x="908" y="51"/>
                </a:cubicBezTo>
                <a:cubicBezTo>
                  <a:pt x="850" y="32"/>
                  <a:pt x="791" y="32"/>
                  <a:pt x="730" y="27"/>
                </a:cubicBezTo>
                <a:cubicBezTo>
                  <a:pt x="662" y="30"/>
                  <a:pt x="579" y="0"/>
                  <a:pt x="527" y="43"/>
                </a:cubicBezTo>
                <a:cubicBezTo>
                  <a:pt x="519" y="49"/>
                  <a:pt x="518" y="61"/>
                  <a:pt x="511" y="68"/>
                </a:cubicBezTo>
                <a:cubicBezTo>
                  <a:pt x="503" y="75"/>
                  <a:pt x="451" y="116"/>
                  <a:pt x="430" y="116"/>
                </a:cubicBezTo>
                <a:lnTo>
                  <a:pt x="465" y="60"/>
                </a:lnTo>
              </a:path>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8199" name="Freeform 7"/>
          <p:cNvSpPr>
            <a:spLocks/>
          </p:cNvSpPr>
          <p:nvPr/>
        </p:nvSpPr>
        <p:spPr bwMode="auto">
          <a:xfrm>
            <a:off x="6669088" y="3119438"/>
            <a:ext cx="2124075" cy="2393950"/>
          </a:xfrm>
          <a:custGeom>
            <a:avLst/>
            <a:gdLst>
              <a:gd name="T0" fmla="*/ 1106488 w 1338"/>
              <a:gd name="T1" fmla="*/ 12700 h 1508"/>
              <a:gd name="T2" fmla="*/ 965200 w 1338"/>
              <a:gd name="T3" fmla="*/ 101600 h 1508"/>
              <a:gd name="T4" fmla="*/ 862013 w 1338"/>
              <a:gd name="T5" fmla="*/ 204788 h 1508"/>
              <a:gd name="T6" fmla="*/ 758825 w 1338"/>
              <a:gd name="T7" fmla="*/ 295275 h 1508"/>
              <a:gd name="T8" fmla="*/ 657225 w 1338"/>
              <a:gd name="T9" fmla="*/ 398463 h 1508"/>
              <a:gd name="T10" fmla="*/ 554038 w 1338"/>
              <a:gd name="T11" fmla="*/ 501650 h 1508"/>
              <a:gd name="T12" fmla="*/ 360363 w 1338"/>
              <a:gd name="T13" fmla="*/ 693738 h 1508"/>
              <a:gd name="T14" fmla="*/ 244475 w 1338"/>
              <a:gd name="T15" fmla="*/ 836613 h 1508"/>
              <a:gd name="T16" fmla="*/ 166688 w 1338"/>
              <a:gd name="T17" fmla="*/ 938213 h 1508"/>
              <a:gd name="T18" fmla="*/ 90488 w 1338"/>
              <a:gd name="T19" fmla="*/ 1093788 h 1508"/>
              <a:gd name="T20" fmla="*/ 38100 w 1338"/>
              <a:gd name="T21" fmla="*/ 1209675 h 1508"/>
              <a:gd name="T22" fmla="*/ 0 w 1338"/>
              <a:gd name="T23" fmla="*/ 1441450 h 1508"/>
              <a:gd name="T24" fmla="*/ 77788 w 1338"/>
              <a:gd name="T25" fmla="*/ 1801813 h 1508"/>
              <a:gd name="T26" fmla="*/ 566738 w 1338"/>
              <a:gd name="T27" fmla="*/ 2187575 h 1508"/>
              <a:gd name="T28" fmla="*/ 682625 w 1338"/>
              <a:gd name="T29" fmla="*/ 2225675 h 1508"/>
              <a:gd name="T30" fmla="*/ 1235075 w 1338"/>
              <a:gd name="T31" fmla="*/ 2393950 h 1508"/>
              <a:gd name="T32" fmla="*/ 1506538 w 1338"/>
              <a:gd name="T33" fmla="*/ 2354263 h 1508"/>
              <a:gd name="T34" fmla="*/ 1622425 w 1338"/>
              <a:gd name="T35" fmla="*/ 2290763 h 1508"/>
              <a:gd name="T36" fmla="*/ 1854200 w 1338"/>
              <a:gd name="T37" fmla="*/ 2071688 h 1508"/>
              <a:gd name="T38" fmla="*/ 1970088 w 1338"/>
              <a:gd name="T39" fmla="*/ 1917700 h 1508"/>
              <a:gd name="T40" fmla="*/ 2020888 w 1338"/>
              <a:gd name="T41" fmla="*/ 1827213 h 1508"/>
              <a:gd name="T42" fmla="*/ 2085975 w 1338"/>
              <a:gd name="T43" fmla="*/ 1698625 h 1508"/>
              <a:gd name="T44" fmla="*/ 2124075 w 1338"/>
              <a:gd name="T45" fmla="*/ 1479550 h 1508"/>
              <a:gd name="T46" fmla="*/ 2111375 w 1338"/>
              <a:gd name="T47" fmla="*/ 1157288 h 1508"/>
              <a:gd name="T48" fmla="*/ 2058988 w 1338"/>
              <a:gd name="T49" fmla="*/ 822325 h 1508"/>
              <a:gd name="T50" fmla="*/ 1866900 w 1338"/>
              <a:gd name="T51" fmla="*/ 217488 h 1508"/>
              <a:gd name="T52" fmla="*/ 1738313 w 1338"/>
              <a:gd name="T53" fmla="*/ 88900 h 1508"/>
              <a:gd name="T54" fmla="*/ 1582738 w 1338"/>
              <a:gd name="T55" fmla="*/ 50800 h 1508"/>
              <a:gd name="T56" fmla="*/ 1365250 w 1338"/>
              <a:gd name="T57" fmla="*/ 0 h 1508"/>
              <a:gd name="T58" fmla="*/ 1106488 w 1338"/>
              <a:gd name="T59" fmla="*/ 12700 h 150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338" h="1508">
                <a:moveTo>
                  <a:pt x="697" y="8"/>
                </a:moveTo>
                <a:cubicBezTo>
                  <a:pt x="661" y="20"/>
                  <a:pt x="639" y="43"/>
                  <a:pt x="608" y="64"/>
                </a:cubicBezTo>
                <a:cubicBezTo>
                  <a:pt x="589" y="94"/>
                  <a:pt x="569" y="106"/>
                  <a:pt x="543" y="129"/>
                </a:cubicBezTo>
                <a:cubicBezTo>
                  <a:pt x="467" y="196"/>
                  <a:pt x="534" y="150"/>
                  <a:pt x="478" y="186"/>
                </a:cubicBezTo>
                <a:cubicBezTo>
                  <a:pt x="458" y="216"/>
                  <a:pt x="442" y="227"/>
                  <a:pt x="414" y="251"/>
                </a:cubicBezTo>
                <a:cubicBezTo>
                  <a:pt x="388" y="273"/>
                  <a:pt x="377" y="297"/>
                  <a:pt x="349" y="316"/>
                </a:cubicBezTo>
                <a:cubicBezTo>
                  <a:pt x="324" y="352"/>
                  <a:pt x="262" y="411"/>
                  <a:pt x="227" y="437"/>
                </a:cubicBezTo>
                <a:cubicBezTo>
                  <a:pt x="206" y="470"/>
                  <a:pt x="177" y="496"/>
                  <a:pt x="154" y="527"/>
                </a:cubicBezTo>
                <a:cubicBezTo>
                  <a:pt x="105" y="594"/>
                  <a:pt x="141" y="557"/>
                  <a:pt x="105" y="591"/>
                </a:cubicBezTo>
                <a:cubicBezTo>
                  <a:pt x="94" y="625"/>
                  <a:pt x="76" y="659"/>
                  <a:pt x="57" y="689"/>
                </a:cubicBezTo>
                <a:cubicBezTo>
                  <a:pt x="49" y="720"/>
                  <a:pt x="47" y="739"/>
                  <a:pt x="24" y="762"/>
                </a:cubicBezTo>
                <a:cubicBezTo>
                  <a:pt x="12" y="811"/>
                  <a:pt x="6" y="857"/>
                  <a:pt x="0" y="908"/>
                </a:cubicBezTo>
                <a:cubicBezTo>
                  <a:pt x="6" y="988"/>
                  <a:pt x="10" y="1064"/>
                  <a:pt x="49" y="1135"/>
                </a:cubicBezTo>
                <a:cubicBezTo>
                  <a:pt x="109" y="1244"/>
                  <a:pt x="244" y="1332"/>
                  <a:pt x="357" y="1378"/>
                </a:cubicBezTo>
                <a:cubicBezTo>
                  <a:pt x="381" y="1388"/>
                  <a:pt x="407" y="1391"/>
                  <a:pt x="430" y="1402"/>
                </a:cubicBezTo>
                <a:cubicBezTo>
                  <a:pt x="538" y="1456"/>
                  <a:pt x="659" y="1488"/>
                  <a:pt x="778" y="1508"/>
                </a:cubicBezTo>
                <a:cubicBezTo>
                  <a:pt x="871" y="1502"/>
                  <a:pt x="882" y="1504"/>
                  <a:pt x="949" y="1483"/>
                </a:cubicBezTo>
                <a:cubicBezTo>
                  <a:pt x="1004" y="1446"/>
                  <a:pt x="979" y="1457"/>
                  <a:pt x="1022" y="1443"/>
                </a:cubicBezTo>
                <a:cubicBezTo>
                  <a:pt x="1080" y="1404"/>
                  <a:pt x="1119" y="1353"/>
                  <a:pt x="1168" y="1305"/>
                </a:cubicBezTo>
                <a:cubicBezTo>
                  <a:pt x="1197" y="1277"/>
                  <a:pt x="1211" y="1237"/>
                  <a:pt x="1241" y="1208"/>
                </a:cubicBezTo>
                <a:cubicBezTo>
                  <a:pt x="1258" y="1139"/>
                  <a:pt x="1235" y="1208"/>
                  <a:pt x="1273" y="1151"/>
                </a:cubicBezTo>
                <a:cubicBezTo>
                  <a:pt x="1288" y="1128"/>
                  <a:pt x="1301" y="1095"/>
                  <a:pt x="1314" y="1070"/>
                </a:cubicBezTo>
                <a:cubicBezTo>
                  <a:pt x="1323" y="1023"/>
                  <a:pt x="1332" y="980"/>
                  <a:pt x="1338" y="932"/>
                </a:cubicBezTo>
                <a:cubicBezTo>
                  <a:pt x="1335" y="864"/>
                  <a:pt x="1335" y="797"/>
                  <a:pt x="1330" y="729"/>
                </a:cubicBezTo>
                <a:cubicBezTo>
                  <a:pt x="1325" y="662"/>
                  <a:pt x="1314" y="584"/>
                  <a:pt x="1297" y="518"/>
                </a:cubicBezTo>
                <a:cubicBezTo>
                  <a:pt x="1262" y="383"/>
                  <a:pt x="1267" y="249"/>
                  <a:pt x="1176" y="137"/>
                </a:cubicBezTo>
                <a:cubicBezTo>
                  <a:pt x="1152" y="108"/>
                  <a:pt x="1130" y="74"/>
                  <a:pt x="1095" y="56"/>
                </a:cubicBezTo>
                <a:cubicBezTo>
                  <a:pt x="1066" y="41"/>
                  <a:pt x="1028" y="39"/>
                  <a:pt x="997" y="32"/>
                </a:cubicBezTo>
                <a:cubicBezTo>
                  <a:pt x="951" y="22"/>
                  <a:pt x="906" y="9"/>
                  <a:pt x="860" y="0"/>
                </a:cubicBezTo>
                <a:cubicBezTo>
                  <a:pt x="665" y="8"/>
                  <a:pt x="611" y="8"/>
                  <a:pt x="697" y="8"/>
                </a:cubicBezTo>
                <a:close/>
              </a:path>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8200" name="Freeform 8"/>
          <p:cNvSpPr>
            <a:spLocks/>
          </p:cNvSpPr>
          <p:nvPr/>
        </p:nvSpPr>
        <p:spPr bwMode="auto">
          <a:xfrm>
            <a:off x="4929188" y="2908300"/>
            <a:ext cx="579437" cy="771525"/>
          </a:xfrm>
          <a:custGeom>
            <a:avLst/>
            <a:gdLst>
              <a:gd name="T0" fmla="*/ 579437 w 365"/>
              <a:gd name="T1" fmla="*/ 0 h 486"/>
              <a:gd name="T2" fmla="*/ 463550 w 365"/>
              <a:gd name="T3" fmla="*/ 76200 h 486"/>
              <a:gd name="T4" fmla="*/ 322262 w 365"/>
              <a:gd name="T5" fmla="*/ 192088 h 486"/>
              <a:gd name="T6" fmla="*/ 296862 w 365"/>
              <a:gd name="T7" fmla="*/ 231775 h 486"/>
              <a:gd name="T8" fmla="*/ 257175 w 365"/>
              <a:gd name="T9" fmla="*/ 257175 h 486"/>
              <a:gd name="T10" fmla="*/ 244475 w 365"/>
              <a:gd name="T11" fmla="*/ 295275 h 486"/>
              <a:gd name="T12" fmla="*/ 103187 w 365"/>
              <a:gd name="T13" fmla="*/ 552450 h 486"/>
              <a:gd name="T14" fmla="*/ 52387 w 365"/>
              <a:gd name="T15" fmla="*/ 693738 h 486"/>
              <a:gd name="T16" fmla="*/ 0 w 365"/>
              <a:gd name="T17" fmla="*/ 771525 h 486"/>
              <a:gd name="T18" fmla="*/ 12700 w 365"/>
              <a:gd name="T19" fmla="*/ 708025 h 486"/>
              <a:gd name="T20" fmla="*/ 38100 w 365"/>
              <a:gd name="T21" fmla="*/ 630238 h 4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65" h="486">
                <a:moveTo>
                  <a:pt x="365" y="0"/>
                </a:moveTo>
                <a:cubicBezTo>
                  <a:pt x="341" y="24"/>
                  <a:pt x="324" y="37"/>
                  <a:pt x="292" y="48"/>
                </a:cubicBezTo>
                <a:cubicBezTo>
                  <a:pt x="266" y="75"/>
                  <a:pt x="233" y="98"/>
                  <a:pt x="203" y="121"/>
                </a:cubicBezTo>
                <a:cubicBezTo>
                  <a:pt x="198" y="129"/>
                  <a:pt x="194" y="139"/>
                  <a:pt x="187" y="146"/>
                </a:cubicBezTo>
                <a:cubicBezTo>
                  <a:pt x="180" y="153"/>
                  <a:pt x="168" y="154"/>
                  <a:pt x="162" y="162"/>
                </a:cubicBezTo>
                <a:cubicBezTo>
                  <a:pt x="157" y="169"/>
                  <a:pt x="158" y="179"/>
                  <a:pt x="154" y="186"/>
                </a:cubicBezTo>
                <a:cubicBezTo>
                  <a:pt x="125" y="238"/>
                  <a:pt x="84" y="290"/>
                  <a:pt x="65" y="348"/>
                </a:cubicBezTo>
                <a:cubicBezTo>
                  <a:pt x="56" y="376"/>
                  <a:pt x="46" y="411"/>
                  <a:pt x="33" y="437"/>
                </a:cubicBezTo>
                <a:cubicBezTo>
                  <a:pt x="24" y="455"/>
                  <a:pt x="0" y="486"/>
                  <a:pt x="0" y="486"/>
                </a:cubicBezTo>
                <a:cubicBezTo>
                  <a:pt x="3" y="473"/>
                  <a:pt x="4" y="459"/>
                  <a:pt x="8" y="446"/>
                </a:cubicBezTo>
                <a:cubicBezTo>
                  <a:pt x="12" y="429"/>
                  <a:pt x="24" y="397"/>
                  <a:pt x="24" y="397"/>
                </a:cubicBezTo>
              </a:path>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8201" name="Freeform 9"/>
          <p:cNvSpPr>
            <a:spLocks/>
          </p:cNvSpPr>
          <p:nvPr/>
        </p:nvSpPr>
        <p:spPr bwMode="auto">
          <a:xfrm>
            <a:off x="4621213" y="2674938"/>
            <a:ext cx="2128837" cy="2486025"/>
          </a:xfrm>
          <a:custGeom>
            <a:avLst/>
            <a:gdLst>
              <a:gd name="T0" fmla="*/ 1003300 w 1341"/>
              <a:gd name="T1" fmla="*/ 130175 h 1566"/>
              <a:gd name="T2" fmla="*/ 796925 w 1341"/>
              <a:gd name="T3" fmla="*/ 155575 h 1566"/>
              <a:gd name="T4" fmla="*/ 501650 w 1341"/>
              <a:gd name="T5" fmla="*/ 387350 h 1566"/>
              <a:gd name="T6" fmla="*/ 461962 w 1341"/>
              <a:gd name="T7" fmla="*/ 412750 h 1566"/>
              <a:gd name="T8" fmla="*/ 282575 w 1341"/>
              <a:gd name="T9" fmla="*/ 606425 h 1566"/>
              <a:gd name="T10" fmla="*/ 128587 w 1341"/>
              <a:gd name="T11" fmla="*/ 825500 h 1566"/>
              <a:gd name="T12" fmla="*/ 76200 w 1341"/>
              <a:gd name="T13" fmla="*/ 927100 h 1566"/>
              <a:gd name="T14" fmla="*/ 25400 w 1341"/>
              <a:gd name="T15" fmla="*/ 1108075 h 1566"/>
              <a:gd name="T16" fmla="*/ 25400 w 1341"/>
              <a:gd name="T17" fmla="*/ 1533525 h 1566"/>
              <a:gd name="T18" fmla="*/ 50800 w 1341"/>
              <a:gd name="T19" fmla="*/ 1609725 h 1566"/>
              <a:gd name="T20" fmla="*/ 141287 w 1341"/>
              <a:gd name="T21" fmla="*/ 1828800 h 1566"/>
              <a:gd name="T22" fmla="*/ 655637 w 1341"/>
              <a:gd name="T23" fmla="*/ 2355850 h 1566"/>
              <a:gd name="T24" fmla="*/ 925512 w 1341"/>
              <a:gd name="T25" fmla="*/ 2459038 h 1566"/>
              <a:gd name="T26" fmla="*/ 1068387 w 1341"/>
              <a:gd name="T27" fmla="*/ 2486025 h 1566"/>
              <a:gd name="T28" fmla="*/ 1350962 w 1341"/>
              <a:gd name="T29" fmla="*/ 2471738 h 1566"/>
              <a:gd name="T30" fmla="*/ 1454150 w 1341"/>
              <a:gd name="T31" fmla="*/ 2446338 h 1566"/>
              <a:gd name="T32" fmla="*/ 1633537 w 1341"/>
              <a:gd name="T33" fmla="*/ 2370138 h 1566"/>
              <a:gd name="T34" fmla="*/ 1905000 w 1341"/>
              <a:gd name="T35" fmla="*/ 2111375 h 1566"/>
              <a:gd name="T36" fmla="*/ 2071687 w 1341"/>
              <a:gd name="T37" fmla="*/ 1712913 h 1566"/>
              <a:gd name="T38" fmla="*/ 2109787 w 1341"/>
              <a:gd name="T39" fmla="*/ 1443038 h 1566"/>
              <a:gd name="T40" fmla="*/ 1981200 w 1341"/>
              <a:gd name="T41" fmla="*/ 657225 h 1566"/>
              <a:gd name="T42" fmla="*/ 1905000 w 1341"/>
              <a:gd name="T43" fmla="*/ 477838 h 1566"/>
              <a:gd name="T44" fmla="*/ 1852612 w 1341"/>
              <a:gd name="T45" fmla="*/ 400050 h 1566"/>
              <a:gd name="T46" fmla="*/ 1827212 w 1341"/>
              <a:gd name="T47" fmla="*/ 361950 h 1566"/>
              <a:gd name="T48" fmla="*/ 1673225 w 1341"/>
              <a:gd name="T49" fmla="*/ 130175 h 1566"/>
              <a:gd name="T50" fmla="*/ 1479550 w 1341"/>
              <a:gd name="T51" fmla="*/ 14288 h 1566"/>
              <a:gd name="T52" fmla="*/ 900112 w 1341"/>
              <a:gd name="T53" fmla="*/ 90488 h 1566"/>
              <a:gd name="T54" fmla="*/ 849312 w 1341"/>
              <a:gd name="T55" fmla="*/ 142875 h 1566"/>
              <a:gd name="T56" fmla="*/ 865187 w 1341"/>
              <a:gd name="T57" fmla="*/ 68263 h 1566"/>
              <a:gd name="T58" fmla="*/ 788987 w 1341"/>
              <a:gd name="T59" fmla="*/ 68263 h 1566"/>
              <a:gd name="T60" fmla="*/ 865187 w 1341"/>
              <a:gd name="T61" fmla="*/ 68263 h 1566"/>
              <a:gd name="T62" fmla="*/ 865187 w 1341"/>
              <a:gd name="T63" fmla="*/ 144463 h 156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341" h="1566">
                <a:moveTo>
                  <a:pt x="632" y="82"/>
                </a:moveTo>
                <a:cubicBezTo>
                  <a:pt x="587" y="85"/>
                  <a:pt x="543" y="81"/>
                  <a:pt x="502" y="98"/>
                </a:cubicBezTo>
                <a:cubicBezTo>
                  <a:pt x="432" y="128"/>
                  <a:pt x="369" y="190"/>
                  <a:pt x="316" y="244"/>
                </a:cubicBezTo>
                <a:cubicBezTo>
                  <a:pt x="309" y="251"/>
                  <a:pt x="298" y="253"/>
                  <a:pt x="291" y="260"/>
                </a:cubicBezTo>
                <a:cubicBezTo>
                  <a:pt x="249" y="297"/>
                  <a:pt x="213" y="339"/>
                  <a:pt x="178" y="382"/>
                </a:cubicBezTo>
                <a:cubicBezTo>
                  <a:pt x="143" y="425"/>
                  <a:pt x="118" y="480"/>
                  <a:pt x="81" y="520"/>
                </a:cubicBezTo>
                <a:cubicBezTo>
                  <a:pt x="61" y="600"/>
                  <a:pt x="91" y="500"/>
                  <a:pt x="48" y="584"/>
                </a:cubicBezTo>
                <a:cubicBezTo>
                  <a:pt x="31" y="617"/>
                  <a:pt x="28" y="663"/>
                  <a:pt x="16" y="698"/>
                </a:cubicBezTo>
                <a:cubicBezTo>
                  <a:pt x="0" y="810"/>
                  <a:pt x="0" y="790"/>
                  <a:pt x="16" y="966"/>
                </a:cubicBezTo>
                <a:cubicBezTo>
                  <a:pt x="18" y="983"/>
                  <a:pt x="32" y="1014"/>
                  <a:pt x="32" y="1014"/>
                </a:cubicBezTo>
                <a:cubicBezTo>
                  <a:pt x="41" y="1068"/>
                  <a:pt x="65" y="1103"/>
                  <a:pt x="89" y="1152"/>
                </a:cubicBezTo>
                <a:cubicBezTo>
                  <a:pt x="166" y="1309"/>
                  <a:pt x="253" y="1402"/>
                  <a:pt x="413" y="1484"/>
                </a:cubicBezTo>
                <a:cubicBezTo>
                  <a:pt x="462" y="1509"/>
                  <a:pt x="528" y="1538"/>
                  <a:pt x="583" y="1549"/>
                </a:cubicBezTo>
                <a:cubicBezTo>
                  <a:pt x="613" y="1555"/>
                  <a:pt x="673" y="1566"/>
                  <a:pt x="673" y="1566"/>
                </a:cubicBezTo>
                <a:cubicBezTo>
                  <a:pt x="732" y="1563"/>
                  <a:pt x="792" y="1563"/>
                  <a:pt x="851" y="1557"/>
                </a:cubicBezTo>
                <a:cubicBezTo>
                  <a:pt x="873" y="1555"/>
                  <a:pt x="916" y="1541"/>
                  <a:pt x="916" y="1541"/>
                </a:cubicBezTo>
                <a:cubicBezTo>
                  <a:pt x="952" y="1523"/>
                  <a:pt x="991" y="1506"/>
                  <a:pt x="1029" y="1493"/>
                </a:cubicBezTo>
                <a:cubicBezTo>
                  <a:pt x="1085" y="1437"/>
                  <a:pt x="1152" y="1397"/>
                  <a:pt x="1200" y="1330"/>
                </a:cubicBezTo>
                <a:cubicBezTo>
                  <a:pt x="1254" y="1255"/>
                  <a:pt x="1276" y="1165"/>
                  <a:pt x="1305" y="1079"/>
                </a:cubicBezTo>
                <a:cubicBezTo>
                  <a:pt x="1325" y="958"/>
                  <a:pt x="1317" y="1015"/>
                  <a:pt x="1329" y="909"/>
                </a:cubicBezTo>
                <a:cubicBezTo>
                  <a:pt x="1325" y="763"/>
                  <a:pt x="1341" y="550"/>
                  <a:pt x="1248" y="414"/>
                </a:cubicBezTo>
                <a:cubicBezTo>
                  <a:pt x="1224" y="343"/>
                  <a:pt x="1239" y="381"/>
                  <a:pt x="1200" y="301"/>
                </a:cubicBezTo>
                <a:cubicBezTo>
                  <a:pt x="1191" y="283"/>
                  <a:pt x="1178" y="268"/>
                  <a:pt x="1167" y="252"/>
                </a:cubicBezTo>
                <a:cubicBezTo>
                  <a:pt x="1162" y="244"/>
                  <a:pt x="1151" y="228"/>
                  <a:pt x="1151" y="228"/>
                </a:cubicBezTo>
                <a:cubicBezTo>
                  <a:pt x="1133" y="173"/>
                  <a:pt x="1095" y="123"/>
                  <a:pt x="1054" y="82"/>
                </a:cubicBezTo>
                <a:cubicBezTo>
                  <a:pt x="1032" y="15"/>
                  <a:pt x="993" y="19"/>
                  <a:pt x="932" y="9"/>
                </a:cubicBezTo>
                <a:cubicBezTo>
                  <a:pt x="794" y="13"/>
                  <a:pt x="685" y="0"/>
                  <a:pt x="567" y="57"/>
                </a:cubicBezTo>
                <a:cubicBezTo>
                  <a:pt x="546" y="79"/>
                  <a:pt x="557" y="68"/>
                  <a:pt x="535" y="90"/>
                </a:cubicBezTo>
                <a:lnTo>
                  <a:pt x="545" y="43"/>
                </a:lnTo>
                <a:lnTo>
                  <a:pt x="497" y="43"/>
                </a:lnTo>
                <a:lnTo>
                  <a:pt x="545" y="43"/>
                </a:lnTo>
                <a:lnTo>
                  <a:pt x="545" y="91"/>
                </a:lnTo>
              </a:path>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8202" name="Oval 10"/>
          <p:cNvSpPr>
            <a:spLocks noChangeArrowheads="1"/>
          </p:cNvSpPr>
          <p:nvPr/>
        </p:nvSpPr>
        <p:spPr bwMode="auto">
          <a:xfrm>
            <a:off x="4343400" y="2819400"/>
            <a:ext cx="2438400" cy="2438400"/>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IN"/>
          </a:p>
        </p:txBody>
      </p:sp>
      <p:grpSp>
        <p:nvGrpSpPr>
          <p:cNvPr id="8203" name="Group 11"/>
          <p:cNvGrpSpPr>
            <a:grpSpLocks/>
          </p:cNvGrpSpPr>
          <p:nvPr/>
        </p:nvGrpSpPr>
        <p:grpSpPr bwMode="auto">
          <a:xfrm>
            <a:off x="990600" y="1752600"/>
            <a:ext cx="2819400" cy="4343400"/>
            <a:chOff x="288" y="1392"/>
            <a:chExt cx="1776" cy="2736"/>
          </a:xfrm>
        </p:grpSpPr>
        <p:sp>
          <p:nvSpPr>
            <p:cNvPr id="8205" name="Rectangle 12"/>
            <p:cNvSpPr>
              <a:spLocks noChangeArrowheads="1"/>
            </p:cNvSpPr>
            <p:nvPr/>
          </p:nvSpPr>
          <p:spPr bwMode="auto">
            <a:xfrm>
              <a:off x="1344" y="1392"/>
              <a:ext cx="240"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50000"/>
                </a:spcBef>
              </a:pPr>
              <a:r>
                <a:rPr lang="en-US"/>
                <a:t>A</a:t>
              </a:r>
            </a:p>
          </p:txBody>
        </p:sp>
        <p:sp>
          <p:nvSpPr>
            <p:cNvPr id="8206" name="Rectangle 13"/>
            <p:cNvSpPr>
              <a:spLocks noChangeArrowheads="1"/>
            </p:cNvSpPr>
            <p:nvPr/>
          </p:nvSpPr>
          <p:spPr bwMode="auto">
            <a:xfrm>
              <a:off x="912" y="1920"/>
              <a:ext cx="240"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50000"/>
                </a:spcBef>
              </a:pPr>
              <a:r>
                <a:rPr lang="en-US"/>
                <a:t>B</a:t>
              </a:r>
            </a:p>
          </p:txBody>
        </p:sp>
        <p:sp>
          <p:nvSpPr>
            <p:cNvPr id="8207" name="Rectangle 14"/>
            <p:cNvSpPr>
              <a:spLocks noChangeArrowheads="1"/>
            </p:cNvSpPr>
            <p:nvPr/>
          </p:nvSpPr>
          <p:spPr bwMode="auto">
            <a:xfrm>
              <a:off x="1824" y="1920"/>
              <a:ext cx="240"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50000"/>
                </a:spcBef>
              </a:pPr>
              <a:r>
                <a:rPr lang="en-US"/>
                <a:t>C</a:t>
              </a:r>
            </a:p>
          </p:txBody>
        </p:sp>
        <p:sp>
          <p:nvSpPr>
            <p:cNvPr id="8208" name="Rectangle 15"/>
            <p:cNvSpPr>
              <a:spLocks noChangeArrowheads="1"/>
            </p:cNvSpPr>
            <p:nvPr/>
          </p:nvSpPr>
          <p:spPr bwMode="auto">
            <a:xfrm>
              <a:off x="288" y="2592"/>
              <a:ext cx="240"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50000"/>
                </a:spcBef>
              </a:pPr>
              <a:r>
                <a:rPr lang="en-US"/>
                <a:t>D</a:t>
              </a:r>
            </a:p>
          </p:txBody>
        </p:sp>
        <p:sp>
          <p:nvSpPr>
            <p:cNvPr id="8209" name="Rectangle 16"/>
            <p:cNvSpPr>
              <a:spLocks noChangeArrowheads="1"/>
            </p:cNvSpPr>
            <p:nvPr/>
          </p:nvSpPr>
          <p:spPr bwMode="auto">
            <a:xfrm>
              <a:off x="912" y="3360"/>
              <a:ext cx="240"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50000"/>
                </a:spcBef>
              </a:pPr>
              <a:r>
                <a:rPr lang="en-US"/>
                <a:t>G</a:t>
              </a:r>
            </a:p>
          </p:txBody>
        </p:sp>
        <p:sp>
          <p:nvSpPr>
            <p:cNvPr id="8210" name="Rectangle 17"/>
            <p:cNvSpPr>
              <a:spLocks noChangeArrowheads="1"/>
            </p:cNvSpPr>
            <p:nvPr/>
          </p:nvSpPr>
          <p:spPr bwMode="auto">
            <a:xfrm>
              <a:off x="912" y="2592"/>
              <a:ext cx="240"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50000"/>
                </a:spcBef>
              </a:pPr>
              <a:r>
                <a:rPr lang="en-US"/>
                <a:t>E</a:t>
              </a:r>
            </a:p>
          </p:txBody>
        </p:sp>
        <p:sp>
          <p:nvSpPr>
            <p:cNvPr id="8211" name="Rectangle 18"/>
            <p:cNvSpPr>
              <a:spLocks noChangeArrowheads="1"/>
            </p:cNvSpPr>
            <p:nvPr/>
          </p:nvSpPr>
          <p:spPr bwMode="auto">
            <a:xfrm>
              <a:off x="1584" y="2592"/>
              <a:ext cx="240"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50000"/>
                </a:spcBef>
              </a:pPr>
              <a:r>
                <a:rPr lang="en-US"/>
                <a:t>F</a:t>
              </a:r>
            </a:p>
          </p:txBody>
        </p:sp>
        <p:sp>
          <p:nvSpPr>
            <p:cNvPr id="8212" name="Line 19"/>
            <p:cNvSpPr>
              <a:spLocks noChangeShapeType="1"/>
            </p:cNvSpPr>
            <p:nvPr/>
          </p:nvSpPr>
          <p:spPr bwMode="auto">
            <a:xfrm>
              <a:off x="1584" y="1633"/>
              <a:ext cx="288"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8213" name="Line 20"/>
            <p:cNvSpPr>
              <a:spLocks noChangeShapeType="1"/>
            </p:cNvSpPr>
            <p:nvPr/>
          </p:nvSpPr>
          <p:spPr bwMode="auto">
            <a:xfrm flipH="1">
              <a:off x="1056" y="1632"/>
              <a:ext cx="288"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8214" name="Line 21"/>
            <p:cNvSpPr>
              <a:spLocks noChangeShapeType="1"/>
            </p:cNvSpPr>
            <p:nvPr/>
          </p:nvSpPr>
          <p:spPr bwMode="auto">
            <a:xfrm>
              <a:off x="1008" y="2208"/>
              <a:ext cx="0"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8215" name="Line 22"/>
            <p:cNvSpPr>
              <a:spLocks noChangeShapeType="1"/>
            </p:cNvSpPr>
            <p:nvPr/>
          </p:nvSpPr>
          <p:spPr bwMode="auto">
            <a:xfrm flipH="1">
              <a:off x="528" y="2208"/>
              <a:ext cx="384"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8216" name="Line 23"/>
            <p:cNvSpPr>
              <a:spLocks noChangeShapeType="1"/>
            </p:cNvSpPr>
            <p:nvPr/>
          </p:nvSpPr>
          <p:spPr bwMode="auto">
            <a:xfrm>
              <a:off x="1152" y="2208"/>
              <a:ext cx="432"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IN"/>
            </a:p>
          </p:txBody>
        </p:sp>
        <p:sp>
          <p:nvSpPr>
            <p:cNvPr id="8217" name="Line 24"/>
            <p:cNvSpPr>
              <a:spLocks noChangeShapeType="1"/>
            </p:cNvSpPr>
            <p:nvPr/>
          </p:nvSpPr>
          <p:spPr bwMode="auto">
            <a:xfrm>
              <a:off x="1056" y="2832"/>
              <a:ext cx="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8218" name="Rectangle 25"/>
            <p:cNvSpPr>
              <a:spLocks noChangeArrowheads="1"/>
            </p:cNvSpPr>
            <p:nvPr/>
          </p:nvSpPr>
          <p:spPr bwMode="auto">
            <a:xfrm>
              <a:off x="1344" y="3888"/>
              <a:ext cx="240"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50000"/>
                </a:spcBef>
              </a:pPr>
              <a:r>
                <a:rPr lang="en-US"/>
                <a:t>I</a:t>
              </a:r>
            </a:p>
          </p:txBody>
        </p:sp>
        <p:sp>
          <p:nvSpPr>
            <p:cNvPr id="8219" name="Line 26"/>
            <p:cNvSpPr>
              <a:spLocks noChangeShapeType="1"/>
            </p:cNvSpPr>
            <p:nvPr/>
          </p:nvSpPr>
          <p:spPr bwMode="auto">
            <a:xfrm>
              <a:off x="1152" y="3600"/>
              <a:ext cx="192"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sp>
          <p:nvSpPr>
            <p:cNvPr id="8220" name="Rectangle 27"/>
            <p:cNvSpPr>
              <a:spLocks noChangeArrowheads="1"/>
            </p:cNvSpPr>
            <p:nvPr/>
          </p:nvSpPr>
          <p:spPr bwMode="auto">
            <a:xfrm>
              <a:off x="336" y="3888"/>
              <a:ext cx="240"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50000"/>
                </a:spcBef>
              </a:pPr>
              <a:r>
                <a:rPr lang="en-US"/>
                <a:t>H</a:t>
              </a:r>
            </a:p>
          </p:txBody>
        </p:sp>
        <p:sp>
          <p:nvSpPr>
            <p:cNvPr id="8221" name="Line 28"/>
            <p:cNvSpPr>
              <a:spLocks noChangeShapeType="1"/>
            </p:cNvSpPr>
            <p:nvPr/>
          </p:nvSpPr>
          <p:spPr bwMode="auto">
            <a:xfrm flipH="1">
              <a:off x="576" y="3600"/>
              <a:ext cx="336"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N"/>
            </a:p>
          </p:txBody>
        </p:sp>
      </p:grpSp>
      <p:sp>
        <p:nvSpPr>
          <p:cNvPr id="8204" name="Text Box 29"/>
          <p:cNvSpPr txBox="1">
            <a:spLocks noChangeArrowheads="1"/>
          </p:cNvSpPr>
          <p:nvPr/>
        </p:nvSpPr>
        <p:spPr bwMode="auto">
          <a:xfrm>
            <a:off x="4419600" y="1524000"/>
            <a:ext cx="4114800" cy="466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charset="0"/>
              </a:defRPr>
            </a:lvl1pPr>
            <a:lvl2pPr marL="742950" indent="-285750" eaLnBrk="0" hangingPunct="0">
              <a:defRPr sz="2400">
                <a:solidFill>
                  <a:schemeClr val="tx1"/>
                </a:solidFill>
                <a:latin typeface="Times New Roman" charset="0"/>
              </a:defRPr>
            </a:lvl2pPr>
            <a:lvl3pPr marL="1143000" indent="-228600" eaLnBrk="0" hangingPunct="0">
              <a:defRPr sz="2400">
                <a:solidFill>
                  <a:schemeClr val="tx1"/>
                </a:solidFill>
                <a:latin typeface="Times New Roman" charset="0"/>
              </a:defRPr>
            </a:lvl3pPr>
            <a:lvl4pPr marL="1600200" indent="-228600" eaLnBrk="0" hangingPunct="0">
              <a:defRPr sz="2400">
                <a:solidFill>
                  <a:schemeClr val="tx1"/>
                </a:solidFill>
                <a:latin typeface="Times New Roman" charset="0"/>
              </a:defRPr>
            </a:lvl4pPr>
            <a:lvl5pPr marL="2057400" indent="-228600" eaLnBrk="0" hangingPunct="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pPr>
              <a:spcBef>
                <a:spcPct val="50000"/>
              </a:spcBef>
            </a:pPr>
            <a:r>
              <a:rPr lang="en-US" b="1"/>
              <a:t>Property</a:t>
            </a:r>
            <a:r>
              <a:rPr lang="en-US"/>
              <a:t>		</a:t>
            </a:r>
            <a:r>
              <a:rPr lang="en-US" b="1"/>
              <a:t>Value</a:t>
            </a:r>
          </a:p>
          <a:p>
            <a:pPr>
              <a:lnSpc>
                <a:spcPct val="60000"/>
              </a:lnSpc>
              <a:spcBef>
                <a:spcPct val="55000"/>
              </a:spcBef>
            </a:pPr>
            <a:r>
              <a:rPr lang="en-US"/>
              <a:t>Number of nodes</a:t>
            </a:r>
          </a:p>
          <a:p>
            <a:pPr>
              <a:lnSpc>
                <a:spcPct val="60000"/>
              </a:lnSpc>
              <a:spcBef>
                <a:spcPct val="55000"/>
              </a:spcBef>
            </a:pPr>
            <a:r>
              <a:rPr lang="en-US"/>
              <a:t>Height</a:t>
            </a:r>
          </a:p>
          <a:p>
            <a:pPr>
              <a:lnSpc>
                <a:spcPct val="60000"/>
              </a:lnSpc>
              <a:spcBef>
                <a:spcPct val="55000"/>
              </a:spcBef>
            </a:pPr>
            <a:r>
              <a:rPr lang="en-US"/>
              <a:t>Root Node</a:t>
            </a:r>
          </a:p>
          <a:p>
            <a:pPr>
              <a:lnSpc>
                <a:spcPct val="60000"/>
              </a:lnSpc>
              <a:spcBef>
                <a:spcPct val="55000"/>
              </a:spcBef>
            </a:pPr>
            <a:r>
              <a:rPr lang="en-US"/>
              <a:t>Leaves</a:t>
            </a:r>
          </a:p>
          <a:p>
            <a:pPr>
              <a:lnSpc>
                <a:spcPct val="60000"/>
              </a:lnSpc>
              <a:spcBef>
                <a:spcPct val="55000"/>
              </a:spcBef>
            </a:pPr>
            <a:r>
              <a:rPr lang="en-US"/>
              <a:t>Interior nodes</a:t>
            </a:r>
          </a:p>
          <a:p>
            <a:pPr>
              <a:lnSpc>
                <a:spcPct val="60000"/>
              </a:lnSpc>
              <a:spcBef>
                <a:spcPct val="55000"/>
              </a:spcBef>
            </a:pPr>
            <a:r>
              <a:rPr lang="en-US"/>
              <a:t>Ancestors of  H</a:t>
            </a:r>
          </a:p>
          <a:p>
            <a:pPr>
              <a:lnSpc>
                <a:spcPct val="60000"/>
              </a:lnSpc>
              <a:spcBef>
                <a:spcPct val="55000"/>
              </a:spcBef>
            </a:pPr>
            <a:r>
              <a:rPr lang="en-US"/>
              <a:t>Descendants of  B</a:t>
            </a:r>
          </a:p>
          <a:p>
            <a:pPr>
              <a:lnSpc>
                <a:spcPct val="60000"/>
              </a:lnSpc>
              <a:spcBef>
                <a:spcPct val="55000"/>
              </a:spcBef>
            </a:pPr>
            <a:r>
              <a:rPr lang="en-US"/>
              <a:t>Siblings of  E</a:t>
            </a:r>
          </a:p>
          <a:p>
            <a:pPr>
              <a:lnSpc>
                <a:spcPct val="60000"/>
              </a:lnSpc>
              <a:spcBef>
                <a:spcPct val="55000"/>
              </a:spcBef>
            </a:pPr>
            <a:r>
              <a:rPr lang="en-US"/>
              <a:t>Right subtree of A</a:t>
            </a:r>
          </a:p>
          <a:p>
            <a:pPr>
              <a:lnSpc>
                <a:spcPct val="60000"/>
              </a:lnSpc>
              <a:spcBef>
                <a:spcPct val="55000"/>
              </a:spcBef>
            </a:pPr>
            <a:r>
              <a:rPr lang="en-US"/>
              <a:t>Degree of this tree</a:t>
            </a:r>
          </a:p>
        </p:txBody>
      </p:sp>
    </p:spTree>
    <p:extLst>
      <p:ext uri="{BB962C8B-B14F-4D97-AF65-F5344CB8AC3E}">
        <p14:creationId xmlns:p14="http://schemas.microsoft.com/office/powerpoint/2010/main" val="340902454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a:xfrm>
            <a:off x="455613" y="198438"/>
            <a:ext cx="8226425" cy="1143000"/>
          </a:xfrm>
        </p:spPr>
        <p:txBody>
          <a:bodyPr/>
          <a:lstStyle/>
          <a:p>
            <a:pPr eaLnBrk="1" hangingPunct="1">
              <a:defRPr/>
            </a:pPr>
            <a:endParaRPr lang="en-US" altLang="zh-TW" dirty="0" smtClean="0"/>
          </a:p>
        </p:txBody>
      </p:sp>
      <p:sp>
        <p:nvSpPr>
          <p:cNvPr id="128003" name="Rectangle 3"/>
          <p:cNvSpPr>
            <a:spLocks noGrp="1" noChangeArrowheads="1"/>
          </p:cNvSpPr>
          <p:nvPr>
            <p:ph type="body" idx="1"/>
          </p:nvPr>
        </p:nvSpPr>
        <p:spPr>
          <a:xfrm>
            <a:off x="107950" y="1050925"/>
            <a:ext cx="8226425" cy="4106863"/>
          </a:xfrm>
        </p:spPr>
        <p:txBody>
          <a:bodyPr/>
          <a:lstStyle/>
          <a:p>
            <a:pPr eaLnBrk="1" hangingPunct="1">
              <a:lnSpc>
                <a:spcPct val="80000"/>
              </a:lnSpc>
              <a:defRPr/>
            </a:pPr>
            <a:r>
              <a:rPr lang="en-US" altLang="zh-TW" sz="2400" smtClean="0"/>
              <a:t>Example</a:t>
            </a:r>
          </a:p>
          <a:p>
            <a:pPr lvl="1" eaLnBrk="1" hangingPunct="1">
              <a:lnSpc>
                <a:spcPct val="80000"/>
              </a:lnSpc>
              <a:buFont typeface="Wingdings" pitchFamily="2" charset="2"/>
              <a:buNone/>
              <a:defRPr/>
            </a:pPr>
            <a:r>
              <a:rPr lang="en-US" altLang="zh-TW" sz="2000" i="1" smtClean="0">
                <a:solidFill>
                  <a:srgbClr val="0000FF"/>
                </a:solidFill>
                <a:effectLst/>
              </a:rPr>
              <a:t>A</a:t>
            </a:r>
            <a:r>
              <a:rPr lang="en-US" altLang="zh-TW" sz="2000" i="1" smtClean="0">
                <a:effectLst/>
              </a:rPr>
              <a:t> </a:t>
            </a:r>
            <a:r>
              <a:rPr lang="en-US" altLang="zh-TW" sz="2000" smtClean="0">
                <a:effectLst/>
              </a:rPr>
              <a:t>is the </a:t>
            </a:r>
            <a:r>
              <a:rPr lang="en-US" altLang="zh-TW" sz="2000" i="1" smtClean="0">
                <a:solidFill>
                  <a:srgbClr val="0000FF"/>
                </a:solidFill>
                <a:effectLst/>
              </a:rPr>
              <a:t>root</a:t>
            </a:r>
            <a:r>
              <a:rPr lang="en-US" altLang="zh-TW" sz="2000" i="1" smtClean="0">
                <a:effectLst/>
              </a:rPr>
              <a:t> </a:t>
            </a:r>
            <a:r>
              <a:rPr lang="en-US" altLang="zh-TW" sz="2000" smtClean="0">
                <a:effectLst/>
              </a:rPr>
              <a:t>node</a:t>
            </a:r>
          </a:p>
          <a:p>
            <a:pPr lvl="1" eaLnBrk="1" hangingPunct="1">
              <a:lnSpc>
                <a:spcPct val="80000"/>
              </a:lnSpc>
              <a:buFont typeface="Wingdings" pitchFamily="2" charset="2"/>
              <a:buNone/>
              <a:defRPr/>
            </a:pPr>
            <a:r>
              <a:rPr lang="en-US" altLang="zh-TW" sz="2000" i="1" smtClean="0">
                <a:solidFill>
                  <a:srgbClr val="0000FF"/>
                </a:solidFill>
                <a:effectLst/>
              </a:rPr>
              <a:t>B </a:t>
            </a:r>
            <a:r>
              <a:rPr lang="en-US" altLang="zh-TW" sz="2000" smtClean="0">
                <a:effectLst/>
              </a:rPr>
              <a:t>is the</a:t>
            </a:r>
            <a:r>
              <a:rPr lang="en-US" altLang="zh-TW" sz="2000" smtClean="0">
                <a:solidFill>
                  <a:srgbClr val="000000"/>
                </a:solidFill>
                <a:effectLst/>
              </a:rPr>
              <a:t> </a:t>
            </a:r>
            <a:r>
              <a:rPr lang="en-US" altLang="zh-TW" sz="2000" i="1" smtClean="0">
                <a:solidFill>
                  <a:srgbClr val="0000FF"/>
                </a:solidFill>
                <a:effectLst/>
              </a:rPr>
              <a:t>parent </a:t>
            </a:r>
            <a:r>
              <a:rPr lang="en-US" altLang="zh-TW" sz="2000" smtClean="0">
                <a:effectLst/>
              </a:rPr>
              <a:t>of D and E</a:t>
            </a:r>
          </a:p>
          <a:p>
            <a:pPr lvl="1" eaLnBrk="1" hangingPunct="1">
              <a:lnSpc>
                <a:spcPct val="80000"/>
              </a:lnSpc>
              <a:buFont typeface="Wingdings" pitchFamily="2" charset="2"/>
              <a:buNone/>
              <a:defRPr/>
            </a:pPr>
            <a:r>
              <a:rPr lang="en-US" altLang="zh-TW" sz="2000" i="1" smtClean="0">
                <a:solidFill>
                  <a:srgbClr val="0000FF"/>
                </a:solidFill>
                <a:effectLst/>
              </a:rPr>
              <a:t>C </a:t>
            </a:r>
            <a:r>
              <a:rPr lang="en-US" altLang="zh-TW" sz="2000" smtClean="0">
                <a:effectLst/>
              </a:rPr>
              <a:t>is the</a:t>
            </a:r>
            <a:r>
              <a:rPr lang="en-US" altLang="zh-TW" sz="2000" smtClean="0">
                <a:solidFill>
                  <a:srgbClr val="000000"/>
                </a:solidFill>
                <a:effectLst/>
              </a:rPr>
              <a:t> </a:t>
            </a:r>
            <a:r>
              <a:rPr lang="en-US" altLang="zh-TW" sz="2000" i="1" smtClean="0">
                <a:solidFill>
                  <a:srgbClr val="0000FF"/>
                </a:solidFill>
                <a:effectLst/>
              </a:rPr>
              <a:t>sibling </a:t>
            </a:r>
            <a:r>
              <a:rPr lang="en-US" altLang="zh-TW" sz="2000" smtClean="0">
                <a:effectLst/>
              </a:rPr>
              <a:t>of B</a:t>
            </a:r>
          </a:p>
          <a:p>
            <a:pPr lvl="1" eaLnBrk="1" hangingPunct="1">
              <a:lnSpc>
                <a:spcPct val="80000"/>
              </a:lnSpc>
              <a:buFont typeface="Wingdings" pitchFamily="2" charset="2"/>
              <a:buNone/>
              <a:defRPr/>
            </a:pPr>
            <a:r>
              <a:rPr lang="en-US" altLang="zh-TW" sz="2000" i="1" smtClean="0">
                <a:solidFill>
                  <a:srgbClr val="0000FF"/>
                </a:solidFill>
                <a:effectLst/>
              </a:rPr>
              <a:t>D </a:t>
            </a:r>
            <a:r>
              <a:rPr lang="en-US" altLang="zh-TW" sz="2000" smtClean="0">
                <a:effectLst/>
              </a:rPr>
              <a:t>and </a:t>
            </a:r>
            <a:r>
              <a:rPr lang="en-US" altLang="zh-TW" sz="2000" i="1" smtClean="0">
                <a:solidFill>
                  <a:srgbClr val="0000FF"/>
                </a:solidFill>
                <a:effectLst/>
              </a:rPr>
              <a:t>E </a:t>
            </a:r>
            <a:r>
              <a:rPr lang="en-US" altLang="zh-TW" sz="2000" smtClean="0">
                <a:effectLst/>
              </a:rPr>
              <a:t>are the</a:t>
            </a:r>
            <a:r>
              <a:rPr lang="en-US" altLang="zh-TW" sz="2000" smtClean="0">
                <a:solidFill>
                  <a:srgbClr val="000000"/>
                </a:solidFill>
                <a:effectLst/>
              </a:rPr>
              <a:t> </a:t>
            </a:r>
            <a:r>
              <a:rPr lang="en-US" altLang="zh-TW" sz="2000" i="1" smtClean="0">
                <a:solidFill>
                  <a:srgbClr val="0000FF"/>
                </a:solidFill>
                <a:effectLst/>
              </a:rPr>
              <a:t>children </a:t>
            </a:r>
            <a:r>
              <a:rPr lang="en-US" altLang="zh-TW" sz="2000" smtClean="0">
                <a:effectLst/>
              </a:rPr>
              <a:t>of B</a:t>
            </a:r>
          </a:p>
          <a:p>
            <a:pPr lvl="1" eaLnBrk="1" hangingPunct="1">
              <a:lnSpc>
                <a:spcPct val="80000"/>
              </a:lnSpc>
              <a:buFont typeface="Wingdings" pitchFamily="2" charset="2"/>
              <a:buNone/>
              <a:defRPr/>
            </a:pPr>
            <a:r>
              <a:rPr lang="en-US" altLang="zh-TW" sz="2000" i="1" smtClean="0">
                <a:solidFill>
                  <a:srgbClr val="0A9A0A"/>
                </a:solidFill>
                <a:effectLst/>
              </a:rPr>
              <a:t>D, E, F, G, I</a:t>
            </a:r>
            <a:r>
              <a:rPr lang="en-US" altLang="zh-TW" sz="2000" smtClean="0">
                <a:effectLst/>
              </a:rPr>
              <a:t> are</a:t>
            </a:r>
            <a:r>
              <a:rPr lang="en-US" altLang="zh-TW" sz="2000" smtClean="0">
                <a:solidFill>
                  <a:srgbClr val="000000"/>
                </a:solidFill>
                <a:effectLst/>
              </a:rPr>
              <a:t> </a:t>
            </a:r>
            <a:r>
              <a:rPr lang="en-US" altLang="zh-TW" sz="2000" i="1" smtClean="0">
                <a:solidFill>
                  <a:srgbClr val="0A9A0A"/>
                </a:solidFill>
                <a:effectLst/>
              </a:rPr>
              <a:t>external nodes</a:t>
            </a:r>
            <a:r>
              <a:rPr lang="en-US" altLang="zh-TW" sz="2000" smtClean="0">
                <a:effectLst/>
              </a:rPr>
              <a:t>, or</a:t>
            </a:r>
            <a:r>
              <a:rPr lang="en-US" altLang="zh-TW" sz="2000" smtClean="0">
                <a:solidFill>
                  <a:srgbClr val="000000"/>
                </a:solidFill>
                <a:effectLst/>
              </a:rPr>
              <a:t> </a:t>
            </a:r>
            <a:r>
              <a:rPr lang="en-US" altLang="zh-TW" sz="2000" i="1" smtClean="0">
                <a:solidFill>
                  <a:srgbClr val="0A9A0A"/>
                </a:solidFill>
                <a:effectLst/>
              </a:rPr>
              <a:t>leaves</a:t>
            </a:r>
          </a:p>
          <a:p>
            <a:pPr lvl="1" eaLnBrk="1" hangingPunct="1">
              <a:lnSpc>
                <a:spcPct val="80000"/>
              </a:lnSpc>
              <a:buFont typeface="Wingdings" pitchFamily="2" charset="2"/>
              <a:buNone/>
              <a:defRPr/>
            </a:pPr>
            <a:r>
              <a:rPr lang="en-US" altLang="zh-TW" sz="2000" i="1" smtClean="0">
                <a:solidFill>
                  <a:srgbClr val="0000FF"/>
                </a:solidFill>
                <a:effectLst/>
              </a:rPr>
              <a:t>A, B, C, H</a:t>
            </a:r>
            <a:r>
              <a:rPr lang="en-US" altLang="zh-TW" sz="2000" i="1" smtClean="0">
                <a:effectLst/>
              </a:rPr>
              <a:t> </a:t>
            </a:r>
            <a:r>
              <a:rPr lang="en-US" altLang="zh-TW" sz="2000" smtClean="0">
                <a:effectLst/>
              </a:rPr>
              <a:t>are </a:t>
            </a:r>
            <a:r>
              <a:rPr lang="en-US" altLang="zh-TW" sz="2000" i="1" smtClean="0">
                <a:solidFill>
                  <a:srgbClr val="0000FF"/>
                </a:solidFill>
                <a:effectLst/>
              </a:rPr>
              <a:t>internal nodes</a:t>
            </a:r>
          </a:p>
          <a:p>
            <a:pPr lvl="1" eaLnBrk="1" hangingPunct="1">
              <a:lnSpc>
                <a:spcPct val="80000"/>
              </a:lnSpc>
              <a:buFont typeface="Wingdings" pitchFamily="2" charset="2"/>
              <a:buNone/>
              <a:defRPr/>
            </a:pPr>
            <a:r>
              <a:rPr lang="en-US" altLang="zh-TW" sz="2000" smtClean="0">
                <a:effectLst/>
              </a:rPr>
              <a:t>The </a:t>
            </a:r>
            <a:r>
              <a:rPr lang="en-US" altLang="zh-TW" sz="2000" i="1" smtClean="0">
                <a:solidFill>
                  <a:srgbClr val="FF0000"/>
                </a:solidFill>
                <a:effectLst/>
              </a:rPr>
              <a:t>level</a:t>
            </a:r>
            <a:r>
              <a:rPr lang="en-US" altLang="zh-TW" sz="2000" smtClean="0">
                <a:effectLst/>
              </a:rPr>
              <a:t> of </a:t>
            </a:r>
            <a:r>
              <a:rPr lang="en-US" altLang="zh-TW" sz="2000" i="1" smtClean="0">
                <a:solidFill>
                  <a:srgbClr val="0A9A0A"/>
                </a:solidFill>
                <a:effectLst/>
              </a:rPr>
              <a:t>E</a:t>
            </a:r>
            <a:r>
              <a:rPr lang="en-US" altLang="zh-TW" sz="2000" i="1" smtClean="0">
                <a:effectLst/>
              </a:rPr>
              <a:t> </a:t>
            </a:r>
            <a:r>
              <a:rPr lang="en-US" altLang="zh-TW" sz="2000" smtClean="0">
                <a:effectLst/>
              </a:rPr>
              <a:t>is </a:t>
            </a:r>
            <a:r>
              <a:rPr lang="en-US" altLang="zh-TW" sz="2000" i="1" smtClean="0">
                <a:solidFill>
                  <a:srgbClr val="FF0000"/>
                </a:solidFill>
                <a:effectLst/>
              </a:rPr>
              <a:t>3</a:t>
            </a:r>
          </a:p>
          <a:p>
            <a:pPr lvl="1" eaLnBrk="1" hangingPunct="1">
              <a:lnSpc>
                <a:spcPct val="80000"/>
              </a:lnSpc>
              <a:buFont typeface="Wingdings" pitchFamily="2" charset="2"/>
              <a:buNone/>
              <a:defRPr/>
            </a:pPr>
            <a:r>
              <a:rPr lang="en-US" altLang="zh-TW" sz="2000" smtClean="0">
                <a:effectLst/>
              </a:rPr>
              <a:t>The </a:t>
            </a:r>
            <a:r>
              <a:rPr lang="en-US" altLang="zh-TW" sz="2000" i="1" smtClean="0">
                <a:solidFill>
                  <a:srgbClr val="FF0000"/>
                </a:solidFill>
                <a:effectLst/>
              </a:rPr>
              <a:t>height (depth) </a:t>
            </a:r>
            <a:r>
              <a:rPr lang="en-US" altLang="zh-TW" sz="2000" smtClean="0">
                <a:effectLst/>
              </a:rPr>
              <a:t>of the tree is</a:t>
            </a:r>
            <a:r>
              <a:rPr lang="en-US" altLang="zh-TW" sz="2000" smtClean="0">
                <a:solidFill>
                  <a:srgbClr val="000000"/>
                </a:solidFill>
                <a:effectLst/>
              </a:rPr>
              <a:t> </a:t>
            </a:r>
            <a:r>
              <a:rPr lang="en-US" altLang="zh-TW" sz="2000" i="1" smtClean="0">
                <a:solidFill>
                  <a:srgbClr val="FF0000"/>
                </a:solidFill>
                <a:effectLst/>
              </a:rPr>
              <a:t>4</a:t>
            </a:r>
          </a:p>
          <a:p>
            <a:pPr lvl="1" eaLnBrk="1" hangingPunct="1">
              <a:lnSpc>
                <a:spcPct val="80000"/>
              </a:lnSpc>
              <a:buFont typeface="Wingdings" pitchFamily="2" charset="2"/>
              <a:buNone/>
              <a:defRPr/>
            </a:pPr>
            <a:r>
              <a:rPr lang="en-US" altLang="zh-TW" sz="2000" smtClean="0">
                <a:effectLst/>
              </a:rPr>
              <a:t>The </a:t>
            </a:r>
            <a:r>
              <a:rPr lang="en-US" altLang="zh-TW" sz="2000" i="1" smtClean="0">
                <a:solidFill>
                  <a:srgbClr val="FF0000"/>
                </a:solidFill>
                <a:effectLst/>
              </a:rPr>
              <a:t>degree </a:t>
            </a:r>
            <a:r>
              <a:rPr lang="en-US" altLang="zh-TW" sz="2000" smtClean="0">
                <a:effectLst/>
              </a:rPr>
              <a:t>of node</a:t>
            </a:r>
            <a:r>
              <a:rPr lang="en-US" altLang="zh-TW" sz="2000" smtClean="0">
                <a:solidFill>
                  <a:srgbClr val="000000"/>
                </a:solidFill>
                <a:effectLst/>
              </a:rPr>
              <a:t> </a:t>
            </a:r>
            <a:r>
              <a:rPr lang="en-US" altLang="zh-TW" sz="2000" i="1" smtClean="0">
                <a:solidFill>
                  <a:srgbClr val="0000FF"/>
                </a:solidFill>
                <a:effectLst/>
              </a:rPr>
              <a:t>B</a:t>
            </a:r>
            <a:r>
              <a:rPr lang="en-US" altLang="zh-TW" sz="2000" i="1" smtClean="0">
                <a:effectLst/>
              </a:rPr>
              <a:t> </a:t>
            </a:r>
            <a:r>
              <a:rPr lang="en-US" altLang="zh-TW" sz="2000" smtClean="0">
                <a:effectLst/>
              </a:rPr>
              <a:t>is </a:t>
            </a:r>
            <a:r>
              <a:rPr lang="en-US" altLang="zh-TW" sz="2000" i="1" smtClean="0">
                <a:solidFill>
                  <a:srgbClr val="FF0000"/>
                </a:solidFill>
                <a:effectLst/>
              </a:rPr>
              <a:t>2</a:t>
            </a:r>
          </a:p>
          <a:p>
            <a:pPr lvl="1" eaLnBrk="1" hangingPunct="1">
              <a:lnSpc>
                <a:spcPct val="80000"/>
              </a:lnSpc>
              <a:buFont typeface="Wingdings" pitchFamily="2" charset="2"/>
              <a:buNone/>
              <a:defRPr/>
            </a:pPr>
            <a:r>
              <a:rPr lang="en-US" altLang="zh-TW" sz="2000" smtClean="0">
                <a:effectLst/>
              </a:rPr>
              <a:t>The </a:t>
            </a:r>
            <a:r>
              <a:rPr lang="en-US" altLang="zh-TW" sz="2000" i="1" smtClean="0">
                <a:solidFill>
                  <a:srgbClr val="FF0000"/>
                </a:solidFill>
                <a:effectLst/>
              </a:rPr>
              <a:t>degree </a:t>
            </a:r>
            <a:r>
              <a:rPr lang="en-US" altLang="zh-TW" sz="2000" smtClean="0">
                <a:effectLst/>
              </a:rPr>
              <a:t>of the tree</a:t>
            </a:r>
            <a:r>
              <a:rPr lang="en-US" altLang="zh-TW" sz="2000" i="1" smtClean="0">
                <a:effectLst/>
              </a:rPr>
              <a:t> </a:t>
            </a:r>
            <a:r>
              <a:rPr lang="en-US" altLang="zh-TW" sz="2000" smtClean="0">
                <a:effectLst/>
              </a:rPr>
              <a:t>is</a:t>
            </a:r>
            <a:r>
              <a:rPr lang="en-US" altLang="zh-TW" sz="2000" smtClean="0">
                <a:solidFill>
                  <a:srgbClr val="000000"/>
                </a:solidFill>
                <a:effectLst/>
              </a:rPr>
              <a:t> </a:t>
            </a:r>
            <a:r>
              <a:rPr lang="en-US" altLang="zh-TW" sz="2000" i="1" smtClean="0">
                <a:solidFill>
                  <a:srgbClr val="FF0000"/>
                </a:solidFill>
                <a:effectLst/>
              </a:rPr>
              <a:t>3</a:t>
            </a:r>
          </a:p>
          <a:p>
            <a:pPr lvl="1" eaLnBrk="1" hangingPunct="1">
              <a:lnSpc>
                <a:spcPct val="80000"/>
              </a:lnSpc>
              <a:buFont typeface="Wingdings" pitchFamily="2" charset="2"/>
              <a:buNone/>
              <a:defRPr/>
            </a:pPr>
            <a:r>
              <a:rPr lang="en-US" altLang="zh-TW" sz="2000" smtClean="0">
                <a:effectLst/>
              </a:rPr>
              <a:t>The</a:t>
            </a:r>
            <a:r>
              <a:rPr lang="en-US" altLang="zh-TW" sz="2000" smtClean="0">
                <a:solidFill>
                  <a:srgbClr val="000000"/>
                </a:solidFill>
                <a:effectLst/>
              </a:rPr>
              <a:t> </a:t>
            </a:r>
            <a:r>
              <a:rPr lang="en-US" altLang="zh-TW" sz="2000" i="1" smtClean="0">
                <a:solidFill>
                  <a:srgbClr val="FF0000"/>
                </a:solidFill>
                <a:effectLst/>
              </a:rPr>
              <a:t>ancestors </a:t>
            </a:r>
            <a:r>
              <a:rPr lang="en-US" altLang="zh-TW" sz="2000" smtClean="0">
                <a:effectLst/>
              </a:rPr>
              <a:t>of node</a:t>
            </a:r>
            <a:r>
              <a:rPr lang="en-US" altLang="zh-TW" sz="2000" smtClean="0">
                <a:solidFill>
                  <a:srgbClr val="000000"/>
                </a:solidFill>
                <a:effectLst/>
              </a:rPr>
              <a:t> </a:t>
            </a:r>
            <a:r>
              <a:rPr lang="en-US" altLang="zh-TW" sz="2000" i="1" smtClean="0">
                <a:solidFill>
                  <a:srgbClr val="0000FF"/>
                </a:solidFill>
                <a:effectLst/>
              </a:rPr>
              <a:t>I</a:t>
            </a:r>
            <a:r>
              <a:rPr lang="en-US" altLang="zh-TW" sz="2000" i="1" smtClean="0">
                <a:effectLst/>
              </a:rPr>
              <a:t> </a:t>
            </a:r>
            <a:r>
              <a:rPr lang="en-US" altLang="zh-TW" sz="2000" smtClean="0">
                <a:effectLst/>
              </a:rPr>
              <a:t>is</a:t>
            </a:r>
            <a:r>
              <a:rPr lang="en-US" altLang="zh-TW" sz="2000" i="1" smtClean="0">
                <a:solidFill>
                  <a:srgbClr val="0000FF"/>
                </a:solidFill>
                <a:effectLst/>
              </a:rPr>
              <a:t> A, C, H</a:t>
            </a:r>
          </a:p>
          <a:p>
            <a:pPr lvl="1" eaLnBrk="1" hangingPunct="1">
              <a:lnSpc>
                <a:spcPct val="80000"/>
              </a:lnSpc>
              <a:buFont typeface="Wingdings" pitchFamily="2" charset="2"/>
              <a:buNone/>
              <a:defRPr/>
            </a:pPr>
            <a:r>
              <a:rPr lang="en-US" altLang="zh-TW" sz="2000" smtClean="0">
                <a:effectLst/>
              </a:rPr>
              <a:t>The </a:t>
            </a:r>
            <a:r>
              <a:rPr lang="en-US" altLang="zh-TW" sz="2000" i="1" smtClean="0">
                <a:solidFill>
                  <a:srgbClr val="FF0000"/>
                </a:solidFill>
                <a:effectLst/>
              </a:rPr>
              <a:t>descendants </a:t>
            </a:r>
            <a:r>
              <a:rPr lang="en-US" altLang="zh-TW" sz="2000" smtClean="0">
                <a:effectLst/>
              </a:rPr>
              <a:t>of node</a:t>
            </a:r>
            <a:r>
              <a:rPr lang="en-US" altLang="zh-TW" sz="2000" smtClean="0">
                <a:solidFill>
                  <a:srgbClr val="000000"/>
                </a:solidFill>
                <a:effectLst/>
              </a:rPr>
              <a:t> </a:t>
            </a:r>
            <a:r>
              <a:rPr lang="en-US" altLang="zh-TW" sz="2000" i="1" smtClean="0">
                <a:solidFill>
                  <a:srgbClr val="0000FF"/>
                </a:solidFill>
                <a:effectLst/>
              </a:rPr>
              <a:t>C</a:t>
            </a:r>
            <a:r>
              <a:rPr lang="en-US" altLang="zh-TW" sz="2000" i="1" smtClean="0">
                <a:effectLst/>
              </a:rPr>
              <a:t> </a:t>
            </a:r>
            <a:r>
              <a:rPr lang="en-US" altLang="zh-TW" sz="2000" smtClean="0">
                <a:effectLst/>
              </a:rPr>
              <a:t>is</a:t>
            </a:r>
            <a:r>
              <a:rPr lang="en-US" altLang="zh-TW" sz="2000" i="1" smtClean="0">
                <a:effectLst/>
              </a:rPr>
              <a:t> </a:t>
            </a:r>
            <a:r>
              <a:rPr lang="en-US" altLang="zh-TW" sz="2000" i="1" smtClean="0">
                <a:solidFill>
                  <a:srgbClr val="0000FF"/>
                </a:solidFill>
                <a:effectLst/>
              </a:rPr>
              <a:t>F, G, H, I</a:t>
            </a:r>
            <a:endParaRPr lang="en-US" altLang="zh-TW" sz="2000" smtClean="0"/>
          </a:p>
        </p:txBody>
      </p:sp>
      <p:grpSp>
        <p:nvGrpSpPr>
          <p:cNvPr id="8196" name="Group 4"/>
          <p:cNvGrpSpPr>
            <a:grpSpLocks/>
          </p:cNvGrpSpPr>
          <p:nvPr/>
        </p:nvGrpSpPr>
        <p:grpSpPr bwMode="auto">
          <a:xfrm>
            <a:off x="4716463" y="3141663"/>
            <a:ext cx="4340225" cy="3433762"/>
            <a:chOff x="2700" y="1773"/>
            <a:chExt cx="2734" cy="2163"/>
          </a:xfrm>
        </p:grpSpPr>
        <p:sp>
          <p:nvSpPr>
            <p:cNvPr id="8198" name="Oval 5"/>
            <p:cNvSpPr>
              <a:spLocks noChangeArrowheads="1"/>
            </p:cNvSpPr>
            <p:nvPr/>
          </p:nvSpPr>
          <p:spPr bwMode="auto">
            <a:xfrm>
              <a:off x="3610" y="2149"/>
              <a:ext cx="279" cy="296"/>
            </a:xfrm>
            <a:prstGeom prst="ellipse">
              <a:avLst/>
            </a:prstGeom>
            <a:noFill/>
            <a:ln w="3810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199" name="Oval 6"/>
            <p:cNvSpPr>
              <a:spLocks noChangeArrowheads="1"/>
            </p:cNvSpPr>
            <p:nvPr/>
          </p:nvSpPr>
          <p:spPr bwMode="auto">
            <a:xfrm>
              <a:off x="3248" y="2612"/>
              <a:ext cx="279" cy="296"/>
            </a:xfrm>
            <a:prstGeom prst="ellipse">
              <a:avLst/>
            </a:prstGeom>
            <a:noFill/>
            <a:ln w="3810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00" name="Oval 7"/>
            <p:cNvSpPr>
              <a:spLocks noChangeArrowheads="1"/>
            </p:cNvSpPr>
            <p:nvPr/>
          </p:nvSpPr>
          <p:spPr bwMode="auto">
            <a:xfrm>
              <a:off x="3982" y="2625"/>
              <a:ext cx="279" cy="295"/>
            </a:xfrm>
            <a:prstGeom prst="ellipse">
              <a:avLst/>
            </a:prstGeom>
            <a:noFill/>
            <a:ln w="3810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01" name="Oval 8"/>
            <p:cNvSpPr>
              <a:spLocks noChangeArrowheads="1"/>
            </p:cNvSpPr>
            <p:nvPr/>
          </p:nvSpPr>
          <p:spPr bwMode="auto">
            <a:xfrm>
              <a:off x="2762" y="3178"/>
              <a:ext cx="279" cy="295"/>
            </a:xfrm>
            <a:prstGeom prst="ellipse">
              <a:avLst/>
            </a:prstGeom>
            <a:noFill/>
            <a:ln w="38100">
              <a:solidFill>
                <a:srgbClr val="66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02" name="Oval 9"/>
            <p:cNvSpPr>
              <a:spLocks noChangeArrowheads="1"/>
            </p:cNvSpPr>
            <p:nvPr/>
          </p:nvSpPr>
          <p:spPr bwMode="auto">
            <a:xfrm>
              <a:off x="3196" y="3178"/>
              <a:ext cx="279" cy="295"/>
            </a:xfrm>
            <a:prstGeom prst="ellipse">
              <a:avLst/>
            </a:prstGeom>
            <a:noFill/>
            <a:ln w="38100">
              <a:solidFill>
                <a:srgbClr val="66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03" name="Oval 10"/>
            <p:cNvSpPr>
              <a:spLocks noChangeArrowheads="1"/>
            </p:cNvSpPr>
            <p:nvPr/>
          </p:nvSpPr>
          <p:spPr bwMode="auto">
            <a:xfrm>
              <a:off x="3610" y="3178"/>
              <a:ext cx="279" cy="295"/>
            </a:xfrm>
            <a:prstGeom prst="ellipse">
              <a:avLst/>
            </a:prstGeom>
            <a:noFill/>
            <a:ln w="38100">
              <a:solidFill>
                <a:srgbClr val="66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04" name="Oval 11"/>
            <p:cNvSpPr>
              <a:spLocks noChangeArrowheads="1"/>
            </p:cNvSpPr>
            <p:nvPr/>
          </p:nvSpPr>
          <p:spPr bwMode="auto">
            <a:xfrm>
              <a:off x="4013" y="3178"/>
              <a:ext cx="279" cy="295"/>
            </a:xfrm>
            <a:prstGeom prst="ellipse">
              <a:avLst/>
            </a:prstGeom>
            <a:noFill/>
            <a:ln w="38100">
              <a:solidFill>
                <a:srgbClr val="66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05" name="Oval 12"/>
            <p:cNvSpPr>
              <a:spLocks noChangeArrowheads="1"/>
            </p:cNvSpPr>
            <p:nvPr/>
          </p:nvSpPr>
          <p:spPr bwMode="auto">
            <a:xfrm>
              <a:off x="4489" y="3178"/>
              <a:ext cx="279" cy="295"/>
            </a:xfrm>
            <a:prstGeom prst="ellipse">
              <a:avLst/>
            </a:prstGeom>
            <a:noFill/>
            <a:ln w="3810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06" name="Oval 13"/>
            <p:cNvSpPr>
              <a:spLocks noChangeArrowheads="1"/>
            </p:cNvSpPr>
            <p:nvPr/>
          </p:nvSpPr>
          <p:spPr bwMode="auto">
            <a:xfrm>
              <a:off x="4499" y="3640"/>
              <a:ext cx="279" cy="296"/>
            </a:xfrm>
            <a:prstGeom prst="ellipse">
              <a:avLst/>
            </a:prstGeom>
            <a:noFill/>
            <a:ln w="38100">
              <a:solidFill>
                <a:srgbClr val="66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07" name="Line 14"/>
            <p:cNvSpPr>
              <a:spLocks noChangeShapeType="1"/>
            </p:cNvSpPr>
            <p:nvPr/>
          </p:nvSpPr>
          <p:spPr bwMode="auto">
            <a:xfrm flipH="1">
              <a:off x="3424" y="2368"/>
              <a:ext cx="207" cy="244"/>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08" name="Line 15"/>
            <p:cNvSpPr>
              <a:spLocks noChangeShapeType="1"/>
            </p:cNvSpPr>
            <p:nvPr/>
          </p:nvSpPr>
          <p:spPr bwMode="auto">
            <a:xfrm>
              <a:off x="3889" y="2355"/>
              <a:ext cx="197" cy="283"/>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09" name="Line 16"/>
            <p:cNvSpPr>
              <a:spLocks noChangeShapeType="1"/>
            </p:cNvSpPr>
            <p:nvPr/>
          </p:nvSpPr>
          <p:spPr bwMode="auto">
            <a:xfrm flipH="1">
              <a:off x="2927" y="2856"/>
              <a:ext cx="342" cy="322"/>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10" name="Line 17"/>
            <p:cNvSpPr>
              <a:spLocks noChangeShapeType="1"/>
            </p:cNvSpPr>
            <p:nvPr/>
          </p:nvSpPr>
          <p:spPr bwMode="auto">
            <a:xfrm>
              <a:off x="3362" y="2908"/>
              <a:ext cx="0" cy="282"/>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11" name="Line 18"/>
            <p:cNvSpPr>
              <a:spLocks noChangeShapeType="1"/>
            </p:cNvSpPr>
            <p:nvPr/>
          </p:nvSpPr>
          <p:spPr bwMode="auto">
            <a:xfrm flipH="1">
              <a:off x="3734" y="2869"/>
              <a:ext cx="269" cy="309"/>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12" name="Line 19"/>
            <p:cNvSpPr>
              <a:spLocks noChangeShapeType="1"/>
            </p:cNvSpPr>
            <p:nvPr/>
          </p:nvSpPr>
          <p:spPr bwMode="auto">
            <a:xfrm>
              <a:off x="4148" y="2920"/>
              <a:ext cx="0" cy="27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13" name="Line 20"/>
            <p:cNvSpPr>
              <a:spLocks noChangeShapeType="1"/>
            </p:cNvSpPr>
            <p:nvPr/>
          </p:nvSpPr>
          <p:spPr bwMode="auto">
            <a:xfrm>
              <a:off x="4261" y="2792"/>
              <a:ext cx="311" cy="398"/>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14" name="Line 21"/>
            <p:cNvSpPr>
              <a:spLocks noChangeShapeType="1"/>
            </p:cNvSpPr>
            <p:nvPr/>
          </p:nvSpPr>
          <p:spPr bwMode="auto">
            <a:xfrm>
              <a:off x="4634" y="3473"/>
              <a:ext cx="0" cy="167"/>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15" name="Text Box 22"/>
            <p:cNvSpPr txBox="1">
              <a:spLocks noChangeArrowheads="1"/>
            </p:cNvSpPr>
            <p:nvPr/>
          </p:nvSpPr>
          <p:spPr bwMode="auto">
            <a:xfrm>
              <a:off x="3881" y="2056"/>
              <a:ext cx="2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Arial" charset="0"/>
                  <a:ea typeface="新細明體" charset="-120"/>
                </a:defRPr>
              </a:lvl1pPr>
              <a:lvl2pPr marL="742950" indent="-285750" eaLnBrk="0" hangingPunct="0">
                <a:defRPr kumimoji="1">
                  <a:solidFill>
                    <a:schemeClr val="tx1"/>
                  </a:solidFill>
                  <a:latin typeface="Arial" charset="0"/>
                  <a:ea typeface="新細明體" charset="-120"/>
                </a:defRPr>
              </a:lvl2pPr>
              <a:lvl3pPr marL="1143000" indent="-228600" eaLnBrk="0" hangingPunct="0">
                <a:defRPr kumimoji="1">
                  <a:solidFill>
                    <a:schemeClr val="tx1"/>
                  </a:solidFill>
                  <a:latin typeface="Arial" charset="0"/>
                  <a:ea typeface="新細明體" charset="-120"/>
                </a:defRPr>
              </a:lvl3pPr>
              <a:lvl4pPr marL="1600200" indent="-228600" eaLnBrk="0" hangingPunct="0">
                <a:defRPr kumimoji="1">
                  <a:solidFill>
                    <a:schemeClr val="tx1"/>
                  </a:solidFill>
                  <a:latin typeface="Arial" charset="0"/>
                  <a:ea typeface="新細明體" charset="-120"/>
                </a:defRPr>
              </a:lvl4pPr>
              <a:lvl5pPr marL="2057400" indent="-228600" eaLnBrk="0" hangingPunct="0">
                <a:defRPr kumimoji="1">
                  <a:solidFill>
                    <a:schemeClr val="tx1"/>
                  </a:solidFill>
                  <a:latin typeface="Arial" charset="0"/>
                  <a:ea typeface="新細明體" charset="-120"/>
                </a:defRPr>
              </a:lvl5pPr>
              <a:lvl6pPr marL="2514600" indent="-228600" eaLnBrk="0" fontAlgn="base" hangingPunct="0">
                <a:spcBef>
                  <a:spcPct val="0"/>
                </a:spcBef>
                <a:spcAft>
                  <a:spcPct val="0"/>
                </a:spcAft>
                <a:defRPr kumimoji="1">
                  <a:solidFill>
                    <a:schemeClr val="tx1"/>
                  </a:solidFill>
                  <a:latin typeface="Arial" charset="0"/>
                  <a:ea typeface="新細明體" charset="-120"/>
                </a:defRPr>
              </a:lvl6pPr>
              <a:lvl7pPr marL="2971800" indent="-228600" eaLnBrk="0" fontAlgn="base" hangingPunct="0">
                <a:spcBef>
                  <a:spcPct val="0"/>
                </a:spcBef>
                <a:spcAft>
                  <a:spcPct val="0"/>
                </a:spcAft>
                <a:defRPr kumimoji="1">
                  <a:solidFill>
                    <a:schemeClr val="tx1"/>
                  </a:solidFill>
                  <a:latin typeface="Arial" charset="0"/>
                  <a:ea typeface="新細明體" charset="-120"/>
                </a:defRPr>
              </a:lvl7pPr>
              <a:lvl8pPr marL="3429000" indent="-228600" eaLnBrk="0" fontAlgn="base" hangingPunct="0">
                <a:spcBef>
                  <a:spcPct val="0"/>
                </a:spcBef>
                <a:spcAft>
                  <a:spcPct val="0"/>
                </a:spcAft>
                <a:defRPr kumimoji="1">
                  <a:solidFill>
                    <a:schemeClr val="tx1"/>
                  </a:solidFill>
                  <a:latin typeface="Arial" charset="0"/>
                  <a:ea typeface="新細明體" charset="-120"/>
                </a:defRPr>
              </a:lvl8pPr>
              <a:lvl9pPr marL="3886200" indent="-228600" eaLnBrk="0" fontAlgn="base" hangingPunct="0">
                <a:spcBef>
                  <a:spcPct val="0"/>
                </a:spcBef>
                <a:spcAft>
                  <a:spcPct val="0"/>
                </a:spcAft>
                <a:defRPr kumimoji="1">
                  <a:solidFill>
                    <a:schemeClr val="tx1"/>
                  </a:solidFill>
                  <a:latin typeface="Arial" charset="0"/>
                  <a:ea typeface="新細明體" charset="-120"/>
                </a:defRPr>
              </a:lvl9pPr>
            </a:lstStyle>
            <a:p>
              <a:pPr eaLnBrk="1" hangingPunct="1"/>
              <a:r>
                <a:rPr lang="en-US" altLang="zh-TW" sz="2000" b="1">
                  <a:solidFill>
                    <a:srgbClr val="0000FF"/>
                  </a:solidFill>
                  <a:latin typeface="Times New Roman" charset="0"/>
                </a:rPr>
                <a:t>A</a:t>
              </a:r>
            </a:p>
          </p:txBody>
        </p:sp>
        <p:sp>
          <p:nvSpPr>
            <p:cNvPr id="8216" name="Text Box 23"/>
            <p:cNvSpPr txBox="1">
              <a:spLocks noChangeArrowheads="1"/>
            </p:cNvSpPr>
            <p:nvPr/>
          </p:nvSpPr>
          <p:spPr bwMode="auto">
            <a:xfrm>
              <a:off x="3064" y="2493"/>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Arial" charset="0"/>
                  <a:ea typeface="新細明體" charset="-120"/>
                </a:defRPr>
              </a:lvl1pPr>
              <a:lvl2pPr marL="742950" indent="-285750" eaLnBrk="0" hangingPunct="0">
                <a:defRPr kumimoji="1">
                  <a:solidFill>
                    <a:schemeClr val="tx1"/>
                  </a:solidFill>
                  <a:latin typeface="Arial" charset="0"/>
                  <a:ea typeface="新細明體" charset="-120"/>
                </a:defRPr>
              </a:lvl2pPr>
              <a:lvl3pPr marL="1143000" indent="-228600" eaLnBrk="0" hangingPunct="0">
                <a:defRPr kumimoji="1">
                  <a:solidFill>
                    <a:schemeClr val="tx1"/>
                  </a:solidFill>
                  <a:latin typeface="Arial" charset="0"/>
                  <a:ea typeface="新細明體" charset="-120"/>
                </a:defRPr>
              </a:lvl3pPr>
              <a:lvl4pPr marL="1600200" indent="-228600" eaLnBrk="0" hangingPunct="0">
                <a:defRPr kumimoji="1">
                  <a:solidFill>
                    <a:schemeClr val="tx1"/>
                  </a:solidFill>
                  <a:latin typeface="Arial" charset="0"/>
                  <a:ea typeface="新細明體" charset="-120"/>
                </a:defRPr>
              </a:lvl4pPr>
              <a:lvl5pPr marL="2057400" indent="-228600" eaLnBrk="0" hangingPunct="0">
                <a:defRPr kumimoji="1">
                  <a:solidFill>
                    <a:schemeClr val="tx1"/>
                  </a:solidFill>
                  <a:latin typeface="Arial" charset="0"/>
                  <a:ea typeface="新細明體" charset="-120"/>
                </a:defRPr>
              </a:lvl5pPr>
              <a:lvl6pPr marL="2514600" indent="-228600" eaLnBrk="0" fontAlgn="base" hangingPunct="0">
                <a:spcBef>
                  <a:spcPct val="0"/>
                </a:spcBef>
                <a:spcAft>
                  <a:spcPct val="0"/>
                </a:spcAft>
                <a:defRPr kumimoji="1">
                  <a:solidFill>
                    <a:schemeClr val="tx1"/>
                  </a:solidFill>
                  <a:latin typeface="Arial" charset="0"/>
                  <a:ea typeface="新細明體" charset="-120"/>
                </a:defRPr>
              </a:lvl6pPr>
              <a:lvl7pPr marL="2971800" indent="-228600" eaLnBrk="0" fontAlgn="base" hangingPunct="0">
                <a:spcBef>
                  <a:spcPct val="0"/>
                </a:spcBef>
                <a:spcAft>
                  <a:spcPct val="0"/>
                </a:spcAft>
                <a:defRPr kumimoji="1">
                  <a:solidFill>
                    <a:schemeClr val="tx1"/>
                  </a:solidFill>
                  <a:latin typeface="Arial" charset="0"/>
                  <a:ea typeface="新細明體" charset="-120"/>
                </a:defRPr>
              </a:lvl7pPr>
              <a:lvl8pPr marL="3429000" indent="-228600" eaLnBrk="0" fontAlgn="base" hangingPunct="0">
                <a:spcBef>
                  <a:spcPct val="0"/>
                </a:spcBef>
                <a:spcAft>
                  <a:spcPct val="0"/>
                </a:spcAft>
                <a:defRPr kumimoji="1">
                  <a:solidFill>
                    <a:schemeClr val="tx1"/>
                  </a:solidFill>
                  <a:latin typeface="Arial" charset="0"/>
                  <a:ea typeface="新細明體" charset="-120"/>
                </a:defRPr>
              </a:lvl8pPr>
              <a:lvl9pPr marL="3886200" indent="-228600" eaLnBrk="0" fontAlgn="base" hangingPunct="0">
                <a:spcBef>
                  <a:spcPct val="0"/>
                </a:spcBef>
                <a:spcAft>
                  <a:spcPct val="0"/>
                </a:spcAft>
                <a:defRPr kumimoji="1">
                  <a:solidFill>
                    <a:schemeClr val="tx1"/>
                  </a:solidFill>
                  <a:latin typeface="Arial" charset="0"/>
                  <a:ea typeface="新細明體" charset="-120"/>
                </a:defRPr>
              </a:lvl9pPr>
            </a:lstStyle>
            <a:p>
              <a:pPr eaLnBrk="1" hangingPunct="1"/>
              <a:r>
                <a:rPr lang="en-US" altLang="zh-TW" sz="2000" b="1">
                  <a:solidFill>
                    <a:srgbClr val="0000FF"/>
                  </a:solidFill>
                  <a:latin typeface="Times New Roman" charset="0"/>
                </a:rPr>
                <a:t>B</a:t>
              </a:r>
            </a:p>
          </p:txBody>
        </p:sp>
        <p:sp>
          <p:nvSpPr>
            <p:cNvPr id="8217" name="Text Box 24"/>
            <p:cNvSpPr txBox="1">
              <a:spLocks noChangeArrowheads="1"/>
            </p:cNvSpPr>
            <p:nvPr/>
          </p:nvSpPr>
          <p:spPr bwMode="auto">
            <a:xfrm>
              <a:off x="4243" y="2493"/>
              <a:ext cx="2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Arial" charset="0"/>
                  <a:ea typeface="新細明體" charset="-120"/>
                </a:defRPr>
              </a:lvl1pPr>
              <a:lvl2pPr marL="742950" indent="-285750" eaLnBrk="0" hangingPunct="0">
                <a:defRPr kumimoji="1">
                  <a:solidFill>
                    <a:schemeClr val="tx1"/>
                  </a:solidFill>
                  <a:latin typeface="Arial" charset="0"/>
                  <a:ea typeface="新細明體" charset="-120"/>
                </a:defRPr>
              </a:lvl2pPr>
              <a:lvl3pPr marL="1143000" indent="-228600" eaLnBrk="0" hangingPunct="0">
                <a:defRPr kumimoji="1">
                  <a:solidFill>
                    <a:schemeClr val="tx1"/>
                  </a:solidFill>
                  <a:latin typeface="Arial" charset="0"/>
                  <a:ea typeface="新細明體" charset="-120"/>
                </a:defRPr>
              </a:lvl3pPr>
              <a:lvl4pPr marL="1600200" indent="-228600" eaLnBrk="0" hangingPunct="0">
                <a:defRPr kumimoji="1">
                  <a:solidFill>
                    <a:schemeClr val="tx1"/>
                  </a:solidFill>
                  <a:latin typeface="Arial" charset="0"/>
                  <a:ea typeface="新細明體" charset="-120"/>
                </a:defRPr>
              </a:lvl4pPr>
              <a:lvl5pPr marL="2057400" indent="-228600" eaLnBrk="0" hangingPunct="0">
                <a:defRPr kumimoji="1">
                  <a:solidFill>
                    <a:schemeClr val="tx1"/>
                  </a:solidFill>
                  <a:latin typeface="Arial" charset="0"/>
                  <a:ea typeface="新細明體" charset="-120"/>
                </a:defRPr>
              </a:lvl5pPr>
              <a:lvl6pPr marL="2514600" indent="-228600" eaLnBrk="0" fontAlgn="base" hangingPunct="0">
                <a:spcBef>
                  <a:spcPct val="0"/>
                </a:spcBef>
                <a:spcAft>
                  <a:spcPct val="0"/>
                </a:spcAft>
                <a:defRPr kumimoji="1">
                  <a:solidFill>
                    <a:schemeClr val="tx1"/>
                  </a:solidFill>
                  <a:latin typeface="Arial" charset="0"/>
                  <a:ea typeface="新細明體" charset="-120"/>
                </a:defRPr>
              </a:lvl6pPr>
              <a:lvl7pPr marL="2971800" indent="-228600" eaLnBrk="0" fontAlgn="base" hangingPunct="0">
                <a:spcBef>
                  <a:spcPct val="0"/>
                </a:spcBef>
                <a:spcAft>
                  <a:spcPct val="0"/>
                </a:spcAft>
                <a:defRPr kumimoji="1">
                  <a:solidFill>
                    <a:schemeClr val="tx1"/>
                  </a:solidFill>
                  <a:latin typeface="Arial" charset="0"/>
                  <a:ea typeface="新細明體" charset="-120"/>
                </a:defRPr>
              </a:lvl7pPr>
              <a:lvl8pPr marL="3429000" indent="-228600" eaLnBrk="0" fontAlgn="base" hangingPunct="0">
                <a:spcBef>
                  <a:spcPct val="0"/>
                </a:spcBef>
                <a:spcAft>
                  <a:spcPct val="0"/>
                </a:spcAft>
                <a:defRPr kumimoji="1">
                  <a:solidFill>
                    <a:schemeClr val="tx1"/>
                  </a:solidFill>
                  <a:latin typeface="Arial" charset="0"/>
                  <a:ea typeface="新細明體" charset="-120"/>
                </a:defRPr>
              </a:lvl8pPr>
              <a:lvl9pPr marL="3886200" indent="-228600" eaLnBrk="0" fontAlgn="base" hangingPunct="0">
                <a:spcBef>
                  <a:spcPct val="0"/>
                </a:spcBef>
                <a:spcAft>
                  <a:spcPct val="0"/>
                </a:spcAft>
                <a:defRPr kumimoji="1">
                  <a:solidFill>
                    <a:schemeClr val="tx1"/>
                  </a:solidFill>
                  <a:latin typeface="Arial" charset="0"/>
                  <a:ea typeface="新細明體" charset="-120"/>
                </a:defRPr>
              </a:lvl9pPr>
            </a:lstStyle>
            <a:p>
              <a:pPr eaLnBrk="1" hangingPunct="1"/>
              <a:r>
                <a:rPr lang="en-US" altLang="zh-TW" sz="2000" b="1">
                  <a:solidFill>
                    <a:srgbClr val="0000FF"/>
                  </a:solidFill>
                  <a:latin typeface="Times New Roman" charset="0"/>
                </a:rPr>
                <a:t>C</a:t>
              </a:r>
            </a:p>
          </p:txBody>
        </p:sp>
        <p:sp>
          <p:nvSpPr>
            <p:cNvPr id="8218" name="Text Box 25"/>
            <p:cNvSpPr txBox="1">
              <a:spLocks noChangeArrowheads="1"/>
            </p:cNvSpPr>
            <p:nvPr/>
          </p:nvSpPr>
          <p:spPr bwMode="auto">
            <a:xfrm>
              <a:off x="4739" y="3071"/>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Arial" charset="0"/>
                  <a:ea typeface="新細明體" charset="-120"/>
                </a:defRPr>
              </a:lvl1pPr>
              <a:lvl2pPr marL="742950" indent="-285750" eaLnBrk="0" hangingPunct="0">
                <a:defRPr kumimoji="1">
                  <a:solidFill>
                    <a:schemeClr val="tx1"/>
                  </a:solidFill>
                  <a:latin typeface="Arial" charset="0"/>
                  <a:ea typeface="新細明體" charset="-120"/>
                </a:defRPr>
              </a:lvl2pPr>
              <a:lvl3pPr marL="1143000" indent="-228600" eaLnBrk="0" hangingPunct="0">
                <a:defRPr kumimoji="1">
                  <a:solidFill>
                    <a:schemeClr val="tx1"/>
                  </a:solidFill>
                  <a:latin typeface="Arial" charset="0"/>
                  <a:ea typeface="新細明體" charset="-120"/>
                </a:defRPr>
              </a:lvl3pPr>
              <a:lvl4pPr marL="1600200" indent="-228600" eaLnBrk="0" hangingPunct="0">
                <a:defRPr kumimoji="1">
                  <a:solidFill>
                    <a:schemeClr val="tx1"/>
                  </a:solidFill>
                  <a:latin typeface="Arial" charset="0"/>
                  <a:ea typeface="新細明體" charset="-120"/>
                </a:defRPr>
              </a:lvl4pPr>
              <a:lvl5pPr marL="2057400" indent="-228600" eaLnBrk="0" hangingPunct="0">
                <a:defRPr kumimoji="1">
                  <a:solidFill>
                    <a:schemeClr val="tx1"/>
                  </a:solidFill>
                  <a:latin typeface="Arial" charset="0"/>
                  <a:ea typeface="新細明體" charset="-120"/>
                </a:defRPr>
              </a:lvl5pPr>
              <a:lvl6pPr marL="2514600" indent="-228600" eaLnBrk="0" fontAlgn="base" hangingPunct="0">
                <a:spcBef>
                  <a:spcPct val="0"/>
                </a:spcBef>
                <a:spcAft>
                  <a:spcPct val="0"/>
                </a:spcAft>
                <a:defRPr kumimoji="1">
                  <a:solidFill>
                    <a:schemeClr val="tx1"/>
                  </a:solidFill>
                  <a:latin typeface="Arial" charset="0"/>
                  <a:ea typeface="新細明體" charset="-120"/>
                </a:defRPr>
              </a:lvl6pPr>
              <a:lvl7pPr marL="2971800" indent="-228600" eaLnBrk="0" fontAlgn="base" hangingPunct="0">
                <a:spcBef>
                  <a:spcPct val="0"/>
                </a:spcBef>
                <a:spcAft>
                  <a:spcPct val="0"/>
                </a:spcAft>
                <a:defRPr kumimoji="1">
                  <a:solidFill>
                    <a:schemeClr val="tx1"/>
                  </a:solidFill>
                  <a:latin typeface="Arial" charset="0"/>
                  <a:ea typeface="新細明體" charset="-120"/>
                </a:defRPr>
              </a:lvl7pPr>
              <a:lvl8pPr marL="3429000" indent="-228600" eaLnBrk="0" fontAlgn="base" hangingPunct="0">
                <a:spcBef>
                  <a:spcPct val="0"/>
                </a:spcBef>
                <a:spcAft>
                  <a:spcPct val="0"/>
                </a:spcAft>
                <a:defRPr kumimoji="1">
                  <a:solidFill>
                    <a:schemeClr val="tx1"/>
                  </a:solidFill>
                  <a:latin typeface="Arial" charset="0"/>
                  <a:ea typeface="新細明體" charset="-120"/>
                </a:defRPr>
              </a:lvl8pPr>
              <a:lvl9pPr marL="3886200" indent="-228600" eaLnBrk="0" fontAlgn="base" hangingPunct="0">
                <a:spcBef>
                  <a:spcPct val="0"/>
                </a:spcBef>
                <a:spcAft>
                  <a:spcPct val="0"/>
                </a:spcAft>
                <a:defRPr kumimoji="1">
                  <a:solidFill>
                    <a:schemeClr val="tx1"/>
                  </a:solidFill>
                  <a:latin typeface="Arial" charset="0"/>
                  <a:ea typeface="新細明體" charset="-120"/>
                </a:defRPr>
              </a:lvl9pPr>
            </a:lstStyle>
            <a:p>
              <a:pPr eaLnBrk="1" hangingPunct="1"/>
              <a:r>
                <a:rPr lang="en-US" altLang="zh-TW" sz="2000" b="1">
                  <a:solidFill>
                    <a:srgbClr val="0000FF"/>
                  </a:solidFill>
                  <a:latin typeface="Times New Roman" charset="0"/>
                </a:rPr>
                <a:t>H</a:t>
              </a:r>
            </a:p>
          </p:txBody>
        </p:sp>
        <p:sp>
          <p:nvSpPr>
            <p:cNvPr id="8219" name="Text Box 26"/>
            <p:cNvSpPr txBox="1">
              <a:spLocks noChangeArrowheads="1"/>
            </p:cNvSpPr>
            <p:nvPr/>
          </p:nvSpPr>
          <p:spPr bwMode="auto">
            <a:xfrm>
              <a:off x="4769" y="3585"/>
              <a:ext cx="17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Arial" charset="0"/>
                  <a:ea typeface="新細明體" charset="-120"/>
                </a:defRPr>
              </a:lvl1pPr>
              <a:lvl2pPr marL="742950" indent="-285750" eaLnBrk="0" hangingPunct="0">
                <a:defRPr kumimoji="1">
                  <a:solidFill>
                    <a:schemeClr val="tx1"/>
                  </a:solidFill>
                  <a:latin typeface="Arial" charset="0"/>
                  <a:ea typeface="新細明體" charset="-120"/>
                </a:defRPr>
              </a:lvl2pPr>
              <a:lvl3pPr marL="1143000" indent="-228600" eaLnBrk="0" hangingPunct="0">
                <a:defRPr kumimoji="1">
                  <a:solidFill>
                    <a:schemeClr val="tx1"/>
                  </a:solidFill>
                  <a:latin typeface="Arial" charset="0"/>
                  <a:ea typeface="新細明體" charset="-120"/>
                </a:defRPr>
              </a:lvl3pPr>
              <a:lvl4pPr marL="1600200" indent="-228600" eaLnBrk="0" hangingPunct="0">
                <a:defRPr kumimoji="1">
                  <a:solidFill>
                    <a:schemeClr val="tx1"/>
                  </a:solidFill>
                  <a:latin typeface="Arial" charset="0"/>
                  <a:ea typeface="新細明體" charset="-120"/>
                </a:defRPr>
              </a:lvl4pPr>
              <a:lvl5pPr marL="2057400" indent="-228600" eaLnBrk="0" hangingPunct="0">
                <a:defRPr kumimoji="1">
                  <a:solidFill>
                    <a:schemeClr val="tx1"/>
                  </a:solidFill>
                  <a:latin typeface="Arial" charset="0"/>
                  <a:ea typeface="新細明體" charset="-120"/>
                </a:defRPr>
              </a:lvl5pPr>
              <a:lvl6pPr marL="2514600" indent="-228600" eaLnBrk="0" fontAlgn="base" hangingPunct="0">
                <a:spcBef>
                  <a:spcPct val="0"/>
                </a:spcBef>
                <a:spcAft>
                  <a:spcPct val="0"/>
                </a:spcAft>
                <a:defRPr kumimoji="1">
                  <a:solidFill>
                    <a:schemeClr val="tx1"/>
                  </a:solidFill>
                  <a:latin typeface="Arial" charset="0"/>
                  <a:ea typeface="新細明體" charset="-120"/>
                </a:defRPr>
              </a:lvl6pPr>
              <a:lvl7pPr marL="2971800" indent="-228600" eaLnBrk="0" fontAlgn="base" hangingPunct="0">
                <a:spcBef>
                  <a:spcPct val="0"/>
                </a:spcBef>
                <a:spcAft>
                  <a:spcPct val="0"/>
                </a:spcAft>
                <a:defRPr kumimoji="1">
                  <a:solidFill>
                    <a:schemeClr val="tx1"/>
                  </a:solidFill>
                  <a:latin typeface="Arial" charset="0"/>
                  <a:ea typeface="新細明體" charset="-120"/>
                </a:defRPr>
              </a:lvl7pPr>
              <a:lvl8pPr marL="3429000" indent="-228600" eaLnBrk="0" fontAlgn="base" hangingPunct="0">
                <a:spcBef>
                  <a:spcPct val="0"/>
                </a:spcBef>
                <a:spcAft>
                  <a:spcPct val="0"/>
                </a:spcAft>
                <a:defRPr kumimoji="1">
                  <a:solidFill>
                    <a:schemeClr val="tx1"/>
                  </a:solidFill>
                  <a:latin typeface="Arial" charset="0"/>
                  <a:ea typeface="新細明體" charset="-120"/>
                </a:defRPr>
              </a:lvl8pPr>
              <a:lvl9pPr marL="3886200" indent="-228600" eaLnBrk="0" fontAlgn="base" hangingPunct="0">
                <a:spcBef>
                  <a:spcPct val="0"/>
                </a:spcBef>
                <a:spcAft>
                  <a:spcPct val="0"/>
                </a:spcAft>
                <a:defRPr kumimoji="1">
                  <a:solidFill>
                    <a:schemeClr val="tx1"/>
                  </a:solidFill>
                  <a:latin typeface="Arial" charset="0"/>
                  <a:ea typeface="新細明體" charset="-120"/>
                </a:defRPr>
              </a:lvl9pPr>
            </a:lstStyle>
            <a:p>
              <a:pPr eaLnBrk="1" hangingPunct="1"/>
              <a:r>
                <a:rPr lang="en-US" altLang="zh-TW" sz="2000" b="1">
                  <a:solidFill>
                    <a:srgbClr val="669900"/>
                  </a:solidFill>
                  <a:latin typeface="Times New Roman" charset="0"/>
                </a:rPr>
                <a:t>I</a:t>
              </a:r>
            </a:p>
          </p:txBody>
        </p:sp>
        <p:sp>
          <p:nvSpPr>
            <p:cNvPr id="8220" name="Text Box 27"/>
            <p:cNvSpPr txBox="1">
              <a:spLocks noChangeArrowheads="1"/>
            </p:cNvSpPr>
            <p:nvPr/>
          </p:nvSpPr>
          <p:spPr bwMode="auto">
            <a:xfrm>
              <a:off x="2815" y="3457"/>
              <a:ext cx="2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Arial" charset="0"/>
                  <a:ea typeface="新細明體" charset="-120"/>
                </a:defRPr>
              </a:lvl1pPr>
              <a:lvl2pPr marL="742950" indent="-285750" eaLnBrk="0" hangingPunct="0">
                <a:defRPr kumimoji="1">
                  <a:solidFill>
                    <a:schemeClr val="tx1"/>
                  </a:solidFill>
                  <a:latin typeface="Arial" charset="0"/>
                  <a:ea typeface="新細明體" charset="-120"/>
                </a:defRPr>
              </a:lvl2pPr>
              <a:lvl3pPr marL="1143000" indent="-228600" eaLnBrk="0" hangingPunct="0">
                <a:defRPr kumimoji="1">
                  <a:solidFill>
                    <a:schemeClr val="tx1"/>
                  </a:solidFill>
                  <a:latin typeface="Arial" charset="0"/>
                  <a:ea typeface="新細明體" charset="-120"/>
                </a:defRPr>
              </a:lvl3pPr>
              <a:lvl4pPr marL="1600200" indent="-228600" eaLnBrk="0" hangingPunct="0">
                <a:defRPr kumimoji="1">
                  <a:solidFill>
                    <a:schemeClr val="tx1"/>
                  </a:solidFill>
                  <a:latin typeface="Arial" charset="0"/>
                  <a:ea typeface="新細明體" charset="-120"/>
                </a:defRPr>
              </a:lvl4pPr>
              <a:lvl5pPr marL="2057400" indent="-228600" eaLnBrk="0" hangingPunct="0">
                <a:defRPr kumimoji="1">
                  <a:solidFill>
                    <a:schemeClr val="tx1"/>
                  </a:solidFill>
                  <a:latin typeface="Arial" charset="0"/>
                  <a:ea typeface="新細明體" charset="-120"/>
                </a:defRPr>
              </a:lvl5pPr>
              <a:lvl6pPr marL="2514600" indent="-228600" eaLnBrk="0" fontAlgn="base" hangingPunct="0">
                <a:spcBef>
                  <a:spcPct val="0"/>
                </a:spcBef>
                <a:spcAft>
                  <a:spcPct val="0"/>
                </a:spcAft>
                <a:defRPr kumimoji="1">
                  <a:solidFill>
                    <a:schemeClr val="tx1"/>
                  </a:solidFill>
                  <a:latin typeface="Arial" charset="0"/>
                  <a:ea typeface="新細明體" charset="-120"/>
                </a:defRPr>
              </a:lvl6pPr>
              <a:lvl7pPr marL="2971800" indent="-228600" eaLnBrk="0" fontAlgn="base" hangingPunct="0">
                <a:spcBef>
                  <a:spcPct val="0"/>
                </a:spcBef>
                <a:spcAft>
                  <a:spcPct val="0"/>
                </a:spcAft>
                <a:defRPr kumimoji="1">
                  <a:solidFill>
                    <a:schemeClr val="tx1"/>
                  </a:solidFill>
                  <a:latin typeface="Arial" charset="0"/>
                  <a:ea typeface="新細明體" charset="-120"/>
                </a:defRPr>
              </a:lvl7pPr>
              <a:lvl8pPr marL="3429000" indent="-228600" eaLnBrk="0" fontAlgn="base" hangingPunct="0">
                <a:spcBef>
                  <a:spcPct val="0"/>
                </a:spcBef>
                <a:spcAft>
                  <a:spcPct val="0"/>
                </a:spcAft>
                <a:defRPr kumimoji="1">
                  <a:solidFill>
                    <a:schemeClr val="tx1"/>
                  </a:solidFill>
                  <a:latin typeface="Arial" charset="0"/>
                  <a:ea typeface="新細明體" charset="-120"/>
                </a:defRPr>
              </a:lvl8pPr>
              <a:lvl9pPr marL="3886200" indent="-228600" eaLnBrk="0" fontAlgn="base" hangingPunct="0">
                <a:spcBef>
                  <a:spcPct val="0"/>
                </a:spcBef>
                <a:spcAft>
                  <a:spcPct val="0"/>
                </a:spcAft>
                <a:defRPr kumimoji="1">
                  <a:solidFill>
                    <a:schemeClr val="tx1"/>
                  </a:solidFill>
                  <a:latin typeface="Arial" charset="0"/>
                  <a:ea typeface="新細明體" charset="-120"/>
                </a:defRPr>
              </a:lvl9pPr>
            </a:lstStyle>
            <a:p>
              <a:pPr eaLnBrk="1" hangingPunct="1"/>
              <a:r>
                <a:rPr lang="en-US" altLang="zh-TW" sz="2000" b="1">
                  <a:solidFill>
                    <a:srgbClr val="669900"/>
                  </a:solidFill>
                  <a:latin typeface="Times New Roman" charset="0"/>
                </a:rPr>
                <a:t>D</a:t>
              </a:r>
            </a:p>
          </p:txBody>
        </p:sp>
        <p:sp>
          <p:nvSpPr>
            <p:cNvPr id="8221" name="Text Box 28"/>
            <p:cNvSpPr txBox="1">
              <a:spLocks noChangeArrowheads="1"/>
            </p:cNvSpPr>
            <p:nvPr/>
          </p:nvSpPr>
          <p:spPr bwMode="auto">
            <a:xfrm>
              <a:off x="3239" y="3457"/>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Arial" charset="0"/>
                  <a:ea typeface="新細明體" charset="-120"/>
                </a:defRPr>
              </a:lvl1pPr>
              <a:lvl2pPr marL="742950" indent="-285750" eaLnBrk="0" hangingPunct="0">
                <a:defRPr kumimoji="1">
                  <a:solidFill>
                    <a:schemeClr val="tx1"/>
                  </a:solidFill>
                  <a:latin typeface="Arial" charset="0"/>
                  <a:ea typeface="新細明體" charset="-120"/>
                </a:defRPr>
              </a:lvl2pPr>
              <a:lvl3pPr marL="1143000" indent="-228600" eaLnBrk="0" hangingPunct="0">
                <a:defRPr kumimoji="1">
                  <a:solidFill>
                    <a:schemeClr val="tx1"/>
                  </a:solidFill>
                  <a:latin typeface="Arial" charset="0"/>
                  <a:ea typeface="新細明體" charset="-120"/>
                </a:defRPr>
              </a:lvl3pPr>
              <a:lvl4pPr marL="1600200" indent="-228600" eaLnBrk="0" hangingPunct="0">
                <a:defRPr kumimoji="1">
                  <a:solidFill>
                    <a:schemeClr val="tx1"/>
                  </a:solidFill>
                  <a:latin typeface="Arial" charset="0"/>
                  <a:ea typeface="新細明體" charset="-120"/>
                </a:defRPr>
              </a:lvl4pPr>
              <a:lvl5pPr marL="2057400" indent="-228600" eaLnBrk="0" hangingPunct="0">
                <a:defRPr kumimoji="1">
                  <a:solidFill>
                    <a:schemeClr val="tx1"/>
                  </a:solidFill>
                  <a:latin typeface="Arial" charset="0"/>
                  <a:ea typeface="新細明體" charset="-120"/>
                </a:defRPr>
              </a:lvl5pPr>
              <a:lvl6pPr marL="2514600" indent="-228600" eaLnBrk="0" fontAlgn="base" hangingPunct="0">
                <a:spcBef>
                  <a:spcPct val="0"/>
                </a:spcBef>
                <a:spcAft>
                  <a:spcPct val="0"/>
                </a:spcAft>
                <a:defRPr kumimoji="1">
                  <a:solidFill>
                    <a:schemeClr val="tx1"/>
                  </a:solidFill>
                  <a:latin typeface="Arial" charset="0"/>
                  <a:ea typeface="新細明體" charset="-120"/>
                </a:defRPr>
              </a:lvl6pPr>
              <a:lvl7pPr marL="2971800" indent="-228600" eaLnBrk="0" fontAlgn="base" hangingPunct="0">
                <a:spcBef>
                  <a:spcPct val="0"/>
                </a:spcBef>
                <a:spcAft>
                  <a:spcPct val="0"/>
                </a:spcAft>
                <a:defRPr kumimoji="1">
                  <a:solidFill>
                    <a:schemeClr val="tx1"/>
                  </a:solidFill>
                  <a:latin typeface="Arial" charset="0"/>
                  <a:ea typeface="新細明體" charset="-120"/>
                </a:defRPr>
              </a:lvl7pPr>
              <a:lvl8pPr marL="3429000" indent="-228600" eaLnBrk="0" fontAlgn="base" hangingPunct="0">
                <a:spcBef>
                  <a:spcPct val="0"/>
                </a:spcBef>
                <a:spcAft>
                  <a:spcPct val="0"/>
                </a:spcAft>
                <a:defRPr kumimoji="1">
                  <a:solidFill>
                    <a:schemeClr val="tx1"/>
                  </a:solidFill>
                  <a:latin typeface="Arial" charset="0"/>
                  <a:ea typeface="新細明體" charset="-120"/>
                </a:defRPr>
              </a:lvl8pPr>
              <a:lvl9pPr marL="3886200" indent="-228600" eaLnBrk="0" fontAlgn="base" hangingPunct="0">
                <a:spcBef>
                  <a:spcPct val="0"/>
                </a:spcBef>
                <a:spcAft>
                  <a:spcPct val="0"/>
                </a:spcAft>
                <a:defRPr kumimoji="1">
                  <a:solidFill>
                    <a:schemeClr val="tx1"/>
                  </a:solidFill>
                  <a:latin typeface="Arial" charset="0"/>
                  <a:ea typeface="新細明體" charset="-120"/>
                </a:defRPr>
              </a:lvl9pPr>
            </a:lstStyle>
            <a:p>
              <a:pPr eaLnBrk="1" hangingPunct="1"/>
              <a:r>
                <a:rPr lang="en-US" altLang="zh-TW" sz="2000" b="1">
                  <a:solidFill>
                    <a:srgbClr val="669900"/>
                  </a:solidFill>
                  <a:latin typeface="Times New Roman" charset="0"/>
                </a:rPr>
                <a:t>E</a:t>
              </a:r>
            </a:p>
          </p:txBody>
        </p:sp>
        <p:sp>
          <p:nvSpPr>
            <p:cNvPr id="8222" name="Text Box 29"/>
            <p:cNvSpPr txBox="1">
              <a:spLocks noChangeArrowheads="1"/>
            </p:cNvSpPr>
            <p:nvPr/>
          </p:nvSpPr>
          <p:spPr bwMode="auto">
            <a:xfrm>
              <a:off x="3684" y="3457"/>
              <a:ext cx="21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Arial" charset="0"/>
                  <a:ea typeface="新細明體" charset="-120"/>
                </a:defRPr>
              </a:lvl1pPr>
              <a:lvl2pPr marL="742950" indent="-285750" eaLnBrk="0" hangingPunct="0">
                <a:defRPr kumimoji="1">
                  <a:solidFill>
                    <a:schemeClr val="tx1"/>
                  </a:solidFill>
                  <a:latin typeface="Arial" charset="0"/>
                  <a:ea typeface="新細明體" charset="-120"/>
                </a:defRPr>
              </a:lvl2pPr>
              <a:lvl3pPr marL="1143000" indent="-228600" eaLnBrk="0" hangingPunct="0">
                <a:defRPr kumimoji="1">
                  <a:solidFill>
                    <a:schemeClr val="tx1"/>
                  </a:solidFill>
                  <a:latin typeface="Arial" charset="0"/>
                  <a:ea typeface="新細明體" charset="-120"/>
                </a:defRPr>
              </a:lvl3pPr>
              <a:lvl4pPr marL="1600200" indent="-228600" eaLnBrk="0" hangingPunct="0">
                <a:defRPr kumimoji="1">
                  <a:solidFill>
                    <a:schemeClr val="tx1"/>
                  </a:solidFill>
                  <a:latin typeface="Arial" charset="0"/>
                  <a:ea typeface="新細明體" charset="-120"/>
                </a:defRPr>
              </a:lvl4pPr>
              <a:lvl5pPr marL="2057400" indent="-228600" eaLnBrk="0" hangingPunct="0">
                <a:defRPr kumimoji="1">
                  <a:solidFill>
                    <a:schemeClr val="tx1"/>
                  </a:solidFill>
                  <a:latin typeface="Arial" charset="0"/>
                  <a:ea typeface="新細明體" charset="-120"/>
                </a:defRPr>
              </a:lvl5pPr>
              <a:lvl6pPr marL="2514600" indent="-228600" eaLnBrk="0" fontAlgn="base" hangingPunct="0">
                <a:spcBef>
                  <a:spcPct val="0"/>
                </a:spcBef>
                <a:spcAft>
                  <a:spcPct val="0"/>
                </a:spcAft>
                <a:defRPr kumimoji="1">
                  <a:solidFill>
                    <a:schemeClr val="tx1"/>
                  </a:solidFill>
                  <a:latin typeface="Arial" charset="0"/>
                  <a:ea typeface="新細明體" charset="-120"/>
                </a:defRPr>
              </a:lvl6pPr>
              <a:lvl7pPr marL="2971800" indent="-228600" eaLnBrk="0" fontAlgn="base" hangingPunct="0">
                <a:spcBef>
                  <a:spcPct val="0"/>
                </a:spcBef>
                <a:spcAft>
                  <a:spcPct val="0"/>
                </a:spcAft>
                <a:defRPr kumimoji="1">
                  <a:solidFill>
                    <a:schemeClr val="tx1"/>
                  </a:solidFill>
                  <a:latin typeface="Arial" charset="0"/>
                  <a:ea typeface="新細明體" charset="-120"/>
                </a:defRPr>
              </a:lvl7pPr>
              <a:lvl8pPr marL="3429000" indent="-228600" eaLnBrk="0" fontAlgn="base" hangingPunct="0">
                <a:spcBef>
                  <a:spcPct val="0"/>
                </a:spcBef>
                <a:spcAft>
                  <a:spcPct val="0"/>
                </a:spcAft>
                <a:defRPr kumimoji="1">
                  <a:solidFill>
                    <a:schemeClr val="tx1"/>
                  </a:solidFill>
                  <a:latin typeface="Arial" charset="0"/>
                  <a:ea typeface="新細明體" charset="-120"/>
                </a:defRPr>
              </a:lvl8pPr>
              <a:lvl9pPr marL="3886200" indent="-228600" eaLnBrk="0" fontAlgn="base" hangingPunct="0">
                <a:spcBef>
                  <a:spcPct val="0"/>
                </a:spcBef>
                <a:spcAft>
                  <a:spcPct val="0"/>
                </a:spcAft>
                <a:defRPr kumimoji="1">
                  <a:solidFill>
                    <a:schemeClr val="tx1"/>
                  </a:solidFill>
                  <a:latin typeface="Arial" charset="0"/>
                  <a:ea typeface="新細明體" charset="-120"/>
                </a:defRPr>
              </a:lvl9pPr>
            </a:lstStyle>
            <a:p>
              <a:pPr eaLnBrk="1" hangingPunct="1"/>
              <a:r>
                <a:rPr lang="en-US" altLang="zh-TW" sz="2000" b="1">
                  <a:solidFill>
                    <a:srgbClr val="669900"/>
                  </a:solidFill>
                  <a:latin typeface="Times New Roman" charset="0"/>
                </a:rPr>
                <a:t>F</a:t>
              </a:r>
            </a:p>
          </p:txBody>
        </p:sp>
        <p:sp>
          <p:nvSpPr>
            <p:cNvPr id="8223" name="Text Box 30"/>
            <p:cNvSpPr txBox="1">
              <a:spLocks noChangeArrowheads="1"/>
            </p:cNvSpPr>
            <p:nvPr/>
          </p:nvSpPr>
          <p:spPr bwMode="auto">
            <a:xfrm>
              <a:off x="4067" y="3457"/>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Arial" charset="0"/>
                  <a:ea typeface="新細明體" charset="-120"/>
                </a:defRPr>
              </a:lvl1pPr>
              <a:lvl2pPr marL="742950" indent="-285750" eaLnBrk="0" hangingPunct="0">
                <a:defRPr kumimoji="1">
                  <a:solidFill>
                    <a:schemeClr val="tx1"/>
                  </a:solidFill>
                  <a:latin typeface="Arial" charset="0"/>
                  <a:ea typeface="新細明體" charset="-120"/>
                </a:defRPr>
              </a:lvl2pPr>
              <a:lvl3pPr marL="1143000" indent="-228600" eaLnBrk="0" hangingPunct="0">
                <a:defRPr kumimoji="1">
                  <a:solidFill>
                    <a:schemeClr val="tx1"/>
                  </a:solidFill>
                  <a:latin typeface="Arial" charset="0"/>
                  <a:ea typeface="新細明體" charset="-120"/>
                </a:defRPr>
              </a:lvl3pPr>
              <a:lvl4pPr marL="1600200" indent="-228600" eaLnBrk="0" hangingPunct="0">
                <a:defRPr kumimoji="1">
                  <a:solidFill>
                    <a:schemeClr val="tx1"/>
                  </a:solidFill>
                  <a:latin typeface="Arial" charset="0"/>
                  <a:ea typeface="新細明體" charset="-120"/>
                </a:defRPr>
              </a:lvl4pPr>
              <a:lvl5pPr marL="2057400" indent="-228600" eaLnBrk="0" hangingPunct="0">
                <a:defRPr kumimoji="1">
                  <a:solidFill>
                    <a:schemeClr val="tx1"/>
                  </a:solidFill>
                  <a:latin typeface="Arial" charset="0"/>
                  <a:ea typeface="新細明體" charset="-120"/>
                </a:defRPr>
              </a:lvl5pPr>
              <a:lvl6pPr marL="2514600" indent="-228600" eaLnBrk="0" fontAlgn="base" hangingPunct="0">
                <a:spcBef>
                  <a:spcPct val="0"/>
                </a:spcBef>
                <a:spcAft>
                  <a:spcPct val="0"/>
                </a:spcAft>
                <a:defRPr kumimoji="1">
                  <a:solidFill>
                    <a:schemeClr val="tx1"/>
                  </a:solidFill>
                  <a:latin typeface="Arial" charset="0"/>
                  <a:ea typeface="新細明體" charset="-120"/>
                </a:defRPr>
              </a:lvl6pPr>
              <a:lvl7pPr marL="2971800" indent="-228600" eaLnBrk="0" fontAlgn="base" hangingPunct="0">
                <a:spcBef>
                  <a:spcPct val="0"/>
                </a:spcBef>
                <a:spcAft>
                  <a:spcPct val="0"/>
                </a:spcAft>
                <a:defRPr kumimoji="1">
                  <a:solidFill>
                    <a:schemeClr val="tx1"/>
                  </a:solidFill>
                  <a:latin typeface="Arial" charset="0"/>
                  <a:ea typeface="新細明體" charset="-120"/>
                </a:defRPr>
              </a:lvl7pPr>
              <a:lvl8pPr marL="3429000" indent="-228600" eaLnBrk="0" fontAlgn="base" hangingPunct="0">
                <a:spcBef>
                  <a:spcPct val="0"/>
                </a:spcBef>
                <a:spcAft>
                  <a:spcPct val="0"/>
                </a:spcAft>
                <a:defRPr kumimoji="1">
                  <a:solidFill>
                    <a:schemeClr val="tx1"/>
                  </a:solidFill>
                  <a:latin typeface="Arial" charset="0"/>
                  <a:ea typeface="新細明體" charset="-120"/>
                </a:defRPr>
              </a:lvl8pPr>
              <a:lvl9pPr marL="3886200" indent="-228600" eaLnBrk="0" fontAlgn="base" hangingPunct="0">
                <a:spcBef>
                  <a:spcPct val="0"/>
                </a:spcBef>
                <a:spcAft>
                  <a:spcPct val="0"/>
                </a:spcAft>
                <a:defRPr kumimoji="1">
                  <a:solidFill>
                    <a:schemeClr val="tx1"/>
                  </a:solidFill>
                  <a:latin typeface="Arial" charset="0"/>
                  <a:ea typeface="新細明體" charset="-120"/>
                </a:defRPr>
              </a:lvl9pPr>
            </a:lstStyle>
            <a:p>
              <a:pPr eaLnBrk="1" hangingPunct="1"/>
              <a:r>
                <a:rPr lang="en-US" altLang="zh-TW" sz="2000" b="1">
                  <a:solidFill>
                    <a:srgbClr val="669900"/>
                  </a:solidFill>
                  <a:latin typeface="Times New Roman" charset="0"/>
                </a:rPr>
                <a:t>G</a:t>
              </a:r>
            </a:p>
          </p:txBody>
        </p:sp>
        <p:sp>
          <p:nvSpPr>
            <p:cNvPr id="8224" name="Text Box 31"/>
            <p:cNvSpPr txBox="1">
              <a:spLocks noChangeArrowheads="1"/>
            </p:cNvSpPr>
            <p:nvPr/>
          </p:nvSpPr>
          <p:spPr bwMode="auto">
            <a:xfrm>
              <a:off x="4945" y="1773"/>
              <a:ext cx="48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Arial" charset="0"/>
                  <a:ea typeface="新細明體" charset="-120"/>
                </a:defRPr>
              </a:lvl1pPr>
              <a:lvl2pPr marL="742950" indent="-285750" eaLnBrk="0" hangingPunct="0">
                <a:defRPr kumimoji="1">
                  <a:solidFill>
                    <a:schemeClr val="tx1"/>
                  </a:solidFill>
                  <a:latin typeface="Arial" charset="0"/>
                  <a:ea typeface="新細明體" charset="-120"/>
                </a:defRPr>
              </a:lvl2pPr>
              <a:lvl3pPr marL="1143000" indent="-228600" eaLnBrk="0" hangingPunct="0">
                <a:defRPr kumimoji="1">
                  <a:solidFill>
                    <a:schemeClr val="tx1"/>
                  </a:solidFill>
                  <a:latin typeface="Arial" charset="0"/>
                  <a:ea typeface="新細明體" charset="-120"/>
                </a:defRPr>
              </a:lvl3pPr>
              <a:lvl4pPr marL="1600200" indent="-228600" eaLnBrk="0" hangingPunct="0">
                <a:defRPr kumimoji="1">
                  <a:solidFill>
                    <a:schemeClr val="tx1"/>
                  </a:solidFill>
                  <a:latin typeface="Arial" charset="0"/>
                  <a:ea typeface="新細明體" charset="-120"/>
                </a:defRPr>
              </a:lvl4pPr>
              <a:lvl5pPr marL="2057400" indent="-228600" eaLnBrk="0" hangingPunct="0">
                <a:defRPr kumimoji="1">
                  <a:solidFill>
                    <a:schemeClr val="tx1"/>
                  </a:solidFill>
                  <a:latin typeface="Arial" charset="0"/>
                  <a:ea typeface="新細明體" charset="-120"/>
                </a:defRPr>
              </a:lvl5pPr>
              <a:lvl6pPr marL="2514600" indent="-228600" eaLnBrk="0" fontAlgn="base" hangingPunct="0">
                <a:spcBef>
                  <a:spcPct val="0"/>
                </a:spcBef>
                <a:spcAft>
                  <a:spcPct val="0"/>
                </a:spcAft>
                <a:defRPr kumimoji="1">
                  <a:solidFill>
                    <a:schemeClr val="tx1"/>
                  </a:solidFill>
                  <a:latin typeface="Arial" charset="0"/>
                  <a:ea typeface="新細明體" charset="-120"/>
                </a:defRPr>
              </a:lvl6pPr>
              <a:lvl7pPr marL="2971800" indent="-228600" eaLnBrk="0" fontAlgn="base" hangingPunct="0">
                <a:spcBef>
                  <a:spcPct val="0"/>
                </a:spcBef>
                <a:spcAft>
                  <a:spcPct val="0"/>
                </a:spcAft>
                <a:defRPr kumimoji="1">
                  <a:solidFill>
                    <a:schemeClr val="tx1"/>
                  </a:solidFill>
                  <a:latin typeface="Arial" charset="0"/>
                  <a:ea typeface="新細明體" charset="-120"/>
                </a:defRPr>
              </a:lvl7pPr>
              <a:lvl8pPr marL="3429000" indent="-228600" eaLnBrk="0" fontAlgn="base" hangingPunct="0">
                <a:spcBef>
                  <a:spcPct val="0"/>
                </a:spcBef>
                <a:spcAft>
                  <a:spcPct val="0"/>
                </a:spcAft>
                <a:defRPr kumimoji="1">
                  <a:solidFill>
                    <a:schemeClr val="tx1"/>
                  </a:solidFill>
                  <a:latin typeface="Arial" charset="0"/>
                  <a:ea typeface="新細明體" charset="-120"/>
                </a:defRPr>
              </a:lvl8pPr>
              <a:lvl9pPr marL="3886200" indent="-228600" eaLnBrk="0" fontAlgn="base" hangingPunct="0">
                <a:spcBef>
                  <a:spcPct val="0"/>
                </a:spcBef>
                <a:spcAft>
                  <a:spcPct val="0"/>
                </a:spcAft>
                <a:defRPr kumimoji="1">
                  <a:solidFill>
                    <a:schemeClr val="tx1"/>
                  </a:solidFill>
                  <a:latin typeface="Arial" charset="0"/>
                  <a:ea typeface="新細明體" charset="-120"/>
                </a:defRPr>
              </a:lvl9pPr>
            </a:lstStyle>
            <a:p>
              <a:pPr eaLnBrk="1" hangingPunct="1"/>
              <a:r>
                <a:rPr lang="en-US" altLang="zh-TW" sz="2000" b="1">
                  <a:latin typeface="Times New Roman" charset="0"/>
                </a:rPr>
                <a:t>Level</a:t>
              </a:r>
            </a:p>
          </p:txBody>
        </p:sp>
        <p:sp>
          <p:nvSpPr>
            <p:cNvPr id="8225" name="Line 32"/>
            <p:cNvSpPr>
              <a:spLocks noChangeShapeType="1"/>
            </p:cNvSpPr>
            <p:nvPr/>
          </p:nvSpPr>
          <p:spPr bwMode="auto">
            <a:xfrm>
              <a:off x="2721" y="2278"/>
              <a:ext cx="2388" cy="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26" name="Line 33"/>
            <p:cNvSpPr>
              <a:spLocks noChangeShapeType="1"/>
            </p:cNvSpPr>
            <p:nvPr/>
          </p:nvSpPr>
          <p:spPr bwMode="auto">
            <a:xfrm>
              <a:off x="2721" y="2766"/>
              <a:ext cx="2388" cy="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27" name="Line 34"/>
            <p:cNvSpPr>
              <a:spLocks noChangeShapeType="1"/>
            </p:cNvSpPr>
            <p:nvPr/>
          </p:nvSpPr>
          <p:spPr bwMode="auto">
            <a:xfrm>
              <a:off x="2710" y="3332"/>
              <a:ext cx="2389" cy="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28" name="Line 35"/>
            <p:cNvSpPr>
              <a:spLocks noChangeShapeType="1"/>
            </p:cNvSpPr>
            <p:nvPr/>
          </p:nvSpPr>
          <p:spPr bwMode="auto">
            <a:xfrm>
              <a:off x="2700" y="3820"/>
              <a:ext cx="2389" cy="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29" name="Text Box 36"/>
            <p:cNvSpPr txBox="1">
              <a:spLocks noChangeArrowheads="1"/>
            </p:cNvSpPr>
            <p:nvPr/>
          </p:nvSpPr>
          <p:spPr bwMode="auto">
            <a:xfrm>
              <a:off x="5110" y="2133"/>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Arial" charset="0"/>
                  <a:ea typeface="新細明體" charset="-120"/>
                </a:defRPr>
              </a:lvl1pPr>
              <a:lvl2pPr marL="742950" indent="-285750" eaLnBrk="0" hangingPunct="0">
                <a:defRPr kumimoji="1">
                  <a:solidFill>
                    <a:schemeClr val="tx1"/>
                  </a:solidFill>
                  <a:latin typeface="Arial" charset="0"/>
                  <a:ea typeface="新細明體" charset="-120"/>
                </a:defRPr>
              </a:lvl2pPr>
              <a:lvl3pPr marL="1143000" indent="-228600" eaLnBrk="0" hangingPunct="0">
                <a:defRPr kumimoji="1">
                  <a:solidFill>
                    <a:schemeClr val="tx1"/>
                  </a:solidFill>
                  <a:latin typeface="Arial" charset="0"/>
                  <a:ea typeface="新細明體" charset="-120"/>
                </a:defRPr>
              </a:lvl3pPr>
              <a:lvl4pPr marL="1600200" indent="-228600" eaLnBrk="0" hangingPunct="0">
                <a:defRPr kumimoji="1">
                  <a:solidFill>
                    <a:schemeClr val="tx1"/>
                  </a:solidFill>
                  <a:latin typeface="Arial" charset="0"/>
                  <a:ea typeface="新細明體" charset="-120"/>
                </a:defRPr>
              </a:lvl4pPr>
              <a:lvl5pPr marL="2057400" indent="-228600" eaLnBrk="0" hangingPunct="0">
                <a:defRPr kumimoji="1">
                  <a:solidFill>
                    <a:schemeClr val="tx1"/>
                  </a:solidFill>
                  <a:latin typeface="Arial" charset="0"/>
                  <a:ea typeface="新細明體" charset="-120"/>
                </a:defRPr>
              </a:lvl5pPr>
              <a:lvl6pPr marL="2514600" indent="-228600" eaLnBrk="0" fontAlgn="base" hangingPunct="0">
                <a:spcBef>
                  <a:spcPct val="0"/>
                </a:spcBef>
                <a:spcAft>
                  <a:spcPct val="0"/>
                </a:spcAft>
                <a:defRPr kumimoji="1">
                  <a:solidFill>
                    <a:schemeClr val="tx1"/>
                  </a:solidFill>
                  <a:latin typeface="Arial" charset="0"/>
                  <a:ea typeface="新細明體" charset="-120"/>
                </a:defRPr>
              </a:lvl6pPr>
              <a:lvl7pPr marL="2971800" indent="-228600" eaLnBrk="0" fontAlgn="base" hangingPunct="0">
                <a:spcBef>
                  <a:spcPct val="0"/>
                </a:spcBef>
                <a:spcAft>
                  <a:spcPct val="0"/>
                </a:spcAft>
                <a:defRPr kumimoji="1">
                  <a:solidFill>
                    <a:schemeClr val="tx1"/>
                  </a:solidFill>
                  <a:latin typeface="Arial" charset="0"/>
                  <a:ea typeface="新細明體" charset="-120"/>
                </a:defRPr>
              </a:lvl7pPr>
              <a:lvl8pPr marL="3429000" indent="-228600" eaLnBrk="0" fontAlgn="base" hangingPunct="0">
                <a:spcBef>
                  <a:spcPct val="0"/>
                </a:spcBef>
                <a:spcAft>
                  <a:spcPct val="0"/>
                </a:spcAft>
                <a:defRPr kumimoji="1">
                  <a:solidFill>
                    <a:schemeClr val="tx1"/>
                  </a:solidFill>
                  <a:latin typeface="Arial" charset="0"/>
                  <a:ea typeface="新細明體" charset="-120"/>
                </a:defRPr>
              </a:lvl8pPr>
              <a:lvl9pPr marL="3886200" indent="-228600" eaLnBrk="0" fontAlgn="base" hangingPunct="0">
                <a:spcBef>
                  <a:spcPct val="0"/>
                </a:spcBef>
                <a:spcAft>
                  <a:spcPct val="0"/>
                </a:spcAft>
                <a:defRPr kumimoji="1">
                  <a:solidFill>
                    <a:schemeClr val="tx1"/>
                  </a:solidFill>
                  <a:latin typeface="Arial" charset="0"/>
                  <a:ea typeface="新細明體" charset="-120"/>
                </a:defRPr>
              </a:lvl9pPr>
            </a:lstStyle>
            <a:p>
              <a:pPr eaLnBrk="1" hangingPunct="1"/>
              <a:r>
                <a:rPr lang="en-US" altLang="zh-TW" sz="2000" b="1">
                  <a:latin typeface="Times New Roman" charset="0"/>
                </a:rPr>
                <a:t>1</a:t>
              </a:r>
            </a:p>
          </p:txBody>
        </p:sp>
        <p:sp>
          <p:nvSpPr>
            <p:cNvPr id="8230" name="Text Box 37"/>
            <p:cNvSpPr txBox="1">
              <a:spLocks noChangeArrowheads="1"/>
            </p:cNvSpPr>
            <p:nvPr/>
          </p:nvSpPr>
          <p:spPr bwMode="auto">
            <a:xfrm>
              <a:off x="5110" y="2634"/>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Arial" charset="0"/>
                  <a:ea typeface="新細明體" charset="-120"/>
                </a:defRPr>
              </a:lvl1pPr>
              <a:lvl2pPr marL="742950" indent="-285750" eaLnBrk="0" hangingPunct="0">
                <a:defRPr kumimoji="1">
                  <a:solidFill>
                    <a:schemeClr val="tx1"/>
                  </a:solidFill>
                  <a:latin typeface="Arial" charset="0"/>
                  <a:ea typeface="新細明體" charset="-120"/>
                </a:defRPr>
              </a:lvl2pPr>
              <a:lvl3pPr marL="1143000" indent="-228600" eaLnBrk="0" hangingPunct="0">
                <a:defRPr kumimoji="1">
                  <a:solidFill>
                    <a:schemeClr val="tx1"/>
                  </a:solidFill>
                  <a:latin typeface="Arial" charset="0"/>
                  <a:ea typeface="新細明體" charset="-120"/>
                </a:defRPr>
              </a:lvl3pPr>
              <a:lvl4pPr marL="1600200" indent="-228600" eaLnBrk="0" hangingPunct="0">
                <a:defRPr kumimoji="1">
                  <a:solidFill>
                    <a:schemeClr val="tx1"/>
                  </a:solidFill>
                  <a:latin typeface="Arial" charset="0"/>
                  <a:ea typeface="新細明體" charset="-120"/>
                </a:defRPr>
              </a:lvl4pPr>
              <a:lvl5pPr marL="2057400" indent="-228600" eaLnBrk="0" hangingPunct="0">
                <a:defRPr kumimoji="1">
                  <a:solidFill>
                    <a:schemeClr val="tx1"/>
                  </a:solidFill>
                  <a:latin typeface="Arial" charset="0"/>
                  <a:ea typeface="新細明體" charset="-120"/>
                </a:defRPr>
              </a:lvl5pPr>
              <a:lvl6pPr marL="2514600" indent="-228600" eaLnBrk="0" fontAlgn="base" hangingPunct="0">
                <a:spcBef>
                  <a:spcPct val="0"/>
                </a:spcBef>
                <a:spcAft>
                  <a:spcPct val="0"/>
                </a:spcAft>
                <a:defRPr kumimoji="1">
                  <a:solidFill>
                    <a:schemeClr val="tx1"/>
                  </a:solidFill>
                  <a:latin typeface="Arial" charset="0"/>
                  <a:ea typeface="新細明體" charset="-120"/>
                </a:defRPr>
              </a:lvl6pPr>
              <a:lvl7pPr marL="2971800" indent="-228600" eaLnBrk="0" fontAlgn="base" hangingPunct="0">
                <a:spcBef>
                  <a:spcPct val="0"/>
                </a:spcBef>
                <a:spcAft>
                  <a:spcPct val="0"/>
                </a:spcAft>
                <a:defRPr kumimoji="1">
                  <a:solidFill>
                    <a:schemeClr val="tx1"/>
                  </a:solidFill>
                  <a:latin typeface="Arial" charset="0"/>
                  <a:ea typeface="新細明體" charset="-120"/>
                </a:defRPr>
              </a:lvl7pPr>
              <a:lvl8pPr marL="3429000" indent="-228600" eaLnBrk="0" fontAlgn="base" hangingPunct="0">
                <a:spcBef>
                  <a:spcPct val="0"/>
                </a:spcBef>
                <a:spcAft>
                  <a:spcPct val="0"/>
                </a:spcAft>
                <a:defRPr kumimoji="1">
                  <a:solidFill>
                    <a:schemeClr val="tx1"/>
                  </a:solidFill>
                  <a:latin typeface="Arial" charset="0"/>
                  <a:ea typeface="新細明體" charset="-120"/>
                </a:defRPr>
              </a:lvl8pPr>
              <a:lvl9pPr marL="3886200" indent="-228600" eaLnBrk="0" fontAlgn="base" hangingPunct="0">
                <a:spcBef>
                  <a:spcPct val="0"/>
                </a:spcBef>
                <a:spcAft>
                  <a:spcPct val="0"/>
                </a:spcAft>
                <a:defRPr kumimoji="1">
                  <a:solidFill>
                    <a:schemeClr val="tx1"/>
                  </a:solidFill>
                  <a:latin typeface="Arial" charset="0"/>
                  <a:ea typeface="新細明體" charset="-120"/>
                </a:defRPr>
              </a:lvl9pPr>
            </a:lstStyle>
            <a:p>
              <a:pPr eaLnBrk="1" hangingPunct="1"/>
              <a:r>
                <a:rPr lang="en-US" altLang="zh-TW" sz="2000" b="1">
                  <a:latin typeface="Times New Roman" charset="0"/>
                </a:rPr>
                <a:t>2</a:t>
              </a:r>
            </a:p>
          </p:txBody>
        </p:sp>
        <p:sp>
          <p:nvSpPr>
            <p:cNvPr id="8231" name="Text Box 38"/>
            <p:cNvSpPr txBox="1">
              <a:spLocks noChangeArrowheads="1"/>
            </p:cNvSpPr>
            <p:nvPr/>
          </p:nvSpPr>
          <p:spPr bwMode="auto">
            <a:xfrm>
              <a:off x="5110" y="3187"/>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Arial" charset="0"/>
                  <a:ea typeface="新細明體" charset="-120"/>
                </a:defRPr>
              </a:lvl1pPr>
              <a:lvl2pPr marL="742950" indent="-285750" eaLnBrk="0" hangingPunct="0">
                <a:defRPr kumimoji="1">
                  <a:solidFill>
                    <a:schemeClr val="tx1"/>
                  </a:solidFill>
                  <a:latin typeface="Arial" charset="0"/>
                  <a:ea typeface="新細明體" charset="-120"/>
                </a:defRPr>
              </a:lvl2pPr>
              <a:lvl3pPr marL="1143000" indent="-228600" eaLnBrk="0" hangingPunct="0">
                <a:defRPr kumimoji="1">
                  <a:solidFill>
                    <a:schemeClr val="tx1"/>
                  </a:solidFill>
                  <a:latin typeface="Arial" charset="0"/>
                  <a:ea typeface="新細明體" charset="-120"/>
                </a:defRPr>
              </a:lvl3pPr>
              <a:lvl4pPr marL="1600200" indent="-228600" eaLnBrk="0" hangingPunct="0">
                <a:defRPr kumimoji="1">
                  <a:solidFill>
                    <a:schemeClr val="tx1"/>
                  </a:solidFill>
                  <a:latin typeface="Arial" charset="0"/>
                  <a:ea typeface="新細明體" charset="-120"/>
                </a:defRPr>
              </a:lvl4pPr>
              <a:lvl5pPr marL="2057400" indent="-228600" eaLnBrk="0" hangingPunct="0">
                <a:defRPr kumimoji="1">
                  <a:solidFill>
                    <a:schemeClr val="tx1"/>
                  </a:solidFill>
                  <a:latin typeface="Arial" charset="0"/>
                  <a:ea typeface="新細明體" charset="-120"/>
                </a:defRPr>
              </a:lvl5pPr>
              <a:lvl6pPr marL="2514600" indent="-228600" eaLnBrk="0" fontAlgn="base" hangingPunct="0">
                <a:spcBef>
                  <a:spcPct val="0"/>
                </a:spcBef>
                <a:spcAft>
                  <a:spcPct val="0"/>
                </a:spcAft>
                <a:defRPr kumimoji="1">
                  <a:solidFill>
                    <a:schemeClr val="tx1"/>
                  </a:solidFill>
                  <a:latin typeface="Arial" charset="0"/>
                  <a:ea typeface="新細明體" charset="-120"/>
                </a:defRPr>
              </a:lvl6pPr>
              <a:lvl7pPr marL="2971800" indent="-228600" eaLnBrk="0" fontAlgn="base" hangingPunct="0">
                <a:spcBef>
                  <a:spcPct val="0"/>
                </a:spcBef>
                <a:spcAft>
                  <a:spcPct val="0"/>
                </a:spcAft>
                <a:defRPr kumimoji="1">
                  <a:solidFill>
                    <a:schemeClr val="tx1"/>
                  </a:solidFill>
                  <a:latin typeface="Arial" charset="0"/>
                  <a:ea typeface="新細明體" charset="-120"/>
                </a:defRPr>
              </a:lvl7pPr>
              <a:lvl8pPr marL="3429000" indent="-228600" eaLnBrk="0" fontAlgn="base" hangingPunct="0">
                <a:spcBef>
                  <a:spcPct val="0"/>
                </a:spcBef>
                <a:spcAft>
                  <a:spcPct val="0"/>
                </a:spcAft>
                <a:defRPr kumimoji="1">
                  <a:solidFill>
                    <a:schemeClr val="tx1"/>
                  </a:solidFill>
                  <a:latin typeface="Arial" charset="0"/>
                  <a:ea typeface="新細明體" charset="-120"/>
                </a:defRPr>
              </a:lvl8pPr>
              <a:lvl9pPr marL="3886200" indent="-228600" eaLnBrk="0" fontAlgn="base" hangingPunct="0">
                <a:spcBef>
                  <a:spcPct val="0"/>
                </a:spcBef>
                <a:spcAft>
                  <a:spcPct val="0"/>
                </a:spcAft>
                <a:defRPr kumimoji="1">
                  <a:solidFill>
                    <a:schemeClr val="tx1"/>
                  </a:solidFill>
                  <a:latin typeface="Arial" charset="0"/>
                  <a:ea typeface="新細明體" charset="-120"/>
                </a:defRPr>
              </a:lvl9pPr>
            </a:lstStyle>
            <a:p>
              <a:pPr eaLnBrk="1" hangingPunct="1"/>
              <a:r>
                <a:rPr lang="en-US" altLang="zh-TW" sz="2000" b="1">
                  <a:latin typeface="Times New Roman" charset="0"/>
                </a:rPr>
                <a:t>3</a:t>
              </a:r>
            </a:p>
          </p:txBody>
        </p:sp>
        <p:sp>
          <p:nvSpPr>
            <p:cNvPr id="8232" name="Text Box 39"/>
            <p:cNvSpPr txBox="1">
              <a:spLocks noChangeArrowheads="1"/>
            </p:cNvSpPr>
            <p:nvPr/>
          </p:nvSpPr>
          <p:spPr bwMode="auto">
            <a:xfrm>
              <a:off x="5100" y="3676"/>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Arial" charset="0"/>
                  <a:ea typeface="新細明體" charset="-120"/>
                </a:defRPr>
              </a:lvl1pPr>
              <a:lvl2pPr marL="742950" indent="-285750" eaLnBrk="0" hangingPunct="0">
                <a:defRPr kumimoji="1">
                  <a:solidFill>
                    <a:schemeClr val="tx1"/>
                  </a:solidFill>
                  <a:latin typeface="Arial" charset="0"/>
                  <a:ea typeface="新細明體" charset="-120"/>
                </a:defRPr>
              </a:lvl2pPr>
              <a:lvl3pPr marL="1143000" indent="-228600" eaLnBrk="0" hangingPunct="0">
                <a:defRPr kumimoji="1">
                  <a:solidFill>
                    <a:schemeClr val="tx1"/>
                  </a:solidFill>
                  <a:latin typeface="Arial" charset="0"/>
                  <a:ea typeface="新細明體" charset="-120"/>
                </a:defRPr>
              </a:lvl3pPr>
              <a:lvl4pPr marL="1600200" indent="-228600" eaLnBrk="0" hangingPunct="0">
                <a:defRPr kumimoji="1">
                  <a:solidFill>
                    <a:schemeClr val="tx1"/>
                  </a:solidFill>
                  <a:latin typeface="Arial" charset="0"/>
                  <a:ea typeface="新細明體" charset="-120"/>
                </a:defRPr>
              </a:lvl4pPr>
              <a:lvl5pPr marL="2057400" indent="-228600" eaLnBrk="0" hangingPunct="0">
                <a:defRPr kumimoji="1">
                  <a:solidFill>
                    <a:schemeClr val="tx1"/>
                  </a:solidFill>
                  <a:latin typeface="Arial" charset="0"/>
                  <a:ea typeface="新細明體" charset="-120"/>
                </a:defRPr>
              </a:lvl5pPr>
              <a:lvl6pPr marL="2514600" indent="-228600" eaLnBrk="0" fontAlgn="base" hangingPunct="0">
                <a:spcBef>
                  <a:spcPct val="0"/>
                </a:spcBef>
                <a:spcAft>
                  <a:spcPct val="0"/>
                </a:spcAft>
                <a:defRPr kumimoji="1">
                  <a:solidFill>
                    <a:schemeClr val="tx1"/>
                  </a:solidFill>
                  <a:latin typeface="Arial" charset="0"/>
                  <a:ea typeface="新細明體" charset="-120"/>
                </a:defRPr>
              </a:lvl6pPr>
              <a:lvl7pPr marL="2971800" indent="-228600" eaLnBrk="0" fontAlgn="base" hangingPunct="0">
                <a:spcBef>
                  <a:spcPct val="0"/>
                </a:spcBef>
                <a:spcAft>
                  <a:spcPct val="0"/>
                </a:spcAft>
                <a:defRPr kumimoji="1">
                  <a:solidFill>
                    <a:schemeClr val="tx1"/>
                  </a:solidFill>
                  <a:latin typeface="Arial" charset="0"/>
                  <a:ea typeface="新細明體" charset="-120"/>
                </a:defRPr>
              </a:lvl7pPr>
              <a:lvl8pPr marL="3429000" indent="-228600" eaLnBrk="0" fontAlgn="base" hangingPunct="0">
                <a:spcBef>
                  <a:spcPct val="0"/>
                </a:spcBef>
                <a:spcAft>
                  <a:spcPct val="0"/>
                </a:spcAft>
                <a:defRPr kumimoji="1">
                  <a:solidFill>
                    <a:schemeClr val="tx1"/>
                  </a:solidFill>
                  <a:latin typeface="Arial" charset="0"/>
                  <a:ea typeface="新細明體" charset="-120"/>
                </a:defRPr>
              </a:lvl8pPr>
              <a:lvl9pPr marL="3886200" indent="-228600" eaLnBrk="0" fontAlgn="base" hangingPunct="0">
                <a:spcBef>
                  <a:spcPct val="0"/>
                </a:spcBef>
                <a:spcAft>
                  <a:spcPct val="0"/>
                </a:spcAft>
                <a:defRPr kumimoji="1">
                  <a:solidFill>
                    <a:schemeClr val="tx1"/>
                  </a:solidFill>
                  <a:latin typeface="Arial" charset="0"/>
                  <a:ea typeface="新細明體" charset="-120"/>
                </a:defRPr>
              </a:lvl9pPr>
            </a:lstStyle>
            <a:p>
              <a:pPr eaLnBrk="1" hangingPunct="1"/>
              <a:r>
                <a:rPr lang="en-US" altLang="zh-TW" sz="2000" b="1">
                  <a:latin typeface="Times New Roman" charset="0"/>
                </a:rPr>
                <a:t>4</a:t>
              </a:r>
            </a:p>
          </p:txBody>
        </p:sp>
      </p:grpSp>
      <p:sp>
        <p:nvSpPr>
          <p:cNvPr id="8197" name="Text Box 40"/>
          <p:cNvSpPr txBox="1">
            <a:spLocks noChangeArrowheads="1"/>
          </p:cNvSpPr>
          <p:nvPr/>
        </p:nvSpPr>
        <p:spPr bwMode="auto">
          <a:xfrm>
            <a:off x="3851275" y="1412875"/>
            <a:ext cx="49037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Arial" charset="0"/>
                <a:ea typeface="新細明體" charset="-120"/>
              </a:defRPr>
            </a:lvl1pPr>
            <a:lvl2pPr marL="742950" indent="-285750" eaLnBrk="0" hangingPunct="0">
              <a:defRPr kumimoji="1">
                <a:solidFill>
                  <a:schemeClr val="tx1"/>
                </a:solidFill>
                <a:latin typeface="Arial" charset="0"/>
                <a:ea typeface="新細明體" charset="-120"/>
              </a:defRPr>
            </a:lvl2pPr>
            <a:lvl3pPr marL="1143000" indent="-228600" eaLnBrk="0" hangingPunct="0">
              <a:defRPr kumimoji="1">
                <a:solidFill>
                  <a:schemeClr val="tx1"/>
                </a:solidFill>
                <a:latin typeface="Arial" charset="0"/>
                <a:ea typeface="新細明體" charset="-120"/>
              </a:defRPr>
            </a:lvl3pPr>
            <a:lvl4pPr marL="1600200" indent="-228600" eaLnBrk="0" hangingPunct="0">
              <a:defRPr kumimoji="1">
                <a:solidFill>
                  <a:schemeClr val="tx1"/>
                </a:solidFill>
                <a:latin typeface="Arial" charset="0"/>
                <a:ea typeface="新細明體" charset="-120"/>
              </a:defRPr>
            </a:lvl4pPr>
            <a:lvl5pPr marL="2057400" indent="-228600" eaLnBrk="0" hangingPunct="0">
              <a:defRPr kumimoji="1">
                <a:solidFill>
                  <a:schemeClr val="tx1"/>
                </a:solidFill>
                <a:latin typeface="Arial" charset="0"/>
                <a:ea typeface="新細明體" charset="-120"/>
              </a:defRPr>
            </a:lvl5pPr>
            <a:lvl6pPr marL="2514600" indent="-228600" eaLnBrk="0" fontAlgn="base" hangingPunct="0">
              <a:spcBef>
                <a:spcPct val="0"/>
              </a:spcBef>
              <a:spcAft>
                <a:spcPct val="0"/>
              </a:spcAft>
              <a:defRPr kumimoji="1">
                <a:solidFill>
                  <a:schemeClr val="tx1"/>
                </a:solidFill>
                <a:latin typeface="Arial" charset="0"/>
                <a:ea typeface="新細明體" charset="-120"/>
              </a:defRPr>
            </a:lvl6pPr>
            <a:lvl7pPr marL="2971800" indent="-228600" eaLnBrk="0" fontAlgn="base" hangingPunct="0">
              <a:spcBef>
                <a:spcPct val="0"/>
              </a:spcBef>
              <a:spcAft>
                <a:spcPct val="0"/>
              </a:spcAft>
              <a:defRPr kumimoji="1">
                <a:solidFill>
                  <a:schemeClr val="tx1"/>
                </a:solidFill>
                <a:latin typeface="Arial" charset="0"/>
                <a:ea typeface="新細明體" charset="-120"/>
              </a:defRPr>
            </a:lvl7pPr>
            <a:lvl8pPr marL="3429000" indent="-228600" eaLnBrk="0" fontAlgn="base" hangingPunct="0">
              <a:spcBef>
                <a:spcPct val="0"/>
              </a:spcBef>
              <a:spcAft>
                <a:spcPct val="0"/>
              </a:spcAft>
              <a:defRPr kumimoji="1">
                <a:solidFill>
                  <a:schemeClr val="tx1"/>
                </a:solidFill>
                <a:latin typeface="Arial" charset="0"/>
                <a:ea typeface="新細明體" charset="-120"/>
              </a:defRPr>
            </a:lvl8pPr>
            <a:lvl9pPr marL="3886200" indent="-228600" eaLnBrk="0" fontAlgn="base" hangingPunct="0">
              <a:spcBef>
                <a:spcPct val="0"/>
              </a:spcBef>
              <a:spcAft>
                <a:spcPct val="0"/>
              </a:spcAft>
              <a:defRPr kumimoji="1">
                <a:solidFill>
                  <a:schemeClr val="tx1"/>
                </a:solidFill>
                <a:latin typeface="Arial" charset="0"/>
                <a:ea typeface="新細明體" charset="-120"/>
              </a:defRPr>
            </a:lvl9pPr>
          </a:lstStyle>
          <a:p>
            <a:pPr eaLnBrk="1" hangingPunct="1"/>
            <a:r>
              <a:rPr lang="en-US" altLang="zh-TW" sz="2400" b="1"/>
              <a:t>Property:</a:t>
            </a:r>
            <a:r>
              <a:rPr lang="en-US" altLang="zh-TW" sz="2400" b="1">
                <a:solidFill>
                  <a:srgbClr val="0000FF"/>
                </a:solidFill>
              </a:rPr>
              <a:t> </a:t>
            </a:r>
            <a:r>
              <a:rPr lang="en-US" altLang="zh-TW" sz="2400" i="1">
                <a:solidFill>
                  <a:srgbClr val="FF0000"/>
                </a:solidFill>
              </a:rPr>
              <a:t>(# edge</a:t>
            </a:r>
            <a:r>
              <a:rPr lang="en-US" altLang="zh-TW" sz="2400"/>
              <a:t>s) = (</a:t>
            </a:r>
            <a:r>
              <a:rPr lang="en-US" altLang="zh-TW" sz="2400" i="1">
                <a:solidFill>
                  <a:srgbClr val="0000FF"/>
                </a:solidFill>
              </a:rPr>
              <a:t>#node</a:t>
            </a:r>
            <a:r>
              <a:rPr lang="en-US" altLang="zh-TW" sz="2400"/>
              <a:t>s) - 1</a:t>
            </a:r>
          </a:p>
        </p:txBody>
      </p:sp>
    </p:spTree>
    <p:extLst>
      <p:ext uri="{BB962C8B-B14F-4D97-AF65-F5344CB8AC3E}">
        <p14:creationId xmlns:p14="http://schemas.microsoft.com/office/powerpoint/2010/main" val="243196096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5121"/>
            <a:ext cx="8229600" cy="1143000"/>
          </a:xfrm>
        </p:spPr>
        <p:txBody>
          <a:bodyPr/>
          <a:lstStyle/>
          <a:p>
            <a:r>
              <a:rPr lang="en-IN" dirty="0" smtClean="0"/>
              <a:t>Binary Tree</a:t>
            </a:r>
            <a:endParaRPr lang="en-IN" dirty="0"/>
          </a:p>
        </p:txBody>
      </p:sp>
      <p:sp>
        <p:nvSpPr>
          <p:cNvPr id="3" name="Content Placeholder 2"/>
          <p:cNvSpPr>
            <a:spLocks noGrp="1"/>
          </p:cNvSpPr>
          <p:nvPr>
            <p:ph idx="1"/>
          </p:nvPr>
        </p:nvSpPr>
        <p:spPr>
          <a:xfrm>
            <a:off x="444983" y="980728"/>
            <a:ext cx="8229600" cy="5661248"/>
          </a:xfrm>
        </p:spPr>
        <p:txBody>
          <a:bodyPr>
            <a:normAutofit/>
          </a:bodyPr>
          <a:lstStyle/>
          <a:p>
            <a:r>
              <a:rPr lang="en-IN" sz="2400" dirty="0" smtClean="0"/>
              <a:t>In a normal tree, every node can have any number of children. Binary tree is a special type of tree data structure in which every node can have a </a:t>
            </a:r>
            <a:r>
              <a:rPr lang="en-IN" sz="2400" b="1" dirty="0" smtClean="0"/>
              <a:t>maximum of 2 children</a:t>
            </a:r>
            <a:r>
              <a:rPr lang="en-IN" sz="2400" dirty="0" smtClean="0"/>
              <a:t>. One is known as </a:t>
            </a:r>
            <a:r>
              <a:rPr lang="en-IN" sz="2400" b="1" dirty="0" smtClean="0">
                <a:solidFill>
                  <a:srgbClr val="FF0000"/>
                </a:solidFill>
              </a:rPr>
              <a:t>left child</a:t>
            </a:r>
            <a:r>
              <a:rPr lang="en-IN" sz="2400" b="1" dirty="0" smtClean="0"/>
              <a:t> </a:t>
            </a:r>
            <a:r>
              <a:rPr lang="en-IN" sz="2400" dirty="0" smtClean="0"/>
              <a:t>and the other is known as </a:t>
            </a:r>
            <a:r>
              <a:rPr lang="en-IN" sz="2400" b="1" dirty="0" smtClean="0">
                <a:solidFill>
                  <a:srgbClr val="FF0000"/>
                </a:solidFill>
              </a:rPr>
              <a:t>right child</a:t>
            </a:r>
            <a:r>
              <a:rPr lang="en-IN" sz="2400" dirty="0" smtClean="0"/>
              <a:t>.</a:t>
            </a:r>
          </a:p>
          <a:p>
            <a:r>
              <a:rPr lang="en-IN" sz="2400" dirty="0" smtClean="0"/>
              <a:t>A tree in which every node can have a </a:t>
            </a:r>
            <a:r>
              <a:rPr lang="en-IN" sz="2400" b="1" dirty="0" smtClean="0">
                <a:solidFill>
                  <a:srgbClr val="FF0000"/>
                </a:solidFill>
              </a:rPr>
              <a:t>maximum of two children</a:t>
            </a:r>
            <a:r>
              <a:rPr lang="en-IN" sz="2400" dirty="0" smtClean="0"/>
              <a:t> is called as Binary Tree.</a:t>
            </a:r>
          </a:p>
          <a:p>
            <a:r>
              <a:rPr lang="en-IN" sz="2400" dirty="0" smtClean="0"/>
              <a:t>In a binary tree, every node can have either 0 children or 1 child or 2 children but not more than 2 children.</a:t>
            </a:r>
          </a:p>
          <a:p>
            <a:endParaRPr lang="en-IN" sz="2400" dirty="0"/>
          </a:p>
        </p:txBody>
      </p:sp>
      <p:pic>
        <p:nvPicPr>
          <p:cNvPr id="21506" name="Picture 2" descr="http://btechsmartclass.com/DS/images/Binary%20Tre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4000500"/>
            <a:ext cx="666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558162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Types of Binary Tree</a:t>
            </a:r>
            <a:endParaRPr lang="en-IN" dirty="0"/>
          </a:p>
        </p:txBody>
      </p:sp>
      <p:sp>
        <p:nvSpPr>
          <p:cNvPr id="3" name="Content Placeholder 2"/>
          <p:cNvSpPr>
            <a:spLocks noGrp="1"/>
          </p:cNvSpPr>
          <p:nvPr>
            <p:ph idx="1"/>
          </p:nvPr>
        </p:nvSpPr>
        <p:spPr/>
        <p:txBody>
          <a:bodyPr/>
          <a:lstStyle/>
          <a:p>
            <a:r>
              <a:rPr lang="en-IN" b="1" dirty="0" smtClean="0"/>
              <a:t>Strictly Binary Tree</a:t>
            </a:r>
          </a:p>
          <a:p>
            <a:r>
              <a:rPr lang="en-IN" b="1" dirty="0" smtClean="0"/>
              <a:t>Complete Binary Tree</a:t>
            </a:r>
          </a:p>
          <a:p>
            <a:r>
              <a:rPr lang="en-IN" b="1" dirty="0" smtClean="0"/>
              <a:t>Extended Binary Tree</a:t>
            </a:r>
          </a:p>
          <a:p>
            <a:endParaRPr lang="en-IN" dirty="0"/>
          </a:p>
        </p:txBody>
      </p:sp>
    </p:spTree>
    <p:extLst>
      <p:ext uri="{BB962C8B-B14F-4D97-AF65-F5344CB8AC3E}">
        <p14:creationId xmlns:p14="http://schemas.microsoft.com/office/powerpoint/2010/main" val="256699581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t>Strictly Binary Tree</a:t>
            </a:r>
            <a:endParaRPr lang="en-IN" dirty="0"/>
          </a:p>
        </p:txBody>
      </p:sp>
      <p:sp>
        <p:nvSpPr>
          <p:cNvPr id="3" name="Content Placeholder 2"/>
          <p:cNvSpPr>
            <a:spLocks noGrp="1"/>
          </p:cNvSpPr>
          <p:nvPr>
            <p:ph idx="1"/>
          </p:nvPr>
        </p:nvSpPr>
        <p:spPr/>
        <p:txBody>
          <a:bodyPr>
            <a:normAutofit/>
          </a:bodyPr>
          <a:lstStyle/>
          <a:p>
            <a:r>
              <a:rPr lang="en-IN" sz="2400" dirty="0" smtClean="0"/>
              <a:t>A binary tree in which every node has </a:t>
            </a:r>
            <a:r>
              <a:rPr lang="en-IN" sz="2400" b="1" dirty="0" smtClean="0">
                <a:solidFill>
                  <a:srgbClr val="FF0000"/>
                </a:solidFill>
              </a:rPr>
              <a:t>either two or zero </a:t>
            </a:r>
            <a:r>
              <a:rPr lang="en-IN" sz="2400" dirty="0" smtClean="0"/>
              <a:t>number of children is called Strictly Binary Tree</a:t>
            </a:r>
          </a:p>
          <a:p>
            <a:r>
              <a:rPr lang="en-IN" sz="2400" dirty="0" smtClean="0"/>
              <a:t>Strictly binary tree is also called as </a:t>
            </a:r>
            <a:r>
              <a:rPr lang="en-IN" sz="2400" b="1" dirty="0" smtClean="0"/>
              <a:t>Full Binary Tree</a:t>
            </a:r>
            <a:r>
              <a:rPr lang="en-IN" sz="2400" dirty="0" smtClean="0"/>
              <a:t> or </a:t>
            </a:r>
            <a:r>
              <a:rPr lang="en-IN" sz="2400" b="1" dirty="0" smtClean="0"/>
              <a:t>Proper Binary Tree</a:t>
            </a:r>
            <a:r>
              <a:rPr lang="en-IN" sz="2400" dirty="0" smtClean="0"/>
              <a:t> or </a:t>
            </a:r>
            <a:r>
              <a:rPr lang="en-IN" sz="2400" b="1" dirty="0" smtClean="0"/>
              <a:t>2-Tree</a:t>
            </a:r>
          </a:p>
          <a:p>
            <a:endParaRPr lang="en-IN" sz="2400" b="1" dirty="0"/>
          </a:p>
          <a:p>
            <a:r>
              <a:rPr lang="en-IN" sz="1800" dirty="0" smtClean="0"/>
              <a:t>Strictly binary tree data structure is</a:t>
            </a:r>
          </a:p>
          <a:p>
            <a:pPr marL="0" indent="0">
              <a:buNone/>
            </a:pPr>
            <a:r>
              <a:rPr lang="en-IN" sz="1800" dirty="0" smtClean="0"/>
              <a:t> used to represent mathematical expressions.</a:t>
            </a:r>
          </a:p>
          <a:p>
            <a:endParaRPr lang="en-IN" sz="2400" dirty="0" smtClean="0"/>
          </a:p>
          <a:p>
            <a:endParaRPr lang="en-IN" sz="2400" dirty="0"/>
          </a:p>
        </p:txBody>
      </p:sp>
      <p:pic>
        <p:nvPicPr>
          <p:cNvPr id="22530" name="Picture 2" descr="http://btechsmartclass.com/DS/images/Strictly%20Binary%20Tre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7904" y="2780928"/>
            <a:ext cx="6667500" cy="2857500"/>
          </a:xfrm>
          <a:prstGeom prst="rect">
            <a:avLst/>
          </a:prstGeom>
          <a:noFill/>
          <a:extLst>
            <a:ext uri="{909E8E84-426E-40DD-AFC4-6F175D3DCCD1}">
              <a14:hiddenFill xmlns:a14="http://schemas.microsoft.com/office/drawing/2010/main">
                <a:solidFill>
                  <a:srgbClr val="FFFFFF"/>
                </a:solidFill>
              </a14:hiddenFill>
            </a:ext>
          </a:extLst>
        </p:spPr>
      </p:pic>
      <p:pic>
        <p:nvPicPr>
          <p:cNvPr id="22532" name="Picture 4" descr="http://btechsmartclass.com/DS/images/Strictly%20BT%20Ex.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62" y="4709862"/>
            <a:ext cx="4968552" cy="21293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474328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t>Complete Binary Tree</a:t>
            </a:r>
            <a:endParaRPr lang="en-IN" dirty="0"/>
          </a:p>
        </p:txBody>
      </p:sp>
      <p:sp>
        <p:nvSpPr>
          <p:cNvPr id="3" name="Content Placeholder 2"/>
          <p:cNvSpPr>
            <a:spLocks noGrp="1"/>
          </p:cNvSpPr>
          <p:nvPr>
            <p:ph idx="1"/>
          </p:nvPr>
        </p:nvSpPr>
        <p:spPr/>
        <p:txBody>
          <a:bodyPr>
            <a:normAutofit/>
          </a:bodyPr>
          <a:lstStyle/>
          <a:p>
            <a:r>
              <a:rPr lang="en-IN" sz="2400" dirty="0" smtClean="0"/>
              <a:t>A binary tree in which </a:t>
            </a:r>
            <a:r>
              <a:rPr lang="en-IN" sz="2400" b="1" dirty="0" smtClean="0">
                <a:solidFill>
                  <a:srgbClr val="FF0000"/>
                </a:solidFill>
              </a:rPr>
              <a:t>every internal node has exactly two children</a:t>
            </a:r>
            <a:r>
              <a:rPr lang="en-IN" sz="2400" dirty="0" smtClean="0"/>
              <a:t> and </a:t>
            </a:r>
            <a:r>
              <a:rPr lang="en-IN" sz="2400" b="1" dirty="0" smtClean="0">
                <a:solidFill>
                  <a:srgbClr val="FF0000"/>
                </a:solidFill>
              </a:rPr>
              <a:t>all leaf nodes are at same level</a:t>
            </a:r>
            <a:r>
              <a:rPr lang="en-IN" sz="2400" dirty="0" smtClean="0"/>
              <a:t> is called Complete Binary Tree.</a:t>
            </a:r>
            <a:endParaRPr lang="en-IN" sz="2400" dirty="0"/>
          </a:p>
        </p:txBody>
      </p:sp>
      <p:pic>
        <p:nvPicPr>
          <p:cNvPr id="23554" name="Picture 2" descr="http://btechsmartclass.com/DS/images/Complete%20Binary%20Tre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2708920"/>
            <a:ext cx="666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319282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t>Extended Binary Tree</a:t>
            </a:r>
            <a:endParaRPr lang="en-IN" dirty="0"/>
          </a:p>
        </p:txBody>
      </p:sp>
      <p:sp>
        <p:nvSpPr>
          <p:cNvPr id="3" name="Content Placeholder 2"/>
          <p:cNvSpPr>
            <a:spLocks noGrp="1"/>
          </p:cNvSpPr>
          <p:nvPr>
            <p:ph idx="1"/>
          </p:nvPr>
        </p:nvSpPr>
        <p:spPr/>
        <p:txBody>
          <a:bodyPr/>
          <a:lstStyle/>
          <a:p>
            <a:pPr algn="just"/>
            <a:r>
              <a:rPr lang="en-IN" dirty="0" smtClean="0"/>
              <a:t>The full binary tree obtained by adding dummy nodes to a binary tree is called as Extended Binary Tree.</a:t>
            </a:r>
          </a:p>
          <a:p>
            <a:endParaRPr lang="en-IN" dirty="0"/>
          </a:p>
        </p:txBody>
      </p:sp>
      <p:pic>
        <p:nvPicPr>
          <p:cNvPr id="24578" name="Picture 2" descr="http://btechsmartclass.com/DS/images/Extended%20Binary%20Tre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3387484"/>
            <a:ext cx="8442176" cy="28140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692559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Skewed Binary Tree</a:t>
            </a:r>
            <a:endParaRPr lang="en-IN" b="1" dirty="0"/>
          </a:p>
        </p:txBody>
      </p:sp>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91213" y="1628800"/>
            <a:ext cx="2638425" cy="3114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Content Placeholder 3"/>
          <p:cNvSpPr>
            <a:spLocks noGrp="1"/>
          </p:cNvSpPr>
          <p:nvPr>
            <p:ph idx="1"/>
          </p:nvPr>
        </p:nvSpPr>
        <p:spPr/>
        <p:txBody>
          <a:bodyPr>
            <a:normAutofit lnSpcReduction="10000"/>
          </a:bodyPr>
          <a:lstStyle/>
          <a:p>
            <a:r>
              <a:rPr lang="en-US" dirty="0" smtClean="0"/>
              <a:t>Right Skewed Binary Tree</a:t>
            </a:r>
          </a:p>
          <a:p>
            <a:endParaRPr lang="en-US" dirty="0"/>
          </a:p>
          <a:p>
            <a:endParaRPr lang="en-US" dirty="0" smtClean="0"/>
          </a:p>
          <a:p>
            <a:endParaRPr lang="en-US" dirty="0"/>
          </a:p>
          <a:p>
            <a:endParaRPr lang="en-US" dirty="0" smtClean="0"/>
          </a:p>
          <a:p>
            <a:endParaRPr lang="en-US" dirty="0"/>
          </a:p>
          <a:p>
            <a:endParaRPr lang="en-US" dirty="0" smtClean="0"/>
          </a:p>
          <a:p>
            <a:r>
              <a:rPr lang="en-US" dirty="0" smtClean="0"/>
              <a:t>                                                      Left Skewed BT</a:t>
            </a:r>
            <a:endParaRPr lang="en-IN" dirty="0"/>
          </a:p>
        </p:txBody>
      </p:sp>
      <p:pic>
        <p:nvPicPr>
          <p:cNvPr id="102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175" y="2132856"/>
            <a:ext cx="3933825" cy="3581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2340657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t>Binary Tree Representations</a:t>
            </a:r>
            <a:endParaRPr lang="en-IN" dirty="0"/>
          </a:p>
        </p:txBody>
      </p:sp>
      <p:sp>
        <p:nvSpPr>
          <p:cNvPr id="3" name="Content Placeholder 2"/>
          <p:cNvSpPr>
            <a:spLocks noGrp="1"/>
          </p:cNvSpPr>
          <p:nvPr>
            <p:ph idx="1"/>
          </p:nvPr>
        </p:nvSpPr>
        <p:spPr/>
        <p:txBody>
          <a:bodyPr/>
          <a:lstStyle/>
          <a:p>
            <a:r>
              <a:rPr lang="en-IN" b="1" dirty="0" smtClean="0"/>
              <a:t>Array Representation</a:t>
            </a:r>
          </a:p>
          <a:p>
            <a:r>
              <a:rPr lang="en-IN" b="1" dirty="0" smtClean="0"/>
              <a:t>Linked List Representation</a:t>
            </a:r>
          </a:p>
          <a:p>
            <a:pPr marL="0" indent="0">
              <a:buNone/>
            </a:pPr>
            <a:endParaRPr lang="en-IN" dirty="0"/>
          </a:p>
        </p:txBody>
      </p:sp>
    </p:spTree>
    <p:extLst>
      <p:ext uri="{BB962C8B-B14F-4D97-AF65-F5344CB8AC3E}">
        <p14:creationId xmlns:p14="http://schemas.microsoft.com/office/powerpoint/2010/main" val="202089812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t>Array Representation</a:t>
            </a:r>
            <a:endParaRPr lang="en-IN" dirty="0"/>
          </a:p>
        </p:txBody>
      </p:sp>
      <p:pic>
        <p:nvPicPr>
          <p:cNvPr id="25602" name="Picture 2" descr="http://btechsmartclass.com/DS/images/Binary%20Tre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1844824"/>
            <a:ext cx="6667500" cy="2857500"/>
          </a:xfrm>
          <a:prstGeom prst="rect">
            <a:avLst/>
          </a:prstGeom>
          <a:noFill/>
          <a:extLst>
            <a:ext uri="{909E8E84-426E-40DD-AFC4-6F175D3DCCD1}">
              <a14:hiddenFill xmlns:a14="http://schemas.microsoft.com/office/drawing/2010/main">
                <a:solidFill>
                  <a:srgbClr val="FFFFFF"/>
                </a:solidFill>
              </a14:hiddenFill>
            </a:ext>
          </a:extLst>
        </p:spPr>
      </p:pic>
      <p:pic>
        <p:nvPicPr>
          <p:cNvPr id="25604" name="Picture 4" descr="http://btechsmartclass.com/DS/images/BT%20Array%20Representatio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304" y="5013176"/>
            <a:ext cx="10277872" cy="12847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968029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6633" y="27856"/>
            <a:ext cx="8229600" cy="1143000"/>
          </a:xfrm>
        </p:spPr>
        <p:txBody>
          <a:bodyPr>
            <a:normAutofit/>
          </a:bodyPr>
          <a:lstStyle/>
          <a:p>
            <a:r>
              <a:rPr lang="en-IN" b="1" dirty="0" smtClean="0"/>
              <a:t>Linked List Representation</a:t>
            </a:r>
            <a:endParaRPr lang="en-IN" dirty="0"/>
          </a:p>
        </p:txBody>
      </p:sp>
      <p:pic>
        <p:nvPicPr>
          <p:cNvPr id="26626" name="Picture 2" descr="http://btechsmartclass.com/DS/images/BT%20LR%20Nod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3933" y="1052736"/>
            <a:ext cx="5715000" cy="1428750"/>
          </a:xfrm>
          <a:prstGeom prst="rect">
            <a:avLst/>
          </a:prstGeom>
          <a:noFill/>
          <a:extLst>
            <a:ext uri="{909E8E84-426E-40DD-AFC4-6F175D3DCCD1}">
              <a14:hiddenFill xmlns:a14="http://schemas.microsoft.com/office/drawing/2010/main">
                <a:solidFill>
                  <a:srgbClr val="FFFFFF"/>
                </a:solidFill>
              </a14:hiddenFill>
            </a:ext>
          </a:extLst>
        </p:spPr>
      </p:pic>
      <p:pic>
        <p:nvPicPr>
          <p:cNvPr id="26628" name="Picture 4" descr="http://btechsmartclass.com/DS/images/BT%20Linked%20List%20Representatio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624" y="2179583"/>
            <a:ext cx="7020272" cy="46801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156366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679</TotalTime>
  <Words>1343</Words>
  <Application>Microsoft Office PowerPoint</Application>
  <PresentationFormat>On-screen Show (4:3)</PresentationFormat>
  <Paragraphs>139</Paragraphs>
  <Slides>28</Slides>
  <Notes>2</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Office Theme</vt:lpstr>
      <vt:lpstr>TREES</vt:lpstr>
      <vt:lpstr>PowerPoint Presentation</vt:lpstr>
      <vt:lpstr>Tree Terminology</vt:lpstr>
      <vt:lpstr>PowerPoint Presentation</vt:lpstr>
      <vt:lpstr>Root</vt:lpstr>
      <vt:lpstr>Edge</vt:lpstr>
      <vt:lpstr>Parent</vt:lpstr>
      <vt:lpstr>Child</vt:lpstr>
      <vt:lpstr>Siblings</vt:lpstr>
      <vt:lpstr>Leaf</vt:lpstr>
      <vt:lpstr>Internal Nodes</vt:lpstr>
      <vt:lpstr>Degree</vt:lpstr>
      <vt:lpstr>Level</vt:lpstr>
      <vt:lpstr>Height</vt:lpstr>
      <vt:lpstr>Depth</vt:lpstr>
      <vt:lpstr>Path</vt:lpstr>
      <vt:lpstr>Sub Tree</vt:lpstr>
      <vt:lpstr>Tree Properties</vt:lpstr>
      <vt:lpstr>PowerPoint Presentation</vt:lpstr>
      <vt:lpstr>Binary Tree</vt:lpstr>
      <vt:lpstr>Types of Binary Tree</vt:lpstr>
      <vt:lpstr>Strictly Binary Tree</vt:lpstr>
      <vt:lpstr>Complete Binary Tree</vt:lpstr>
      <vt:lpstr>Extended Binary Tree</vt:lpstr>
      <vt:lpstr>Skewed Binary Tree</vt:lpstr>
      <vt:lpstr>Binary Tree Representations</vt:lpstr>
      <vt:lpstr>Array Representation</vt:lpstr>
      <vt:lpstr>Linked List Representation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TREE</dc:title>
  <dc:creator>Admin</dc:creator>
  <cp:lastModifiedBy>HP</cp:lastModifiedBy>
  <cp:revision>28</cp:revision>
  <dcterms:created xsi:type="dcterms:W3CDTF">2018-01-29T17:15:47Z</dcterms:created>
  <dcterms:modified xsi:type="dcterms:W3CDTF">2023-04-17T01:10:53Z</dcterms:modified>
</cp:coreProperties>
</file>