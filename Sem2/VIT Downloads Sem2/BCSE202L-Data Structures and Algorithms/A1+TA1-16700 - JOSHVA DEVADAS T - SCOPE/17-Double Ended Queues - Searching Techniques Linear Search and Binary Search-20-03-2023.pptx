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C8E0C-140D-D2BD-4483-99987C55DB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7549F2-5DB3-3922-5B39-BCCE504F9B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33C9E-D634-B91A-C1AA-E795C9B5A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7ED6-DC5B-4BB5-ADC1-04C2E4F60217}" type="datetimeFigureOut">
              <a:rPr lang="en-IN" smtClean="0"/>
              <a:t>19-08-2022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1E146-E211-1CDC-D1EF-86E906A19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0F2CC-ACDF-799D-3CC8-27457C4B5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A33B-E711-425A-99A7-9438655DB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262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83F29-1D8F-9EFD-17FE-373354C51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9FCE1-99B2-BECA-5514-FF304D9DA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6328C-B1DD-8E8D-A090-4BB3CC4A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7ED6-DC5B-4BB5-ADC1-04C2E4F60217}" type="datetimeFigureOut">
              <a:rPr lang="en-IN" smtClean="0"/>
              <a:t>19-08-2022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56CE0-1156-2633-67E8-0DF3EE00F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E2851-EB61-0039-8832-48AEC89A2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A33B-E711-425A-99A7-9438655DB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964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58659-BC06-57CC-A412-ED8E1EB0E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BE0DF-3C81-4418-EE61-5D35BF42A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0861D-859F-1C7F-1920-D62667820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7ED6-DC5B-4BB5-ADC1-04C2E4F60217}" type="datetimeFigureOut">
              <a:rPr lang="en-IN" smtClean="0"/>
              <a:t>19-08-2022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7753E-95CE-00CE-241D-8AA94B345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96FEA-428C-495F-B3F6-16A125108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A33B-E711-425A-99A7-9438655DB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026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62D99-A513-9C89-A378-CAF648211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C1630-D08F-D5B9-8473-1F9A8BCF09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2ACADE-BFB9-7DE3-428A-8A241DC58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B7E004-4DF7-6A07-4A52-93DFAAD1D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7ED6-DC5B-4BB5-ADC1-04C2E4F60217}" type="datetimeFigureOut">
              <a:rPr lang="en-IN" smtClean="0"/>
              <a:t>19-08-2022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58713-82CE-30D0-32B5-A248DB8E8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A8343A-A984-5BE7-C995-DD4177970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A33B-E711-425A-99A7-9438655DB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33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1D39A-6B3A-8BCB-1A8C-D3B36C44C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5DE66-3A4D-4257-5C00-094260583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69CDB1-E5D1-1324-35B3-31311F47B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E9266C-62A1-6F3F-6C41-D40444A055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6801EF-FB70-C189-D03C-98D114B370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9BF81B-5F46-175E-B69A-090E29D67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7ED6-DC5B-4BB5-ADC1-04C2E4F60217}" type="datetimeFigureOut">
              <a:rPr lang="en-IN" smtClean="0"/>
              <a:t>19-08-2022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E77DF-D516-B096-63A6-F3FD1DBDD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EAAADE-4CC9-0194-485A-E69501966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A33B-E711-425A-99A7-9438655DB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948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EE50E-B859-C7DC-FC7F-A4E660AC3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CDE04F-E4FE-115D-57DB-61235A39B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7ED6-DC5B-4BB5-ADC1-04C2E4F60217}" type="datetimeFigureOut">
              <a:rPr lang="en-IN" smtClean="0"/>
              <a:t>19-08-2022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866FF2-5E48-83C2-73E1-A565343E3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102CB0-48D1-1411-7C4F-C3E2FCE82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A33B-E711-425A-99A7-9438655DB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151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6ED5AE-ED10-47B3-6D76-C08112983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7ED6-DC5B-4BB5-ADC1-04C2E4F60217}" type="datetimeFigureOut">
              <a:rPr lang="en-IN" smtClean="0"/>
              <a:t>19-08-2022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B70657-DE55-83F1-4141-6D47004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734C2-804D-27AA-1AE9-75CF2147C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A33B-E711-425A-99A7-9438655DB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065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F22C-E2B8-319A-DA9A-561AF3B3E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73644-AFEE-B2ED-DBB4-83ED2C145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5C6A8E-1DB0-78FE-4EBE-FDE7A5807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4B151-1576-AAAC-EDCA-9327582FD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7ED6-DC5B-4BB5-ADC1-04C2E4F60217}" type="datetimeFigureOut">
              <a:rPr lang="en-IN" smtClean="0"/>
              <a:t>19-08-2022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668453-D662-F053-CFF2-0EE947E28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9F530E-D627-7821-9A81-FD5902718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A33B-E711-425A-99A7-9438655DB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035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3E8CE-79EB-EEDF-A226-6E33E8AB6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3131C0-90C4-EE14-68E5-834B0A83A8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306236-D8C0-D32D-2F71-15002C40C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5BBB7-265A-04F8-2EEA-B7E423C33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7ED6-DC5B-4BB5-ADC1-04C2E4F60217}" type="datetimeFigureOut">
              <a:rPr lang="en-IN" smtClean="0"/>
              <a:t>19-08-2022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842D41-AE22-3A4D-E86D-64F5911A6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CA9E7-DD56-A174-37D6-42047605E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A33B-E711-425A-99A7-9438655DB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539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88A10-CBEC-2D29-2F29-1A4565164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091CCB-5329-E727-59F9-A33AA228BA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16698-23A7-1CEE-9C49-3E4F9F098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7ED6-DC5B-4BB5-ADC1-04C2E4F60217}" type="datetimeFigureOut">
              <a:rPr lang="en-IN" smtClean="0"/>
              <a:t>19-08-2022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CD311-7413-7BDF-F6F2-3B3A23C1C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D538F-631E-C642-C1BE-65DF4722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A33B-E711-425A-99A7-9438655DB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48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614108-4E6D-0459-3AED-E949280386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97531-F866-5DF0-1BEE-0AFEF965F0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FDDCA-307E-2EB3-2F7D-B06F0A22A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7ED6-DC5B-4BB5-ADC1-04C2E4F60217}" type="datetimeFigureOut">
              <a:rPr lang="en-IN" smtClean="0"/>
              <a:t>19-08-2022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18898-20DF-2450-00B3-5A076371E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81953-9203-A0A2-AFAE-5101C9EEF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A33B-E711-425A-99A7-9438655DB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341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B263C-24F7-477B-2D60-DB468E056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F90A4-9964-2BF9-99A1-9B8838B09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BCB4A-0B21-60C5-E881-3F3531AD50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7ED6-DC5B-4BB5-ADC1-04C2E4F60217}" type="datetimeFigureOut">
              <a:rPr lang="en-IN" smtClean="0"/>
              <a:t>19-08-2022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57414-7FE1-EB5D-992D-9606E15BFA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CC271-423B-0762-8CB3-52EA1644E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2A33B-E711-425A-99A7-9438655DB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070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linear-search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searching-algorithms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E0660-6881-AFB4-8B97-6E237CCD0D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Searching Techniques</a:t>
            </a:r>
            <a:endParaRPr lang="en-IN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48C561-3413-1AAB-C7B7-76D2EE1B28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985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61A2D-4343-0323-3578-709FF7ABC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Linear Search</a:t>
            </a:r>
            <a:endParaRPr lang="en-IN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E83CF-6F9E-776D-A4AC-3655C5C4B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A simple approach is to do a </a:t>
            </a:r>
            <a:r>
              <a:rPr lang="en-US" b="1" i="0" u="sng" dirty="0">
                <a:effectLst/>
                <a:latin typeface="urw-din"/>
                <a:hlinkClick r:id="rId2"/>
              </a:rPr>
              <a:t>linear search</a:t>
            </a:r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.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 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The time complexity of the Linear search is O(n).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Another approach to perform the same task is using </a:t>
            </a:r>
            <a:r>
              <a:rPr lang="en-US" b="0" i="1" dirty="0">
                <a:solidFill>
                  <a:srgbClr val="273239"/>
                </a:solidFill>
                <a:effectLst/>
                <a:latin typeface="urw-din"/>
              </a:rPr>
              <a:t>Binary Search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. 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4626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EB62E-5D51-9097-5149-9AA302D8C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147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Binary Search</a:t>
            </a:r>
            <a:endParaRPr lang="en-IN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CF7BB-065A-B801-B081-8E85F9C96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031" y="1209822"/>
            <a:ext cx="11296357" cy="4967141"/>
          </a:xfrm>
        </p:spPr>
        <p:txBody>
          <a:bodyPr>
            <a:normAutofit fontScale="92500"/>
          </a:bodyPr>
          <a:lstStyle/>
          <a:p>
            <a:r>
              <a:rPr lang="en-US" b="1" i="1" dirty="0">
                <a:solidFill>
                  <a:srgbClr val="273239"/>
                </a:solidFill>
                <a:effectLst/>
                <a:latin typeface="urw-din"/>
              </a:rPr>
              <a:t>Binary Search</a:t>
            </a:r>
            <a:r>
              <a:rPr lang="en-US" b="0" i="1" dirty="0">
                <a:solidFill>
                  <a:srgbClr val="273239"/>
                </a:solidFill>
                <a:effectLst/>
                <a:latin typeface="urw-din"/>
              </a:rPr>
              <a:t> is a </a:t>
            </a:r>
            <a:r>
              <a:rPr lang="en-US" b="0" i="1" u="sng" dirty="0">
                <a:effectLst/>
                <a:latin typeface="urw-din"/>
                <a:hlinkClick r:id="rId2"/>
              </a:rPr>
              <a:t>searching algorithm</a:t>
            </a:r>
            <a:r>
              <a:rPr lang="en-US" b="0" i="1" dirty="0">
                <a:solidFill>
                  <a:srgbClr val="273239"/>
                </a:solidFill>
                <a:effectLst/>
                <a:latin typeface="urw-din"/>
              </a:rPr>
              <a:t> used in a sorted array by </a:t>
            </a:r>
            <a:r>
              <a:rPr lang="en-US" b="1" i="1" dirty="0">
                <a:solidFill>
                  <a:srgbClr val="273239"/>
                </a:solidFill>
                <a:effectLst/>
                <a:latin typeface="urw-din"/>
              </a:rPr>
              <a:t>repeatedly dividing the search interval in half</a:t>
            </a:r>
            <a:r>
              <a:rPr lang="en-US" b="0" i="1" dirty="0">
                <a:solidFill>
                  <a:srgbClr val="273239"/>
                </a:solidFill>
                <a:effectLst/>
                <a:latin typeface="urw-din"/>
              </a:rPr>
              <a:t>.</a:t>
            </a:r>
          </a:p>
          <a:p>
            <a:r>
              <a:rPr lang="en-US" b="0" i="1" dirty="0">
                <a:solidFill>
                  <a:srgbClr val="273239"/>
                </a:solidFill>
                <a:effectLst/>
                <a:latin typeface="urw-din"/>
              </a:rPr>
              <a:t> The idea of binary search is to use the information that the array is sorted and reduce the time complexity to O(Log n). </a:t>
            </a:r>
          </a:p>
          <a:p>
            <a:endParaRPr lang="en-US" b="0" i="1" dirty="0">
              <a:solidFill>
                <a:srgbClr val="273239"/>
              </a:solidFill>
              <a:effectLst/>
              <a:latin typeface="urw-din"/>
            </a:endParaRPr>
          </a:p>
          <a:p>
            <a:pPr algn="l" fontAlgn="base"/>
            <a:r>
              <a:rPr lang="en-US" b="1" i="0" u="sng" dirty="0">
                <a:solidFill>
                  <a:srgbClr val="273239"/>
                </a:solidFill>
                <a:effectLst/>
                <a:latin typeface="urw-din"/>
              </a:rPr>
              <a:t>Binary Search Algorithm: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 The basic steps to perform Binary Search are:</a:t>
            </a:r>
          </a:p>
          <a:p>
            <a:pPr lvl="1" fontAlgn="base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Begin with the mid element of the whole array as a search key.</a:t>
            </a:r>
          </a:p>
          <a:p>
            <a:pPr lvl="1" fontAlgn="base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If the value of the search key is equal to the item then return an index of the search key.</a:t>
            </a:r>
          </a:p>
          <a:p>
            <a:pPr lvl="1" fontAlgn="base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Or if the value of the search key is less than the item in the middle of the interval, narrow the interval to the lower half.</a:t>
            </a:r>
          </a:p>
          <a:p>
            <a:pPr lvl="1" fontAlgn="base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Otherwise, narrow it to the upper half.</a:t>
            </a:r>
          </a:p>
          <a:p>
            <a:pPr lvl="1" fontAlgn="base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Repeatedly check from the second point until the value is found or the interval is empty.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0652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2CBF7-90CB-E9FF-FD59-6A5845A18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 fontAlgn="base">
              <a:buNone/>
            </a:pP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Binary Search Algorithm can be implemented in the following two ways</a:t>
            </a:r>
          </a:p>
          <a:p>
            <a:pPr marL="0" indent="0" algn="l" fontAlgn="base">
              <a:buNone/>
            </a:pPr>
            <a:endParaRPr lang="en-US" b="0" i="0" dirty="0">
              <a:solidFill>
                <a:srgbClr val="273239"/>
              </a:solidFill>
              <a:effectLst/>
              <a:latin typeface="urw-din"/>
            </a:endParaRP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Iterative Method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Recursive Method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2934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8D8CF-2756-C1FD-1155-5FD8280CB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Iterative Method</a:t>
            </a:r>
            <a:endParaRPr lang="en-IN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67690-7C72-EE8F-3BA0-75150792F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x, low, high)</a:t>
            </a:r>
          </a:p>
          <a:p>
            <a:pPr marL="0" indent="0">
              <a:buNone/>
            </a:pPr>
            <a:r>
              <a:rPr lang="en-US" dirty="0"/>
              <a:t>        repeat till low = high</a:t>
            </a:r>
          </a:p>
          <a:p>
            <a:pPr marL="0" indent="0">
              <a:buNone/>
            </a:pPr>
            <a:r>
              <a:rPr lang="en-US" dirty="0"/>
              <a:t>               mid = (low + high)/2</a:t>
            </a:r>
          </a:p>
          <a:p>
            <a:pPr marL="0" indent="0">
              <a:buNone/>
            </a:pPr>
            <a:r>
              <a:rPr lang="en-US" dirty="0"/>
              <a:t>                   if (x == </a:t>
            </a:r>
            <a:r>
              <a:rPr lang="en-US" dirty="0" err="1"/>
              <a:t>arr</a:t>
            </a:r>
            <a:r>
              <a:rPr lang="en-US" dirty="0"/>
              <a:t>[mid])</a:t>
            </a:r>
          </a:p>
          <a:p>
            <a:pPr marL="0" indent="0">
              <a:buNone/>
            </a:pPr>
            <a:r>
              <a:rPr lang="en-US" dirty="0"/>
              <a:t>                   return mid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                   else if (x &gt; </a:t>
            </a:r>
            <a:r>
              <a:rPr lang="en-US" dirty="0" err="1"/>
              <a:t>arr</a:t>
            </a:r>
            <a:r>
              <a:rPr lang="en-US" dirty="0"/>
              <a:t>[mid]) // x is on the right side</a:t>
            </a:r>
          </a:p>
          <a:p>
            <a:pPr marL="0" indent="0">
              <a:buNone/>
            </a:pPr>
            <a:r>
              <a:rPr lang="en-US" dirty="0"/>
              <a:t>                       low = mid + 1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                   else                  // x is on the left side</a:t>
            </a:r>
          </a:p>
          <a:p>
            <a:pPr marL="0" indent="0">
              <a:buNone/>
            </a:pPr>
            <a:r>
              <a:rPr lang="en-US" dirty="0"/>
              <a:t>                       high = mid - 1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282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17BFC-69D0-4D79-F7FB-0A3F765BD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245"/>
            <a:ext cx="10515600" cy="66181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Recursive Method</a:t>
            </a:r>
            <a:endParaRPr lang="en-IN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9BF53-98D8-9973-3199-0620AC547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4062"/>
            <a:ext cx="10515600" cy="533290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x, low, high)</a:t>
            </a:r>
          </a:p>
          <a:p>
            <a:pPr marL="0" indent="0">
              <a:buNone/>
            </a:pPr>
            <a:r>
              <a:rPr lang="en-US" dirty="0"/>
              <a:t>           if low &gt; high</a:t>
            </a:r>
          </a:p>
          <a:p>
            <a:pPr marL="0" indent="0">
              <a:buNone/>
            </a:pPr>
            <a:r>
              <a:rPr lang="en-US" dirty="0"/>
              <a:t>               return False 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           else</a:t>
            </a:r>
          </a:p>
          <a:p>
            <a:pPr marL="0" indent="0">
              <a:buNone/>
            </a:pPr>
            <a:r>
              <a:rPr lang="en-US" dirty="0"/>
              <a:t>               mid = (low + high) / 2 </a:t>
            </a:r>
          </a:p>
          <a:p>
            <a:pPr marL="0" indent="0">
              <a:buNone/>
            </a:pPr>
            <a:r>
              <a:rPr lang="en-US" dirty="0"/>
              <a:t>                   if x == </a:t>
            </a:r>
            <a:r>
              <a:rPr lang="en-US" dirty="0" err="1"/>
              <a:t>arr</a:t>
            </a:r>
            <a:r>
              <a:rPr lang="en-US" dirty="0"/>
              <a:t>[mid]</a:t>
            </a:r>
          </a:p>
          <a:p>
            <a:pPr marL="0" indent="0">
              <a:buNone/>
            </a:pPr>
            <a:r>
              <a:rPr lang="en-US" dirty="0"/>
              <a:t>                   return mid</a:t>
            </a:r>
          </a:p>
          <a:p>
            <a:pPr marL="0" indent="0">
              <a:buNone/>
            </a:pPr>
            <a:r>
              <a:rPr lang="en-US" dirty="0"/>
              <a:t>       </a:t>
            </a:r>
          </a:p>
          <a:p>
            <a:pPr marL="0" indent="0">
              <a:buNone/>
            </a:pPr>
            <a:r>
              <a:rPr lang="en-US" dirty="0"/>
              <a:t>               else if x &gt; </a:t>
            </a:r>
            <a:r>
              <a:rPr lang="en-US" dirty="0" err="1"/>
              <a:t>arr</a:t>
            </a:r>
            <a:r>
              <a:rPr lang="en-US" dirty="0"/>
              <a:t>[mid]        // x is on the right side</a:t>
            </a:r>
          </a:p>
          <a:p>
            <a:pPr marL="0" indent="0">
              <a:buNone/>
            </a:pPr>
            <a:r>
              <a:rPr lang="en-US" dirty="0"/>
              <a:t>                  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x, mid + 1, high)</a:t>
            </a:r>
          </a:p>
          <a:p>
            <a:pPr marL="0" indent="0">
              <a:buNone/>
            </a:pPr>
            <a:r>
              <a:rPr lang="en-US" dirty="0"/>
              <a:t>               </a:t>
            </a:r>
          </a:p>
          <a:p>
            <a:pPr marL="0" indent="0">
              <a:buNone/>
            </a:pPr>
            <a:r>
              <a:rPr lang="en-US" dirty="0"/>
              <a:t>               else                        // x is on the right side</a:t>
            </a:r>
          </a:p>
          <a:p>
            <a:pPr marL="0" indent="0">
              <a:buNone/>
            </a:pPr>
            <a:r>
              <a:rPr lang="en-US" dirty="0"/>
              <a:t>                   return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x, low, mid - 1)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1643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10CDDE4-5902-73C0-5DD9-F318685A6B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1012" y="974215"/>
            <a:ext cx="8815188" cy="490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574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383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urw-din</vt:lpstr>
      <vt:lpstr>Office Theme</vt:lpstr>
      <vt:lpstr>Searching Techniques</vt:lpstr>
      <vt:lpstr>Linear Search</vt:lpstr>
      <vt:lpstr>Binary Search</vt:lpstr>
      <vt:lpstr>PowerPoint Presentation</vt:lpstr>
      <vt:lpstr>Iterative Method</vt:lpstr>
      <vt:lpstr>Recursive Method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Searching Techniques</dc:title>
  <dc:creator>Joshva Devadas</dc:creator>
  <cp:lastModifiedBy>Joshva Devadas</cp:lastModifiedBy>
  <cp:revision>2</cp:revision>
  <dcterms:created xsi:type="dcterms:W3CDTF">2022-08-19T04:49:55Z</dcterms:created>
  <dcterms:modified xsi:type="dcterms:W3CDTF">2022-08-19T05:01:47Z</dcterms:modified>
</cp:coreProperties>
</file>