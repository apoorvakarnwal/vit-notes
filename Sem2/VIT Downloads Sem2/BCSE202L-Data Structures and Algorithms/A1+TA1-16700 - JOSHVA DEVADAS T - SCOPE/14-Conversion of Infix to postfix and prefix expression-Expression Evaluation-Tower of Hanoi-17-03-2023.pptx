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35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0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00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39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465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69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71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93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03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55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B385E-9E95-4BA3-9C43-C89C9F4C9F87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A14B4-8FDB-4D5C-B833-1156F2DE5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79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Stack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rgbClr val="FF9900"/>
                </a:solidFill>
              </a:rPr>
              <a:t>Towers of Hanoi</a:t>
            </a:r>
          </a:p>
        </p:txBody>
      </p:sp>
    </p:spTree>
    <p:extLst>
      <p:ext uri="{BB962C8B-B14F-4D97-AF65-F5344CB8AC3E}">
        <p14:creationId xmlns:p14="http://schemas.microsoft.com/office/powerpoint/2010/main" val="295327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686800" cy="593752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20688"/>
            <a:ext cx="8567328" cy="574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067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Tower of Hanoi is a mathematical puzzle where we have </a:t>
            </a:r>
            <a:r>
              <a:rPr lang="en-US" dirty="0">
                <a:solidFill>
                  <a:srgbClr val="FF0000"/>
                </a:solidFill>
              </a:rPr>
              <a:t>three </a:t>
            </a:r>
            <a:r>
              <a:rPr lang="en-US" dirty="0" smtClean="0">
                <a:solidFill>
                  <a:srgbClr val="FF0000"/>
                </a:solidFill>
              </a:rPr>
              <a:t>pegs/rods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n disks</a:t>
            </a:r>
            <a:r>
              <a:rPr lang="en-US" dirty="0"/>
              <a:t>. </a:t>
            </a:r>
          </a:p>
          <a:p>
            <a:pPr fontAlgn="base"/>
            <a:r>
              <a:rPr lang="en-US" dirty="0"/>
              <a:t>The objective of the puzzle is to move the entire stack to another rod, obeying the following simple rules: </a:t>
            </a:r>
          </a:p>
          <a:p>
            <a:pPr lvl="1" fontAlgn="base"/>
            <a:r>
              <a:rPr lang="en-US" dirty="0">
                <a:solidFill>
                  <a:srgbClr val="FF0000"/>
                </a:solidFill>
              </a:rPr>
              <a:t>Only one disk </a:t>
            </a:r>
            <a:r>
              <a:rPr lang="en-US" dirty="0"/>
              <a:t>can be moved at a time.</a:t>
            </a:r>
          </a:p>
          <a:p>
            <a:pPr lvl="1" fontAlgn="base"/>
            <a:r>
              <a:rPr lang="en-US" dirty="0"/>
              <a:t>Each move consists of taking the </a:t>
            </a:r>
            <a:r>
              <a:rPr lang="en-US" dirty="0">
                <a:solidFill>
                  <a:srgbClr val="FF0000"/>
                </a:solidFill>
              </a:rPr>
              <a:t>upper disk </a:t>
            </a:r>
            <a:r>
              <a:rPr lang="en-US" dirty="0"/>
              <a:t>from one of the stacks and </a:t>
            </a:r>
            <a:r>
              <a:rPr lang="en-US" dirty="0">
                <a:solidFill>
                  <a:srgbClr val="FF0000"/>
                </a:solidFill>
              </a:rPr>
              <a:t>placing it on top </a:t>
            </a:r>
            <a:r>
              <a:rPr lang="en-US" dirty="0"/>
              <a:t>of another stack [i.e. a disk can only be moved if it is the uppermost disk on a stack.]</a:t>
            </a:r>
          </a:p>
          <a:p>
            <a:pPr lvl="1" fontAlgn="base"/>
            <a:r>
              <a:rPr lang="en-US" dirty="0">
                <a:solidFill>
                  <a:srgbClr val="FF0000"/>
                </a:solidFill>
              </a:rPr>
              <a:t>No disk </a:t>
            </a:r>
            <a:r>
              <a:rPr lang="en-US" dirty="0"/>
              <a:t>may be placed on top of a </a:t>
            </a:r>
            <a:r>
              <a:rPr lang="en-US" dirty="0">
                <a:solidFill>
                  <a:srgbClr val="FF0000"/>
                </a:solidFill>
              </a:rPr>
              <a:t>smaller disk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48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9969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Program to Solve Tower-of-Hanoi Problem using Recursion</a:t>
            </a:r>
            <a:br>
              <a:rPr lang="en-US" b="1" dirty="0">
                <a:solidFill>
                  <a:srgbClr val="FF00FF"/>
                </a:solidFill>
              </a:rPr>
            </a:br>
            <a:endParaRPr lang="en-IN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87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Tower of Hanoi Solution for n disks:</a:t>
            </a:r>
          </a:p>
          <a:p>
            <a:pPr marL="0" indent="0">
              <a:buNone/>
            </a:pPr>
            <a:r>
              <a:rPr lang="en-IN" dirty="0"/>
              <a:t>/* C program for Tower of Hanoi using Recursion */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void towers(</a:t>
            </a:r>
            <a:r>
              <a:rPr lang="en-IN" dirty="0" err="1"/>
              <a:t>int</a:t>
            </a:r>
            <a:r>
              <a:rPr lang="en-IN" dirty="0"/>
              <a:t>, char, char, char);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printf</a:t>
            </a:r>
            <a:r>
              <a:rPr lang="en-IN" dirty="0"/>
              <a:t>("Enter the number of disks 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("The sequence of moves involved in the Tower of Hanoi are :\n");</a:t>
            </a:r>
          </a:p>
          <a:p>
            <a:pPr marL="0" indent="0">
              <a:buNone/>
            </a:pPr>
            <a:r>
              <a:rPr lang="en-IN" dirty="0"/>
              <a:t>    towers(</a:t>
            </a:r>
            <a:r>
              <a:rPr lang="en-IN" dirty="0" err="1"/>
              <a:t>num</a:t>
            </a:r>
            <a:r>
              <a:rPr lang="en-IN" dirty="0"/>
              <a:t>, 'A', 'C', 'B');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void towers(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, char </a:t>
            </a:r>
            <a:r>
              <a:rPr lang="en-IN" dirty="0" err="1"/>
              <a:t>frompeg</a:t>
            </a:r>
            <a:r>
              <a:rPr lang="en-IN" dirty="0"/>
              <a:t>, char </a:t>
            </a:r>
            <a:r>
              <a:rPr lang="en-IN" dirty="0" err="1"/>
              <a:t>topeg</a:t>
            </a:r>
            <a:r>
              <a:rPr lang="en-IN" dirty="0"/>
              <a:t>, char </a:t>
            </a:r>
            <a:r>
              <a:rPr lang="en-IN" dirty="0" err="1"/>
              <a:t>auxpeg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{    if (</a:t>
            </a:r>
            <a:r>
              <a:rPr lang="en-IN" dirty="0" err="1"/>
              <a:t>num</a:t>
            </a:r>
            <a:r>
              <a:rPr lang="en-IN" dirty="0"/>
              <a:t> == 1)</a:t>
            </a:r>
          </a:p>
          <a:p>
            <a:pPr marL="0" indent="0">
              <a:buNone/>
            </a:pPr>
            <a:r>
              <a:rPr lang="en-IN" dirty="0"/>
              <a:t>    {   </a:t>
            </a:r>
            <a:r>
              <a:rPr lang="en-IN" dirty="0" err="1"/>
              <a:t>printf</a:t>
            </a:r>
            <a:r>
              <a:rPr lang="en-IN" dirty="0"/>
              <a:t>("\n Move disk 1 from peg %c to peg %c", </a:t>
            </a:r>
            <a:r>
              <a:rPr lang="en-IN" dirty="0" err="1"/>
              <a:t>frompeg</a:t>
            </a:r>
            <a:r>
              <a:rPr lang="en-IN" dirty="0"/>
              <a:t>, </a:t>
            </a:r>
            <a:r>
              <a:rPr lang="en-IN" dirty="0" err="1"/>
              <a:t>topeg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return;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towers(</a:t>
            </a:r>
            <a:r>
              <a:rPr lang="en-IN" dirty="0" err="1"/>
              <a:t>num</a:t>
            </a:r>
            <a:r>
              <a:rPr lang="en-IN" dirty="0"/>
              <a:t> - 1, </a:t>
            </a:r>
            <a:r>
              <a:rPr lang="en-IN" dirty="0" err="1"/>
              <a:t>frompeg</a:t>
            </a:r>
            <a:r>
              <a:rPr lang="en-IN" dirty="0"/>
              <a:t>, </a:t>
            </a:r>
            <a:r>
              <a:rPr lang="en-IN" dirty="0" err="1"/>
              <a:t>auxpeg</a:t>
            </a:r>
            <a:r>
              <a:rPr lang="en-IN" dirty="0"/>
              <a:t>, </a:t>
            </a:r>
            <a:r>
              <a:rPr lang="en-IN" dirty="0" err="1"/>
              <a:t>topeg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("\n Move disk %d from peg %c to peg %c", </a:t>
            </a:r>
            <a:r>
              <a:rPr lang="en-IN" dirty="0" err="1"/>
              <a:t>num</a:t>
            </a:r>
            <a:r>
              <a:rPr lang="en-IN" dirty="0"/>
              <a:t>, </a:t>
            </a:r>
            <a:r>
              <a:rPr lang="en-IN" dirty="0" err="1"/>
              <a:t>frompeg</a:t>
            </a:r>
            <a:r>
              <a:rPr lang="en-IN" dirty="0"/>
              <a:t>, </a:t>
            </a:r>
            <a:r>
              <a:rPr lang="en-IN" dirty="0" err="1"/>
              <a:t>topeg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towers(</a:t>
            </a:r>
            <a:r>
              <a:rPr lang="en-IN" dirty="0" err="1"/>
              <a:t>num</a:t>
            </a:r>
            <a:r>
              <a:rPr lang="en-IN" dirty="0"/>
              <a:t> - 1, </a:t>
            </a:r>
            <a:r>
              <a:rPr lang="en-IN" dirty="0" err="1"/>
              <a:t>auxpeg</a:t>
            </a:r>
            <a:r>
              <a:rPr lang="en-IN" dirty="0"/>
              <a:t>, </a:t>
            </a:r>
            <a:r>
              <a:rPr lang="en-IN" dirty="0" err="1"/>
              <a:t>topeg</a:t>
            </a:r>
            <a:r>
              <a:rPr lang="en-IN" dirty="0"/>
              <a:t>, </a:t>
            </a:r>
            <a:r>
              <a:rPr lang="en-IN" dirty="0" err="1"/>
              <a:t>frompeg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01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Enter the number of disks : 3</a:t>
            </a:r>
          </a:p>
          <a:p>
            <a:pPr marL="0" indent="0">
              <a:buNone/>
            </a:pPr>
            <a:r>
              <a:rPr lang="en-US" dirty="0"/>
              <a:t>The sequence of moves involved in the Tower of Hanoi are 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Move disk 1 from peg A to peg C</a:t>
            </a:r>
          </a:p>
          <a:p>
            <a:pPr marL="0" indent="0">
              <a:buNone/>
            </a:pPr>
            <a:r>
              <a:rPr lang="en-US" dirty="0"/>
              <a:t>Move disk 2 from peg A to peg B</a:t>
            </a:r>
          </a:p>
          <a:p>
            <a:pPr marL="0" indent="0">
              <a:buNone/>
            </a:pPr>
            <a:r>
              <a:rPr lang="en-US" dirty="0"/>
              <a:t>Move disk 1 from peg C to peg B</a:t>
            </a:r>
          </a:p>
          <a:p>
            <a:pPr marL="0" indent="0">
              <a:buNone/>
            </a:pPr>
            <a:r>
              <a:rPr lang="en-US" dirty="0"/>
              <a:t>Move disk 3 from peg A to peg C</a:t>
            </a:r>
          </a:p>
          <a:p>
            <a:pPr marL="0" indent="0">
              <a:buNone/>
            </a:pPr>
            <a:r>
              <a:rPr lang="en-US" dirty="0"/>
              <a:t>Move disk 1 from peg B to peg A</a:t>
            </a:r>
          </a:p>
          <a:p>
            <a:pPr marL="0" indent="0">
              <a:buNone/>
            </a:pPr>
            <a:r>
              <a:rPr lang="en-US" dirty="0"/>
              <a:t>Move disk 2 from peg B to peg C</a:t>
            </a:r>
          </a:p>
          <a:p>
            <a:pPr marL="0" indent="0">
              <a:buNone/>
            </a:pPr>
            <a:r>
              <a:rPr lang="en-US" dirty="0"/>
              <a:t>Move disk 1 from peg A to peg 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31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ToH</a:t>
            </a:r>
            <a:r>
              <a:rPr lang="en-IN" dirty="0">
                <a:solidFill>
                  <a:srgbClr val="FF0000"/>
                </a:solidFill>
              </a:rPr>
              <a:t> - With four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4176464" cy="52894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A: [4, 3, 2, 1] B: [] C: []</a:t>
            </a:r>
          </a:p>
          <a:p>
            <a:pPr marL="0" indent="0">
              <a:buNone/>
            </a:pPr>
            <a:r>
              <a:rPr lang="en-US" dirty="0"/>
              <a:t>Move disk from rod A to rod B</a:t>
            </a:r>
          </a:p>
          <a:p>
            <a:pPr marL="0" indent="0">
              <a:buNone/>
            </a:pPr>
            <a:r>
              <a:rPr lang="en-US" dirty="0"/>
              <a:t>A: [4, 3, 2] B: [1] C: []</a:t>
            </a:r>
          </a:p>
          <a:p>
            <a:pPr marL="0" indent="0">
              <a:buNone/>
            </a:pPr>
            <a:r>
              <a:rPr lang="en-US" dirty="0"/>
              <a:t>Move disk from rod A to rod C</a:t>
            </a:r>
          </a:p>
          <a:p>
            <a:pPr marL="0" indent="0">
              <a:buNone/>
            </a:pPr>
            <a:r>
              <a:rPr lang="en-US" dirty="0"/>
              <a:t>A: [4, 3] B: [1] C: [2]</a:t>
            </a:r>
          </a:p>
          <a:p>
            <a:pPr marL="0" indent="0">
              <a:buNone/>
            </a:pPr>
            <a:r>
              <a:rPr lang="en-US" dirty="0"/>
              <a:t>Move disk from rod B to rod C</a:t>
            </a:r>
          </a:p>
          <a:p>
            <a:pPr marL="0" indent="0">
              <a:buNone/>
            </a:pPr>
            <a:r>
              <a:rPr lang="en-US" dirty="0"/>
              <a:t>A: [4, 3] B: [] C: [2, 1]</a:t>
            </a:r>
          </a:p>
          <a:p>
            <a:pPr marL="0" indent="0">
              <a:buNone/>
            </a:pPr>
            <a:r>
              <a:rPr lang="en-US" dirty="0"/>
              <a:t>Move disk from rod A to rod B</a:t>
            </a:r>
          </a:p>
          <a:p>
            <a:pPr marL="0" indent="0">
              <a:buNone/>
            </a:pPr>
            <a:r>
              <a:rPr lang="en-US" dirty="0"/>
              <a:t>A: [4] B: [3] C: [2, 1]</a:t>
            </a:r>
          </a:p>
          <a:p>
            <a:pPr marL="0" indent="0">
              <a:buNone/>
            </a:pPr>
            <a:r>
              <a:rPr lang="en-US" dirty="0"/>
              <a:t>Move disk from rod C to rod A</a:t>
            </a:r>
          </a:p>
          <a:p>
            <a:pPr marL="0" indent="0">
              <a:buNone/>
            </a:pPr>
            <a:r>
              <a:rPr lang="en-US" dirty="0"/>
              <a:t>A: [4, 1] B: [3] C: [2]</a:t>
            </a:r>
          </a:p>
          <a:p>
            <a:pPr marL="0" indent="0">
              <a:buNone/>
            </a:pPr>
            <a:r>
              <a:rPr lang="en-US" dirty="0"/>
              <a:t>Move disk from rod C to rod B</a:t>
            </a:r>
          </a:p>
          <a:p>
            <a:pPr marL="0" indent="0">
              <a:buNone/>
            </a:pPr>
            <a:r>
              <a:rPr lang="en-US" dirty="0"/>
              <a:t>A: [4, 1] B: [3, 2] C: []</a:t>
            </a:r>
          </a:p>
          <a:p>
            <a:pPr marL="0" indent="0">
              <a:buNone/>
            </a:pPr>
            <a:r>
              <a:rPr lang="en-US" dirty="0"/>
              <a:t>Move disk from rod A to rod B</a:t>
            </a:r>
          </a:p>
          <a:p>
            <a:pPr marL="0" indent="0">
              <a:buNone/>
            </a:pPr>
            <a:r>
              <a:rPr lang="en-US" dirty="0"/>
              <a:t>A: [4] B: [3, 2, 1] C: []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895528" y="980728"/>
            <a:ext cx="424847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Move disk from rod A to rod C</a:t>
            </a:r>
          </a:p>
          <a:p>
            <a:r>
              <a:rPr lang="en-IN" sz="2200" dirty="0"/>
              <a:t>A: [] B: [3, 2, 1] C: [4]</a:t>
            </a:r>
          </a:p>
          <a:p>
            <a:r>
              <a:rPr lang="en-IN" sz="2200" dirty="0"/>
              <a:t>Move disk from rod B to rod C</a:t>
            </a:r>
          </a:p>
          <a:p>
            <a:r>
              <a:rPr lang="en-IN" sz="2200" dirty="0"/>
              <a:t>A: [] B: [3, 2] C: [4, 1]</a:t>
            </a:r>
          </a:p>
          <a:p>
            <a:r>
              <a:rPr lang="en-IN" sz="2200" dirty="0"/>
              <a:t>Move disk from rod B to rod A</a:t>
            </a:r>
          </a:p>
          <a:p>
            <a:r>
              <a:rPr lang="en-IN" sz="2200" dirty="0"/>
              <a:t>A: [2] B: [3] C: [4, 1]</a:t>
            </a:r>
          </a:p>
          <a:p>
            <a:r>
              <a:rPr lang="en-IN" sz="2200" dirty="0"/>
              <a:t>Move disk from rod C to rod A</a:t>
            </a:r>
          </a:p>
          <a:p>
            <a:r>
              <a:rPr lang="en-IN" sz="2200" dirty="0"/>
              <a:t>A: [2, 1] B: [3] C: [4]</a:t>
            </a:r>
          </a:p>
          <a:p>
            <a:r>
              <a:rPr lang="en-IN" sz="2200" dirty="0"/>
              <a:t>Move disk from rod B to rod C</a:t>
            </a:r>
          </a:p>
          <a:p>
            <a:r>
              <a:rPr lang="en-IN" sz="2200" dirty="0"/>
              <a:t>A: [2, 1] B: [] C: [4, 3]</a:t>
            </a:r>
          </a:p>
          <a:p>
            <a:r>
              <a:rPr lang="en-IN" sz="2200" dirty="0"/>
              <a:t>Move disk from rod A to rod B</a:t>
            </a:r>
          </a:p>
          <a:p>
            <a:r>
              <a:rPr lang="en-IN" sz="2200" dirty="0"/>
              <a:t>A: [2] B: [1] C: [4, 3]</a:t>
            </a:r>
          </a:p>
          <a:p>
            <a:r>
              <a:rPr lang="en-IN" sz="2200" dirty="0"/>
              <a:t>Move disk from rod A to rod C</a:t>
            </a:r>
          </a:p>
          <a:p>
            <a:r>
              <a:rPr lang="en-IN" sz="2200" dirty="0"/>
              <a:t>A: [] B: [1] C: [4, 3, 2]</a:t>
            </a:r>
          </a:p>
          <a:p>
            <a:r>
              <a:rPr lang="en-IN" sz="2200" dirty="0"/>
              <a:t>Move disk from rod B to rod C</a:t>
            </a:r>
          </a:p>
          <a:p>
            <a:r>
              <a:rPr lang="en-IN" sz="2200" dirty="0"/>
              <a:t>A: [] B: [] C: [4, 3, 2, 1]</a:t>
            </a:r>
          </a:p>
        </p:txBody>
      </p:sp>
    </p:spTree>
    <p:extLst>
      <p:ext uri="{BB962C8B-B14F-4D97-AF65-F5344CB8AC3E}">
        <p14:creationId xmlns:p14="http://schemas.microsoft.com/office/powerpoint/2010/main" val="369930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712</Words>
  <Application>Microsoft Office PowerPoint</Application>
  <PresentationFormat>On-screen Show (4:3)</PresentationFormat>
  <Paragraphs>72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Stack Application</vt:lpstr>
      <vt:lpstr>PowerPoint Presentation</vt:lpstr>
      <vt:lpstr>PowerPoint Presentation</vt:lpstr>
      <vt:lpstr>Program to Solve Tower-of-Hanoi Problem using Recursion </vt:lpstr>
      <vt:lpstr>PowerPoint Presentation</vt:lpstr>
      <vt:lpstr>output</vt:lpstr>
      <vt:lpstr>ToH - With four disks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Application</dc:title>
  <dc:creator>Admin</dc:creator>
  <cp:lastModifiedBy>HP</cp:lastModifiedBy>
  <cp:revision>7</cp:revision>
  <dcterms:created xsi:type="dcterms:W3CDTF">2021-03-02T08:51:48Z</dcterms:created>
  <dcterms:modified xsi:type="dcterms:W3CDTF">2023-03-17T03:45:26Z</dcterms:modified>
</cp:coreProperties>
</file>