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0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9E035-6D3F-445C-A79E-20E7416D2E43}" type="datetimeFigureOut">
              <a:rPr lang="en-US" smtClean="0"/>
              <a:t>01-Jun-23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EFF28-C74A-4E4D-A249-29C09E1C4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20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0489" y="661161"/>
            <a:ext cx="4097654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80489" y="1043686"/>
            <a:ext cx="7423784" cy="438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3875" y="388620"/>
            <a:ext cx="7780020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612138" y="517982"/>
            <a:ext cx="7143115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60" dirty="0">
                <a:solidFill>
                  <a:srgbClr val="562213"/>
                </a:solidFill>
              </a:rPr>
              <a:t>IMPLEMEN</a:t>
            </a:r>
            <a:r>
              <a:rPr sz="3900" spc="-310" dirty="0">
                <a:solidFill>
                  <a:srgbClr val="562213"/>
                </a:solidFill>
              </a:rPr>
              <a:t>T</a:t>
            </a:r>
            <a:r>
              <a:rPr sz="3900" spc="-95" dirty="0">
                <a:solidFill>
                  <a:srgbClr val="562213"/>
                </a:solidFill>
              </a:rPr>
              <a:t>A</a:t>
            </a:r>
            <a:r>
              <a:rPr sz="3900" spc="280" dirty="0">
                <a:solidFill>
                  <a:srgbClr val="562213"/>
                </a:solidFill>
              </a:rPr>
              <a:t>TION</a:t>
            </a:r>
            <a:r>
              <a:rPr sz="3900" spc="-95" dirty="0">
                <a:solidFill>
                  <a:srgbClr val="562213"/>
                </a:solidFill>
              </a:rPr>
              <a:t> </a:t>
            </a:r>
            <a:r>
              <a:rPr sz="3900" spc="200" dirty="0">
                <a:solidFill>
                  <a:srgbClr val="562213"/>
                </a:solidFill>
              </a:rPr>
              <a:t>O</a:t>
            </a:r>
            <a:r>
              <a:rPr sz="3900" spc="160" dirty="0">
                <a:solidFill>
                  <a:srgbClr val="562213"/>
                </a:solidFill>
              </a:rPr>
              <a:t>F</a:t>
            </a:r>
            <a:r>
              <a:rPr sz="3900" spc="-490" dirty="0">
                <a:solidFill>
                  <a:srgbClr val="562213"/>
                </a:solidFill>
              </a:rPr>
              <a:t> </a:t>
            </a:r>
            <a:r>
              <a:rPr sz="3900" spc="-15" dirty="0">
                <a:solidFill>
                  <a:srgbClr val="562213"/>
                </a:solidFill>
              </a:rPr>
              <a:t>A</a:t>
            </a:r>
            <a:r>
              <a:rPr sz="3900" dirty="0">
                <a:solidFill>
                  <a:srgbClr val="562213"/>
                </a:solidFill>
              </a:rPr>
              <a:t>VL</a:t>
            </a:r>
            <a:r>
              <a:rPr sz="3900" spc="-600" dirty="0">
                <a:solidFill>
                  <a:srgbClr val="562213"/>
                </a:solidFill>
              </a:rPr>
              <a:t> </a:t>
            </a:r>
            <a:r>
              <a:rPr sz="3900" spc="-40" dirty="0">
                <a:solidFill>
                  <a:srgbClr val="562213"/>
                </a:solidFill>
              </a:rPr>
              <a:t>TREES</a:t>
            </a:r>
            <a:endParaRPr sz="3900"/>
          </a:p>
        </p:txBody>
      </p:sp>
      <p:sp>
        <p:nvSpPr>
          <p:cNvPr id="16" name="object 16"/>
          <p:cNvSpPr txBox="1"/>
          <p:nvPr/>
        </p:nvSpPr>
        <p:spPr>
          <a:xfrm>
            <a:off x="1571497" y="3631807"/>
            <a:ext cx="6273165" cy="20523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5"/>
              </a:spcBef>
            </a:pPr>
            <a:r>
              <a:rPr sz="2800" spc="-105" dirty="0" err="1" smtClean="0">
                <a:latin typeface="Trebuchet MS"/>
                <a:cs typeface="Trebuchet MS"/>
              </a:rPr>
              <a:t>Dr.Priyanka</a:t>
            </a:r>
            <a:r>
              <a:rPr sz="2800" spc="-105" dirty="0" smtClean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N</a:t>
            </a:r>
          </a:p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sz="2800" spc="-105" dirty="0">
                <a:latin typeface="Trebuchet MS"/>
                <a:cs typeface="Trebuchet MS"/>
              </a:rPr>
              <a:t>Assistant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Professor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Senior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Grade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450" dirty="0">
                <a:latin typeface="Trebuchet MS"/>
                <a:cs typeface="Trebuchet MS"/>
              </a:rPr>
              <a:t>1</a:t>
            </a:r>
            <a:endParaRPr sz="2800" dirty="0">
              <a:latin typeface="Trebuchet MS"/>
              <a:cs typeface="Trebuchet MS"/>
            </a:endParaRPr>
          </a:p>
          <a:p>
            <a:pPr marL="38100" marR="30480">
              <a:lnSpc>
                <a:spcPct val="108900"/>
              </a:lnSpc>
              <a:spcBef>
                <a:spcPts val="415"/>
              </a:spcBef>
            </a:pPr>
            <a:r>
              <a:rPr sz="2800" spc="-120" dirty="0">
                <a:latin typeface="Trebuchet MS"/>
                <a:cs typeface="Trebuchet MS"/>
              </a:rPr>
              <a:t>Sc</a:t>
            </a:r>
            <a:r>
              <a:rPr sz="2800" spc="-125" dirty="0">
                <a:latin typeface="Trebuchet MS"/>
                <a:cs typeface="Trebuchet MS"/>
              </a:rPr>
              <a:t>h</a:t>
            </a:r>
            <a:r>
              <a:rPr sz="2800" spc="40" dirty="0">
                <a:latin typeface="Trebuchet MS"/>
                <a:cs typeface="Trebuchet MS"/>
              </a:rPr>
              <a:t>o</a:t>
            </a:r>
            <a:r>
              <a:rPr sz="2800" spc="45" dirty="0">
                <a:latin typeface="Trebuchet MS"/>
                <a:cs typeface="Trebuchet MS"/>
              </a:rPr>
              <a:t>o</a:t>
            </a:r>
            <a:r>
              <a:rPr sz="2800" spc="-215" dirty="0">
                <a:latin typeface="Trebuchet MS"/>
                <a:cs typeface="Trebuchet MS"/>
              </a:rPr>
              <a:t>l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180" dirty="0">
                <a:latin typeface="Trebuchet MS"/>
                <a:cs typeface="Trebuchet MS"/>
              </a:rPr>
              <a:t>C</a:t>
            </a:r>
            <a:r>
              <a:rPr sz="2800" spc="165" dirty="0">
                <a:latin typeface="Trebuchet MS"/>
                <a:cs typeface="Trebuchet MS"/>
              </a:rPr>
              <a:t>o</a:t>
            </a:r>
            <a:r>
              <a:rPr sz="2800" spc="-200" dirty="0">
                <a:latin typeface="Trebuchet MS"/>
                <a:cs typeface="Trebuchet MS"/>
              </a:rPr>
              <a:t>m</a:t>
            </a:r>
            <a:r>
              <a:rPr sz="2800" spc="-130" dirty="0">
                <a:latin typeface="Trebuchet MS"/>
                <a:cs typeface="Trebuchet MS"/>
              </a:rPr>
              <a:t>p</a:t>
            </a:r>
            <a:r>
              <a:rPr sz="2800" spc="-185" dirty="0">
                <a:latin typeface="Trebuchet MS"/>
                <a:cs typeface="Trebuchet MS"/>
              </a:rPr>
              <a:t>u</a:t>
            </a:r>
            <a:r>
              <a:rPr sz="2800" spc="-130" dirty="0">
                <a:latin typeface="Trebuchet MS"/>
                <a:cs typeface="Trebuchet MS"/>
              </a:rPr>
              <a:t>t</a:t>
            </a:r>
            <a:r>
              <a:rPr sz="2800" spc="-85" dirty="0">
                <a:latin typeface="Trebuchet MS"/>
                <a:cs typeface="Trebuchet MS"/>
              </a:rPr>
              <a:t>er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Sc</a:t>
            </a:r>
            <a:r>
              <a:rPr sz="2800" spc="-135" dirty="0">
                <a:latin typeface="Trebuchet MS"/>
                <a:cs typeface="Trebuchet MS"/>
              </a:rPr>
              <a:t>i</a:t>
            </a:r>
            <a:r>
              <a:rPr sz="2800" spc="-245" dirty="0">
                <a:latin typeface="Trebuchet MS"/>
                <a:cs typeface="Trebuchet MS"/>
              </a:rPr>
              <a:t>e</a:t>
            </a:r>
            <a:r>
              <a:rPr sz="2800" spc="-150" dirty="0">
                <a:latin typeface="Trebuchet MS"/>
                <a:cs typeface="Trebuchet MS"/>
              </a:rPr>
              <a:t>nc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29" dirty="0">
                <a:latin typeface="Trebuchet MS"/>
                <a:cs typeface="Trebuchet MS"/>
              </a:rPr>
              <a:t>&amp;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E</a:t>
            </a:r>
            <a:r>
              <a:rPr sz="2800" spc="-180" dirty="0">
                <a:latin typeface="Trebuchet MS"/>
                <a:cs typeface="Trebuchet MS"/>
              </a:rPr>
              <a:t>ngi</a:t>
            </a:r>
            <a:r>
              <a:rPr sz="2800" spc="-160" dirty="0">
                <a:latin typeface="Trebuchet MS"/>
                <a:cs typeface="Trebuchet MS"/>
              </a:rPr>
              <a:t>n</a:t>
            </a:r>
            <a:r>
              <a:rPr sz="2800" spc="-155" dirty="0">
                <a:latin typeface="Trebuchet MS"/>
                <a:cs typeface="Trebuchet MS"/>
              </a:rPr>
              <a:t>e</a:t>
            </a:r>
            <a:r>
              <a:rPr sz="2800" spc="-130" dirty="0">
                <a:latin typeface="Trebuchet MS"/>
                <a:cs typeface="Trebuchet MS"/>
              </a:rPr>
              <a:t>ering  </a:t>
            </a:r>
            <a:r>
              <a:rPr sz="4200" spc="-262" baseline="-5952" dirty="0">
                <a:latin typeface="Trebuchet MS"/>
                <a:cs typeface="Trebuchet MS"/>
              </a:rPr>
              <a:t>VIT,</a:t>
            </a:r>
            <a:r>
              <a:rPr sz="2800" spc="-175" dirty="0">
                <a:latin typeface="Trebuchet MS"/>
                <a:cs typeface="Trebuchet MS"/>
              </a:rPr>
              <a:t>Vellore.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3609" y="116662"/>
            <a:ext cx="7992872" cy="6552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2929128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222631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>
                <a:solidFill>
                  <a:srgbClr val="562213"/>
                </a:solidFill>
              </a:rPr>
              <a:t>A</a:t>
            </a:r>
            <a:r>
              <a:rPr sz="4300" dirty="0">
                <a:solidFill>
                  <a:srgbClr val="562213"/>
                </a:solidFill>
              </a:rPr>
              <a:t>VL</a:t>
            </a:r>
            <a:r>
              <a:rPr sz="4300" spc="-625" dirty="0">
                <a:solidFill>
                  <a:srgbClr val="562213"/>
                </a:solidFill>
              </a:rPr>
              <a:t> </a:t>
            </a:r>
            <a:r>
              <a:rPr sz="4300" spc="-455" dirty="0">
                <a:solidFill>
                  <a:srgbClr val="562213"/>
                </a:solidFill>
              </a:rPr>
              <a:t>T</a:t>
            </a:r>
            <a:r>
              <a:rPr sz="4300" spc="-55" dirty="0">
                <a:solidFill>
                  <a:srgbClr val="562213"/>
                </a:solidFill>
              </a:rPr>
              <a:t>r</a:t>
            </a:r>
            <a:r>
              <a:rPr sz="4300" spc="-290" dirty="0">
                <a:solidFill>
                  <a:srgbClr val="562213"/>
                </a:solidFill>
              </a:rPr>
              <a:t>e</a:t>
            </a:r>
            <a:r>
              <a:rPr sz="4300" spc="-305" dirty="0">
                <a:solidFill>
                  <a:srgbClr val="562213"/>
                </a:solidFill>
              </a:rPr>
              <a:t>e</a:t>
            </a:r>
            <a:r>
              <a:rPr sz="4300" spc="-90" dirty="0">
                <a:solidFill>
                  <a:srgbClr val="562213"/>
                </a:solidFill>
              </a:rPr>
              <a:t>s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380489" y="1186941"/>
            <a:ext cx="7511415" cy="49898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95910" marR="39370" indent="-283845">
              <a:lnSpc>
                <a:spcPts val="3460"/>
              </a:lnSpc>
              <a:spcBef>
                <a:spcPts val="53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" dirty="0">
                <a:latin typeface="Trebuchet MS"/>
                <a:cs typeface="Trebuchet MS"/>
              </a:rPr>
              <a:t>A</a:t>
            </a:r>
            <a:r>
              <a:rPr sz="3200" dirty="0">
                <a:latin typeface="Trebuchet MS"/>
                <a:cs typeface="Trebuchet MS"/>
              </a:rPr>
              <a:t>VL</a:t>
            </a:r>
            <a:r>
              <a:rPr sz="3200" spc="30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ee</a:t>
            </a:r>
            <a:r>
              <a:rPr sz="3200" spc="3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hei</a:t>
            </a:r>
            <a:r>
              <a:rPr sz="3200" spc="-229" dirty="0">
                <a:latin typeface="Trebuchet MS"/>
                <a:cs typeface="Trebuchet MS"/>
              </a:rPr>
              <a:t>g</a:t>
            </a:r>
            <a:r>
              <a:rPr sz="3200" spc="-204" dirty="0">
                <a:latin typeface="Trebuchet MS"/>
                <a:cs typeface="Trebuchet MS"/>
              </a:rPr>
              <a:t>h</a:t>
            </a:r>
            <a:r>
              <a:rPr sz="3200" spc="-145" dirty="0">
                <a:latin typeface="Trebuchet MS"/>
                <a:cs typeface="Trebuchet MS"/>
              </a:rPr>
              <a:t>t-</a:t>
            </a:r>
            <a:r>
              <a:rPr sz="3200" spc="-290" dirty="0">
                <a:latin typeface="Trebuchet MS"/>
                <a:cs typeface="Trebuchet MS"/>
              </a:rPr>
              <a:t>ba</a:t>
            </a:r>
            <a:r>
              <a:rPr sz="3200" spc="-175" dirty="0">
                <a:latin typeface="Trebuchet MS"/>
                <a:cs typeface="Trebuchet MS"/>
              </a:rPr>
              <a:t>l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nced</a:t>
            </a:r>
            <a:r>
              <a:rPr sz="3200" spc="3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bina</a:t>
            </a:r>
            <a:r>
              <a:rPr sz="3200" spc="-5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sea</a:t>
            </a:r>
            <a:r>
              <a:rPr sz="3200" spc="-200" dirty="0">
                <a:latin typeface="Trebuchet MS"/>
                <a:cs typeface="Trebuchet MS"/>
              </a:rPr>
              <a:t>rc</a:t>
            </a:r>
            <a:r>
              <a:rPr sz="3200" spc="-105" dirty="0">
                <a:latin typeface="Trebuchet MS"/>
                <a:cs typeface="Trebuchet MS"/>
              </a:rPr>
              <a:t>h  </a:t>
            </a:r>
            <a:r>
              <a:rPr sz="3200" spc="-165" dirty="0">
                <a:latin typeface="Trebuchet MS"/>
                <a:cs typeface="Trebuchet MS"/>
              </a:rPr>
              <a:t>tree</a:t>
            </a:r>
            <a:endParaRPr sz="3200">
              <a:latin typeface="Trebuchet MS"/>
              <a:cs typeface="Trebuchet MS"/>
            </a:endParaRPr>
          </a:p>
          <a:p>
            <a:pPr marL="295910" marR="38735" indent="-283845">
              <a:lnSpc>
                <a:spcPts val="3460"/>
              </a:lnSpc>
              <a:spcBef>
                <a:spcPts val="5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725805" algn="l"/>
                <a:tab pos="1164590" algn="l"/>
                <a:tab pos="2001520" algn="l"/>
                <a:tab pos="2367280" algn="l"/>
                <a:tab pos="3578860" algn="l"/>
                <a:tab pos="4828540" algn="l"/>
                <a:tab pos="5699125" algn="l"/>
                <a:tab pos="6433820" algn="l"/>
                <a:tab pos="6851650" algn="l"/>
                <a:tab pos="7290434" algn="l"/>
              </a:tabLst>
            </a:pPr>
            <a:r>
              <a:rPr sz="3200" spc="-150" dirty="0">
                <a:latin typeface="Trebuchet MS"/>
                <a:cs typeface="Trebuchet MS"/>
              </a:rPr>
              <a:t>It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45" dirty="0">
                <a:latin typeface="Trebuchet MS"/>
                <a:cs typeface="Trebuchet MS"/>
              </a:rPr>
              <a:t>also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10" dirty="0">
                <a:latin typeface="Trebuchet MS"/>
                <a:cs typeface="Trebuchet MS"/>
              </a:rPr>
              <a:t>bin</a:t>
            </a:r>
            <a:r>
              <a:rPr sz="3200" spc="-254" dirty="0">
                <a:latin typeface="Trebuchet MS"/>
                <a:cs typeface="Trebuchet MS"/>
              </a:rPr>
              <a:t>a</a:t>
            </a:r>
            <a:r>
              <a:rPr sz="3200" spc="10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50" dirty="0">
                <a:latin typeface="Trebuchet MS"/>
                <a:cs typeface="Trebuchet MS"/>
              </a:rPr>
              <a:t>sea</a:t>
            </a:r>
            <a:r>
              <a:rPr sz="3200" spc="-210" dirty="0">
                <a:latin typeface="Trebuchet MS"/>
                <a:cs typeface="Trebuchet MS"/>
              </a:rPr>
              <a:t>r</a:t>
            </a:r>
            <a:r>
              <a:rPr sz="3200" spc="-165" dirty="0">
                <a:latin typeface="Trebuchet MS"/>
                <a:cs typeface="Trebuchet MS"/>
              </a:rPr>
              <a:t>ch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80" dirty="0">
                <a:latin typeface="Trebuchet MS"/>
                <a:cs typeface="Trebuchet MS"/>
              </a:rPr>
              <a:t>but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70" dirty="0">
                <a:latin typeface="Trebuchet MS"/>
                <a:cs typeface="Trebuchet MS"/>
              </a:rPr>
              <a:t>i</a:t>
            </a:r>
            <a:r>
              <a:rPr sz="3200" spc="-240" dirty="0">
                <a:latin typeface="Trebuchet MS"/>
                <a:cs typeface="Trebuchet MS"/>
              </a:rPr>
              <a:t>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25" dirty="0">
                <a:latin typeface="Trebuchet MS"/>
                <a:cs typeface="Trebuchet MS"/>
              </a:rPr>
              <a:t>a  </a:t>
            </a:r>
            <a:r>
              <a:rPr sz="3200" spc="-290" dirty="0">
                <a:latin typeface="Trebuchet MS"/>
                <a:cs typeface="Trebuchet MS"/>
              </a:rPr>
              <a:t>ba</a:t>
            </a:r>
            <a:r>
              <a:rPr sz="3200" spc="-155" dirty="0">
                <a:latin typeface="Trebuchet MS"/>
                <a:cs typeface="Trebuchet MS"/>
              </a:rPr>
              <a:t>l</a:t>
            </a:r>
            <a:r>
              <a:rPr sz="3200" spc="-204" dirty="0">
                <a:latin typeface="Trebuchet MS"/>
                <a:cs typeface="Trebuchet MS"/>
              </a:rPr>
              <a:t>anced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t</a:t>
            </a:r>
            <a:r>
              <a:rPr sz="3200" spc="-14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55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16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5" dirty="0">
                <a:solidFill>
                  <a:srgbClr val="FF0000"/>
                </a:solidFill>
                <a:latin typeface="Trebuchet MS"/>
                <a:cs typeface="Trebuchet MS"/>
              </a:rPr>
              <a:t>What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spc="-16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95" dirty="0">
                <a:solidFill>
                  <a:srgbClr val="FF0000"/>
                </a:solidFill>
                <a:latin typeface="Trebuchet MS"/>
                <a:cs typeface="Trebuchet MS"/>
              </a:rPr>
              <a:t>Balanced</a:t>
            </a:r>
            <a:r>
              <a:rPr sz="3200" spc="-5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33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3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180" dirty="0">
                <a:solidFill>
                  <a:srgbClr val="FF0000"/>
                </a:solidFill>
                <a:latin typeface="Trebuchet MS"/>
                <a:cs typeface="Trebuchet MS"/>
              </a:rPr>
              <a:t>ee?</a:t>
            </a:r>
            <a:endParaRPr sz="3200">
              <a:latin typeface="Trebuchet MS"/>
              <a:cs typeface="Trebuchet MS"/>
            </a:endParaRPr>
          </a:p>
          <a:p>
            <a:pPr marL="570230" marR="5080" lvl="1" indent="-238125" algn="just">
              <a:lnSpc>
                <a:spcPct val="9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210" dirty="0">
                <a:latin typeface="Trebuchet MS"/>
                <a:cs typeface="Trebuchet MS"/>
              </a:rPr>
              <a:t>A </a:t>
            </a:r>
            <a:r>
              <a:rPr sz="2800" spc="-140" dirty="0">
                <a:latin typeface="Trebuchet MS"/>
                <a:cs typeface="Trebuchet MS"/>
              </a:rPr>
              <a:t>binary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tree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is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said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be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balanced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320" dirty="0">
                <a:latin typeface="Trebuchet MS"/>
                <a:cs typeface="Trebuchet MS"/>
              </a:rPr>
              <a:t>if,</a:t>
            </a:r>
            <a:r>
              <a:rPr sz="2800" spc="-315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the 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difference </a:t>
            </a:r>
            <a:r>
              <a:rPr sz="2800" spc="-170" dirty="0">
                <a:latin typeface="Trebuchet MS"/>
                <a:cs typeface="Trebuchet MS"/>
              </a:rPr>
              <a:t>between </a:t>
            </a:r>
            <a:r>
              <a:rPr sz="2800" spc="-165" dirty="0">
                <a:latin typeface="Trebuchet MS"/>
                <a:cs typeface="Trebuchet MS"/>
              </a:rPr>
              <a:t>the </a:t>
            </a:r>
            <a:r>
              <a:rPr sz="2800" spc="-160" dirty="0">
                <a:latin typeface="Trebuchet MS"/>
                <a:cs typeface="Trebuchet MS"/>
              </a:rPr>
              <a:t>heights </a:t>
            </a:r>
            <a:r>
              <a:rPr sz="2800" spc="-150" dirty="0">
                <a:latin typeface="Trebuchet MS"/>
                <a:cs typeface="Trebuchet MS"/>
              </a:rPr>
              <a:t>of </a:t>
            </a:r>
            <a:r>
              <a:rPr sz="2800" spc="-235" dirty="0">
                <a:latin typeface="Trebuchet MS"/>
                <a:cs typeface="Trebuchet MS"/>
              </a:rPr>
              <a:t>left </a:t>
            </a:r>
            <a:r>
              <a:rPr sz="2800" spc="-185" dirty="0">
                <a:latin typeface="Trebuchet MS"/>
                <a:cs typeface="Trebuchet MS"/>
              </a:rPr>
              <a:t>and </a:t>
            </a:r>
            <a:r>
              <a:rPr sz="2800" spc="-140" dirty="0">
                <a:latin typeface="Trebuchet MS"/>
                <a:cs typeface="Trebuchet MS"/>
              </a:rPr>
              <a:t>right 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subtrees </a:t>
            </a:r>
            <a:r>
              <a:rPr sz="2800" spc="-155" dirty="0">
                <a:latin typeface="Trebuchet MS"/>
                <a:cs typeface="Trebuchet MS"/>
              </a:rPr>
              <a:t>of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every </a:t>
            </a:r>
            <a:r>
              <a:rPr sz="2800" spc="-105" dirty="0">
                <a:latin typeface="Trebuchet MS"/>
                <a:cs typeface="Trebuchet MS"/>
              </a:rPr>
              <a:t>node </a:t>
            </a:r>
            <a:r>
              <a:rPr sz="2800" spc="-165" dirty="0">
                <a:latin typeface="Trebuchet MS"/>
                <a:cs typeface="Trebuchet MS"/>
              </a:rPr>
              <a:t>in</a:t>
            </a:r>
            <a:r>
              <a:rPr sz="2800" spc="509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the</a:t>
            </a:r>
            <a:r>
              <a:rPr sz="2800" spc="50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tree</a:t>
            </a:r>
            <a:r>
              <a:rPr sz="2800" spc="5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is </a:t>
            </a:r>
            <a:r>
              <a:rPr sz="2800" spc="-145" dirty="0">
                <a:latin typeface="Trebuchet MS"/>
                <a:cs typeface="Trebuchet MS"/>
              </a:rPr>
              <a:t>either </a:t>
            </a:r>
            <a:r>
              <a:rPr sz="2800" spc="-204" dirty="0">
                <a:solidFill>
                  <a:srgbClr val="FF0000"/>
                </a:solidFill>
                <a:latin typeface="Trebuchet MS"/>
                <a:cs typeface="Trebuchet MS"/>
              </a:rPr>
              <a:t>-1, </a:t>
            </a:r>
            <a:r>
              <a:rPr sz="2800" spc="-8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75" dirty="0">
                <a:solidFill>
                  <a:srgbClr val="FF0000"/>
                </a:solidFill>
                <a:latin typeface="Trebuchet MS"/>
                <a:cs typeface="Trebuchet MS"/>
              </a:rPr>
              <a:t>0 </a:t>
            </a:r>
            <a:r>
              <a:rPr sz="2800" spc="30" dirty="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28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45" dirty="0">
                <a:solidFill>
                  <a:srgbClr val="FF0000"/>
                </a:solidFill>
                <a:latin typeface="Trebuchet MS"/>
                <a:cs typeface="Trebuchet MS"/>
              </a:rPr>
              <a:t>+1</a:t>
            </a:r>
            <a:endParaRPr sz="2800">
              <a:latin typeface="Trebuchet MS"/>
              <a:cs typeface="Trebuchet MS"/>
            </a:endParaRPr>
          </a:p>
          <a:p>
            <a:pPr marL="295910" marR="40640" indent="-283845" algn="just">
              <a:lnSpc>
                <a:spcPts val="3460"/>
              </a:lnSpc>
              <a:spcBef>
                <a:spcPts val="63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0" dirty="0">
                <a:latin typeface="Trebuchet MS"/>
                <a:cs typeface="Trebuchet MS"/>
              </a:rPr>
              <a:t>In </a:t>
            </a:r>
            <a:r>
              <a:rPr sz="3200" spc="-240" dirty="0">
                <a:latin typeface="Trebuchet MS"/>
                <a:cs typeface="Trebuchet MS"/>
              </a:rPr>
              <a:t>an</a:t>
            </a:r>
            <a:r>
              <a:rPr sz="3200" spc="-23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AVL </a:t>
            </a:r>
            <a:r>
              <a:rPr sz="3200" spc="-215" dirty="0">
                <a:latin typeface="Trebuchet MS"/>
                <a:cs typeface="Trebuchet MS"/>
              </a:rPr>
              <a:t>tree, </a:t>
            </a:r>
            <a:r>
              <a:rPr sz="3200" spc="-155" dirty="0">
                <a:latin typeface="Trebuchet MS"/>
                <a:cs typeface="Trebuchet MS"/>
              </a:rPr>
              <a:t>every</a:t>
            </a:r>
            <a:r>
              <a:rPr sz="3200" spc="-15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node </a:t>
            </a:r>
            <a:r>
              <a:rPr sz="3200" spc="-204" dirty="0">
                <a:latin typeface="Trebuchet MS"/>
                <a:cs typeface="Trebuchet MS"/>
              </a:rPr>
              <a:t>maintains</a:t>
            </a:r>
            <a:r>
              <a:rPr sz="3200" spc="-200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an 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extra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420" dirty="0">
                <a:latin typeface="Trebuchet MS"/>
                <a:cs typeface="Trebuchet MS"/>
              </a:rPr>
              <a:t>f</a:t>
            </a:r>
            <a:r>
              <a:rPr sz="3200" spc="-110" dirty="0">
                <a:latin typeface="Trebuchet MS"/>
                <a:cs typeface="Trebuchet MS"/>
              </a:rPr>
              <a:t>orm</a:t>
            </a:r>
            <a:r>
              <a:rPr sz="3200" spc="-120" dirty="0">
                <a:latin typeface="Trebuchet MS"/>
                <a:cs typeface="Trebuchet MS"/>
              </a:rPr>
              <a:t>a</a:t>
            </a:r>
            <a:r>
              <a:rPr sz="3200" spc="-105" dirty="0">
                <a:latin typeface="Trebuchet MS"/>
                <a:cs typeface="Trebuchet MS"/>
              </a:rPr>
              <a:t>ti</a:t>
            </a:r>
            <a:r>
              <a:rPr sz="3200" spc="-175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kn</a:t>
            </a:r>
            <a:r>
              <a:rPr sz="3200" spc="-100" dirty="0">
                <a:latin typeface="Trebuchet MS"/>
                <a:cs typeface="Trebuchet MS"/>
              </a:rPr>
              <a:t>o</a:t>
            </a:r>
            <a:r>
              <a:rPr sz="3200" spc="-135" dirty="0">
                <a:latin typeface="Trebuchet MS"/>
                <a:cs typeface="Trebuchet MS"/>
              </a:rPr>
              <a:t>w</a:t>
            </a:r>
            <a:r>
              <a:rPr sz="3200" spc="-95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a</a:t>
            </a:r>
            <a:r>
              <a:rPr sz="3200" spc="-165" dirty="0">
                <a:latin typeface="Trebuchet MS"/>
                <a:cs typeface="Trebuchet MS"/>
              </a:rPr>
              <a:t>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35" dirty="0">
                <a:solidFill>
                  <a:srgbClr val="FF0000"/>
                </a:solidFill>
                <a:latin typeface="Trebuchet MS"/>
                <a:cs typeface="Trebuchet MS"/>
              </a:rPr>
              <a:t>bala</a:t>
            </a:r>
            <a:r>
              <a:rPr sz="3200" spc="-26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195" dirty="0">
                <a:solidFill>
                  <a:srgbClr val="FF0000"/>
                </a:solidFill>
                <a:latin typeface="Trebuchet MS"/>
                <a:cs typeface="Trebuchet MS"/>
              </a:rPr>
              <a:t>c</a:t>
            </a:r>
            <a:r>
              <a:rPr sz="3200" spc="-2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70" dirty="0">
                <a:solidFill>
                  <a:srgbClr val="FF0000"/>
                </a:solidFill>
                <a:latin typeface="Trebuchet MS"/>
                <a:cs typeface="Trebuchet MS"/>
              </a:rPr>
              <a:t>factor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167132"/>
            <a:ext cx="69424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56940" algn="l"/>
              </a:tabLst>
            </a:pPr>
            <a:r>
              <a:rPr sz="3900" spc="-90" dirty="0">
                <a:solidFill>
                  <a:srgbClr val="562213"/>
                </a:solidFill>
              </a:rPr>
              <a:t>Constructio</a:t>
            </a:r>
            <a:r>
              <a:rPr sz="3900" spc="-100" dirty="0">
                <a:solidFill>
                  <a:srgbClr val="562213"/>
                </a:solidFill>
              </a:rPr>
              <a:t>n</a:t>
            </a:r>
            <a:r>
              <a:rPr sz="3900" spc="-95" dirty="0">
                <a:solidFill>
                  <a:srgbClr val="562213"/>
                </a:solidFill>
              </a:rPr>
              <a:t> </a:t>
            </a:r>
            <a:r>
              <a:rPr sz="3900" spc="-204" dirty="0">
                <a:solidFill>
                  <a:srgbClr val="562213"/>
                </a:solidFill>
              </a:rPr>
              <a:t>of</a:t>
            </a:r>
            <a:r>
              <a:rPr sz="3900" dirty="0">
                <a:solidFill>
                  <a:srgbClr val="562213"/>
                </a:solidFill>
              </a:rPr>
              <a:t>	</a:t>
            </a:r>
            <a:r>
              <a:rPr sz="3900" spc="-10" dirty="0">
                <a:solidFill>
                  <a:srgbClr val="562213"/>
                </a:solidFill>
              </a:rPr>
              <a:t>A</a:t>
            </a:r>
            <a:r>
              <a:rPr sz="3900" dirty="0">
                <a:solidFill>
                  <a:srgbClr val="562213"/>
                </a:solidFill>
              </a:rPr>
              <a:t>VL</a:t>
            </a:r>
            <a:r>
              <a:rPr sz="3900" spc="-585" dirty="0">
                <a:solidFill>
                  <a:srgbClr val="562213"/>
                </a:solidFill>
              </a:rPr>
              <a:t> </a:t>
            </a:r>
            <a:r>
              <a:rPr sz="3900" spc="-409" dirty="0">
                <a:solidFill>
                  <a:srgbClr val="562213"/>
                </a:solidFill>
              </a:rPr>
              <a:t>T</a:t>
            </a:r>
            <a:r>
              <a:rPr sz="3900" spc="-50" dirty="0">
                <a:solidFill>
                  <a:srgbClr val="562213"/>
                </a:solidFill>
              </a:rPr>
              <a:t>r</a:t>
            </a:r>
            <a:r>
              <a:rPr sz="3900" spc="-260" dirty="0">
                <a:solidFill>
                  <a:srgbClr val="562213"/>
                </a:solidFill>
              </a:rPr>
              <a:t>ee</a:t>
            </a:r>
            <a:r>
              <a:rPr sz="3900" spc="-95" dirty="0">
                <a:solidFill>
                  <a:srgbClr val="562213"/>
                </a:solidFill>
              </a:rPr>
              <a:t> </a:t>
            </a:r>
            <a:r>
              <a:rPr sz="3900" spc="-114" dirty="0">
                <a:solidFill>
                  <a:srgbClr val="562213"/>
                </a:solidFill>
              </a:rPr>
              <a:t>(</a:t>
            </a:r>
            <a:r>
              <a:rPr sz="3900" spc="-160" dirty="0">
                <a:solidFill>
                  <a:srgbClr val="562213"/>
                </a:solidFill>
              </a:rPr>
              <a:t>1</a:t>
            </a:r>
            <a:r>
              <a:rPr sz="3900" spc="-95" dirty="0">
                <a:solidFill>
                  <a:srgbClr val="562213"/>
                </a:solidFill>
              </a:rPr>
              <a:t> to</a:t>
            </a:r>
            <a:r>
              <a:rPr sz="3900" spc="-110" dirty="0">
                <a:solidFill>
                  <a:srgbClr val="562213"/>
                </a:solidFill>
              </a:rPr>
              <a:t> </a:t>
            </a:r>
            <a:r>
              <a:rPr sz="3900" spc="-90" dirty="0">
                <a:solidFill>
                  <a:srgbClr val="562213"/>
                </a:solidFill>
              </a:rPr>
              <a:t>8</a:t>
            </a:r>
            <a:r>
              <a:rPr sz="3900" spc="-175" dirty="0">
                <a:solidFill>
                  <a:srgbClr val="562213"/>
                </a:solidFill>
              </a:rPr>
              <a:t>)</a:t>
            </a:r>
            <a:endParaRPr sz="3900"/>
          </a:p>
        </p:txBody>
      </p:sp>
      <p:grpSp>
        <p:nvGrpSpPr>
          <p:cNvPr id="16" name="object 16"/>
          <p:cNvGrpSpPr/>
          <p:nvPr/>
        </p:nvGrpSpPr>
        <p:grpSpPr>
          <a:xfrm>
            <a:off x="3890517" y="2122170"/>
            <a:ext cx="1284605" cy="1409700"/>
            <a:chOff x="3890517" y="2122170"/>
            <a:chExt cx="1284605" cy="1409700"/>
          </a:xfrm>
        </p:grpSpPr>
        <p:sp>
          <p:nvSpPr>
            <p:cNvPr id="17" name="object 17"/>
            <p:cNvSpPr/>
            <p:nvPr/>
          </p:nvSpPr>
          <p:spPr>
            <a:xfrm>
              <a:off x="3903217" y="2134870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798" y="0"/>
                  </a:moveTo>
                  <a:lnTo>
                    <a:pt x="236882" y="4081"/>
                  </a:lnTo>
                  <a:lnTo>
                    <a:pt x="188021" y="15849"/>
                  </a:lnTo>
                  <a:lnTo>
                    <a:pt x="143030" y="34591"/>
                  </a:lnTo>
                  <a:lnTo>
                    <a:pt x="102723" y="59591"/>
                  </a:lnTo>
                  <a:lnTo>
                    <a:pt x="67917" y="90136"/>
                  </a:lnTo>
                  <a:lnTo>
                    <a:pt x="39426" y="125513"/>
                  </a:lnTo>
                  <a:lnTo>
                    <a:pt x="18066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6" y="341925"/>
                  </a:lnTo>
                  <a:lnTo>
                    <a:pt x="39426" y="381413"/>
                  </a:lnTo>
                  <a:lnTo>
                    <a:pt x="67917" y="416794"/>
                  </a:lnTo>
                  <a:lnTo>
                    <a:pt x="102723" y="447350"/>
                  </a:lnTo>
                  <a:lnTo>
                    <a:pt x="143030" y="472364"/>
                  </a:lnTo>
                  <a:lnTo>
                    <a:pt x="188021" y="491119"/>
                  </a:lnTo>
                  <a:lnTo>
                    <a:pt x="236882" y="502898"/>
                  </a:lnTo>
                  <a:lnTo>
                    <a:pt x="288798" y="506983"/>
                  </a:lnTo>
                  <a:lnTo>
                    <a:pt x="340675" y="502898"/>
                  </a:lnTo>
                  <a:lnTo>
                    <a:pt x="389507" y="491119"/>
                  </a:lnTo>
                  <a:lnTo>
                    <a:pt x="434476" y="472364"/>
                  </a:lnTo>
                  <a:lnTo>
                    <a:pt x="474767" y="447350"/>
                  </a:lnTo>
                  <a:lnTo>
                    <a:pt x="509562" y="416794"/>
                  </a:lnTo>
                  <a:lnTo>
                    <a:pt x="538047" y="381413"/>
                  </a:lnTo>
                  <a:lnTo>
                    <a:pt x="559403" y="341925"/>
                  </a:lnTo>
                  <a:lnTo>
                    <a:pt x="572816" y="299045"/>
                  </a:lnTo>
                  <a:lnTo>
                    <a:pt x="577469" y="253491"/>
                  </a:lnTo>
                  <a:lnTo>
                    <a:pt x="572816" y="207905"/>
                  </a:lnTo>
                  <a:lnTo>
                    <a:pt x="559403" y="165007"/>
                  </a:lnTo>
                  <a:lnTo>
                    <a:pt x="538047" y="125513"/>
                  </a:lnTo>
                  <a:lnTo>
                    <a:pt x="509562" y="90136"/>
                  </a:lnTo>
                  <a:lnTo>
                    <a:pt x="474767" y="59591"/>
                  </a:lnTo>
                  <a:lnTo>
                    <a:pt x="434476" y="34591"/>
                  </a:lnTo>
                  <a:lnTo>
                    <a:pt x="389507" y="15849"/>
                  </a:lnTo>
                  <a:lnTo>
                    <a:pt x="340675" y="4081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03217" y="2134870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6" y="165007"/>
                  </a:lnTo>
                  <a:lnTo>
                    <a:pt x="39426" y="125513"/>
                  </a:lnTo>
                  <a:lnTo>
                    <a:pt x="67917" y="90136"/>
                  </a:lnTo>
                  <a:lnTo>
                    <a:pt x="102723" y="59591"/>
                  </a:lnTo>
                  <a:lnTo>
                    <a:pt x="143030" y="34591"/>
                  </a:lnTo>
                  <a:lnTo>
                    <a:pt x="188021" y="15849"/>
                  </a:lnTo>
                  <a:lnTo>
                    <a:pt x="236882" y="4081"/>
                  </a:lnTo>
                  <a:lnTo>
                    <a:pt x="288798" y="0"/>
                  </a:lnTo>
                  <a:lnTo>
                    <a:pt x="340675" y="4081"/>
                  </a:lnTo>
                  <a:lnTo>
                    <a:pt x="389507" y="15849"/>
                  </a:lnTo>
                  <a:lnTo>
                    <a:pt x="434476" y="34591"/>
                  </a:lnTo>
                  <a:lnTo>
                    <a:pt x="474767" y="59591"/>
                  </a:lnTo>
                  <a:lnTo>
                    <a:pt x="509562" y="90136"/>
                  </a:lnTo>
                  <a:lnTo>
                    <a:pt x="538047" y="125513"/>
                  </a:lnTo>
                  <a:lnTo>
                    <a:pt x="559403" y="165007"/>
                  </a:lnTo>
                  <a:lnTo>
                    <a:pt x="572816" y="207905"/>
                  </a:lnTo>
                  <a:lnTo>
                    <a:pt x="577469" y="253491"/>
                  </a:lnTo>
                  <a:lnTo>
                    <a:pt x="572816" y="299045"/>
                  </a:lnTo>
                  <a:lnTo>
                    <a:pt x="559403" y="341925"/>
                  </a:lnTo>
                  <a:lnTo>
                    <a:pt x="538047" y="381413"/>
                  </a:lnTo>
                  <a:lnTo>
                    <a:pt x="509562" y="416794"/>
                  </a:lnTo>
                  <a:lnTo>
                    <a:pt x="474767" y="447350"/>
                  </a:lnTo>
                  <a:lnTo>
                    <a:pt x="434476" y="472364"/>
                  </a:lnTo>
                  <a:lnTo>
                    <a:pt x="389507" y="491119"/>
                  </a:lnTo>
                  <a:lnTo>
                    <a:pt x="340675" y="502898"/>
                  </a:lnTo>
                  <a:lnTo>
                    <a:pt x="288798" y="506983"/>
                  </a:lnTo>
                  <a:lnTo>
                    <a:pt x="236882" y="502898"/>
                  </a:lnTo>
                  <a:lnTo>
                    <a:pt x="188021" y="491119"/>
                  </a:lnTo>
                  <a:lnTo>
                    <a:pt x="143030" y="472364"/>
                  </a:lnTo>
                  <a:lnTo>
                    <a:pt x="102723" y="447350"/>
                  </a:lnTo>
                  <a:lnTo>
                    <a:pt x="67917" y="416794"/>
                  </a:lnTo>
                  <a:lnTo>
                    <a:pt x="39426" y="381413"/>
                  </a:lnTo>
                  <a:lnTo>
                    <a:pt x="18066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5080" y="301167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60" y="4081"/>
                  </a:lnTo>
                  <a:lnTo>
                    <a:pt x="187910" y="15849"/>
                  </a:lnTo>
                  <a:lnTo>
                    <a:pt x="142936" y="34591"/>
                  </a:lnTo>
                  <a:lnTo>
                    <a:pt x="102649" y="59591"/>
                  </a:lnTo>
                  <a:lnTo>
                    <a:pt x="67864" y="90136"/>
                  </a:lnTo>
                  <a:lnTo>
                    <a:pt x="39393" y="125513"/>
                  </a:lnTo>
                  <a:lnTo>
                    <a:pt x="18050" y="165007"/>
                  </a:lnTo>
                  <a:lnTo>
                    <a:pt x="4648" y="207905"/>
                  </a:lnTo>
                  <a:lnTo>
                    <a:pt x="0" y="253492"/>
                  </a:lnTo>
                  <a:lnTo>
                    <a:pt x="4648" y="299045"/>
                  </a:lnTo>
                  <a:lnTo>
                    <a:pt x="18050" y="341925"/>
                  </a:lnTo>
                  <a:lnTo>
                    <a:pt x="39393" y="381413"/>
                  </a:lnTo>
                  <a:lnTo>
                    <a:pt x="67864" y="416794"/>
                  </a:lnTo>
                  <a:lnTo>
                    <a:pt x="102649" y="447350"/>
                  </a:lnTo>
                  <a:lnTo>
                    <a:pt x="142936" y="472364"/>
                  </a:lnTo>
                  <a:lnTo>
                    <a:pt x="187910" y="491119"/>
                  </a:lnTo>
                  <a:lnTo>
                    <a:pt x="236760" y="502898"/>
                  </a:lnTo>
                  <a:lnTo>
                    <a:pt x="288671" y="506984"/>
                  </a:lnTo>
                  <a:lnTo>
                    <a:pt x="340548" y="502898"/>
                  </a:lnTo>
                  <a:lnTo>
                    <a:pt x="389380" y="491119"/>
                  </a:lnTo>
                  <a:lnTo>
                    <a:pt x="434349" y="472364"/>
                  </a:lnTo>
                  <a:lnTo>
                    <a:pt x="474640" y="447350"/>
                  </a:lnTo>
                  <a:lnTo>
                    <a:pt x="509435" y="416794"/>
                  </a:lnTo>
                  <a:lnTo>
                    <a:pt x="537920" y="381413"/>
                  </a:lnTo>
                  <a:lnTo>
                    <a:pt x="559276" y="341925"/>
                  </a:lnTo>
                  <a:lnTo>
                    <a:pt x="572689" y="299045"/>
                  </a:lnTo>
                  <a:lnTo>
                    <a:pt x="577342" y="253492"/>
                  </a:lnTo>
                  <a:lnTo>
                    <a:pt x="572689" y="207905"/>
                  </a:lnTo>
                  <a:lnTo>
                    <a:pt x="559276" y="165007"/>
                  </a:lnTo>
                  <a:lnTo>
                    <a:pt x="537920" y="125513"/>
                  </a:lnTo>
                  <a:lnTo>
                    <a:pt x="509435" y="90136"/>
                  </a:lnTo>
                  <a:lnTo>
                    <a:pt x="474640" y="59591"/>
                  </a:lnTo>
                  <a:lnTo>
                    <a:pt x="434349" y="34591"/>
                  </a:lnTo>
                  <a:lnTo>
                    <a:pt x="389380" y="15849"/>
                  </a:lnTo>
                  <a:lnTo>
                    <a:pt x="340548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85080" y="301167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2"/>
                  </a:moveTo>
                  <a:lnTo>
                    <a:pt x="4648" y="207905"/>
                  </a:lnTo>
                  <a:lnTo>
                    <a:pt x="18050" y="165007"/>
                  </a:lnTo>
                  <a:lnTo>
                    <a:pt x="39393" y="125513"/>
                  </a:lnTo>
                  <a:lnTo>
                    <a:pt x="67864" y="90136"/>
                  </a:lnTo>
                  <a:lnTo>
                    <a:pt x="102649" y="59591"/>
                  </a:lnTo>
                  <a:lnTo>
                    <a:pt x="142936" y="34591"/>
                  </a:lnTo>
                  <a:lnTo>
                    <a:pt x="187910" y="15849"/>
                  </a:lnTo>
                  <a:lnTo>
                    <a:pt x="236760" y="4081"/>
                  </a:lnTo>
                  <a:lnTo>
                    <a:pt x="288671" y="0"/>
                  </a:lnTo>
                  <a:lnTo>
                    <a:pt x="340548" y="4081"/>
                  </a:lnTo>
                  <a:lnTo>
                    <a:pt x="389380" y="15849"/>
                  </a:lnTo>
                  <a:lnTo>
                    <a:pt x="434349" y="34591"/>
                  </a:lnTo>
                  <a:lnTo>
                    <a:pt x="474640" y="59591"/>
                  </a:lnTo>
                  <a:lnTo>
                    <a:pt x="509435" y="90136"/>
                  </a:lnTo>
                  <a:lnTo>
                    <a:pt x="537920" y="125513"/>
                  </a:lnTo>
                  <a:lnTo>
                    <a:pt x="559276" y="165007"/>
                  </a:lnTo>
                  <a:lnTo>
                    <a:pt x="572689" y="207905"/>
                  </a:lnTo>
                  <a:lnTo>
                    <a:pt x="577342" y="253492"/>
                  </a:lnTo>
                  <a:lnTo>
                    <a:pt x="572689" y="299045"/>
                  </a:lnTo>
                  <a:lnTo>
                    <a:pt x="559276" y="341925"/>
                  </a:lnTo>
                  <a:lnTo>
                    <a:pt x="537920" y="381413"/>
                  </a:lnTo>
                  <a:lnTo>
                    <a:pt x="509435" y="416794"/>
                  </a:lnTo>
                  <a:lnTo>
                    <a:pt x="474640" y="447350"/>
                  </a:lnTo>
                  <a:lnTo>
                    <a:pt x="434349" y="472364"/>
                  </a:lnTo>
                  <a:lnTo>
                    <a:pt x="389380" y="491119"/>
                  </a:lnTo>
                  <a:lnTo>
                    <a:pt x="340548" y="502898"/>
                  </a:lnTo>
                  <a:lnTo>
                    <a:pt x="288671" y="506984"/>
                  </a:lnTo>
                  <a:lnTo>
                    <a:pt x="236760" y="502898"/>
                  </a:lnTo>
                  <a:lnTo>
                    <a:pt x="187910" y="491119"/>
                  </a:lnTo>
                  <a:lnTo>
                    <a:pt x="142936" y="472364"/>
                  </a:lnTo>
                  <a:lnTo>
                    <a:pt x="102649" y="447350"/>
                  </a:lnTo>
                  <a:lnTo>
                    <a:pt x="67864" y="416794"/>
                  </a:lnTo>
                  <a:lnTo>
                    <a:pt x="39393" y="381413"/>
                  </a:lnTo>
                  <a:lnTo>
                    <a:pt x="18050" y="341925"/>
                  </a:lnTo>
                  <a:lnTo>
                    <a:pt x="4648" y="299045"/>
                  </a:lnTo>
                  <a:lnTo>
                    <a:pt x="0" y="25349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01615" y="310692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92094" y="3075177"/>
            <a:ext cx="603250" cy="532765"/>
            <a:chOff x="3292094" y="3075177"/>
            <a:chExt cx="603250" cy="532765"/>
          </a:xfrm>
        </p:grpSpPr>
        <p:sp>
          <p:nvSpPr>
            <p:cNvPr id="23" name="object 23"/>
            <p:cNvSpPr/>
            <p:nvPr/>
          </p:nvSpPr>
          <p:spPr>
            <a:xfrm>
              <a:off x="3304794" y="3087877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797" y="0"/>
                  </a:moveTo>
                  <a:lnTo>
                    <a:pt x="236882" y="4081"/>
                  </a:lnTo>
                  <a:lnTo>
                    <a:pt x="188021" y="15849"/>
                  </a:lnTo>
                  <a:lnTo>
                    <a:pt x="143030" y="34591"/>
                  </a:lnTo>
                  <a:lnTo>
                    <a:pt x="102723" y="59591"/>
                  </a:lnTo>
                  <a:lnTo>
                    <a:pt x="67917" y="90136"/>
                  </a:lnTo>
                  <a:lnTo>
                    <a:pt x="39426" y="125513"/>
                  </a:lnTo>
                  <a:lnTo>
                    <a:pt x="18066" y="165007"/>
                  </a:lnTo>
                  <a:lnTo>
                    <a:pt x="4652" y="207905"/>
                  </a:lnTo>
                  <a:lnTo>
                    <a:pt x="0" y="253492"/>
                  </a:lnTo>
                  <a:lnTo>
                    <a:pt x="4652" y="299045"/>
                  </a:lnTo>
                  <a:lnTo>
                    <a:pt x="18066" y="341925"/>
                  </a:lnTo>
                  <a:lnTo>
                    <a:pt x="39426" y="381413"/>
                  </a:lnTo>
                  <a:lnTo>
                    <a:pt x="67917" y="416794"/>
                  </a:lnTo>
                  <a:lnTo>
                    <a:pt x="102723" y="447350"/>
                  </a:lnTo>
                  <a:lnTo>
                    <a:pt x="143030" y="472364"/>
                  </a:lnTo>
                  <a:lnTo>
                    <a:pt x="188021" y="491119"/>
                  </a:lnTo>
                  <a:lnTo>
                    <a:pt x="236882" y="502898"/>
                  </a:lnTo>
                  <a:lnTo>
                    <a:pt x="288797" y="506984"/>
                  </a:lnTo>
                  <a:lnTo>
                    <a:pt x="340675" y="502898"/>
                  </a:lnTo>
                  <a:lnTo>
                    <a:pt x="389507" y="491119"/>
                  </a:lnTo>
                  <a:lnTo>
                    <a:pt x="434476" y="472364"/>
                  </a:lnTo>
                  <a:lnTo>
                    <a:pt x="474767" y="447350"/>
                  </a:lnTo>
                  <a:lnTo>
                    <a:pt x="509562" y="416794"/>
                  </a:lnTo>
                  <a:lnTo>
                    <a:pt x="538047" y="381413"/>
                  </a:lnTo>
                  <a:lnTo>
                    <a:pt x="559403" y="341925"/>
                  </a:lnTo>
                  <a:lnTo>
                    <a:pt x="572816" y="299045"/>
                  </a:lnTo>
                  <a:lnTo>
                    <a:pt x="577468" y="253492"/>
                  </a:lnTo>
                  <a:lnTo>
                    <a:pt x="572816" y="207905"/>
                  </a:lnTo>
                  <a:lnTo>
                    <a:pt x="559403" y="165007"/>
                  </a:lnTo>
                  <a:lnTo>
                    <a:pt x="538047" y="125513"/>
                  </a:lnTo>
                  <a:lnTo>
                    <a:pt x="509562" y="90136"/>
                  </a:lnTo>
                  <a:lnTo>
                    <a:pt x="474767" y="59591"/>
                  </a:lnTo>
                  <a:lnTo>
                    <a:pt x="434476" y="34591"/>
                  </a:lnTo>
                  <a:lnTo>
                    <a:pt x="389507" y="15849"/>
                  </a:lnTo>
                  <a:lnTo>
                    <a:pt x="340675" y="4081"/>
                  </a:lnTo>
                  <a:lnTo>
                    <a:pt x="288797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04794" y="3087877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2"/>
                  </a:moveTo>
                  <a:lnTo>
                    <a:pt x="4652" y="207905"/>
                  </a:lnTo>
                  <a:lnTo>
                    <a:pt x="18066" y="165007"/>
                  </a:lnTo>
                  <a:lnTo>
                    <a:pt x="39426" y="125513"/>
                  </a:lnTo>
                  <a:lnTo>
                    <a:pt x="67917" y="90136"/>
                  </a:lnTo>
                  <a:lnTo>
                    <a:pt x="102723" y="59591"/>
                  </a:lnTo>
                  <a:lnTo>
                    <a:pt x="143030" y="34591"/>
                  </a:lnTo>
                  <a:lnTo>
                    <a:pt x="188021" y="15849"/>
                  </a:lnTo>
                  <a:lnTo>
                    <a:pt x="236882" y="4081"/>
                  </a:lnTo>
                  <a:lnTo>
                    <a:pt x="288797" y="0"/>
                  </a:lnTo>
                  <a:lnTo>
                    <a:pt x="340675" y="4081"/>
                  </a:lnTo>
                  <a:lnTo>
                    <a:pt x="389507" y="15849"/>
                  </a:lnTo>
                  <a:lnTo>
                    <a:pt x="434476" y="34591"/>
                  </a:lnTo>
                  <a:lnTo>
                    <a:pt x="474767" y="59591"/>
                  </a:lnTo>
                  <a:lnTo>
                    <a:pt x="509562" y="90136"/>
                  </a:lnTo>
                  <a:lnTo>
                    <a:pt x="538047" y="125513"/>
                  </a:lnTo>
                  <a:lnTo>
                    <a:pt x="559403" y="165007"/>
                  </a:lnTo>
                  <a:lnTo>
                    <a:pt x="572816" y="207905"/>
                  </a:lnTo>
                  <a:lnTo>
                    <a:pt x="577468" y="253492"/>
                  </a:lnTo>
                  <a:lnTo>
                    <a:pt x="572816" y="299045"/>
                  </a:lnTo>
                  <a:lnTo>
                    <a:pt x="559403" y="341925"/>
                  </a:lnTo>
                  <a:lnTo>
                    <a:pt x="538047" y="381413"/>
                  </a:lnTo>
                  <a:lnTo>
                    <a:pt x="509562" y="416794"/>
                  </a:lnTo>
                  <a:lnTo>
                    <a:pt x="474767" y="447350"/>
                  </a:lnTo>
                  <a:lnTo>
                    <a:pt x="434476" y="472364"/>
                  </a:lnTo>
                  <a:lnTo>
                    <a:pt x="389507" y="491119"/>
                  </a:lnTo>
                  <a:lnTo>
                    <a:pt x="340675" y="502898"/>
                  </a:lnTo>
                  <a:lnTo>
                    <a:pt x="288797" y="506984"/>
                  </a:lnTo>
                  <a:lnTo>
                    <a:pt x="236882" y="502898"/>
                  </a:lnTo>
                  <a:lnTo>
                    <a:pt x="188021" y="491119"/>
                  </a:lnTo>
                  <a:lnTo>
                    <a:pt x="143030" y="472364"/>
                  </a:lnTo>
                  <a:lnTo>
                    <a:pt x="102723" y="447350"/>
                  </a:lnTo>
                  <a:lnTo>
                    <a:pt x="67917" y="416794"/>
                  </a:lnTo>
                  <a:lnTo>
                    <a:pt x="39426" y="381413"/>
                  </a:lnTo>
                  <a:lnTo>
                    <a:pt x="18066" y="341925"/>
                  </a:lnTo>
                  <a:lnTo>
                    <a:pt x="4652" y="299045"/>
                  </a:lnTo>
                  <a:lnTo>
                    <a:pt x="0" y="25349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521202" y="318312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93591" y="2567558"/>
            <a:ext cx="1076325" cy="520700"/>
          </a:xfrm>
          <a:custGeom>
            <a:avLst/>
            <a:gdLst/>
            <a:ahLst/>
            <a:cxnLst/>
            <a:rect l="l" t="t" r="r" b="b"/>
            <a:pathLst>
              <a:path w="1076325" h="520700">
                <a:moveTo>
                  <a:pt x="394208" y="0"/>
                </a:moveTo>
                <a:lnTo>
                  <a:pt x="0" y="520318"/>
                </a:lnTo>
              </a:path>
              <a:path w="1076325" h="520700">
                <a:moveTo>
                  <a:pt x="802513" y="0"/>
                </a:moveTo>
                <a:lnTo>
                  <a:pt x="1076071" y="518287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880105" y="285000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0489" y="1083309"/>
            <a:ext cx="3542665" cy="1446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Example:</a:t>
            </a:r>
            <a:endParaRPr sz="32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2305"/>
              </a:spcBef>
            </a:pPr>
            <a:r>
              <a:rPr sz="1800" i="1" dirty="0">
                <a:latin typeface="Arial"/>
                <a:cs typeface="Arial"/>
              </a:rPr>
              <a:t>BF=-1</a:t>
            </a:r>
            <a:endParaRPr sz="1800">
              <a:latin typeface="Arial"/>
              <a:cs typeface="Arial"/>
            </a:endParaRPr>
          </a:p>
          <a:p>
            <a:pPr marR="663575" algn="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0526" y="2752725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30952" y="3958082"/>
            <a:ext cx="711200" cy="482600"/>
            <a:chOff x="5330952" y="3958082"/>
            <a:chExt cx="711200" cy="482600"/>
          </a:xfrm>
        </p:grpSpPr>
        <p:sp>
          <p:nvSpPr>
            <p:cNvPr id="31" name="object 31"/>
            <p:cNvSpPr/>
            <p:nvPr/>
          </p:nvSpPr>
          <p:spPr>
            <a:xfrm>
              <a:off x="5343652" y="3970782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342773" y="0"/>
                  </a:moveTo>
                  <a:lnTo>
                    <a:pt x="287192" y="2992"/>
                  </a:lnTo>
                  <a:lnTo>
                    <a:pt x="234460" y="11655"/>
                  </a:lnTo>
                  <a:lnTo>
                    <a:pt x="185283" y="25518"/>
                  </a:lnTo>
                  <a:lnTo>
                    <a:pt x="140369" y="44110"/>
                  </a:lnTo>
                  <a:lnTo>
                    <a:pt x="100425" y="66960"/>
                  </a:lnTo>
                  <a:lnTo>
                    <a:pt x="66157" y="93597"/>
                  </a:lnTo>
                  <a:lnTo>
                    <a:pt x="38274" y="123551"/>
                  </a:lnTo>
                  <a:lnTo>
                    <a:pt x="17482" y="156350"/>
                  </a:lnTo>
                  <a:lnTo>
                    <a:pt x="0" y="228600"/>
                  </a:lnTo>
                  <a:lnTo>
                    <a:pt x="4488" y="265707"/>
                  </a:lnTo>
                  <a:lnTo>
                    <a:pt x="38274" y="333704"/>
                  </a:lnTo>
                  <a:lnTo>
                    <a:pt x="66157" y="363656"/>
                  </a:lnTo>
                  <a:lnTo>
                    <a:pt x="100425" y="390286"/>
                  </a:lnTo>
                  <a:lnTo>
                    <a:pt x="140369" y="413125"/>
                  </a:lnTo>
                  <a:lnTo>
                    <a:pt x="185283" y="431705"/>
                  </a:lnTo>
                  <a:lnTo>
                    <a:pt x="234460" y="445556"/>
                  </a:lnTo>
                  <a:lnTo>
                    <a:pt x="287192" y="454211"/>
                  </a:lnTo>
                  <a:lnTo>
                    <a:pt x="342773" y="457200"/>
                  </a:lnTo>
                  <a:lnTo>
                    <a:pt x="398384" y="454211"/>
                  </a:lnTo>
                  <a:lnTo>
                    <a:pt x="451134" y="445556"/>
                  </a:lnTo>
                  <a:lnTo>
                    <a:pt x="500318" y="431705"/>
                  </a:lnTo>
                  <a:lnTo>
                    <a:pt x="545231" y="413125"/>
                  </a:lnTo>
                  <a:lnTo>
                    <a:pt x="585168" y="390286"/>
                  </a:lnTo>
                  <a:lnTo>
                    <a:pt x="619424" y="363656"/>
                  </a:lnTo>
                  <a:lnTo>
                    <a:pt x="647295" y="333704"/>
                  </a:lnTo>
                  <a:lnTo>
                    <a:pt x="668075" y="300898"/>
                  </a:lnTo>
                  <a:lnTo>
                    <a:pt x="685546" y="228600"/>
                  </a:lnTo>
                  <a:lnTo>
                    <a:pt x="681060" y="191523"/>
                  </a:lnTo>
                  <a:lnTo>
                    <a:pt x="647295" y="123551"/>
                  </a:lnTo>
                  <a:lnTo>
                    <a:pt x="619424" y="93597"/>
                  </a:lnTo>
                  <a:lnTo>
                    <a:pt x="585168" y="66960"/>
                  </a:lnTo>
                  <a:lnTo>
                    <a:pt x="545231" y="44110"/>
                  </a:lnTo>
                  <a:lnTo>
                    <a:pt x="500318" y="25518"/>
                  </a:lnTo>
                  <a:lnTo>
                    <a:pt x="451134" y="11655"/>
                  </a:lnTo>
                  <a:lnTo>
                    <a:pt x="398384" y="2992"/>
                  </a:lnTo>
                  <a:lnTo>
                    <a:pt x="342773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43652" y="3970782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82" y="156350"/>
                  </a:lnTo>
                  <a:lnTo>
                    <a:pt x="38274" y="123551"/>
                  </a:lnTo>
                  <a:lnTo>
                    <a:pt x="66157" y="93597"/>
                  </a:lnTo>
                  <a:lnTo>
                    <a:pt x="100425" y="66960"/>
                  </a:lnTo>
                  <a:lnTo>
                    <a:pt x="140369" y="44110"/>
                  </a:lnTo>
                  <a:lnTo>
                    <a:pt x="185283" y="25518"/>
                  </a:lnTo>
                  <a:lnTo>
                    <a:pt x="234460" y="11655"/>
                  </a:lnTo>
                  <a:lnTo>
                    <a:pt x="287192" y="2992"/>
                  </a:lnTo>
                  <a:lnTo>
                    <a:pt x="342773" y="0"/>
                  </a:lnTo>
                  <a:lnTo>
                    <a:pt x="398384" y="2992"/>
                  </a:lnTo>
                  <a:lnTo>
                    <a:pt x="451134" y="11655"/>
                  </a:lnTo>
                  <a:lnTo>
                    <a:pt x="500318" y="25518"/>
                  </a:lnTo>
                  <a:lnTo>
                    <a:pt x="545231" y="44110"/>
                  </a:lnTo>
                  <a:lnTo>
                    <a:pt x="585168" y="66960"/>
                  </a:lnTo>
                  <a:lnTo>
                    <a:pt x="619424" y="93597"/>
                  </a:lnTo>
                  <a:lnTo>
                    <a:pt x="647295" y="123551"/>
                  </a:lnTo>
                  <a:lnTo>
                    <a:pt x="668075" y="156350"/>
                  </a:lnTo>
                  <a:lnTo>
                    <a:pt x="685546" y="228600"/>
                  </a:lnTo>
                  <a:lnTo>
                    <a:pt x="681060" y="265707"/>
                  </a:lnTo>
                  <a:lnTo>
                    <a:pt x="647295" y="333704"/>
                  </a:lnTo>
                  <a:lnTo>
                    <a:pt x="619424" y="363656"/>
                  </a:lnTo>
                  <a:lnTo>
                    <a:pt x="585168" y="390286"/>
                  </a:lnTo>
                  <a:lnTo>
                    <a:pt x="545231" y="413125"/>
                  </a:lnTo>
                  <a:lnTo>
                    <a:pt x="500318" y="431705"/>
                  </a:lnTo>
                  <a:lnTo>
                    <a:pt x="451134" y="445556"/>
                  </a:lnTo>
                  <a:lnTo>
                    <a:pt x="398384" y="454211"/>
                  </a:lnTo>
                  <a:lnTo>
                    <a:pt x="342773" y="457200"/>
                  </a:lnTo>
                  <a:lnTo>
                    <a:pt x="287192" y="454211"/>
                  </a:lnTo>
                  <a:lnTo>
                    <a:pt x="234460" y="445556"/>
                  </a:lnTo>
                  <a:lnTo>
                    <a:pt x="185283" y="431705"/>
                  </a:lnTo>
                  <a:lnTo>
                    <a:pt x="140369" y="413125"/>
                  </a:lnTo>
                  <a:lnTo>
                    <a:pt x="100425" y="390286"/>
                  </a:lnTo>
                  <a:lnTo>
                    <a:pt x="66157" y="363656"/>
                  </a:lnTo>
                  <a:lnTo>
                    <a:pt x="38274" y="333704"/>
                  </a:lnTo>
                  <a:lnTo>
                    <a:pt x="17482" y="300898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615432" y="4041394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419347" y="3439604"/>
            <a:ext cx="2030095" cy="1247140"/>
            <a:chOff x="3419347" y="3439604"/>
            <a:chExt cx="2030095" cy="1247140"/>
          </a:xfrm>
        </p:grpSpPr>
        <p:sp>
          <p:nvSpPr>
            <p:cNvPr id="35" name="object 35"/>
            <p:cNvSpPr/>
            <p:nvPr/>
          </p:nvSpPr>
          <p:spPr>
            <a:xfrm>
              <a:off x="5077840" y="3444366"/>
              <a:ext cx="366395" cy="593725"/>
            </a:xfrm>
            <a:custGeom>
              <a:avLst/>
              <a:gdLst/>
              <a:ahLst/>
              <a:cxnLst/>
              <a:rect l="l" t="t" r="r" b="b"/>
              <a:pathLst>
                <a:path w="366395" h="593725">
                  <a:moveTo>
                    <a:pt x="0" y="0"/>
                  </a:moveTo>
                  <a:lnTo>
                    <a:pt x="366268" y="593471"/>
                  </a:lnTo>
                </a:path>
              </a:pathLst>
            </a:custGeom>
            <a:ln w="9524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32047" y="4086224"/>
              <a:ext cx="556260" cy="588010"/>
            </a:xfrm>
            <a:custGeom>
              <a:avLst/>
              <a:gdLst/>
              <a:ahLst/>
              <a:cxnLst/>
              <a:rect l="l" t="t" r="r" b="b"/>
              <a:pathLst>
                <a:path w="556260" h="588010">
                  <a:moveTo>
                    <a:pt x="277875" y="0"/>
                  </a:moveTo>
                  <a:lnTo>
                    <a:pt x="232815" y="3846"/>
                  </a:lnTo>
                  <a:lnTo>
                    <a:pt x="190065" y="14981"/>
                  </a:lnTo>
                  <a:lnTo>
                    <a:pt x="150198" y="32801"/>
                  </a:lnTo>
                  <a:lnTo>
                    <a:pt x="113787" y="56700"/>
                  </a:lnTo>
                  <a:lnTo>
                    <a:pt x="81406" y="86074"/>
                  </a:lnTo>
                  <a:lnTo>
                    <a:pt x="53628" y="120316"/>
                  </a:lnTo>
                  <a:lnTo>
                    <a:pt x="31025" y="158823"/>
                  </a:lnTo>
                  <a:lnTo>
                    <a:pt x="14171" y="200989"/>
                  </a:lnTo>
                  <a:lnTo>
                    <a:pt x="3638" y="246209"/>
                  </a:lnTo>
                  <a:lnTo>
                    <a:pt x="0" y="293877"/>
                  </a:lnTo>
                  <a:lnTo>
                    <a:pt x="3638" y="341512"/>
                  </a:lnTo>
                  <a:lnTo>
                    <a:pt x="14171" y="386704"/>
                  </a:lnTo>
                  <a:lnTo>
                    <a:pt x="31025" y="428849"/>
                  </a:lnTo>
                  <a:lnTo>
                    <a:pt x="53628" y="467339"/>
                  </a:lnTo>
                  <a:lnTo>
                    <a:pt x="81407" y="501570"/>
                  </a:lnTo>
                  <a:lnTo>
                    <a:pt x="113787" y="530936"/>
                  </a:lnTo>
                  <a:lnTo>
                    <a:pt x="150198" y="554830"/>
                  </a:lnTo>
                  <a:lnTo>
                    <a:pt x="190065" y="572648"/>
                  </a:lnTo>
                  <a:lnTo>
                    <a:pt x="232815" y="583782"/>
                  </a:lnTo>
                  <a:lnTo>
                    <a:pt x="277875" y="587629"/>
                  </a:lnTo>
                  <a:lnTo>
                    <a:pt x="322967" y="583782"/>
                  </a:lnTo>
                  <a:lnTo>
                    <a:pt x="365735" y="572648"/>
                  </a:lnTo>
                  <a:lnTo>
                    <a:pt x="405609" y="554830"/>
                  </a:lnTo>
                  <a:lnTo>
                    <a:pt x="442018" y="530936"/>
                  </a:lnTo>
                  <a:lnTo>
                    <a:pt x="474392" y="501570"/>
                  </a:lnTo>
                  <a:lnTo>
                    <a:pt x="502160" y="467339"/>
                  </a:lnTo>
                  <a:lnTo>
                    <a:pt x="524750" y="428849"/>
                  </a:lnTo>
                  <a:lnTo>
                    <a:pt x="541593" y="386704"/>
                  </a:lnTo>
                  <a:lnTo>
                    <a:pt x="552117" y="341512"/>
                  </a:lnTo>
                  <a:lnTo>
                    <a:pt x="555751" y="293877"/>
                  </a:lnTo>
                  <a:lnTo>
                    <a:pt x="552117" y="246209"/>
                  </a:lnTo>
                  <a:lnTo>
                    <a:pt x="541593" y="200989"/>
                  </a:lnTo>
                  <a:lnTo>
                    <a:pt x="524750" y="158823"/>
                  </a:lnTo>
                  <a:lnTo>
                    <a:pt x="502160" y="120316"/>
                  </a:lnTo>
                  <a:lnTo>
                    <a:pt x="474392" y="86074"/>
                  </a:lnTo>
                  <a:lnTo>
                    <a:pt x="442018" y="56700"/>
                  </a:lnTo>
                  <a:lnTo>
                    <a:pt x="405609" y="32801"/>
                  </a:lnTo>
                  <a:lnTo>
                    <a:pt x="365735" y="14981"/>
                  </a:lnTo>
                  <a:lnTo>
                    <a:pt x="322967" y="3846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32047" y="4086224"/>
              <a:ext cx="556260" cy="588010"/>
            </a:xfrm>
            <a:custGeom>
              <a:avLst/>
              <a:gdLst/>
              <a:ahLst/>
              <a:cxnLst/>
              <a:rect l="l" t="t" r="r" b="b"/>
              <a:pathLst>
                <a:path w="556260" h="588010">
                  <a:moveTo>
                    <a:pt x="0" y="293877"/>
                  </a:moveTo>
                  <a:lnTo>
                    <a:pt x="3638" y="246209"/>
                  </a:lnTo>
                  <a:lnTo>
                    <a:pt x="14171" y="200989"/>
                  </a:lnTo>
                  <a:lnTo>
                    <a:pt x="31025" y="158823"/>
                  </a:lnTo>
                  <a:lnTo>
                    <a:pt x="53628" y="120316"/>
                  </a:lnTo>
                  <a:lnTo>
                    <a:pt x="81406" y="86074"/>
                  </a:lnTo>
                  <a:lnTo>
                    <a:pt x="113787" y="56700"/>
                  </a:lnTo>
                  <a:lnTo>
                    <a:pt x="150198" y="32801"/>
                  </a:lnTo>
                  <a:lnTo>
                    <a:pt x="190065" y="14981"/>
                  </a:lnTo>
                  <a:lnTo>
                    <a:pt x="232815" y="3846"/>
                  </a:lnTo>
                  <a:lnTo>
                    <a:pt x="277875" y="0"/>
                  </a:lnTo>
                  <a:lnTo>
                    <a:pt x="322967" y="3846"/>
                  </a:lnTo>
                  <a:lnTo>
                    <a:pt x="365735" y="14981"/>
                  </a:lnTo>
                  <a:lnTo>
                    <a:pt x="405609" y="32801"/>
                  </a:lnTo>
                  <a:lnTo>
                    <a:pt x="442018" y="56700"/>
                  </a:lnTo>
                  <a:lnTo>
                    <a:pt x="474392" y="86074"/>
                  </a:lnTo>
                  <a:lnTo>
                    <a:pt x="502160" y="120316"/>
                  </a:lnTo>
                  <a:lnTo>
                    <a:pt x="524750" y="158823"/>
                  </a:lnTo>
                  <a:lnTo>
                    <a:pt x="541593" y="200989"/>
                  </a:lnTo>
                  <a:lnTo>
                    <a:pt x="552117" y="246209"/>
                  </a:lnTo>
                  <a:lnTo>
                    <a:pt x="555751" y="293877"/>
                  </a:lnTo>
                  <a:lnTo>
                    <a:pt x="552117" y="341512"/>
                  </a:lnTo>
                  <a:lnTo>
                    <a:pt x="541593" y="386704"/>
                  </a:lnTo>
                  <a:lnTo>
                    <a:pt x="524750" y="428849"/>
                  </a:lnTo>
                  <a:lnTo>
                    <a:pt x="502160" y="467339"/>
                  </a:lnTo>
                  <a:lnTo>
                    <a:pt x="474392" y="501570"/>
                  </a:lnTo>
                  <a:lnTo>
                    <a:pt x="442018" y="530936"/>
                  </a:lnTo>
                  <a:lnTo>
                    <a:pt x="405609" y="554830"/>
                  </a:lnTo>
                  <a:lnTo>
                    <a:pt x="365735" y="572648"/>
                  </a:lnTo>
                  <a:lnTo>
                    <a:pt x="322967" y="583782"/>
                  </a:lnTo>
                  <a:lnTo>
                    <a:pt x="277875" y="587629"/>
                  </a:lnTo>
                  <a:lnTo>
                    <a:pt x="232815" y="583782"/>
                  </a:lnTo>
                  <a:lnTo>
                    <a:pt x="190065" y="572648"/>
                  </a:lnTo>
                  <a:lnTo>
                    <a:pt x="150198" y="554830"/>
                  </a:lnTo>
                  <a:lnTo>
                    <a:pt x="113787" y="530936"/>
                  </a:lnTo>
                  <a:lnTo>
                    <a:pt x="81407" y="501570"/>
                  </a:lnTo>
                  <a:lnTo>
                    <a:pt x="53628" y="467339"/>
                  </a:lnTo>
                  <a:lnTo>
                    <a:pt x="31025" y="428849"/>
                  </a:lnTo>
                  <a:lnTo>
                    <a:pt x="14171" y="386704"/>
                  </a:lnTo>
                  <a:lnTo>
                    <a:pt x="3638" y="341512"/>
                  </a:lnTo>
                  <a:lnTo>
                    <a:pt x="0" y="293877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910453" y="3768979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5" dirty="0">
                <a:latin typeface="Arial"/>
                <a:cs typeface="Arial"/>
              </a:rPr>
              <a:t>F</a:t>
            </a:r>
            <a:r>
              <a:rPr sz="1800" i="1" dirty="0">
                <a:latin typeface="Arial"/>
                <a:cs typeface="Arial"/>
              </a:rPr>
              <a:t>=-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38803" y="4221937"/>
            <a:ext cx="144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25905" y="3744544"/>
            <a:ext cx="579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BF=0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145283" y="3590099"/>
            <a:ext cx="1595755" cy="1015365"/>
            <a:chOff x="2145283" y="3590099"/>
            <a:chExt cx="1595755" cy="1015365"/>
          </a:xfrm>
        </p:grpSpPr>
        <p:sp>
          <p:nvSpPr>
            <p:cNvPr id="42" name="object 42"/>
            <p:cNvSpPr/>
            <p:nvPr/>
          </p:nvSpPr>
          <p:spPr>
            <a:xfrm>
              <a:off x="3709923" y="3594861"/>
              <a:ext cx="26034" cy="491490"/>
            </a:xfrm>
            <a:custGeom>
              <a:avLst/>
              <a:gdLst/>
              <a:ahLst/>
              <a:cxnLst/>
              <a:rect l="l" t="t" r="r" b="b"/>
              <a:pathLst>
                <a:path w="26035" h="491489">
                  <a:moveTo>
                    <a:pt x="25908" y="0"/>
                  </a:moveTo>
                  <a:lnTo>
                    <a:pt x="0" y="491363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57983" y="3830192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247650" y="0"/>
                  </a:moveTo>
                  <a:lnTo>
                    <a:pt x="176123" y="16129"/>
                  </a:lnTo>
                  <a:lnTo>
                    <a:pt x="143244" y="35408"/>
                  </a:lnTo>
                  <a:lnTo>
                    <a:pt x="112799" y="61376"/>
                  </a:lnTo>
                  <a:lnTo>
                    <a:pt x="85171" y="93446"/>
                  </a:lnTo>
                  <a:lnTo>
                    <a:pt x="60742" y="131028"/>
                  </a:lnTo>
                  <a:lnTo>
                    <a:pt x="39896" y="173533"/>
                  </a:lnTo>
                  <a:lnTo>
                    <a:pt x="23016" y="220372"/>
                  </a:lnTo>
                  <a:lnTo>
                    <a:pt x="10484" y="270955"/>
                  </a:lnTo>
                  <a:lnTo>
                    <a:pt x="2685" y="324694"/>
                  </a:lnTo>
                  <a:lnTo>
                    <a:pt x="0" y="380999"/>
                  </a:lnTo>
                  <a:lnTo>
                    <a:pt x="2685" y="437305"/>
                  </a:lnTo>
                  <a:lnTo>
                    <a:pt x="10484" y="491044"/>
                  </a:lnTo>
                  <a:lnTo>
                    <a:pt x="23016" y="541627"/>
                  </a:lnTo>
                  <a:lnTo>
                    <a:pt x="39896" y="588466"/>
                  </a:lnTo>
                  <a:lnTo>
                    <a:pt x="60742" y="630971"/>
                  </a:lnTo>
                  <a:lnTo>
                    <a:pt x="85171" y="668553"/>
                  </a:lnTo>
                  <a:lnTo>
                    <a:pt x="112799" y="700623"/>
                  </a:lnTo>
                  <a:lnTo>
                    <a:pt x="143244" y="726591"/>
                  </a:lnTo>
                  <a:lnTo>
                    <a:pt x="176123" y="745870"/>
                  </a:lnTo>
                  <a:lnTo>
                    <a:pt x="247650" y="761999"/>
                  </a:lnTo>
                  <a:lnTo>
                    <a:pt x="284247" y="757869"/>
                  </a:lnTo>
                  <a:lnTo>
                    <a:pt x="352055" y="726591"/>
                  </a:lnTo>
                  <a:lnTo>
                    <a:pt x="382500" y="700623"/>
                  </a:lnTo>
                  <a:lnTo>
                    <a:pt x="410128" y="668553"/>
                  </a:lnTo>
                  <a:lnTo>
                    <a:pt x="434557" y="630971"/>
                  </a:lnTo>
                  <a:lnTo>
                    <a:pt x="455403" y="588466"/>
                  </a:lnTo>
                  <a:lnTo>
                    <a:pt x="472283" y="541627"/>
                  </a:lnTo>
                  <a:lnTo>
                    <a:pt x="484815" y="491044"/>
                  </a:lnTo>
                  <a:lnTo>
                    <a:pt x="492614" y="437305"/>
                  </a:lnTo>
                  <a:lnTo>
                    <a:pt x="495300" y="380999"/>
                  </a:lnTo>
                  <a:lnTo>
                    <a:pt x="492614" y="324694"/>
                  </a:lnTo>
                  <a:lnTo>
                    <a:pt x="484815" y="270955"/>
                  </a:lnTo>
                  <a:lnTo>
                    <a:pt x="472283" y="220372"/>
                  </a:lnTo>
                  <a:lnTo>
                    <a:pt x="455403" y="173533"/>
                  </a:lnTo>
                  <a:lnTo>
                    <a:pt x="434557" y="131028"/>
                  </a:lnTo>
                  <a:lnTo>
                    <a:pt x="410128" y="93446"/>
                  </a:lnTo>
                  <a:lnTo>
                    <a:pt x="382500" y="61376"/>
                  </a:lnTo>
                  <a:lnTo>
                    <a:pt x="352055" y="35408"/>
                  </a:lnTo>
                  <a:lnTo>
                    <a:pt x="319176" y="16129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57983" y="3830192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0" y="380999"/>
                  </a:moveTo>
                  <a:lnTo>
                    <a:pt x="2685" y="324694"/>
                  </a:lnTo>
                  <a:lnTo>
                    <a:pt x="10484" y="270955"/>
                  </a:lnTo>
                  <a:lnTo>
                    <a:pt x="23016" y="220372"/>
                  </a:lnTo>
                  <a:lnTo>
                    <a:pt x="39896" y="173533"/>
                  </a:lnTo>
                  <a:lnTo>
                    <a:pt x="60742" y="131028"/>
                  </a:lnTo>
                  <a:lnTo>
                    <a:pt x="85171" y="93446"/>
                  </a:lnTo>
                  <a:lnTo>
                    <a:pt x="112799" y="61376"/>
                  </a:lnTo>
                  <a:lnTo>
                    <a:pt x="143244" y="35408"/>
                  </a:lnTo>
                  <a:lnTo>
                    <a:pt x="176123" y="16129"/>
                  </a:lnTo>
                  <a:lnTo>
                    <a:pt x="247650" y="0"/>
                  </a:lnTo>
                  <a:lnTo>
                    <a:pt x="284247" y="4130"/>
                  </a:lnTo>
                  <a:lnTo>
                    <a:pt x="352055" y="35408"/>
                  </a:lnTo>
                  <a:lnTo>
                    <a:pt x="382500" y="61376"/>
                  </a:lnTo>
                  <a:lnTo>
                    <a:pt x="410128" y="93446"/>
                  </a:lnTo>
                  <a:lnTo>
                    <a:pt x="434557" y="131028"/>
                  </a:lnTo>
                  <a:lnTo>
                    <a:pt x="455403" y="173533"/>
                  </a:lnTo>
                  <a:lnTo>
                    <a:pt x="472283" y="220372"/>
                  </a:lnTo>
                  <a:lnTo>
                    <a:pt x="484815" y="270955"/>
                  </a:lnTo>
                  <a:lnTo>
                    <a:pt x="492614" y="324694"/>
                  </a:lnTo>
                  <a:lnTo>
                    <a:pt x="495300" y="380999"/>
                  </a:lnTo>
                  <a:lnTo>
                    <a:pt x="492614" y="437305"/>
                  </a:lnTo>
                  <a:lnTo>
                    <a:pt x="484815" y="491044"/>
                  </a:lnTo>
                  <a:lnTo>
                    <a:pt x="472283" y="541627"/>
                  </a:lnTo>
                  <a:lnTo>
                    <a:pt x="455403" y="588466"/>
                  </a:lnTo>
                  <a:lnTo>
                    <a:pt x="434557" y="630971"/>
                  </a:lnTo>
                  <a:lnTo>
                    <a:pt x="410128" y="668553"/>
                  </a:lnTo>
                  <a:lnTo>
                    <a:pt x="382500" y="700623"/>
                  </a:lnTo>
                  <a:lnTo>
                    <a:pt x="352055" y="726591"/>
                  </a:lnTo>
                  <a:lnTo>
                    <a:pt x="319176" y="745870"/>
                  </a:lnTo>
                  <a:lnTo>
                    <a:pt x="247650" y="761999"/>
                  </a:lnTo>
                  <a:lnTo>
                    <a:pt x="211052" y="757869"/>
                  </a:lnTo>
                  <a:lnTo>
                    <a:pt x="143244" y="726591"/>
                  </a:lnTo>
                  <a:lnTo>
                    <a:pt x="112799" y="700623"/>
                  </a:lnTo>
                  <a:lnTo>
                    <a:pt x="85171" y="668553"/>
                  </a:lnTo>
                  <a:lnTo>
                    <a:pt x="60742" y="630971"/>
                  </a:lnTo>
                  <a:lnTo>
                    <a:pt x="39896" y="588466"/>
                  </a:lnTo>
                  <a:lnTo>
                    <a:pt x="23016" y="541627"/>
                  </a:lnTo>
                  <a:lnTo>
                    <a:pt x="10484" y="491044"/>
                  </a:lnTo>
                  <a:lnTo>
                    <a:pt x="2685" y="437305"/>
                  </a:lnTo>
                  <a:lnTo>
                    <a:pt x="0" y="380999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334260" y="405307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230501" y="3341370"/>
            <a:ext cx="1074420" cy="600710"/>
          </a:xfrm>
          <a:custGeom>
            <a:avLst/>
            <a:gdLst/>
            <a:ahLst/>
            <a:cxnLst/>
            <a:rect l="l" t="t" r="r" b="b"/>
            <a:pathLst>
              <a:path w="1074420" h="600710">
                <a:moveTo>
                  <a:pt x="1074293" y="0"/>
                </a:moveTo>
                <a:lnTo>
                  <a:pt x="0" y="600455"/>
                </a:lnTo>
              </a:path>
            </a:pathLst>
          </a:custGeom>
          <a:ln w="9524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775709" y="3750055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388739" y="3986910"/>
            <a:ext cx="414655" cy="618490"/>
            <a:chOff x="4388739" y="3986910"/>
            <a:chExt cx="414655" cy="618490"/>
          </a:xfrm>
        </p:grpSpPr>
        <p:sp>
          <p:nvSpPr>
            <p:cNvPr id="49" name="object 49"/>
            <p:cNvSpPr/>
            <p:nvPr/>
          </p:nvSpPr>
          <p:spPr>
            <a:xfrm>
              <a:off x="4401439" y="3999610"/>
              <a:ext cx="389255" cy="593090"/>
            </a:xfrm>
            <a:custGeom>
              <a:avLst/>
              <a:gdLst/>
              <a:ahLst/>
              <a:cxnLst/>
              <a:rect l="l" t="t" r="r" b="b"/>
              <a:pathLst>
                <a:path w="389254" h="593089">
                  <a:moveTo>
                    <a:pt x="194437" y="0"/>
                  </a:moveTo>
                  <a:lnTo>
                    <a:pt x="155234" y="6016"/>
                  </a:lnTo>
                  <a:lnTo>
                    <a:pt x="118729" y="23274"/>
                  </a:lnTo>
                  <a:lnTo>
                    <a:pt x="85700" y="50584"/>
                  </a:lnTo>
                  <a:lnTo>
                    <a:pt x="56927" y="86756"/>
                  </a:lnTo>
                  <a:lnTo>
                    <a:pt x="33191" y="130602"/>
                  </a:lnTo>
                  <a:lnTo>
                    <a:pt x="15271" y="180933"/>
                  </a:lnTo>
                  <a:lnTo>
                    <a:pt x="3947" y="236559"/>
                  </a:lnTo>
                  <a:lnTo>
                    <a:pt x="0" y="296290"/>
                  </a:lnTo>
                  <a:lnTo>
                    <a:pt x="3947" y="356022"/>
                  </a:lnTo>
                  <a:lnTo>
                    <a:pt x="15271" y="411648"/>
                  </a:lnTo>
                  <a:lnTo>
                    <a:pt x="33191" y="461979"/>
                  </a:lnTo>
                  <a:lnTo>
                    <a:pt x="56927" y="505825"/>
                  </a:lnTo>
                  <a:lnTo>
                    <a:pt x="85700" y="541997"/>
                  </a:lnTo>
                  <a:lnTo>
                    <a:pt x="118729" y="569307"/>
                  </a:lnTo>
                  <a:lnTo>
                    <a:pt x="155234" y="586565"/>
                  </a:lnTo>
                  <a:lnTo>
                    <a:pt x="194437" y="592582"/>
                  </a:lnTo>
                  <a:lnTo>
                    <a:pt x="233602" y="586565"/>
                  </a:lnTo>
                  <a:lnTo>
                    <a:pt x="270091" y="569307"/>
                  </a:lnTo>
                  <a:lnTo>
                    <a:pt x="303117" y="541997"/>
                  </a:lnTo>
                  <a:lnTo>
                    <a:pt x="331898" y="505825"/>
                  </a:lnTo>
                  <a:lnTo>
                    <a:pt x="355648" y="461979"/>
                  </a:lnTo>
                  <a:lnTo>
                    <a:pt x="373584" y="411648"/>
                  </a:lnTo>
                  <a:lnTo>
                    <a:pt x="384920" y="356022"/>
                  </a:lnTo>
                  <a:lnTo>
                    <a:pt x="388874" y="296290"/>
                  </a:lnTo>
                  <a:lnTo>
                    <a:pt x="384920" y="236559"/>
                  </a:lnTo>
                  <a:lnTo>
                    <a:pt x="373584" y="180933"/>
                  </a:lnTo>
                  <a:lnTo>
                    <a:pt x="355648" y="130602"/>
                  </a:lnTo>
                  <a:lnTo>
                    <a:pt x="331898" y="86756"/>
                  </a:lnTo>
                  <a:lnTo>
                    <a:pt x="303117" y="50584"/>
                  </a:lnTo>
                  <a:lnTo>
                    <a:pt x="270091" y="23274"/>
                  </a:lnTo>
                  <a:lnTo>
                    <a:pt x="233602" y="6016"/>
                  </a:lnTo>
                  <a:lnTo>
                    <a:pt x="194437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01439" y="3999610"/>
              <a:ext cx="389255" cy="593090"/>
            </a:xfrm>
            <a:custGeom>
              <a:avLst/>
              <a:gdLst/>
              <a:ahLst/>
              <a:cxnLst/>
              <a:rect l="l" t="t" r="r" b="b"/>
              <a:pathLst>
                <a:path w="389254" h="593089">
                  <a:moveTo>
                    <a:pt x="0" y="296290"/>
                  </a:moveTo>
                  <a:lnTo>
                    <a:pt x="3947" y="236559"/>
                  </a:lnTo>
                  <a:lnTo>
                    <a:pt x="15271" y="180933"/>
                  </a:lnTo>
                  <a:lnTo>
                    <a:pt x="33191" y="130602"/>
                  </a:lnTo>
                  <a:lnTo>
                    <a:pt x="56927" y="86756"/>
                  </a:lnTo>
                  <a:lnTo>
                    <a:pt x="85700" y="50584"/>
                  </a:lnTo>
                  <a:lnTo>
                    <a:pt x="118729" y="23274"/>
                  </a:lnTo>
                  <a:lnTo>
                    <a:pt x="155234" y="6016"/>
                  </a:lnTo>
                  <a:lnTo>
                    <a:pt x="194437" y="0"/>
                  </a:lnTo>
                  <a:lnTo>
                    <a:pt x="233602" y="6016"/>
                  </a:lnTo>
                  <a:lnTo>
                    <a:pt x="270091" y="23274"/>
                  </a:lnTo>
                  <a:lnTo>
                    <a:pt x="303117" y="50584"/>
                  </a:lnTo>
                  <a:lnTo>
                    <a:pt x="331898" y="86756"/>
                  </a:lnTo>
                  <a:lnTo>
                    <a:pt x="355648" y="130602"/>
                  </a:lnTo>
                  <a:lnTo>
                    <a:pt x="373584" y="180933"/>
                  </a:lnTo>
                  <a:lnTo>
                    <a:pt x="384920" y="236559"/>
                  </a:lnTo>
                  <a:lnTo>
                    <a:pt x="388874" y="296290"/>
                  </a:lnTo>
                  <a:lnTo>
                    <a:pt x="384920" y="356022"/>
                  </a:lnTo>
                  <a:lnTo>
                    <a:pt x="373584" y="411648"/>
                  </a:lnTo>
                  <a:lnTo>
                    <a:pt x="355648" y="461979"/>
                  </a:lnTo>
                  <a:lnTo>
                    <a:pt x="331898" y="505825"/>
                  </a:lnTo>
                  <a:lnTo>
                    <a:pt x="303117" y="541997"/>
                  </a:lnTo>
                  <a:lnTo>
                    <a:pt x="270091" y="569307"/>
                  </a:lnTo>
                  <a:lnTo>
                    <a:pt x="233602" y="586565"/>
                  </a:lnTo>
                  <a:lnTo>
                    <a:pt x="194437" y="592582"/>
                  </a:lnTo>
                  <a:lnTo>
                    <a:pt x="155234" y="586565"/>
                  </a:lnTo>
                  <a:lnTo>
                    <a:pt x="118729" y="569307"/>
                  </a:lnTo>
                  <a:lnTo>
                    <a:pt x="85700" y="541997"/>
                  </a:lnTo>
                  <a:lnTo>
                    <a:pt x="56927" y="505825"/>
                  </a:lnTo>
                  <a:lnTo>
                    <a:pt x="33191" y="461979"/>
                  </a:lnTo>
                  <a:lnTo>
                    <a:pt x="15271" y="411648"/>
                  </a:lnTo>
                  <a:lnTo>
                    <a:pt x="3947" y="356022"/>
                  </a:lnTo>
                  <a:lnTo>
                    <a:pt x="0" y="29629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524247" y="3797680"/>
            <a:ext cx="662940" cy="6400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59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591113" y="3513899"/>
            <a:ext cx="2192655" cy="1865630"/>
            <a:chOff x="4591113" y="3513899"/>
            <a:chExt cx="2192655" cy="1865630"/>
          </a:xfrm>
        </p:grpSpPr>
        <p:sp>
          <p:nvSpPr>
            <p:cNvPr id="53" name="object 53"/>
            <p:cNvSpPr/>
            <p:nvPr/>
          </p:nvSpPr>
          <p:spPr>
            <a:xfrm>
              <a:off x="4595876" y="3518661"/>
              <a:ext cx="278130" cy="481330"/>
            </a:xfrm>
            <a:custGeom>
              <a:avLst/>
              <a:gdLst/>
              <a:ahLst/>
              <a:cxnLst/>
              <a:rect l="l" t="t" r="r" b="b"/>
              <a:pathLst>
                <a:path w="278129" h="481329">
                  <a:moveTo>
                    <a:pt x="277875" y="0"/>
                  </a:moveTo>
                  <a:lnTo>
                    <a:pt x="0" y="480949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29198" y="4673853"/>
              <a:ext cx="741680" cy="692785"/>
            </a:xfrm>
            <a:custGeom>
              <a:avLst/>
              <a:gdLst/>
              <a:ahLst/>
              <a:cxnLst/>
              <a:rect l="l" t="t" r="r" b="b"/>
              <a:pathLst>
                <a:path w="741679" h="692785">
                  <a:moveTo>
                    <a:pt x="370839" y="0"/>
                  </a:moveTo>
                  <a:lnTo>
                    <a:pt x="320510" y="3161"/>
                  </a:lnTo>
                  <a:lnTo>
                    <a:pt x="272241" y="12371"/>
                  </a:lnTo>
                  <a:lnTo>
                    <a:pt x="226474" y="27215"/>
                  </a:lnTo>
                  <a:lnTo>
                    <a:pt x="183651" y="47281"/>
                  </a:lnTo>
                  <a:lnTo>
                    <a:pt x="144212" y="72155"/>
                  </a:lnTo>
                  <a:lnTo>
                    <a:pt x="108600" y="101425"/>
                  </a:lnTo>
                  <a:lnTo>
                    <a:pt x="77256" y="134676"/>
                  </a:lnTo>
                  <a:lnTo>
                    <a:pt x="50621" y="171497"/>
                  </a:lnTo>
                  <a:lnTo>
                    <a:pt x="29136" y="211472"/>
                  </a:lnTo>
                  <a:lnTo>
                    <a:pt x="13243" y="254191"/>
                  </a:lnTo>
                  <a:lnTo>
                    <a:pt x="3384" y="299238"/>
                  </a:lnTo>
                  <a:lnTo>
                    <a:pt x="0" y="346202"/>
                  </a:lnTo>
                  <a:lnTo>
                    <a:pt x="3384" y="393192"/>
                  </a:lnTo>
                  <a:lnTo>
                    <a:pt x="13243" y="438257"/>
                  </a:lnTo>
                  <a:lnTo>
                    <a:pt x="29136" y="480984"/>
                  </a:lnTo>
                  <a:lnTo>
                    <a:pt x="50621" y="520963"/>
                  </a:lnTo>
                  <a:lnTo>
                    <a:pt x="77256" y="557781"/>
                  </a:lnTo>
                  <a:lnTo>
                    <a:pt x="108600" y="591026"/>
                  </a:lnTo>
                  <a:lnTo>
                    <a:pt x="144212" y="620286"/>
                  </a:lnTo>
                  <a:lnTo>
                    <a:pt x="183651" y="645150"/>
                  </a:lnTo>
                  <a:lnTo>
                    <a:pt x="226474" y="665206"/>
                  </a:lnTo>
                  <a:lnTo>
                    <a:pt x="272241" y="680041"/>
                  </a:lnTo>
                  <a:lnTo>
                    <a:pt x="320510" y="689244"/>
                  </a:lnTo>
                  <a:lnTo>
                    <a:pt x="370839" y="692404"/>
                  </a:lnTo>
                  <a:lnTo>
                    <a:pt x="421140" y="689244"/>
                  </a:lnTo>
                  <a:lnTo>
                    <a:pt x="469384" y="680041"/>
                  </a:lnTo>
                  <a:lnTo>
                    <a:pt x="515131" y="665206"/>
                  </a:lnTo>
                  <a:lnTo>
                    <a:pt x="557939" y="645150"/>
                  </a:lnTo>
                  <a:lnTo>
                    <a:pt x="597365" y="620286"/>
                  </a:lnTo>
                  <a:lnTo>
                    <a:pt x="632967" y="591026"/>
                  </a:lnTo>
                  <a:lnTo>
                    <a:pt x="664305" y="557781"/>
                  </a:lnTo>
                  <a:lnTo>
                    <a:pt x="690936" y="520963"/>
                  </a:lnTo>
                  <a:lnTo>
                    <a:pt x="712418" y="480984"/>
                  </a:lnTo>
                  <a:lnTo>
                    <a:pt x="728309" y="438257"/>
                  </a:lnTo>
                  <a:lnTo>
                    <a:pt x="738168" y="393192"/>
                  </a:lnTo>
                  <a:lnTo>
                    <a:pt x="741552" y="346202"/>
                  </a:lnTo>
                  <a:lnTo>
                    <a:pt x="738168" y="299238"/>
                  </a:lnTo>
                  <a:lnTo>
                    <a:pt x="728309" y="254191"/>
                  </a:lnTo>
                  <a:lnTo>
                    <a:pt x="712418" y="211472"/>
                  </a:lnTo>
                  <a:lnTo>
                    <a:pt x="690936" y="171497"/>
                  </a:lnTo>
                  <a:lnTo>
                    <a:pt x="664305" y="134676"/>
                  </a:lnTo>
                  <a:lnTo>
                    <a:pt x="632968" y="101425"/>
                  </a:lnTo>
                  <a:lnTo>
                    <a:pt x="597365" y="72155"/>
                  </a:lnTo>
                  <a:lnTo>
                    <a:pt x="557939" y="47281"/>
                  </a:lnTo>
                  <a:lnTo>
                    <a:pt x="515131" y="27215"/>
                  </a:lnTo>
                  <a:lnTo>
                    <a:pt x="469384" y="12371"/>
                  </a:lnTo>
                  <a:lnTo>
                    <a:pt x="421140" y="3161"/>
                  </a:lnTo>
                  <a:lnTo>
                    <a:pt x="370839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29198" y="4673853"/>
              <a:ext cx="741680" cy="692785"/>
            </a:xfrm>
            <a:custGeom>
              <a:avLst/>
              <a:gdLst/>
              <a:ahLst/>
              <a:cxnLst/>
              <a:rect l="l" t="t" r="r" b="b"/>
              <a:pathLst>
                <a:path w="741679" h="692785">
                  <a:moveTo>
                    <a:pt x="0" y="346202"/>
                  </a:moveTo>
                  <a:lnTo>
                    <a:pt x="3384" y="299238"/>
                  </a:lnTo>
                  <a:lnTo>
                    <a:pt x="13243" y="254191"/>
                  </a:lnTo>
                  <a:lnTo>
                    <a:pt x="29136" y="211472"/>
                  </a:lnTo>
                  <a:lnTo>
                    <a:pt x="50621" y="171497"/>
                  </a:lnTo>
                  <a:lnTo>
                    <a:pt x="77256" y="134676"/>
                  </a:lnTo>
                  <a:lnTo>
                    <a:pt x="108600" y="101425"/>
                  </a:lnTo>
                  <a:lnTo>
                    <a:pt x="144212" y="72155"/>
                  </a:lnTo>
                  <a:lnTo>
                    <a:pt x="183651" y="47281"/>
                  </a:lnTo>
                  <a:lnTo>
                    <a:pt x="226474" y="27215"/>
                  </a:lnTo>
                  <a:lnTo>
                    <a:pt x="272241" y="12371"/>
                  </a:lnTo>
                  <a:lnTo>
                    <a:pt x="320510" y="3161"/>
                  </a:lnTo>
                  <a:lnTo>
                    <a:pt x="370839" y="0"/>
                  </a:lnTo>
                  <a:lnTo>
                    <a:pt x="421140" y="3161"/>
                  </a:lnTo>
                  <a:lnTo>
                    <a:pt x="469384" y="12371"/>
                  </a:lnTo>
                  <a:lnTo>
                    <a:pt x="515131" y="27215"/>
                  </a:lnTo>
                  <a:lnTo>
                    <a:pt x="557939" y="47281"/>
                  </a:lnTo>
                  <a:lnTo>
                    <a:pt x="597365" y="72155"/>
                  </a:lnTo>
                  <a:lnTo>
                    <a:pt x="632968" y="101425"/>
                  </a:lnTo>
                  <a:lnTo>
                    <a:pt x="664305" y="134676"/>
                  </a:lnTo>
                  <a:lnTo>
                    <a:pt x="690936" y="171497"/>
                  </a:lnTo>
                  <a:lnTo>
                    <a:pt x="712418" y="211472"/>
                  </a:lnTo>
                  <a:lnTo>
                    <a:pt x="728309" y="254191"/>
                  </a:lnTo>
                  <a:lnTo>
                    <a:pt x="738168" y="299238"/>
                  </a:lnTo>
                  <a:lnTo>
                    <a:pt x="741552" y="346202"/>
                  </a:lnTo>
                  <a:lnTo>
                    <a:pt x="738168" y="393192"/>
                  </a:lnTo>
                  <a:lnTo>
                    <a:pt x="728309" y="438257"/>
                  </a:lnTo>
                  <a:lnTo>
                    <a:pt x="712418" y="480984"/>
                  </a:lnTo>
                  <a:lnTo>
                    <a:pt x="690936" y="520963"/>
                  </a:lnTo>
                  <a:lnTo>
                    <a:pt x="664305" y="557781"/>
                  </a:lnTo>
                  <a:lnTo>
                    <a:pt x="632967" y="591026"/>
                  </a:lnTo>
                  <a:lnTo>
                    <a:pt x="597365" y="620286"/>
                  </a:lnTo>
                  <a:lnTo>
                    <a:pt x="557939" y="645150"/>
                  </a:lnTo>
                  <a:lnTo>
                    <a:pt x="515131" y="665206"/>
                  </a:lnTo>
                  <a:lnTo>
                    <a:pt x="469384" y="680041"/>
                  </a:lnTo>
                  <a:lnTo>
                    <a:pt x="421140" y="689244"/>
                  </a:lnTo>
                  <a:lnTo>
                    <a:pt x="370839" y="692404"/>
                  </a:lnTo>
                  <a:lnTo>
                    <a:pt x="320510" y="689244"/>
                  </a:lnTo>
                  <a:lnTo>
                    <a:pt x="272241" y="680041"/>
                  </a:lnTo>
                  <a:lnTo>
                    <a:pt x="226474" y="665206"/>
                  </a:lnTo>
                  <a:lnTo>
                    <a:pt x="183651" y="645150"/>
                  </a:lnTo>
                  <a:lnTo>
                    <a:pt x="144212" y="620286"/>
                  </a:lnTo>
                  <a:lnTo>
                    <a:pt x="108600" y="591026"/>
                  </a:lnTo>
                  <a:lnTo>
                    <a:pt x="77256" y="557781"/>
                  </a:lnTo>
                  <a:lnTo>
                    <a:pt x="50621" y="520963"/>
                  </a:lnTo>
                  <a:lnTo>
                    <a:pt x="29136" y="480984"/>
                  </a:lnTo>
                  <a:lnTo>
                    <a:pt x="13243" y="438257"/>
                  </a:lnTo>
                  <a:lnTo>
                    <a:pt x="3384" y="393192"/>
                  </a:lnTo>
                  <a:lnTo>
                    <a:pt x="0" y="34620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30951" y="4427981"/>
              <a:ext cx="307340" cy="347345"/>
            </a:xfrm>
            <a:custGeom>
              <a:avLst/>
              <a:gdLst/>
              <a:ahLst/>
              <a:cxnLst/>
              <a:rect l="l" t="t" r="r" b="b"/>
              <a:pathLst>
                <a:path w="307339" h="347345">
                  <a:moveTo>
                    <a:pt x="0" y="0"/>
                  </a:moveTo>
                  <a:lnTo>
                    <a:pt x="306832" y="347345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109976" y="4446523"/>
            <a:ext cx="4102735" cy="16738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55"/>
              </a:spcBef>
            </a:pPr>
            <a:r>
              <a:rPr sz="1800" i="1" dirty="0">
                <a:latin typeface="Arial"/>
                <a:cs typeface="Arial"/>
              </a:rPr>
              <a:t>BF=0</a:t>
            </a:r>
            <a:endParaRPr sz="1800">
              <a:latin typeface="Arial"/>
              <a:cs typeface="Arial"/>
            </a:endParaRPr>
          </a:p>
          <a:p>
            <a:pPr marR="743585" algn="r">
              <a:lnSpc>
                <a:spcPct val="100000"/>
              </a:lnSpc>
              <a:spcBef>
                <a:spcPts val="55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459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balanced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4229100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352742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45" dirty="0">
                <a:solidFill>
                  <a:srgbClr val="562213"/>
                </a:solidFill>
              </a:rPr>
              <a:t>Node</a:t>
            </a:r>
            <a:r>
              <a:rPr sz="4300" spc="-175" dirty="0">
                <a:solidFill>
                  <a:srgbClr val="562213"/>
                </a:solidFill>
              </a:rPr>
              <a:t> </a:t>
            </a:r>
            <a:r>
              <a:rPr sz="4300" spc="-180" dirty="0">
                <a:solidFill>
                  <a:srgbClr val="562213"/>
                </a:solidFill>
              </a:rPr>
              <a:t>Structure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380489" y="1081760"/>
            <a:ext cx="4417060" cy="44005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600" spc="-160" dirty="0">
                <a:latin typeface="Trebuchet MS"/>
                <a:cs typeface="Trebuchet MS"/>
              </a:rPr>
              <a:t>Struc</a:t>
            </a:r>
            <a:r>
              <a:rPr sz="3600" spc="-130" dirty="0">
                <a:latin typeface="Trebuchet MS"/>
                <a:cs typeface="Trebuchet MS"/>
              </a:rPr>
              <a:t>t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35" dirty="0">
                <a:latin typeface="Trebuchet MS"/>
                <a:cs typeface="Trebuchet MS"/>
              </a:rPr>
              <a:t>Node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600" spc="-125" dirty="0">
                <a:latin typeface="Trebuchet MS"/>
                <a:cs typeface="Trebuchet MS"/>
              </a:rPr>
              <a:t>{</a:t>
            </a:r>
            <a:endParaRPr sz="360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600"/>
              </a:spcBef>
            </a:pPr>
            <a:r>
              <a:rPr sz="3600" spc="-220" dirty="0">
                <a:latin typeface="Trebuchet MS"/>
                <a:cs typeface="Trebuchet MS"/>
              </a:rPr>
              <a:t>in</a:t>
            </a:r>
            <a:r>
              <a:rPr sz="3600" spc="-204" dirty="0">
                <a:latin typeface="Trebuchet MS"/>
                <a:cs typeface="Trebuchet MS"/>
              </a:rPr>
              <a:t>t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325" dirty="0">
                <a:latin typeface="Trebuchet MS"/>
                <a:cs typeface="Trebuchet MS"/>
              </a:rPr>
              <a:t>data;</a:t>
            </a:r>
            <a:endParaRPr sz="3600">
              <a:latin typeface="Trebuchet MS"/>
              <a:cs typeface="Trebuchet MS"/>
            </a:endParaRPr>
          </a:p>
          <a:p>
            <a:pPr marL="844550" marR="5080">
              <a:lnSpc>
                <a:spcPct val="113900"/>
              </a:lnSpc>
              <a:spcBef>
                <a:spcPts val="5"/>
              </a:spcBef>
            </a:pPr>
            <a:r>
              <a:rPr sz="3600" spc="-150" dirty="0">
                <a:latin typeface="Trebuchet MS"/>
                <a:cs typeface="Trebuchet MS"/>
              </a:rPr>
              <a:t>struct </a:t>
            </a:r>
            <a:r>
              <a:rPr sz="3600" spc="40" dirty="0">
                <a:latin typeface="Trebuchet MS"/>
                <a:cs typeface="Trebuchet MS"/>
              </a:rPr>
              <a:t>Node </a:t>
            </a:r>
            <a:r>
              <a:rPr sz="3600" spc="-250" dirty="0">
                <a:latin typeface="Trebuchet MS"/>
                <a:cs typeface="Trebuchet MS"/>
              </a:rPr>
              <a:t>*left; </a:t>
            </a:r>
            <a:r>
              <a:rPr sz="3600" spc="-245" dirty="0">
                <a:latin typeface="Trebuchet MS"/>
                <a:cs typeface="Trebuchet MS"/>
              </a:rPr>
              <a:t> </a:t>
            </a:r>
            <a:r>
              <a:rPr sz="3600" spc="-150" dirty="0">
                <a:latin typeface="Trebuchet MS"/>
                <a:cs typeface="Trebuchet MS"/>
              </a:rPr>
              <a:t>struct</a:t>
            </a:r>
            <a:r>
              <a:rPr sz="3600" spc="-100" dirty="0">
                <a:latin typeface="Trebuchet MS"/>
                <a:cs typeface="Trebuchet MS"/>
              </a:rPr>
              <a:t> </a:t>
            </a:r>
            <a:r>
              <a:rPr sz="3600" spc="35" dirty="0">
                <a:latin typeface="Trebuchet MS"/>
                <a:cs typeface="Trebuchet MS"/>
              </a:rPr>
              <a:t>Node</a:t>
            </a:r>
            <a:r>
              <a:rPr sz="3600" spc="-105" dirty="0">
                <a:latin typeface="Trebuchet MS"/>
                <a:cs typeface="Trebuchet MS"/>
              </a:rPr>
              <a:t> </a:t>
            </a:r>
            <a:r>
              <a:rPr sz="3600" spc="-175" dirty="0">
                <a:latin typeface="Trebuchet MS"/>
                <a:cs typeface="Trebuchet MS"/>
              </a:rPr>
              <a:t>*right; </a:t>
            </a:r>
            <a:r>
              <a:rPr sz="3600" spc="-1070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in</a:t>
            </a:r>
            <a:r>
              <a:rPr sz="3600" spc="-204" dirty="0">
                <a:latin typeface="Trebuchet MS"/>
                <a:cs typeface="Trebuchet MS"/>
              </a:rPr>
              <a:t>t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60" dirty="0">
                <a:latin typeface="Trebuchet MS"/>
                <a:cs typeface="Trebuchet MS"/>
              </a:rPr>
              <a:t>height;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600" spc="-315" dirty="0">
                <a:latin typeface="Trebuchet MS"/>
                <a:cs typeface="Trebuchet MS"/>
              </a:rPr>
              <a:t>};</a:t>
            </a:r>
            <a:endParaRPr sz="3600">
              <a:latin typeface="Trebuchet MS"/>
              <a:cs typeface="Trebuchet MS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282702"/>
              </p:ext>
            </p:extLst>
          </p:nvPr>
        </p:nvGraphicFramePr>
        <p:xfrm>
          <a:off x="2660650" y="5403850"/>
          <a:ext cx="60960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467359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i="1" spc="1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LEFT</a:t>
                      </a:r>
                      <a:endParaRPr sz="2000" i="1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44323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i="1" spc="114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2000" i="1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3759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i="1" spc="18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RIGHT</a:t>
                      </a:r>
                      <a:endParaRPr sz="2000" i="1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28638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i="1" spc="20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HEIGHT</a:t>
                      </a:r>
                      <a:endParaRPr sz="2000" i="1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880228" y="6276847"/>
            <a:ext cx="68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C00000"/>
                </a:solidFill>
                <a:latin typeface="Arial"/>
                <a:cs typeface="Arial"/>
              </a:rPr>
              <a:t>NODE</a:t>
            </a:r>
            <a:endParaRPr sz="1800" b="1" dirty="0">
              <a:solidFill>
                <a:srgbClr val="C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5076444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43751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05" dirty="0">
                <a:solidFill>
                  <a:srgbClr val="562213"/>
                </a:solidFill>
              </a:rPr>
              <a:t>He</a:t>
            </a:r>
            <a:r>
              <a:rPr sz="4300" spc="-65" dirty="0">
                <a:solidFill>
                  <a:srgbClr val="562213"/>
                </a:solidFill>
              </a:rPr>
              <a:t>i</a:t>
            </a:r>
            <a:r>
              <a:rPr sz="4300" spc="-270" dirty="0">
                <a:solidFill>
                  <a:srgbClr val="562213"/>
                </a:solidFill>
              </a:rPr>
              <a:t>ght</a:t>
            </a:r>
            <a:r>
              <a:rPr sz="4300" spc="-65" dirty="0">
                <a:solidFill>
                  <a:srgbClr val="562213"/>
                </a:solidFill>
              </a:rPr>
              <a:t> </a:t>
            </a:r>
            <a:r>
              <a:rPr sz="4300" spc="-229" dirty="0">
                <a:solidFill>
                  <a:srgbClr val="562213"/>
                </a:solidFill>
              </a:rPr>
              <a:t>of</a:t>
            </a:r>
            <a:r>
              <a:rPr sz="4300" spc="-100" dirty="0">
                <a:solidFill>
                  <a:srgbClr val="562213"/>
                </a:solidFill>
              </a:rPr>
              <a:t> </a:t>
            </a:r>
            <a:r>
              <a:rPr sz="4300" spc="-250" dirty="0">
                <a:solidFill>
                  <a:srgbClr val="562213"/>
                </a:solidFill>
              </a:rPr>
              <a:t>th</a:t>
            </a:r>
            <a:r>
              <a:rPr sz="4300" spc="-280" dirty="0">
                <a:solidFill>
                  <a:srgbClr val="562213"/>
                </a:solidFill>
              </a:rPr>
              <a:t>e</a:t>
            </a:r>
            <a:r>
              <a:rPr sz="4300" spc="-90" dirty="0">
                <a:solidFill>
                  <a:srgbClr val="562213"/>
                </a:solidFill>
              </a:rPr>
              <a:t> </a:t>
            </a:r>
            <a:r>
              <a:rPr sz="4300" spc="45" dirty="0">
                <a:solidFill>
                  <a:srgbClr val="562213"/>
                </a:solidFill>
              </a:rPr>
              <a:t>Node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380489" y="1083900"/>
            <a:ext cx="4662170" cy="34099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z="3200" spc="-75" dirty="0">
                <a:latin typeface="Trebuchet MS"/>
                <a:cs typeface="Trebuchet MS"/>
              </a:rPr>
              <a:t>h</a:t>
            </a:r>
            <a:r>
              <a:rPr sz="3200" spc="-75" dirty="0" smtClean="0">
                <a:latin typeface="Trebuchet MS"/>
                <a:cs typeface="Trebuchet MS"/>
              </a:rPr>
              <a:t>e</a:t>
            </a:r>
            <a:r>
              <a:rPr sz="3200" spc="-30" dirty="0" smtClean="0">
                <a:latin typeface="Trebuchet MS"/>
                <a:cs typeface="Trebuchet MS"/>
              </a:rPr>
              <a:t>i</a:t>
            </a:r>
            <a:r>
              <a:rPr sz="3200" spc="-185" dirty="0" smtClean="0">
                <a:latin typeface="Trebuchet MS"/>
                <a:cs typeface="Trebuchet MS"/>
              </a:rPr>
              <a:t>ght(</a:t>
            </a:r>
            <a:r>
              <a:rPr sz="3200" spc="-130" dirty="0" err="1" smtClean="0">
                <a:latin typeface="Trebuchet MS"/>
                <a:cs typeface="Trebuchet MS"/>
              </a:rPr>
              <a:t>Struct</a:t>
            </a:r>
            <a:r>
              <a:rPr sz="3200" spc="-125" dirty="0" smtClean="0">
                <a:latin typeface="Trebuchet MS"/>
                <a:cs typeface="Trebuchet MS"/>
              </a:rPr>
              <a:t> </a:t>
            </a:r>
            <a:r>
              <a:rPr sz="3200" spc="275" dirty="0">
                <a:latin typeface="Trebuchet MS"/>
                <a:cs typeface="Trebuchet MS"/>
              </a:rPr>
              <a:t>N</a:t>
            </a:r>
            <a:r>
              <a:rPr sz="3200" spc="22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*Node)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spc="-110" dirty="0">
                <a:latin typeface="Trebuchet MS"/>
                <a:cs typeface="Trebuchet MS"/>
              </a:rPr>
              <a:t>{</a:t>
            </a:r>
            <a:endParaRPr sz="3200" dirty="0">
              <a:latin typeface="Trebuchet MS"/>
              <a:cs typeface="Trebuchet MS"/>
            </a:endParaRPr>
          </a:p>
          <a:p>
            <a:pPr marR="87630" algn="ctr">
              <a:lnSpc>
                <a:spcPct val="100000"/>
              </a:lnSpc>
              <a:spcBef>
                <a:spcPts val="600"/>
              </a:spcBef>
            </a:pPr>
            <a:r>
              <a:rPr sz="3200" spc="10" dirty="0">
                <a:latin typeface="Trebuchet MS"/>
                <a:cs typeface="Trebuchet MS"/>
              </a:rPr>
              <a:t>if(Node==NULL)</a:t>
            </a:r>
            <a:endParaRPr sz="3200" dirty="0">
              <a:latin typeface="Trebuchet MS"/>
              <a:cs typeface="Trebuchet MS"/>
            </a:endParaRPr>
          </a:p>
          <a:p>
            <a:pPr marL="314325" algn="ctr">
              <a:lnSpc>
                <a:spcPct val="100000"/>
              </a:lnSpc>
              <a:spcBef>
                <a:spcPts val="600"/>
              </a:spcBef>
            </a:pP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45" dirty="0">
                <a:latin typeface="Trebuchet MS"/>
                <a:cs typeface="Trebuchet MS"/>
              </a:rPr>
              <a:t>etu</a:t>
            </a:r>
            <a:r>
              <a:rPr sz="3200" spc="-110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260" dirty="0">
                <a:latin typeface="Trebuchet MS"/>
                <a:cs typeface="Trebuchet MS"/>
              </a:rPr>
              <a:t>0;</a:t>
            </a:r>
            <a:endParaRPr sz="3200" dirty="0">
              <a:latin typeface="Trebuchet MS"/>
              <a:cs typeface="Trebuchet MS"/>
            </a:endParaRPr>
          </a:p>
          <a:p>
            <a:pPr marL="689610" algn="ctr">
              <a:lnSpc>
                <a:spcPct val="100000"/>
              </a:lnSpc>
              <a:spcBef>
                <a:spcPts val="605"/>
              </a:spcBef>
            </a:pP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45" dirty="0">
                <a:latin typeface="Trebuchet MS"/>
                <a:cs typeface="Trebuchet MS"/>
              </a:rPr>
              <a:t>etu</a:t>
            </a:r>
            <a:r>
              <a:rPr sz="3200" spc="-110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275" dirty="0">
                <a:latin typeface="Trebuchet MS"/>
                <a:cs typeface="Trebuchet MS"/>
              </a:rPr>
              <a:t>N</a:t>
            </a:r>
            <a:r>
              <a:rPr sz="3200" spc="22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dirty="0">
                <a:latin typeface="Trebuchet MS"/>
                <a:cs typeface="Trebuchet MS"/>
              </a:rPr>
              <a:t>&gt;He</a:t>
            </a:r>
            <a:r>
              <a:rPr sz="3200" spc="5" dirty="0">
                <a:latin typeface="Trebuchet MS"/>
                <a:cs typeface="Trebuchet MS"/>
              </a:rPr>
              <a:t>i</a:t>
            </a:r>
            <a:r>
              <a:rPr sz="3200" spc="-260" dirty="0">
                <a:latin typeface="Trebuchet MS"/>
                <a:cs typeface="Trebuchet MS"/>
              </a:rPr>
              <a:t>ght;</a:t>
            </a:r>
            <a:endParaRPr sz="3200" dirty="0">
              <a:latin typeface="Trebuchet MS"/>
              <a:cs typeface="Trebuchet MS"/>
            </a:endParaRPr>
          </a:p>
          <a:p>
            <a:pPr marR="4493260" algn="ctr">
              <a:lnSpc>
                <a:spcPct val="100000"/>
              </a:lnSpc>
              <a:spcBef>
                <a:spcPts val="600"/>
              </a:spcBef>
            </a:pPr>
            <a:r>
              <a:rPr sz="3200" spc="-110" dirty="0">
                <a:latin typeface="Trebuchet MS"/>
                <a:cs typeface="Trebuchet MS"/>
              </a:rPr>
              <a:t>}</a:t>
            </a:r>
            <a:endParaRPr sz="3200" dirty="0">
              <a:latin typeface="Trebuchet MS"/>
              <a:cs typeface="Trebuchet MS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660650" y="5403850"/>
          <a:ext cx="60960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46735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LEFT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4432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1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RIGHT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2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HEIGHT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880228" y="6276847"/>
            <a:ext cx="68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55489" y="5943574"/>
            <a:ext cx="100330" cy="305435"/>
          </a:xfrm>
          <a:custGeom>
            <a:avLst/>
            <a:gdLst/>
            <a:ahLst/>
            <a:cxnLst/>
            <a:rect l="l" t="t" r="r" b="b"/>
            <a:pathLst>
              <a:path w="100329" h="305435">
                <a:moveTo>
                  <a:pt x="49911" y="18815"/>
                </a:moveTo>
                <a:lnTo>
                  <a:pt x="45212" y="26871"/>
                </a:lnTo>
                <a:lnTo>
                  <a:pt x="45085" y="304825"/>
                </a:lnTo>
                <a:lnTo>
                  <a:pt x="54610" y="304825"/>
                </a:lnTo>
                <a:lnTo>
                  <a:pt x="54610" y="26871"/>
                </a:lnTo>
                <a:lnTo>
                  <a:pt x="49911" y="18815"/>
                </a:lnTo>
                <a:close/>
              </a:path>
              <a:path w="100329" h="305435">
                <a:moveTo>
                  <a:pt x="49911" y="0"/>
                </a:moveTo>
                <a:lnTo>
                  <a:pt x="1389" y="83261"/>
                </a:lnTo>
                <a:lnTo>
                  <a:pt x="0" y="85521"/>
                </a:lnTo>
                <a:lnTo>
                  <a:pt x="762" y="88442"/>
                </a:lnTo>
                <a:lnTo>
                  <a:pt x="5334" y="91097"/>
                </a:lnTo>
                <a:lnTo>
                  <a:pt x="8255" y="90322"/>
                </a:lnTo>
                <a:lnTo>
                  <a:pt x="9525" y="88049"/>
                </a:lnTo>
                <a:lnTo>
                  <a:pt x="45085" y="27089"/>
                </a:lnTo>
                <a:lnTo>
                  <a:pt x="45085" y="9448"/>
                </a:lnTo>
                <a:lnTo>
                  <a:pt x="55416" y="9448"/>
                </a:lnTo>
                <a:lnTo>
                  <a:pt x="49911" y="0"/>
                </a:lnTo>
                <a:close/>
              </a:path>
              <a:path w="100329" h="305435">
                <a:moveTo>
                  <a:pt x="55416" y="9448"/>
                </a:moveTo>
                <a:lnTo>
                  <a:pt x="54610" y="9448"/>
                </a:lnTo>
                <a:lnTo>
                  <a:pt x="54737" y="27089"/>
                </a:lnTo>
                <a:lnTo>
                  <a:pt x="90297" y="88049"/>
                </a:lnTo>
                <a:lnTo>
                  <a:pt x="91566" y="90322"/>
                </a:lnTo>
                <a:lnTo>
                  <a:pt x="94487" y="91097"/>
                </a:lnTo>
                <a:lnTo>
                  <a:pt x="99060" y="88442"/>
                </a:lnTo>
                <a:lnTo>
                  <a:pt x="99822" y="85521"/>
                </a:lnTo>
                <a:lnTo>
                  <a:pt x="98417" y="83248"/>
                </a:lnTo>
                <a:lnTo>
                  <a:pt x="55416" y="9448"/>
                </a:lnTo>
                <a:close/>
              </a:path>
              <a:path w="100329" h="305435">
                <a:moveTo>
                  <a:pt x="54610" y="9448"/>
                </a:moveTo>
                <a:lnTo>
                  <a:pt x="45085" y="9448"/>
                </a:lnTo>
                <a:lnTo>
                  <a:pt x="45085" y="27089"/>
                </a:lnTo>
                <a:lnTo>
                  <a:pt x="49911" y="18815"/>
                </a:lnTo>
                <a:lnTo>
                  <a:pt x="45847" y="11849"/>
                </a:lnTo>
                <a:lnTo>
                  <a:pt x="54610" y="11849"/>
                </a:lnTo>
                <a:lnTo>
                  <a:pt x="54610" y="9448"/>
                </a:lnTo>
                <a:close/>
              </a:path>
              <a:path w="100329" h="305435">
                <a:moveTo>
                  <a:pt x="54610" y="11849"/>
                </a:moveTo>
                <a:lnTo>
                  <a:pt x="53975" y="11849"/>
                </a:lnTo>
                <a:lnTo>
                  <a:pt x="49911" y="18815"/>
                </a:lnTo>
                <a:lnTo>
                  <a:pt x="54610" y="26871"/>
                </a:lnTo>
                <a:lnTo>
                  <a:pt x="54610" y="11849"/>
                </a:lnTo>
                <a:close/>
              </a:path>
              <a:path w="100329" h="305435">
                <a:moveTo>
                  <a:pt x="53975" y="11849"/>
                </a:moveTo>
                <a:lnTo>
                  <a:pt x="45847" y="11849"/>
                </a:lnTo>
                <a:lnTo>
                  <a:pt x="49911" y="18815"/>
                </a:lnTo>
                <a:lnTo>
                  <a:pt x="53975" y="11849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4701540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399986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300" dirty="0">
                <a:solidFill>
                  <a:srgbClr val="562213"/>
                </a:solidFill>
              </a:rPr>
              <a:t>C</a:t>
            </a:r>
            <a:r>
              <a:rPr sz="4300" spc="100" dirty="0">
                <a:solidFill>
                  <a:srgbClr val="562213"/>
                </a:solidFill>
              </a:rPr>
              <a:t>r</a:t>
            </a:r>
            <a:r>
              <a:rPr sz="4300" spc="-355" dirty="0">
                <a:solidFill>
                  <a:srgbClr val="562213"/>
                </a:solidFill>
              </a:rPr>
              <a:t>eat</a:t>
            </a:r>
            <a:r>
              <a:rPr sz="4300" spc="-229" dirty="0">
                <a:solidFill>
                  <a:srgbClr val="562213"/>
                </a:solidFill>
              </a:rPr>
              <a:t>i</a:t>
            </a:r>
            <a:r>
              <a:rPr sz="4300" spc="-70" dirty="0">
                <a:solidFill>
                  <a:srgbClr val="562213"/>
                </a:solidFill>
              </a:rPr>
              <a:t>on</a:t>
            </a:r>
            <a:r>
              <a:rPr sz="4300" spc="-60" dirty="0">
                <a:solidFill>
                  <a:srgbClr val="562213"/>
                </a:solidFill>
              </a:rPr>
              <a:t> </a:t>
            </a:r>
            <a:r>
              <a:rPr sz="4300" spc="-229" dirty="0">
                <a:solidFill>
                  <a:srgbClr val="562213"/>
                </a:solidFill>
              </a:rPr>
              <a:t>of</a:t>
            </a:r>
            <a:r>
              <a:rPr sz="4300" spc="-100" dirty="0">
                <a:solidFill>
                  <a:srgbClr val="562213"/>
                </a:solidFill>
              </a:rPr>
              <a:t> </a:t>
            </a:r>
            <a:r>
              <a:rPr sz="4300" spc="45" dirty="0">
                <a:solidFill>
                  <a:srgbClr val="562213"/>
                </a:solidFill>
              </a:rPr>
              <a:t>Node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380489" y="1058926"/>
            <a:ext cx="6866890" cy="50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65"/>
              </a:lnSpc>
              <a:spcBef>
                <a:spcPts val="100"/>
              </a:spcBef>
            </a:pPr>
            <a:r>
              <a:rPr sz="3300" spc="-110" dirty="0">
                <a:latin typeface="Trebuchet MS"/>
                <a:cs typeface="Trebuchet MS"/>
              </a:rPr>
              <a:t>Create </a:t>
            </a:r>
            <a:r>
              <a:rPr sz="3300" spc="-100" dirty="0">
                <a:latin typeface="Trebuchet MS"/>
                <a:cs typeface="Trebuchet MS"/>
              </a:rPr>
              <a:t>newNode(int</a:t>
            </a:r>
            <a:r>
              <a:rPr sz="3300" spc="-125" dirty="0">
                <a:latin typeface="Trebuchet MS"/>
                <a:cs typeface="Trebuchet MS"/>
              </a:rPr>
              <a:t> </a:t>
            </a:r>
            <a:r>
              <a:rPr sz="3300" spc="-220" dirty="0">
                <a:latin typeface="Trebuchet MS"/>
                <a:cs typeface="Trebuchet MS"/>
              </a:rPr>
              <a:t>value)</a:t>
            </a:r>
            <a:endParaRPr sz="3300" dirty="0">
              <a:latin typeface="Trebuchet MS"/>
              <a:cs typeface="Trebuchet MS"/>
            </a:endParaRPr>
          </a:p>
          <a:p>
            <a:pPr marL="12700">
              <a:lnSpc>
                <a:spcPts val="3865"/>
              </a:lnSpc>
            </a:pPr>
            <a:r>
              <a:rPr sz="3300" spc="-114" dirty="0">
                <a:latin typeface="Trebuchet MS"/>
                <a:cs typeface="Trebuchet MS"/>
              </a:rPr>
              <a:t>{</a:t>
            </a:r>
            <a:endParaRPr sz="3300" dirty="0">
              <a:latin typeface="Trebuchet MS"/>
              <a:cs typeface="Trebuchet MS"/>
            </a:endParaRPr>
          </a:p>
          <a:p>
            <a:pPr marL="844550">
              <a:lnSpc>
                <a:spcPts val="3575"/>
              </a:lnSpc>
              <a:spcBef>
                <a:spcPts val="110"/>
              </a:spcBef>
            </a:pPr>
            <a:r>
              <a:rPr sz="3000" spc="-125" dirty="0">
                <a:latin typeface="Trebuchet MS"/>
                <a:cs typeface="Trebuchet MS"/>
              </a:rPr>
              <a:t>Struct</a:t>
            </a:r>
            <a:r>
              <a:rPr sz="3000" spc="-90" dirty="0">
                <a:latin typeface="Trebuchet MS"/>
                <a:cs typeface="Trebuchet MS"/>
              </a:rPr>
              <a:t> </a:t>
            </a:r>
            <a:r>
              <a:rPr sz="3000" spc="30" dirty="0">
                <a:latin typeface="Trebuchet MS"/>
                <a:cs typeface="Trebuchet MS"/>
              </a:rPr>
              <a:t>Node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*newnode;</a:t>
            </a:r>
            <a:endParaRPr sz="3000" dirty="0">
              <a:latin typeface="Trebuchet MS"/>
              <a:cs typeface="Trebuchet MS"/>
            </a:endParaRPr>
          </a:p>
          <a:p>
            <a:pPr marL="844550" marR="5080">
              <a:lnSpc>
                <a:spcPts val="3479"/>
              </a:lnSpc>
              <a:spcBef>
                <a:spcPts val="190"/>
              </a:spcBef>
              <a:tabLst>
                <a:tab pos="5864225" algn="l"/>
              </a:tabLst>
            </a:pPr>
            <a:r>
              <a:rPr sz="3000" spc="-170" dirty="0">
                <a:latin typeface="Trebuchet MS"/>
                <a:cs typeface="Trebuchet MS"/>
              </a:rPr>
              <a:t>n</a:t>
            </a:r>
            <a:r>
              <a:rPr sz="3000" spc="-215" dirty="0">
                <a:latin typeface="Trebuchet MS"/>
                <a:cs typeface="Trebuchet MS"/>
              </a:rPr>
              <a:t>e</a:t>
            </a:r>
            <a:r>
              <a:rPr sz="3000" spc="-110" dirty="0">
                <a:latin typeface="Trebuchet MS"/>
                <a:cs typeface="Trebuchet MS"/>
              </a:rPr>
              <a:t>wnod</a:t>
            </a:r>
            <a:r>
              <a:rPr sz="3000" spc="-90" dirty="0">
                <a:latin typeface="Trebuchet MS"/>
                <a:cs typeface="Trebuchet MS"/>
              </a:rPr>
              <a:t>e</a:t>
            </a:r>
            <a:r>
              <a:rPr sz="3000" spc="175" dirty="0">
                <a:latin typeface="Trebuchet MS"/>
                <a:cs typeface="Trebuchet MS"/>
              </a:rPr>
              <a:t>=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290" dirty="0">
                <a:latin typeface="Trebuchet MS"/>
                <a:cs typeface="Trebuchet MS"/>
              </a:rPr>
              <a:t>ma</a:t>
            </a:r>
            <a:r>
              <a:rPr sz="3000" spc="-125" dirty="0">
                <a:latin typeface="Trebuchet MS"/>
                <a:cs typeface="Trebuchet MS"/>
              </a:rPr>
              <a:t>l</a:t>
            </a:r>
            <a:r>
              <a:rPr sz="3000" spc="-120" dirty="0">
                <a:latin typeface="Trebuchet MS"/>
                <a:cs typeface="Trebuchet MS"/>
              </a:rPr>
              <a:t>lo</a:t>
            </a:r>
            <a:r>
              <a:rPr sz="3000" spc="-135" dirty="0">
                <a:latin typeface="Trebuchet MS"/>
                <a:cs typeface="Trebuchet MS"/>
              </a:rPr>
              <a:t>c(</a:t>
            </a:r>
            <a:r>
              <a:rPr sz="3000" spc="-160" dirty="0">
                <a:latin typeface="Trebuchet MS"/>
                <a:cs typeface="Trebuchet MS"/>
              </a:rPr>
              <a:t>sizeof</a:t>
            </a:r>
            <a:r>
              <a:rPr sz="3000" spc="-135" dirty="0">
                <a:latin typeface="Trebuchet MS"/>
                <a:cs typeface="Trebuchet MS"/>
              </a:rPr>
              <a:t>(Struc</a:t>
            </a:r>
            <a:r>
              <a:rPr sz="3000" spc="-114" dirty="0">
                <a:latin typeface="Trebuchet MS"/>
                <a:cs typeface="Trebuchet MS"/>
              </a:rPr>
              <a:t>t</a:t>
            </a:r>
            <a:r>
              <a:rPr sz="3000" dirty="0">
                <a:latin typeface="Trebuchet MS"/>
                <a:cs typeface="Trebuchet MS"/>
              </a:rPr>
              <a:t>	</a:t>
            </a:r>
            <a:r>
              <a:rPr sz="3000" spc="-80" dirty="0">
                <a:latin typeface="Trebuchet MS"/>
                <a:cs typeface="Trebuchet MS"/>
              </a:rPr>
              <a:t>no</a:t>
            </a:r>
            <a:r>
              <a:rPr sz="3000" spc="-95" dirty="0">
                <a:latin typeface="Trebuchet MS"/>
                <a:cs typeface="Trebuchet MS"/>
              </a:rPr>
              <a:t>d</a:t>
            </a:r>
            <a:r>
              <a:rPr sz="3000" spc="-185" dirty="0">
                <a:latin typeface="Trebuchet MS"/>
                <a:cs typeface="Trebuchet MS"/>
              </a:rPr>
              <a:t>e</a:t>
            </a:r>
            <a:r>
              <a:rPr sz="3000" spc="-250" dirty="0">
                <a:latin typeface="Trebuchet MS"/>
                <a:cs typeface="Trebuchet MS"/>
              </a:rPr>
              <a:t>);  </a:t>
            </a:r>
            <a:r>
              <a:rPr sz="3000" spc="-155" dirty="0">
                <a:latin typeface="Trebuchet MS"/>
                <a:cs typeface="Trebuchet MS"/>
              </a:rPr>
              <a:t>newnode-&gt;data=value;</a:t>
            </a:r>
            <a:endParaRPr sz="3000" dirty="0">
              <a:latin typeface="Trebuchet MS"/>
              <a:cs typeface="Trebuchet MS"/>
            </a:endParaRPr>
          </a:p>
          <a:p>
            <a:pPr marL="844550" marR="2282190">
              <a:lnSpc>
                <a:spcPts val="3479"/>
              </a:lnSpc>
              <a:spcBef>
                <a:spcPts val="5"/>
              </a:spcBef>
            </a:pPr>
            <a:r>
              <a:rPr sz="3000" spc="-85" dirty="0">
                <a:latin typeface="Trebuchet MS"/>
                <a:cs typeface="Trebuchet MS"/>
              </a:rPr>
              <a:t>newnode-&gt;left=NULL; 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70" dirty="0">
                <a:latin typeface="Trebuchet MS"/>
                <a:cs typeface="Trebuchet MS"/>
              </a:rPr>
              <a:t>newnode-&gt;right=NULL; </a:t>
            </a:r>
            <a:r>
              <a:rPr sz="3000" spc="-890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newnode-&gt;height=1;</a:t>
            </a:r>
            <a:endParaRPr sz="3000" dirty="0">
              <a:latin typeface="Trebuchet MS"/>
              <a:cs typeface="Trebuchet MS"/>
            </a:endParaRPr>
          </a:p>
          <a:p>
            <a:pPr marL="12700">
              <a:lnSpc>
                <a:spcPts val="3385"/>
              </a:lnSpc>
            </a:pPr>
            <a:r>
              <a:rPr sz="3000" spc="-114" dirty="0">
                <a:latin typeface="Trebuchet MS"/>
                <a:cs typeface="Trebuchet MS"/>
              </a:rPr>
              <a:t>return</a:t>
            </a:r>
            <a:r>
              <a:rPr sz="3000" spc="-100" dirty="0">
                <a:latin typeface="Trebuchet MS"/>
                <a:cs typeface="Trebuchet MS"/>
              </a:rPr>
              <a:t> newNode;</a:t>
            </a:r>
            <a:endParaRPr sz="3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Trebuchet MS"/>
              <a:cs typeface="Trebuchet MS"/>
            </a:endParaRPr>
          </a:p>
          <a:p>
            <a:pPr marL="128270">
              <a:lnSpc>
                <a:spcPct val="100000"/>
              </a:lnSpc>
              <a:spcBef>
                <a:spcPts val="5"/>
              </a:spcBef>
            </a:pPr>
            <a:r>
              <a:rPr sz="3300" spc="-114" dirty="0">
                <a:latin typeface="Trebuchet MS"/>
                <a:cs typeface="Trebuchet MS"/>
              </a:rPr>
              <a:t>}</a:t>
            </a:r>
            <a:endParaRPr sz="3300" dirty="0">
              <a:latin typeface="Trebuchet MS"/>
              <a:cs typeface="Trebuchet MS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79208"/>
              </p:ext>
            </p:extLst>
          </p:nvPr>
        </p:nvGraphicFramePr>
        <p:xfrm>
          <a:off x="2667000" y="5410200"/>
          <a:ext cx="6096000" cy="609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95" dirty="0"/>
                        <a:t>NULL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65" dirty="0"/>
                        <a:t>10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95" dirty="0"/>
                        <a:t>NULL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/>
                        <a:t>1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880228" y="6276847"/>
            <a:ext cx="1104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Arial"/>
                <a:cs typeface="Arial"/>
              </a:rPr>
              <a:t>n</a:t>
            </a:r>
            <a:r>
              <a:rPr sz="1800" i="1" spc="-15" dirty="0">
                <a:latin typeface="Arial"/>
                <a:cs typeface="Arial"/>
              </a:rPr>
              <a:t>e</a:t>
            </a:r>
            <a:r>
              <a:rPr sz="1800" i="1" dirty="0">
                <a:latin typeface="Arial"/>
                <a:cs typeface="Arial"/>
              </a:rPr>
              <a:t>w</a:t>
            </a:r>
            <a:r>
              <a:rPr sz="1800" i="1" spc="-5" dirty="0">
                <a:latin typeface="Arial"/>
                <a:cs typeface="Arial"/>
              </a:rPr>
              <a:t>NODE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6858000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61531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75" dirty="0">
                <a:solidFill>
                  <a:srgbClr val="562213"/>
                </a:solidFill>
              </a:rPr>
              <a:t>Balance</a:t>
            </a:r>
            <a:r>
              <a:rPr sz="4300" spc="-85" dirty="0">
                <a:solidFill>
                  <a:srgbClr val="562213"/>
                </a:solidFill>
              </a:rPr>
              <a:t> </a:t>
            </a:r>
            <a:r>
              <a:rPr sz="4300" spc="-195" dirty="0">
                <a:solidFill>
                  <a:srgbClr val="562213"/>
                </a:solidFill>
              </a:rPr>
              <a:t>Facto</a:t>
            </a:r>
            <a:r>
              <a:rPr sz="4300" spc="-150" dirty="0">
                <a:solidFill>
                  <a:srgbClr val="562213"/>
                </a:solidFill>
              </a:rPr>
              <a:t>r</a:t>
            </a:r>
            <a:r>
              <a:rPr sz="4300" spc="-105" dirty="0">
                <a:solidFill>
                  <a:srgbClr val="562213"/>
                </a:solidFill>
              </a:rPr>
              <a:t> </a:t>
            </a:r>
            <a:r>
              <a:rPr sz="4300" spc="-229" dirty="0">
                <a:solidFill>
                  <a:srgbClr val="562213"/>
                </a:solidFill>
              </a:rPr>
              <a:t>of</a:t>
            </a:r>
            <a:r>
              <a:rPr sz="4300" spc="-90" dirty="0">
                <a:solidFill>
                  <a:srgbClr val="562213"/>
                </a:solidFill>
              </a:rPr>
              <a:t> </a:t>
            </a:r>
            <a:r>
              <a:rPr sz="4300" spc="-250" dirty="0">
                <a:solidFill>
                  <a:srgbClr val="562213"/>
                </a:solidFill>
              </a:rPr>
              <a:t>th</a:t>
            </a:r>
            <a:r>
              <a:rPr sz="4300" spc="-280" dirty="0">
                <a:solidFill>
                  <a:srgbClr val="562213"/>
                </a:solidFill>
              </a:rPr>
              <a:t>e</a:t>
            </a:r>
            <a:r>
              <a:rPr sz="4300" spc="-85" dirty="0">
                <a:solidFill>
                  <a:srgbClr val="562213"/>
                </a:solidFill>
              </a:rPr>
              <a:t> </a:t>
            </a:r>
            <a:r>
              <a:rPr sz="4300" spc="45" dirty="0">
                <a:solidFill>
                  <a:srgbClr val="562213"/>
                </a:solidFill>
              </a:rPr>
              <a:t>Node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228140" y="1083900"/>
            <a:ext cx="7727950" cy="34099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spc="-204" dirty="0">
                <a:latin typeface="Trebuchet MS"/>
                <a:cs typeface="Trebuchet MS"/>
              </a:rPr>
              <a:t>Balance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Factor(Stru</a:t>
            </a:r>
            <a:r>
              <a:rPr sz="3200" spc="-155" dirty="0">
                <a:latin typeface="Trebuchet MS"/>
                <a:cs typeface="Trebuchet MS"/>
              </a:rPr>
              <a:t>c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275" dirty="0">
                <a:latin typeface="Trebuchet MS"/>
                <a:cs typeface="Trebuchet MS"/>
              </a:rPr>
              <a:t>N</a:t>
            </a:r>
            <a:r>
              <a:rPr sz="3200" spc="22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*Node)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spc="-110" dirty="0">
                <a:latin typeface="Trebuchet MS"/>
                <a:cs typeface="Trebuchet MS"/>
              </a:rPr>
              <a:t>{</a:t>
            </a:r>
            <a:endParaRPr sz="320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600"/>
              </a:spcBef>
            </a:pPr>
            <a:r>
              <a:rPr sz="3200" spc="10" dirty="0">
                <a:latin typeface="Trebuchet MS"/>
                <a:cs typeface="Trebuchet MS"/>
              </a:rPr>
              <a:t>if(Node==NULL)</a:t>
            </a:r>
            <a:endParaRPr sz="3200">
              <a:latin typeface="Trebuchet MS"/>
              <a:cs typeface="Trebuchet MS"/>
            </a:endParaRPr>
          </a:p>
          <a:p>
            <a:pPr marL="1758950">
              <a:lnSpc>
                <a:spcPct val="100000"/>
              </a:lnSpc>
              <a:spcBef>
                <a:spcPts val="600"/>
              </a:spcBef>
            </a:pP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45" dirty="0">
                <a:latin typeface="Trebuchet MS"/>
                <a:cs typeface="Trebuchet MS"/>
              </a:rPr>
              <a:t>etu</a:t>
            </a:r>
            <a:r>
              <a:rPr sz="3200" spc="-110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260" dirty="0">
                <a:latin typeface="Trebuchet MS"/>
                <a:cs typeface="Trebuchet MS"/>
              </a:rPr>
              <a:t>0;</a:t>
            </a:r>
            <a:endParaRPr sz="320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605"/>
              </a:spcBef>
            </a:pPr>
            <a:r>
              <a:rPr sz="2400" b="1" spc="-5" dirty="0">
                <a:latin typeface="Trebuchet MS"/>
                <a:cs typeface="Trebuchet MS"/>
              </a:rPr>
              <a:t>return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b="1" spc="10" dirty="0">
                <a:latin typeface="Trebuchet MS"/>
                <a:cs typeface="Trebuchet MS"/>
              </a:rPr>
              <a:t>height(Node-&gt;left)-height(Node-&gt;right</a:t>
            </a:r>
            <a:r>
              <a:rPr sz="2800" b="1" spc="10" dirty="0">
                <a:latin typeface="Trebuchet MS"/>
                <a:cs typeface="Trebuchet MS"/>
              </a:rPr>
              <a:t>)</a:t>
            </a:r>
            <a:r>
              <a:rPr sz="2800" b="1" spc="-35" dirty="0">
                <a:latin typeface="Trebuchet MS"/>
                <a:cs typeface="Trebuchet MS"/>
              </a:rPr>
              <a:t> </a:t>
            </a:r>
            <a:r>
              <a:rPr sz="3200" b="1" spc="-310" dirty="0">
                <a:latin typeface="Trebuchet MS"/>
                <a:cs typeface="Trebuchet MS"/>
              </a:rPr>
              <a:t>;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spc="-110" dirty="0">
                <a:latin typeface="Trebuchet MS"/>
                <a:cs typeface="Trebuchet MS"/>
              </a:rPr>
              <a:t>}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660650" y="5403850"/>
          <a:ext cx="60960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46735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LEFT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4432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1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RIGHT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2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HEIGHT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880228" y="6276847"/>
            <a:ext cx="68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55489" y="5943574"/>
            <a:ext cx="100330" cy="305435"/>
          </a:xfrm>
          <a:custGeom>
            <a:avLst/>
            <a:gdLst/>
            <a:ahLst/>
            <a:cxnLst/>
            <a:rect l="l" t="t" r="r" b="b"/>
            <a:pathLst>
              <a:path w="100329" h="305435">
                <a:moveTo>
                  <a:pt x="49911" y="18815"/>
                </a:moveTo>
                <a:lnTo>
                  <a:pt x="45212" y="26871"/>
                </a:lnTo>
                <a:lnTo>
                  <a:pt x="45085" y="304825"/>
                </a:lnTo>
                <a:lnTo>
                  <a:pt x="54610" y="304825"/>
                </a:lnTo>
                <a:lnTo>
                  <a:pt x="54610" y="26871"/>
                </a:lnTo>
                <a:lnTo>
                  <a:pt x="49911" y="18815"/>
                </a:lnTo>
                <a:close/>
              </a:path>
              <a:path w="100329" h="305435">
                <a:moveTo>
                  <a:pt x="49911" y="0"/>
                </a:moveTo>
                <a:lnTo>
                  <a:pt x="1389" y="83261"/>
                </a:lnTo>
                <a:lnTo>
                  <a:pt x="0" y="85521"/>
                </a:lnTo>
                <a:lnTo>
                  <a:pt x="762" y="88442"/>
                </a:lnTo>
                <a:lnTo>
                  <a:pt x="5334" y="91097"/>
                </a:lnTo>
                <a:lnTo>
                  <a:pt x="8255" y="90322"/>
                </a:lnTo>
                <a:lnTo>
                  <a:pt x="9525" y="88049"/>
                </a:lnTo>
                <a:lnTo>
                  <a:pt x="45085" y="27089"/>
                </a:lnTo>
                <a:lnTo>
                  <a:pt x="45085" y="9448"/>
                </a:lnTo>
                <a:lnTo>
                  <a:pt x="55416" y="9448"/>
                </a:lnTo>
                <a:lnTo>
                  <a:pt x="49911" y="0"/>
                </a:lnTo>
                <a:close/>
              </a:path>
              <a:path w="100329" h="305435">
                <a:moveTo>
                  <a:pt x="55416" y="9448"/>
                </a:moveTo>
                <a:lnTo>
                  <a:pt x="54610" y="9448"/>
                </a:lnTo>
                <a:lnTo>
                  <a:pt x="54737" y="27089"/>
                </a:lnTo>
                <a:lnTo>
                  <a:pt x="90297" y="88049"/>
                </a:lnTo>
                <a:lnTo>
                  <a:pt x="91566" y="90322"/>
                </a:lnTo>
                <a:lnTo>
                  <a:pt x="94487" y="91097"/>
                </a:lnTo>
                <a:lnTo>
                  <a:pt x="99060" y="88442"/>
                </a:lnTo>
                <a:lnTo>
                  <a:pt x="99822" y="85521"/>
                </a:lnTo>
                <a:lnTo>
                  <a:pt x="98417" y="83248"/>
                </a:lnTo>
                <a:lnTo>
                  <a:pt x="55416" y="9448"/>
                </a:lnTo>
                <a:close/>
              </a:path>
              <a:path w="100329" h="305435">
                <a:moveTo>
                  <a:pt x="54610" y="9448"/>
                </a:moveTo>
                <a:lnTo>
                  <a:pt x="45085" y="9448"/>
                </a:lnTo>
                <a:lnTo>
                  <a:pt x="45085" y="27089"/>
                </a:lnTo>
                <a:lnTo>
                  <a:pt x="49911" y="18815"/>
                </a:lnTo>
                <a:lnTo>
                  <a:pt x="45847" y="11849"/>
                </a:lnTo>
                <a:lnTo>
                  <a:pt x="54610" y="11849"/>
                </a:lnTo>
                <a:lnTo>
                  <a:pt x="54610" y="9448"/>
                </a:lnTo>
                <a:close/>
              </a:path>
              <a:path w="100329" h="305435">
                <a:moveTo>
                  <a:pt x="54610" y="11849"/>
                </a:moveTo>
                <a:lnTo>
                  <a:pt x="53975" y="11849"/>
                </a:lnTo>
                <a:lnTo>
                  <a:pt x="49911" y="18815"/>
                </a:lnTo>
                <a:lnTo>
                  <a:pt x="54610" y="26871"/>
                </a:lnTo>
                <a:lnTo>
                  <a:pt x="54610" y="11849"/>
                </a:lnTo>
                <a:close/>
              </a:path>
              <a:path w="100329" h="305435">
                <a:moveTo>
                  <a:pt x="53975" y="11849"/>
                </a:moveTo>
                <a:lnTo>
                  <a:pt x="45847" y="11849"/>
                </a:lnTo>
                <a:lnTo>
                  <a:pt x="49911" y="18815"/>
                </a:lnTo>
                <a:lnTo>
                  <a:pt x="53975" y="11849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004" y="0"/>
            <a:ext cx="3217163" cy="120853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45844" y="135077"/>
            <a:ext cx="251460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305" dirty="0">
                <a:solidFill>
                  <a:srgbClr val="562213"/>
                </a:solidFill>
              </a:rPr>
              <a:t>Lef</a:t>
            </a:r>
            <a:r>
              <a:rPr sz="4300" spc="-250" dirty="0">
                <a:solidFill>
                  <a:srgbClr val="562213"/>
                </a:solidFill>
              </a:rPr>
              <a:t>t</a:t>
            </a:r>
            <a:r>
              <a:rPr sz="4300" spc="-90" dirty="0">
                <a:solidFill>
                  <a:srgbClr val="562213"/>
                </a:solidFill>
              </a:rPr>
              <a:t> </a:t>
            </a:r>
            <a:r>
              <a:rPr sz="4300" spc="-185" dirty="0">
                <a:solidFill>
                  <a:srgbClr val="562213"/>
                </a:solidFill>
              </a:rPr>
              <a:t>Rotate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228139" y="931519"/>
            <a:ext cx="7772425" cy="549881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spc="-140" dirty="0">
                <a:solidFill>
                  <a:srgbClr val="FF0000"/>
                </a:solidFill>
                <a:latin typeface="Trebuchet MS"/>
                <a:cs typeface="Trebuchet MS"/>
              </a:rPr>
              <a:t>Struc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27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22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185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30" dirty="0">
                <a:solidFill>
                  <a:srgbClr val="FF0000"/>
                </a:solidFill>
                <a:latin typeface="Trebuchet MS"/>
                <a:cs typeface="Trebuchet MS"/>
              </a:rPr>
              <a:t>*Le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Rotate(</a:t>
            </a:r>
            <a:r>
              <a:rPr sz="3200" spc="-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40" dirty="0">
                <a:solidFill>
                  <a:srgbClr val="FF0000"/>
                </a:solidFill>
                <a:latin typeface="Trebuchet MS"/>
                <a:cs typeface="Trebuchet MS"/>
              </a:rPr>
              <a:t>Struc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node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5" dirty="0">
                <a:solidFill>
                  <a:srgbClr val="FF0000"/>
                </a:solidFill>
                <a:latin typeface="Trebuchet MS"/>
                <a:cs typeface="Trebuchet MS"/>
              </a:rPr>
              <a:t>*x)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spc="-110" dirty="0">
                <a:latin typeface="Trebuchet MS"/>
                <a:cs typeface="Trebuchet MS"/>
              </a:rPr>
              <a:t>{</a:t>
            </a:r>
            <a:endParaRPr sz="3200" dirty="0">
              <a:latin typeface="Trebuchet MS"/>
              <a:cs typeface="Trebuchet MS"/>
            </a:endParaRPr>
          </a:p>
          <a:p>
            <a:pPr marL="238125" marR="2633345">
              <a:lnSpc>
                <a:spcPct val="115700"/>
              </a:lnSpc>
            </a:pPr>
            <a:r>
              <a:rPr sz="3200" spc="-140" dirty="0">
                <a:latin typeface="Trebuchet MS"/>
                <a:cs typeface="Trebuchet MS"/>
              </a:rPr>
              <a:t>Struc</a:t>
            </a:r>
            <a:r>
              <a:rPr sz="3200" spc="-114" dirty="0">
                <a:latin typeface="Trebuchet MS"/>
                <a:cs typeface="Trebuchet MS"/>
              </a:rPr>
              <a:t>t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275" dirty="0">
                <a:latin typeface="Trebuchet MS"/>
                <a:cs typeface="Trebuchet MS"/>
              </a:rPr>
              <a:t>N</a:t>
            </a:r>
            <a:r>
              <a:rPr sz="3200" spc="22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*y=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x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dirty="0">
                <a:latin typeface="Trebuchet MS"/>
                <a:cs typeface="Trebuchet MS"/>
              </a:rPr>
              <a:t>&gt;r</a:t>
            </a:r>
            <a:r>
              <a:rPr sz="3200" spc="5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ght;  </a:t>
            </a:r>
            <a:r>
              <a:rPr sz="3200" spc="-140" dirty="0">
                <a:latin typeface="Trebuchet MS"/>
                <a:cs typeface="Trebuchet MS"/>
              </a:rPr>
              <a:t>Struc</a:t>
            </a:r>
            <a:r>
              <a:rPr sz="3200" spc="-114" dirty="0">
                <a:latin typeface="Trebuchet MS"/>
                <a:cs typeface="Trebuchet MS"/>
              </a:rPr>
              <a:t>t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275" dirty="0">
                <a:latin typeface="Trebuchet MS"/>
                <a:cs typeface="Trebuchet MS"/>
              </a:rPr>
              <a:t>N</a:t>
            </a:r>
            <a:r>
              <a:rPr sz="3200" spc="22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*T=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spc="-170" dirty="0">
                <a:latin typeface="Trebuchet MS"/>
                <a:cs typeface="Trebuchet MS"/>
              </a:rPr>
              <a:t>&gt;le</a:t>
            </a:r>
            <a:r>
              <a:rPr sz="3200" spc="-135" dirty="0">
                <a:latin typeface="Trebuchet MS"/>
                <a:cs typeface="Trebuchet MS"/>
              </a:rPr>
              <a:t>f</a:t>
            </a:r>
            <a:r>
              <a:rPr sz="3200" spc="-290" dirty="0">
                <a:latin typeface="Trebuchet MS"/>
                <a:cs typeface="Trebuchet MS"/>
              </a:rPr>
              <a:t>t;  </a:t>
            </a:r>
            <a:endParaRPr lang="en-US" sz="3200" spc="-290" dirty="0" smtClean="0">
              <a:latin typeface="Trebuchet MS"/>
              <a:cs typeface="Trebuchet MS"/>
            </a:endParaRPr>
          </a:p>
          <a:p>
            <a:pPr marL="238125" marR="2633345">
              <a:lnSpc>
                <a:spcPct val="115700"/>
              </a:lnSpc>
            </a:pPr>
            <a:r>
              <a:rPr sz="3200" spc="-180" dirty="0" smtClean="0">
                <a:latin typeface="Trebuchet MS"/>
                <a:cs typeface="Trebuchet MS"/>
              </a:rPr>
              <a:t>y</a:t>
            </a:r>
            <a:r>
              <a:rPr lang="en-US" sz="3200" spc="-145" dirty="0">
                <a:latin typeface="Trebuchet MS"/>
                <a:cs typeface="Trebuchet MS"/>
              </a:rPr>
              <a:t>-</a:t>
            </a:r>
            <a:r>
              <a:rPr sz="3200" spc="185" dirty="0" smtClean="0">
                <a:latin typeface="Trebuchet MS"/>
                <a:cs typeface="Trebuchet MS"/>
              </a:rPr>
              <a:t>&gt;</a:t>
            </a:r>
            <a:r>
              <a:rPr sz="3200" spc="-265" dirty="0" smtClean="0">
                <a:latin typeface="Trebuchet MS"/>
                <a:cs typeface="Trebuchet MS"/>
              </a:rPr>
              <a:t>lef</a:t>
            </a:r>
            <a:r>
              <a:rPr sz="3200" spc="-254" dirty="0" smtClean="0">
                <a:latin typeface="Trebuchet MS"/>
                <a:cs typeface="Trebuchet MS"/>
              </a:rPr>
              <a:t>t</a:t>
            </a:r>
            <a:r>
              <a:rPr sz="3200" spc="-75" dirty="0" smtClean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=x;</a:t>
            </a:r>
            <a:endParaRPr sz="3200" dirty="0">
              <a:latin typeface="Trebuchet MS"/>
              <a:cs typeface="Trebuchet MS"/>
            </a:endParaRPr>
          </a:p>
          <a:p>
            <a:pPr marL="238125">
              <a:lnSpc>
                <a:spcPct val="100000"/>
              </a:lnSpc>
              <a:spcBef>
                <a:spcPts val="600"/>
              </a:spcBef>
            </a:pPr>
            <a:r>
              <a:rPr sz="3200" spc="-90" dirty="0">
                <a:latin typeface="Trebuchet MS"/>
                <a:cs typeface="Trebuchet MS"/>
              </a:rPr>
              <a:t>x-&gt;right=T;</a:t>
            </a:r>
            <a:endParaRPr sz="3200" dirty="0">
              <a:latin typeface="Trebuchet MS"/>
              <a:cs typeface="Trebuchet MS"/>
            </a:endParaRPr>
          </a:p>
          <a:p>
            <a:pPr marL="288290" marR="5080" indent="-50800" algn="just">
              <a:lnSpc>
                <a:spcPct val="121400"/>
              </a:lnSpc>
              <a:spcBef>
                <a:spcPts val="535"/>
              </a:spcBef>
            </a:pPr>
            <a:r>
              <a:rPr sz="2600" spc="-75" dirty="0">
                <a:latin typeface="Trebuchet MS"/>
                <a:cs typeface="Trebuchet MS"/>
              </a:rPr>
              <a:t>x-&gt;height=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max(height(x-&gt;left),</a:t>
            </a:r>
            <a:r>
              <a:rPr sz="2600" spc="-34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height(x-&gt;right))+1; </a:t>
            </a:r>
            <a:r>
              <a:rPr sz="2600" spc="-775" dirty="0">
                <a:latin typeface="Trebuchet MS"/>
                <a:cs typeface="Trebuchet MS"/>
              </a:rPr>
              <a:t> </a:t>
            </a:r>
            <a:endParaRPr lang="en-US" sz="2600" spc="-775" dirty="0" smtClean="0">
              <a:latin typeface="Trebuchet MS"/>
              <a:cs typeface="Trebuchet MS"/>
            </a:endParaRPr>
          </a:p>
          <a:p>
            <a:pPr marL="288290" marR="5080" indent="-50800" algn="just">
              <a:lnSpc>
                <a:spcPct val="121400"/>
              </a:lnSpc>
              <a:spcBef>
                <a:spcPts val="535"/>
              </a:spcBef>
            </a:pPr>
            <a:r>
              <a:rPr sz="2600" spc="-150" dirty="0" smtClean="0">
                <a:latin typeface="Trebuchet MS"/>
                <a:cs typeface="Trebuchet MS"/>
              </a:rPr>
              <a:t>y</a:t>
            </a:r>
            <a:r>
              <a:rPr sz="2600" spc="-120" dirty="0" smtClean="0">
                <a:latin typeface="Trebuchet MS"/>
                <a:cs typeface="Trebuchet MS"/>
              </a:rPr>
              <a:t>-</a:t>
            </a:r>
            <a:r>
              <a:rPr sz="2600" spc="155" dirty="0">
                <a:latin typeface="Trebuchet MS"/>
                <a:cs typeface="Trebuchet MS"/>
              </a:rPr>
              <a:t>&gt;</a:t>
            </a:r>
            <a:r>
              <a:rPr sz="2600" spc="-185" dirty="0" smtClean="0">
                <a:latin typeface="Trebuchet MS"/>
                <a:cs typeface="Trebuchet MS"/>
              </a:rPr>
              <a:t>he</a:t>
            </a:r>
            <a:r>
              <a:rPr sz="2600" spc="-90" dirty="0" smtClean="0">
                <a:latin typeface="Trebuchet MS"/>
                <a:cs typeface="Trebuchet MS"/>
              </a:rPr>
              <a:t>i</a:t>
            </a:r>
            <a:r>
              <a:rPr sz="2600" spc="-150" dirty="0" smtClean="0">
                <a:latin typeface="Trebuchet MS"/>
                <a:cs typeface="Trebuchet MS"/>
              </a:rPr>
              <a:t>g</a:t>
            </a:r>
            <a:r>
              <a:rPr sz="2600" spc="-160" dirty="0" smtClean="0">
                <a:latin typeface="Trebuchet MS"/>
                <a:cs typeface="Trebuchet MS"/>
              </a:rPr>
              <a:t>h</a:t>
            </a:r>
            <a:r>
              <a:rPr sz="2600" spc="-5" dirty="0" smtClean="0">
                <a:latin typeface="Trebuchet MS"/>
                <a:cs typeface="Trebuchet MS"/>
              </a:rPr>
              <a:t>t=</a:t>
            </a:r>
            <a:r>
              <a:rPr sz="2600" spc="-150" dirty="0" smtClean="0">
                <a:latin typeface="Trebuchet MS"/>
                <a:cs typeface="Trebuchet MS"/>
              </a:rPr>
              <a:t>max(height</a:t>
            </a:r>
            <a:r>
              <a:rPr sz="2600" spc="-125" dirty="0" smtClean="0">
                <a:latin typeface="Trebuchet MS"/>
                <a:cs typeface="Trebuchet MS"/>
              </a:rPr>
              <a:t>(</a:t>
            </a:r>
            <a:r>
              <a:rPr sz="2600" spc="-145" dirty="0" smtClean="0">
                <a:latin typeface="Trebuchet MS"/>
                <a:cs typeface="Trebuchet MS"/>
              </a:rPr>
              <a:t>y</a:t>
            </a:r>
            <a:r>
              <a:rPr sz="2600" spc="-120" dirty="0" smtClean="0">
                <a:latin typeface="Trebuchet MS"/>
                <a:cs typeface="Trebuchet MS"/>
              </a:rPr>
              <a:t>-</a:t>
            </a:r>
            <a:r>
              <a:rPr sz="2600" spc="145" dirty="0">
                <a:latin typeface="Trebuchet MS"/>
                <a:cs typeface="Trebuchet MS"/>
              </a:rPr>
              <a:t>&gt;</a:t>
            </a:r>
            <a:r>
              <a:rPr sz="2600" spc="-235" dirty="0">
                <a:latin typeface="Trebuchet MS"/>
                <a:cs typeface="Trebuchet MS"/>
              </a:rPr>
              <a:t>left</a:t>
            </a:r>
            <a:r>
              <a:rPr sz="2600" spc="-235" dirty="0" smtClean="0">
                <a:latin typeface="Trebuchet MS"/>
                <a:cs typeface="Trebuchet MS"/>
              </a:rPr>
              <a:t>)</a:t>
            </a:r>
            <a:r>
              <a:rPr sz="2600" spc="-210" dirty="0" smtClean="0">
                <a:latin typeface="Trebuchet MS"/>
                <a:cs typeface="Trebuchet MS"/>
              </a:rPr>
              <a:t>,</a:t>
            </a:r>
            <a:r>
              <a:rPr sz="2600" spc="-185" dirty="0" smtClean="0">
                <a:latin typeface="Trebuchet MS"/>
                <a:cs typeface="Trebuchet MS"/>
              </a:rPr>
              <a:t>he</a:t>
            </a:r>
            <a:r>
              <a:rPr sz="2600" spc="-90" dirty="0" smtClean="0">
                <a:latin typeface="Trebuchet MS"/>
                <a:cs typeface="Trebuchet MS"/>
              </a:rPr>
              <a:t>i</a:t>
            </a:r>
            <a:r>
              <a:rPr sz="2600" spc="-150" dirty="0" smtClean="0">
                <a:latin typeface="Trebuchet MS"/>
                <a:cs typeface="Trebuchet MS"/>
              </a:rPr>
              <a:t>g</a:t>
            </a:r>
            <a:r>
              <a:rPr sz="2600" spc="-160" dirty="0" smtClean="0">
                <a:latin typeface="Trebuchet MS"/>
                <a:cs typeface="Trebuchet MS"/>
              </a:rPr>
              <a:t>h</a:t>
            </a:r>
            <a:r>
              <a:rPr sz="2600" spc="-140" dirty="0" smtClean="0">
                <a:latin typeface="Trebuchet MS"/>
                <a:cs typeface="Trebuchet MS"/>
              </a:rPr>
              <a:t>t(y</a:t>
            </a:r>
            <a:r>
              <a:rPr sz="2600" spc="-120" dirty="0" smtClean="0">
                <a:latin typeface="Trebuchet MS"/>
                <a:cs typeface="Trebuchet MS"/>
              </a:rPr>
              <a:t>-</a:t>
            </a:r>
            <a:r>
              <a:rPr sz="2600" spc="155" dirty="0">
                <a:latin typeface="Trebuchet MS"/>
                <a:cs typeface="Trebuchet MS"/>
              </a:rPr>
              <a:t>&gt;</a:t>
            </a:r>
            <a:r>
              <a:rPr sz="2600" spc="-130" dirty="0">
                <a:latin typeface="Trebuchet MS"/>
                <a:cs typeface="Trebuchet MS"/>
              </a:rPr>
              <a:t>righ</a:t>
            </a:r>
            <a:r>
              <a:rPr sz="2600" spc="-135" dirty="0">
                <a:latin typeface="Trebuchet MS"/>
                <a:cs typeface="Trebuchet MS"/>
              </a:rPr>
              <a:t>t</a:t>
            </a:r>
            <a:r>
              <a:rPr sz="2600" spc="-25" dirty="0">
                <a:latin typeface="Trebuchet MS"/>
                <a:cs typeface="Trebuchet MS"/>
              </a:rPr>
              <a:t>))</a:t>
            </a:r>
            <a:r>
              <a:rPr sz="2600" spc="-45" dirty="0">
                <a:latin typeface="Trebuchet MS"/>
                <a:cs typeface="Trebuchet MS"/>
              </a:rPr>
              <a:t>+</a:t>
            </a:r>
            <a:r>
              <a:rPr sz="2600" spc="-180" dirty="0">
                <a:latin typeface="Trebuchet MS"/>
                <a:cs typeface="Trebuchet MS"/>
              </a:rPr>
              <a:t>1;  </a:t>
            </a:r>
            <a:r>
              <a:rPr sz="2800" spc="-110" dirty="0">
                <a:latin typeface="Trebuchet MS"/>
                <a:cs typeface="Trebuchet MS"/>
              </a:rPr>
              <a:t>return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75" dirty="0">
                <a:latin typeface="Trebuchet MS"/>
                <a:cs typeface="Trebuchet MS"/>
              </a:rPr>
              <a:t>y;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400" spc="-85" dirty="0">
                <a:latin typeface="Trebuchet MS"/>
                <a:cs typeface="Trebuchet MS"/>
              </a:rPr>
              <a:t>}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098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7010400" y="26670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8</a:t>
            </a:r>
            <a:endParaRPr lang="en-US" b="1" dirty="0"/>
          </a:p>
        </p:txBody>
      </p:sp>
      <p:sp>
        <p:nvSpPr>
          <p:cNvPr id="19" name="Oval 18"/>
          <p:cNvSpPr/>
          <p:nvPr/>
        </p:nvSpPr>
        <p:spPr>
          <a:xfrm>
            <a:off x="6324600" y="26670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</a:t>
            </a:r>
            <a:endParaRPr lang="en-US" b="1" dirty="0"/>
          </a:p>
        </p:txBody>
      </p:sp>
      <p:sp>
        <p:nvSpPr>
          <p:cNvPr id="20" name="Oval 19"/>
          <p:cNvSpPr/>
          <p:nvPr/>
        </p:nvSpPr>
        <p:spPr>
          <a:xfrm>
            <a:off x="6324600" y="16764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5</a:t>
            </a:r>
            <a:endParaRPr lang="en-US" b="1" dirty="0"/>
          </a:p>
        </p:txBody>
      </p:sp>
      <p:sp>
        <p:nvSpPr>
          <p:cNvPr id="21" name="Oval 20"/>
          <p:cNvSpPr/>
          <p:nvPr/>
        </p:nvSpPr>
        <p:spPr>
          <a:xfrm>
            <a:off x="8001000" y="16764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</a:t>
            </a:r>
            <a:endParaRPr lang="en-US" b="1" dirty="0"/>
          </a:p>
        </p:txBody>
      </p:sp>
      <p:sp>
        <p:nvSpPr>
          <p:cNvPr id="22" name="Oval 21"/>
          <p:cNvSpPr/>
          <p:nvPr/>
        </p:nvSpPr>
        <p:spPr>
          <a:xfrm>
            <a:off x="8534400" y="20574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8</a:t>
            </a:r>
            <a:endParaRPr lang="en-US" b="1" dirty="0"/>
          </a:p>
        </p:txBody>
      </p:sp>
      <p:sp>
        <p:nvSpPr>
          <p:cNvPr id="23" name="Oval 22"/>
          <p:cNvSpPr/>
          <p:nvPr/>
        </p:nvSpPr>
        <p:spPr>
          <a:xfrm>
            <a:off x="7772400" y="22098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5</a:t>
            </a:r>
            <a:endParaRPr lang="en-US" b="1" dirty="0"/>
          </a:p>
        </p:txBody>
      </p:sp>
      <p:sp>
        <p:nvSpPr>
          <p:cNvPr id="24" name="Oval 23"/>
          <p:cNvSpPr/>
          <p:nvPr/>
        </p:nvSpPr>
        <p:spPr>
          <a:xfrm>
            <a:off x="8077200" y="27432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</a:t>
            </a:r>
            <a:endParaRPr lang="en-US" b="1" dirty="0"/>
          </a:p>
        </p:txBody>
      </p:sp>
      <p:cxnSp>
        <p:nvCxnSpPr>
          <p:cNvPr id="26" name="Straight Connector 25"/>
          <p:cNvCxnSpPr>
            <a:stCxn id="20" idx="4"/>
            <a:endCxn id="17" idx="1"/>
          </p:cNvCxnSpPr>
          <p:nvPr/>
        </p:nvCxnSpPr>
        <p:spPr>
          <a:xfrm>
            <a:off x="6515100" y="2057400"/>
            <a:ext cx="170096" cy="208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7" idx="3"/>
            <a:endCxn id="19" idx="7"/>
          </p:cNvCxnSpPr>
          <p:nvPr/>
        </p:nvCxnSpPr>
        <p:spPr>
          <a:xfrm flipH="1">
            <a:off x="6649804" y="2535004"/>
            <a:ext cx="35392" cy="1877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7" idx="5"/>
            <a:endCxn id="18" idx="0"/>
          </p:cNvCxnSpPr>
          <p:nvPr/>
        </p:nvCxnSpPr>
        <p:spPr>
          <a:xfrm>
            <a:off x="6954604" y="2535004"/>
            <a:ext cx="246296" cy="131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1" idx="3"/>
            <a:endCxn id="23" idx="0"/>
          </p:cNvCxnSpPr>
          <p:nvPr/>
        </p:nvCxnSpPr>
        <p:spPr>
          <a:xfrm flipH="1">
            <a:off x="7962900" y="2001604"/>
            <a:ext cx="93896" cy="208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1" idx="5"/>
            <a:endCxn id="22" idx="1"/>
          </p:cNvCxnSpPr>
          <p:nvPr/>
        </p:nvCxnSpPr>
        <p:spPr>
          <a:xfrm>
            <a:off x="8326204" y="2001604"/>
            <a:ext cx="263992" cy="1115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3" idx="4"/>
            <a:endCxn id="24" idx="1"/>
          </p:cNvCxnSpPr>
          <p:nvPr/>
        </p:nvCxnSpPr>
        <p:spPr>
          <a:xfrm>
            <a:off x="7962900" y="2590800"/>
            <a:ext cx="170096" cy="208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ight Arrow 36"/>
          <p:cNvSpPr/>
          <p:nvPr/>
        </p:nvSpPr>
        <p:spPr>
          <a:xfrm>
            <a:off x="7315200" y="2133600"/>
            <a:ext cx="304800" cy="2286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305800" y="14478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20000" y="2438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x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58200" y="2819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19800" y="16002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x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24600" y="21336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172200" y="29718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004" y="0"/>
            <a:ext cx="3506724" cy="120853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45844" y="135077"/>
            <a:ext cx="28054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0" dirty="0">
                <a:solidFill>
                  <a:srgbClr val="562213"/>
                </a:solidFill>
              </a:rPr>
              <a:t>Right</a:t>
            </a:r>
            <a:r>
              <a:rPr sz="4300" spc="-90" dirty="0">
                <a:solidFill>
                  <a:srgbClr val="562213"/>
                </a:solidFill>
              </a:rPr>
              <a:t> </a:t>
            </a:r>
            <a:r>
              <a:rPr sz="4300" spc="-185" dirty="0">
                <a:solidFill>
                  <a:srgbClr val="562213"/>
                </a:solidFill>
              </a:rPr>
              <a:t>Rotate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228140" y="931519"/>
            <a:ext cx="7227570" cy="53041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spc="-140" dirty="0">
                <a:solidFill>
                  <a:srgbClr val="FF0000"/>
                </a:solidFill>
                <a:latin typeface="Trebuchet MS"/>
                <a:cs typeface="Trebuchet MS"/>
              </a:rPr>
              <a:t>Struc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27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22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185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70" dirty="0">
                <a:solidFill>
                  <a:srgbClr val="FF0000"/>
                </a:solidFill>
                <a:latin typeface="Trebuchet MS"/>
                <a:cs typeface="Trebuchet MS"/>
              </a:rPr>
              <a:t>*Rig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Rotate(</a:t>
            </a:r>
            <a:r>
              <a:rPr sz="3200" spc="-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40" dirty="0">
                <a:solidFill>
                  <a:srgbClr val="FF0000"/>
                </a:solidFill>
                <a:latin typeface="Trebuchet MS"/>
                <a:cs typeface="Trebuchet MS"/>
              </a:rPr>
              <a:t>Struc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node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55" dirty="0">
                <a:solidFill>
                  <a:srgbClr val="FF0000"/>
                </a:solidFill>
                <a:latin typeface="Trebuchet MS"/>
                <a:cs typeface="Trebuchet MS"/>
              </a:rPr>
              <a:t>*y)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spc="-110" dirty="0">
                <a:latin typeface="Trebuchet MS"/>
                <a:cs typeface="Trebuchet MS"/>
              </a:rPr>
              <a:t>{</a:t>
            </a:r>
            <a:endParaRPr sz="3200" dirty="0">
              <a:latin typeface="Trebuchet MS"/>
              <a:cs typeface="Trebuchet MS"/>
            </a:endParaRPr>
          </a:p>
          <a:p>
            <a:pPr marL="238125" marR="2616200">
              <a:lnSpc>
                <a:spcPct val="115700"/>
              </a:lnSpc>
            </a:pPr>
            <a:r>
              <a:rPr sz="3200" spc="-140" dirty="0">
                <a:latin typeface="Trebuchet MS"/>
                <a:cs typeface="Trebuchet MS"/>
              </a:rPr>
              <a:t>Struc</a:t>
            </a:r>
            <a:r>
              <a:rPr sz="3200" spc="-114" dirty="0">
                <a:latin typeface="Trebuchet MS"/>
                <a:cs typeface="Trebuchet MS"/>
              </a:rPr>
              <a:t>t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275" dirty="0">
                <a:latin typeface="Trebuchet MS"/>
                <a:cs typeface="Trebuchet MS"/>
              </a:rPr>
              <a:t>N</a:t>
            </a:r>
            <a:r>
              <a:rPr sz="3200" spc="22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*x=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spc="-170" dirty="0">
                <a:latin typeface="Trebuchet MS"/>
                <a:cs typeface="Trebuchet MS"/>
              </a:rPr>
              <a:t>&gt;le</a:t>
            </a:r>
            <a:r>
              <a:rPr sz="3200" spc="-135" dirty="0">
                <a:latin typeface="Trebuchet MS"/>
                <a:cs typeface="Trebuchet MS"/>
              </a:rPr>
              <a:t>f</a:t>
            </a:r>
            <a:r>
              <a:rPr sz="3200" spc="-290" dirty="0">
                <a:latin typeface="Trebuchet MS"/>
                <a:cs typeface="Trebuchet MS"/>
              </a:rPr>
              <a:t>t;  </a:t>
            </a:r>
            <a:r>
              <a:rPr lang="en-US" sz="3200" spc="-290" dirty="0" smtClean="0">
                <a:latin typeface="Trebuchet MS"/>
                <a:cs typeface="Trebuchet MS"/>
              </a:rPr>
              <a:t> </a:t>
            </a:r>
            <a:r>
              <a:rPr sz="3200" spc="-140" dirty="0" err="1" smtClean="0">
                <a:latin typeface="Trebuchet MS"/>
                <a:cs typeface="Trebuchet MS"/>
              </a:rPr>
              <a:t>Struc</a:t>
            </a:r>
            <a:r>
              <a:rPr sz="3200" spc="-114" dirty="0" err="1" smtClean="0">
                <a:latin typeface="Trebuchet MS"/>
                <a:cs typeface="Trebuchet MS"/>
              </a:rPr>
              <a:t>t</a:t>
            </a:r>
            <a:r>
              <a:rPr sz="3200" spc="-105" dirty="0" smtClean="0">
                <a:latin typeface="Trebuchet MS"/>
                <a:cs typeface="Trebuchet MS"/>
              </a:rPr>
              <a:t> </a:t>
            </a:r>
            <a:r>
              <a:rPr sz="3200" spc="275" dirty="0">
                <a:latin typeface="Trebuchet MS"/>
                <a:cs typeface="Trebuchet MS"/>
              </a:rPr>
              <a:t>N</a:t>
            </a:r>
            <a:r>
              <a:rPr sz="3200" spc="22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*T=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x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dirty="0">
                <a:latin typeface="Trebuchet MS"/>
                <a:cs typeface="Trebuchet MS"/>
              </a:rPr>
              <a:t>&gt;r</a:t>
            </a:r>
            <a:r>
              <a:rPr sz="3200" spc="5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ght;  </a:t>
            </a:r>
            <a:r>
              <a:rPr sz="3200" spc="-105" dirty="0">
                <a:latin typeface="Trebuchet MS"/>
                <a:cs typeface="Trebuchet MS"/>
              </a:rPr>
              <a:t>x-&gt;right=y;</a:t>
            </a:r>
            <a:endParaRPr sz="3200" dirty="0">
              <a:latin typeface="Trebuchet MS"/>
              <a:cs typeface="Trebuchet MS"/>
            </a:endParaRPr>
          </a:p>
          <a:p>
            <a:pPr marL="238125">
              <a:lnSpc>
                <a:spcPct val="100000"/>
              </a:lnSpc>
              <a:spcBef>
                <a:spcPts val="600"/>
              </a:spcBef>
            </a:pP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spc="190" dirty="0">
                <a:latin typeface="Trebuchet MS"/>
                <a:cs typeface="Trebuchet MS"/>
              </a:rPr>
              <a:t>&gt;</a:t>
            </a:r>
            <a:r>
              <a:rPr sz="3200" spc="-295" dirty="0">
                <a:latin typeface="Trebuchet MS"/>
                <a:cs typeface="Trebuchet MS"/>
              </a:rPr>
              <a:t>le</a:t>
            </a:r>
            <a:r>
              <a:rPr sz="3200" spc="-250" dirty="0">
                <a:latin typeface="Trebuchet MS"/>
                <a:cs typeface="Trebuchet MS"/>
              </a:rPr>
              <a:t>f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=</a:t>
            </a:r>
            <a:r>
              <a:rPr sz="3200" spc="40" dirty="0">
                <a:latin typeface="Trebuchet MS"/>
                <a:cs typeface="Trebuchet MS"/>
              </a:rPr>
              <a:t>T</a:t>
            </a:r>
            <a:r>
              <a:rPr sz="3200" spc="-445" dirty="0">
                <a:latin typeface="Trebuchet MS"/>
                <a:cs typeface="Trebuchet MS"/>
              </a:rPr>
              <a:t>;</a:t>
            </a:r>
            <a:endParaRPr sz="3200" dirty="0">
              <a:latin typeface="Trebuchet MS"/>
              <a:cs typeface="Trebuchet MS"/>
            </a:endParaRPr>
          </a:p>
          <a:p>
            <a:pPr marL="288290" marR="5080" algn="just">
              <a:lnSpc>
                <a:spcPct val="119100"/>
              </a:lnSpc>
              <a:spcBef>
                <a:spcPts val="30"/>
              </a:spcBef>
            </a:pPr>
            <a:r>
              <a:rPr sz="2600" dirty="0">
                <a:latin typeface="Trebuchet MS"/>
                <a:cs typeface="Trebuchet MS"/>
              </a:rPr>
              <a:t>x</a:t>
            </a:r>
            <a:r>
              <a:rPr sz="2600" spc="-120" dirty="0">
                <a:latin typeface="Trebuchet MS"/>
                <a:cs typeface="Trebuchet MS"/>
              </a:rPr>
              <a:t>-</a:t>
            </a:r>
            <a:r>
              <a:rPr sz="2600" spc="15" dirty="0">
                <a:latin typeface="Trebuchet MS"/>
                <a:cs typeface="Trebuchet MS"/>
              </a:rPr>
              <a:t>&gt;</a:t>
            </a:r>
            <a:r>
              <a:rPr sz="2600" spc="20" dirty="0">
                <a:latin typeface="Trebuchet MS"/>
                <a:cs typeface="Trebuchet MS"/>
              </a:rPr>
              <a:t>h</a:t>
            </a:r>
            <a:r>
              <a:rPr sz="2600" spc="-170" dirty="0">
                <a:latin typeface="Trebuchet MS"/>
                <a:cs typeface="Trebuchet MS"/>
              </a:rPr>
              <a:t>ei</a:t>
            </a:r>
            <a:r>
              <a:rPr sz="2600" spc="-200" dirty="0">
                <a:latin typeface="Trebuchet MS"/>
                <a:cs typeface="Trebuchet MS"/>
              </a:rPr>
              <a:t>g</a:t>
            </a:r>
            <a:r>
              <a:rPr sz="2600" spc="-45" dirty="0">
                <a:latin typeface="Trebuchet MS"/>
                <a:cs typeface="Trebuchet MS"/>
              </a:rPr>
              <a:t>ht=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max(</a:t>
            </a:r>
            <a:r>
              <a:rPr sz="2600" spc="-125" dirty="0">
                <a:latin typeface="Trebuchet MS"/>
                <a:cs typeface="Trebuchet MS"/>
              </a:rPr>
              <a:t>h</a:t>
            </a:r>
            <a:r>
              <a:rPr sz="2600" spc="-170" dirty="0">
                <a:latin typeface="Trebuchet MS"/>
                <a:cs typeface="Trebuchet MS"/>
              </a:rPr>
              <a:t>ei</a:t>
            </a:r>
            <a:r>
              <a:rPr sz="2600" spc="-200" dirty="0">
                <a:latin typeface="Trebuchet MS"/>
                <a:cs typeface="Trebuchet MS"/>
              </a:rPr>
              <a:t>g</a:t>
            </a:r>
            <a:r>
              <a:rPr sz="2600" spc="-100" dirty="0">
                <a:latin typeface="Trebuchet MS"/>
                <a:cs typeface="Trebuchet MS"/>
              </a:rPr>
              <a:t>ht(x</a:t>
            </a:r>
            <a:r>
              <a:rPr sz="2600" spc="-120" dirty="0">
                <a:latin typeface="Trebuchet MS"/>
                <a:cs typeface="Trebuchet MS"/>
              </a:rPr>
              <a:t>-</a:t>
            </a:r>
            <a:r>
              <a:rPr sz="2600" spc="145" dirty="0">
                <a:latin typeface="Trebuchet MS"/>
                <a:cs typeface="Trebuchet MS"/>
              </a:rPr>
              <a:t>&gt;</a:t>
            </a:r>
            <a:r>
              <a:rPr sz="2600" spc="-235" dirty="0">
                <a:latin typeface="Trebuchet MS"/>
                <a:cs typeface="Trebuchet MS"/>
              </a:rPr>
              <a:t>left)</a:t>
            </a:r>
            <a:r>
              <a:rPr sz="2600" spc="-210" dirty="0">
                <a:latin typeface="Trebuchet MS"/>
                <a:cs typeface="Trebuchet MS"/>
              </a:rPr>
              <a:t>,</a:t>
            </a:r>
            <a:r>
              <a:rPr sz="2600" spc="-350" dirty="0">
                <a:latin typeface="Trebuchet MS"/>
                <a:cs typeface="Trebuchet MS"/>
              </a:rPr>
              <a:t> </a:t>
            </a:r>
            <a:r>
              <a:rPr sz="2600" spc="-185" dirty="0">
                <a:latin typeface="Trebuchet MS"/>
                <a:cs typeface="Trebuchet MS"/>
              </a:rPr>
              <a:t>he</a:t>
            </a:r>
            <a:r>
              <a:rPr sz="2600" spc="-90" dirty="0">
                <a:latin typeface="Trebuchet MS"/>
                <a:cs typeface="Trebuchet MS"/>
              </a:rPr>
              <a:t>i</a:t>
            </a:r>
            <a:r>
              <a:rPr sz="2600" spc="-150" dirty="0">
                <a:latin typeface="Trebuchet MS"/>
                <a:cs typeface="Trebuchet MS"/>
              </a:rPr>
              <a:t>g</a:t>
            </a:r>
            <a:r>
              <a:rPr sz="2600" spc="-160" dirty="0">
                <a:latin typeface="Trebuchet MS"/>
                <a:cs typeface="Trebuchet MS"/>
              </a:rPr>
              <a:t>h</a:t>
            </a:r>
            <a:r>
              <a:rPr sz="2600" spc="-85" dirty="0">
                <a:latin typeface="Trebuchet MS"/>
                <a:cs typeface="Trebuchet MS"/>
              </a:rPr>
              <a:t>t(</a:t>
            </a:r>
            <a:r>
              <a:rPr sz="2600" spc="-105" dirty="0">
                <a:latin typeface="Trebuchet MS"/>
                <a:cs typeface="Trebuchet MS"/>
              </a:rPr>
              <a:t>x</a:t>
            </a:r>
            <a:r>
              <a:rPr sz="2600" spc="-120" dirty="0">
                <a:latin typeface="Trebuchet MS"/>
                <a:cs typeface="Trebuchet MS"/>
              </a:rPr>
              <a:t>-</a:t>
            </a:r>
            <a:r>
              <a:rPr sz="2600" spc="145" dirty="0">
                <a:latin typeface="Trebuchet MS"/>
                <a:cs typeface="Trebuchet MS"/>
              </a:rPr>
              <a:t>&gt;</a:t>
            </a:r>
            <a:r>
              <a:rPr sz="2600" spc="5" dirty="0">
                <a:latin typeface="Trebuchet MS"/>
                <a:cs typeface="Trebuchet MS"/>
              </a:rPr>
              <a:t>r</a:t>
            </a:r>
            <a:r>
              <a:rPr sz="2600" spc="-140" dirty="0">
                <a:latin typeface="Trebuchet MS"/>
                <a:cs typeface="Trebuchet MS"/>
              </a:rPr>
              <a:t>i</a:t>
            </a:r>
            <a:r>
              <a:rPr sz="2600" spc="-229" dirty="0">
                <a:latin typeface="Trebuchet MS"/>
                <a:cs typeface="Trebuchet MS"/>
              </a:rPr>
              <a:t>g</a:t>
            </a:r>
            <a:r>
              <a:rPr sz="2600" spc="-165" dirty="0">
                <a:latin typeface="Trebuchet MS"/>
                <a:cs typeface="Trebuchet MS"/>
              </a:rPr>
              <a:t>h</a:t>
            </a:r>
            <a:r>
              <a:rPr sz="2600" spc="-135" dirty="0">
                <a:latin typeface="Trebuchet MS"/>
                <a:cs typeface="Trebuchet MS"/>
              </a:rPr>
              <a:t>t</a:t>
            </a:r>
            <a:r>
              <a:rPr sz="2600" spc="-25" dirty="0">
                <a:latin typeface="Trebuchet MS"/>
                <a:cs typeface="Trebuchet MS"/>
              </a:rPr>
              <a:t>))</a:t>
            </a:r>
            <a:r>
              <a:rPr sz="2600" spc="-45" dirty="0">
                <a:latin typeface="Trebuchet MS"/>
                <a:cs typeface="Trebuchet MS"/>
              </a:rPr>
              <a:t>+</a:t>
            </a:r>
            <a:r>
              <a:rPr sz="2600" spc="-180" dirty="0">
                <a:latin typeface="Trebuchet MS"/>
                <a:cs typeface="Trebuchet MS"/>
              </a:rPr>
              <a:t>1;  </a:t>
            </a:r>
            <a:r>
              <a:rPr sz="2600" spc="-150" dirty="0">
                <a:latin typeface="Trebuchet MS"/>
                <a:cs typeface="Trebuchet MS"/>
              </a:rPr>
              <a:t>y</a:t>
            </a:r>
            <a:r>
              <a:rPr sz="2600" spc="-120" dirty="0">
                <a:latin typeface="Trebuchet MS"/>
                <a:cs typeface="Trebuchet MS"/>
              </a:rPr>
              <a:t>-</a:t>
            </a:r>
            <a:r>
              <a:rPr sz="2600" spc="155" dirty="0">
                <a:latin typeface="Trebuchet MS"/>
                <a:cs typeface="Trebuchet MS"/>
              </a:rPr>
              <a:t>&gt;</a:t>
            </a:r>
            <a:r>
              <a:rPr sz="2600" spc="-185" dirty="0">
                <a:latin typeface="Trebuchet MS"/>
                <a:cs typeface="Trebuchet MS"/>
              </a:rPr>
              <a:t>he</a:t>
            </a:r>
            <a:r>
              <a:rPr sz="2600" spc="-90" dirty="0">
                <a:latin typeface="Trebuchet MS"/>
                <a:cs typeface="Trebuchet MS"/>
              </a:rPr>
              <a:t>i</a:t>
            </a:r>
            <a:r>
              <a:rPr sz="2600" spc="-150" dirty="0">
                <a:latin typeface="Trebuchet MS"/>
                <a:cs typeface="Trebuchet MS"/>
              </a:rPr>
              <a:t>g</a:t>
            </a:r>
            <a:r>
              <a:rPr sz="2600" spc="-160" dirty="0">
                <a:latin typeface="Trebuchet MS"/>
                <a:cs typeface="Trebuchet MS"/>
              </a:rPr>
              <a:t>h</a:t>
            </a:r>
            <a:r>
              <a:rPr sz="2600" spc="-5" dirty="0">
                <a:latin typeface="Trebuchet MS"/>
                <a:cs typeface="Trebuchet MS"/>
              </a:rPr>
              <a:t>t=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max(height</a:t>
            </a:r>
            <a:r>
              <a:rPr sz="2600" spc="-125" dirty="0">
                <a:latin typeface="Trebuchet MS"/>
                <a:cs typeface="Trebuchet MS"/>
              </a:rPr>
              <a:t>(</a:t>
            </a:r>
            <a:r>
              <a:rPr sz="2600" spc="-145" dirty="0">
                <a:latin typeface="Trebuchet MS"/>
                <a:cs typeface="Trebuchet MS"/>
              </a:rPr>
              <a:t>y</a:t>
            </a:r>
            <a:r>
              <a:rPr sz="2600" spc="-120" dirty="0">
                <a:latin typeface="Trebuchet MS"/>
                <a:cs typeface="Trebuchet MS"/>
              </a:rPr>
              <a:t>-</a:t>
            </a:r>
            <a:r>
              <a:rPr sz="2600" spc="145" dirty="0">
                <a:latin typeface="Trebuchet MS"/>
                <a:cs typeface="Trebuchet MS"/>
              </a:rPr>
              <a:t>&gt;</a:t>
            </a:r>
            <a:r>
              <a:rPr sz="2600" spc="-235" dirty="0">
                <a:latin typeface="Trebuchet MS"/>
                <a:cs typeface="Trebuchet MS"/>
              </a:rPr>
              <a:t>left)</a:t>
            </a:r>
            <a:r>
              <a:rPr sz="2600" spc="-210" dirty="0">
                <a:latin typeface="Trebuchet MS"/>
                <a:cs typeface="Trebuchet MS"/>
              </a:rPr>
              <a:t>,</a:t>
            </a:r>
            <a:r>
              <a:rPr sz="2600" spc="-360" dirty="0">
                <a:latin typeface="Trebuchet MS"/>
                <a:cs typeface="Trebuchet MS"/>
              </a:rPr>
              <a:t> </a:t>
            </a:r>
            <a:r>
              <a:rPr sz="2600" spc="-185" dirty="0">
                <a:latin typeface="Trebuchet MS"/>
                <a:cs typeface="Trebuchet MS"/>
              </a:rPr>
              <a:t>he</a:t>
            </a:r>
            <a:r>
              <a:rPr sz="2600" spc="-90" dirty="0">
                <a:latin typeface="Trebuchet MS"/>
                <a:cs typeface="Trebuchet MS"/>
              </a:rPr>
              <a:t>i</a:t>
            </a:r>
            <a:r>
              <a:rPr sz="2600" spc="-150" dirty="0">
                <a:latin typeface="Trebuchet MS"/>
                <a:cs typeface="Trebuchet MS"/>
              </a:rPr>
              <a:t>g</a:t>
            </a:r>
            <a:r>
              <a:rPr sz="2600" spc="-160" dirty="0">
                <a:latin typeface="Trebuchet MS"/>
                <a:cs typeface="Trebuchet MS"/>
              </a:rPr>
              <a:t>h</a:t>
            </a:r>
            <a:r>
              <a:rPr sz="2600" spc="-140" dirty="0">
                <a:latin typeface="Trebuchet MS"/>
                <a:cs typeface="Trebuchet MS"/>
              </a:rPr>
              <a:t>t(y</a:t>
            </a:r>
            <a:r>
              <a:rPr sz="2600" spc="-120" dirty="0">
                <a:latin typeface="Trebuchet MS"/>
                <a:cs typeface="Trebuchet MS"/>
              </a:rPr>
              <a:t>-</a:t>
            </a:r>
            <a:r>
              <a:rPr sz="2600" spc="155" dirty="0">
                <a:latin typeface="Trebuchet MS"/>
                <a:cs typeface="Trebuchet MS"/>
              </a:rPr>
              <a:t>&gt;</a:t>
            </a:r>
            <a:r>
              <a:rPr sz="2600" spc="-130" dirty="0">
                <a:latin typeface="Trebuchet MS"/>
                <a:cs typeface="Trebuchet MS"/>
              </a:rPr>
              <a:t>righ</a:t>
            </a:r>
            <a:r>
              <a:rPr sz="2600" spc="-135" dirty="0">
                <a:latin typeface="Trebuchet MS"/>
                <a:cs typeface="Trebuchet MS"/>
              </a:rPr>
              <a:t>t</a:t>
            </a:r>
            <a:r>
              <a:rPr sz="2600" spc="-25" dirty="0">
                <a:latin typeface="Trebuchet MS"/>
                <a:cs typeface="Trebuchet MS"/>
              </a:rPr>
              <a:t>))</a:t>
            </a:r>
            <a:r>
              <a:rPr sz="2600" spc="-45" dirty="0">
                <a:latin typeface="Trebuchet MS"/>
                <a:cs typeface="Trebuchet MS"/>
              </a:rPr>
              <a:t>+</a:t>
            </a:r>
            <a:r>
              <a:rPr sz="2600" spc="-180" dirty="0">
                <a:latin typeface="Trebuchet MS"/>
                <a:cs typeface="Trebuchet MS"/>
              </a:rPr>
              <a:t>1;  </a:t>
            </a:r>
            <a:r>
              <a:rPr sz="2800" spc="-110" dirty="0">
                <a:latin typeface="Trebuchet MS"/>
                <a:cs typeface="Trebuchet MS"/>
              </a:rPr>
              <a:t>return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x;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400" spc="-85" dirty="0">
                <a:latin typeface="Trebuchet MS"/>
                <a:cs typeface="Trebuchet MS"/>
              </a:rPr>
              <a:t>}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553200" y="16764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5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6248400" y="21336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26670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6553200" y="26670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8001000" y="16764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21336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8382000" y="22098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5</a:t>
            </a:r>
            <a:endParaRPr lang="en-US" b="1" dirty="0"/>
          </a:p>
        </p:txBody>
      </p:sp>
      <p:sp>
        <p:nvSpPr>
          <p:cNvPr id="24" name="Oval 23"/>
          <p:cNvSpPr/>
          <p:nvPr/>
        </p:nvSpPr>
        <p:spPr>
          <a:xfrm>
            <a:off x="8001000" y="2743200"/>
            <a:ext cx="381000" cy="381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cxnSp>
        <p:nvCxnSpPr>
          <p:cNvPr id="25" name="Straight Connector 24"/>
          <p:cNvCxnSpPr>
            <a:endCxn id="18" idx="0"/>
          </p:cNvCxnSpPr>
          <p:nvPr/>
        </p:nvCxnSpPr>
        <p:spPr>
          <a:xfrm flipH="1">
            <a:off x="6438900" y="2057400"/>
            <a:ext cx="266700" cy="7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8" idx="3"/>
          </p:cNvCxnSpPr>
          <p:nvPr/>
        </p:nvCxnSpPr>
        <p:spPr>
          <a:xfrm flipH="1">
            <a:off x="6096000" y="2458804"/>
            <a:ext cx="208196" cy="208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0" idx="1"/>
          </p:cNvCxnSpPr>
          <p:nvPr/>
        </p:nvCxnSpPr>
        <p:spPr>
          <a:xfrm>
            <a:off x="6477000" y="2514600"/>
            <a:ext cx="131996" cy="208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22" idx="7"/>
          </p:cNvCxnSpPr>
          <p:nvPr/>
        </p:nvCxnSpPr>
        <p:spPr>
          <a:xfrm flipH="1">
            <a:off x="7869004" y="1981200"/>
            <a:ext cx="208196" cy="208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23" idx="1"/>
          </p:cNvCxnSpPr>
          <p:nvPr/>
        </p:nvCxnSpPr>
        <p:spPr>
          <a:xfrm>
            <a:off x="8229600" y="2057400"/>
            <a:ext cx="208196" cy="208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endCxn id="24" idx="0"/>
          </p:cNvCxnSpPr>
          <p:nvPr/>
        </p:nvCxnSpPr>
        <p:spPr>
          <a:xfrm flipH="1">
            <a:off x="8191500" y="2590800"/>
            <a:ext cx="266700" cy="152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ight Arrow 37"/>
          <p:cNvSpPr/>
          <p:nvPr/>
        </p:nvSpPr>
        <p:spPr>
          <a:xfrm>
            <a:off x="7010400" y="2286000"/>
            <a:ext cx="304800" cy="2286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477000" y="1295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686800" y="19050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19800" y="19050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x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29600" y="13716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x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0" y="2819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0" y="29718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3364991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26606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25" dirty="0">
                <a:solidFill>
                  <a:srgbClr val="562213"/>
                </a:solidFill>
              </a:rPr>
              <a:t>Fin</a:t>
            </a:r>
            <a:r>
              <a:rPr sz="4300" spc="-290" dirty="0">
                <a:solidFill>
                  <a:srgbClr val="562213"/>
                </a:solidFill>
              </a:rPr>
              <a:t>d</a:t>
            </a:r>
            <a:r>
              <a:rPr sz="4300" spc="-260" dirty="0">
                <a:solidFill>
                  <a:srgbClr val="562213"/>
                </a:solidFill>
              </a:rPr>
              <a:t>in</a:t>
            </a:r>
            <a:r>
              <a:rPr sz="4300" spc="-305" dirty="0">
                <a:solidFill>
                  <a:srgbClr val="562213"/>
                </a:solidFill>
              </a:rPr>
              <a:t>g</a:t>
            </a:r>
            <a:r>
              <a:rPr sz="4300" spc="-105" dirty="0">
                <a:solidFill>
                  <a:srgbClr val="562213"/>
                </a:solidFill>
              </a:rPr>
              <a:t> </a:t>
            </a:r>
            <a:r>
              <a:rPr sz="4300" spc="310" dirty="0">
                <a:solidFill>
                  <a:srgbClr val="562213"/>
                </a:solidFill>
              </a:rPr>
              <a:t>M</a:t>
            </a:r>
            <a:r>
              <a:rPr sz="4300" spc="-215" dirty="0">
                <a:solidFill>
                  <a:srgbClr val="562213"/>
                </a:solidFill>
              </a:rPr>
              <a:t>ax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380489" y="1236300"/>
            <a:ext cx="7206615" cy="397382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spc="-60" dirty="0">
                <a:latin typeface="Trebuchet MS"/>
                <a:cs typeface="Trebuchet MS"/>
              </a:rPr>
              <a:t>Max(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75" dirty="0">
                <a:latin typeface="Trebuchet MS"/>
                <a:cs typeface="Trebuchet MS"/>
              </a:rPr>
              <a:t>a,b)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spc="-110" dirty="0">
                <a:latin typeface="Trebuchet MS"/>
                <a:cs typeface="Trebuchet MS"/>
              </a:rPr>
              <a:t>{</a:t>
            </a:r>
            <a:endParaRPr sz="320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600"/>
              </a:spcBef>
            </a:pP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45" dirty="0">
                <a:latin typeface="Trebuchet MS"/>
                <a:cs typeface="Trebuchet MS"/>
              </a:rPr>
              <a:t>etu</a:t>
            </a:r>
            <a:r>
              <a:rPr sz="3200" spc="-110" dirty="0">
                <a:latin typeface="Trebuchet MS"/>
                <a:cs typeface="Trebuchet MS"/>
              </a:rPr>
              <a:t>r</a:t>
            </a:r>
            <a:r>
              <a:rPr sz="3200" spc="-120" dirty="0">
                <a:latin typeface="Trebuchet MS"/>
                <a:cs typeface="Trebuchet MS"/>
              </a:rPr>
              <a:t>n(a&gt;b)?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300" dirty="0">
                <a:latin typeface="Trebuchet MS"/>
                <a:cs typeface="Trebuchet MS"/>
              </a:rPr>
              <a:t>a:</a:t>
            </a:r>
            <a:r>
              <a:rPr sz="3200" spc="-365" dirty="0">
                <a:latin typeface="Trebuchet MS"/>
                <a:cs typeface="Trebuchet MS"/>
              </a:rPr>
              <a:t>b</a:t>
            </a:r>
            <a:r>
              <a:rPr sz="3200" spc="-445" dirty="0">
                <a:latin typeface="Trebuchet MS"/>
                <a:cs typeface="Trebuchet MS"/>
              </a:rPr>
              <a:t>;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200" spc="-110" dirty="0">
                <a:latin typeface="Trebuchet MS"/>
                <a:cs typeface="Trebuchet MS"/>
              </a:rPr>
              <a:t>}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250" dirty="0">
                <a:solidFill>
                  <a:srgbClr val="FF0000"/>
                </a:solidFill>
                <a:latin typeface="Trebuchet MS"/>
                <a:cs typeface="Trebuchet MS"/>
              </a:rPr>
              <a:t>//Returns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55" dirty="0">
                <a:solidFill>
                  <a:srgbClr val="FF0000"/>
                </a:solidFill>
                <a:latin typeface="Trebuchet MS"/>
                <a:cs typeface="Trebuchet MS"/>
              </a:rPr>
              <a:t>whic</a:t>
            </a:r>
            <a:r>
              <a:rPr sz="3200" spc="-160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2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spc="-16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max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spc="-225" dirty="0">
                <a:solidFill>
                  <a:srgbClr val="FF0000"/>
                </a:solidFill>
                <a:latin typeface="Trebuchet MS"/>
                <a:cs typeface="Trebuchet MS"/>
              </a:rPr>
              <a:t>m</a:t>
            </a:r>
            <a:r>
              <a:rPr sz="3200" spc="-165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70" dirty="0">
                <a:solidFill>
                  <a:srgbClr val="FF0000"/>
                </a:solidFill>
                <a:latin typeface="Trebuchet MS"/>
                <a:cs typeface="Trebuchet MS"/>
              </a:rPr>
              <a:t>among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31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80" dirty="0">
                <a:solidFill>
                  <a:srgbClr val="FF0000"/>
                </a:solidFill>
                <a:latin typeface="Trebuchet MS"/>
                <a:cs typeface="Trebuchet MS"/>
              </a:rPr>
              <a:t>b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7532" y="0"/>
            <a:ext cx="4695444" cy="93421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45844" y="0"/>
            <a:ext cx="405892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125" dirty="0">
                <a:solidFill>
                  <a:srgbClr val="562213"/>
                </a:solidFill>
              </a:rPr>
              <a:t>Inse</a:t>
            </a:r>
            <a:r>
              <a:rPr sz="3900" spc="-35" dirty="0">
                <a:solidFill>
                  <a:srgbClr val="562213"/>
                </a:solidFill>
              </a:rPr>
              <a:t>r</a:t>
            </a:r>
            <a:r>
              <a:rPr sz="3900" spc="-150" dirty="0">
                <a:solidFill>
                  <a:srgbClr val="562213"/>
                </a:solidFill>
              </a:rPr>
              <a:t>tio</a:t>
            </a:r>
            <a:r>
              <a:rPr sz="3900" spc="-195" dirty="0">
                <a:solidFill>
                  <a:srgbClr val="562213"/>
                </a:solidFill>
              </a:rPr>
              <a:t>n</a:t>
            </a:r>
            <a:r>
              <a:rPr sz="3900" spc="-95" dirty="0">
                <a:solidFill>
                  <a:srgbClr val="562213"/>
                </a:solidFill>
              </a:rPr>
              <a:t> </a:t>
            </a:r>
            <a:r>
              <a:rPr sz="3900" spc="30" dirty="0">
                <a:solidFill>
                  <a:srgbClr val="562213"/>
                </a:solidFill>
              </a:rPr>
              <a:t>Ope</a:t>
            </a:r>
            <a:r>
              <a:rPr sz="3900" spc="25" dirty="0">
                <a:solidFill>
                  <a:srgbClr val="562213"/>
                </a:solidFill>
              </a:rPr>
              <a:t>r</a:t>
            </a:r>
            <a:r>
              <a:rPr sz="3900" spc="-204" dirty="0">
                <a:solidFill>
                  <a:srgbClr val="562213"/>
                </a:solidFill>
              </a:rPr>
              <a:t>ation</a:t>
            </a:r>
            <a:endParaRPr sz="3900"/>
          </a:p>
        </p:txBody>
      </p:sp>
      <p:sp>
        <p:nvSpPr>
          <p:cNvPr id="16" name="object 16"/>
          <p:cNvSpPr txBox="1"/>
          <p:nvPr/>
        </p:nvSpPr>
        <p:spPr>
          <a:xfrm>
            <a:off x="1304289" y="629157"/>
            <a:ext cx="4053204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5" dirty="0">
                <a:latin typeface="Trebuchet MS"/>
                <a:cs typeface="Trebuchet MS"/>
              </a:rPr>
              <a:t>i</a:t>
            </a:r>
            <a:r>
              <a:rPr sz="2600" spc="-185" dirty="0">
                <a:latin typeface="Trebuchet MS"/>
                <a:cs typeface="Trebuchet MS"/>
              </a:rPr>
              <a:t>n</a:t>
            </a:r>
            <a:r>
              <a:rPr sz="2600" spc="-75" dirty="0">
                <a:latin typeface="Trebuchet MS"/>
                <a:cs typeface="Trebuchet MS"/>
              </a:rPr>
              <a:t>se</a:t>
            </a:r>
            <a:r>
              <a:rPr sz="2600" spc="-25" dirty="0">
                <a:latin typeface="Trebuchet MS"/>
                <a:cs typeface="Trebuchet MS"/>
              </a:rPr>
              <a:t>r</a:t>
            </a:r>
            <a:r>
              <a:rPr sz="2600" spc="-145" dirty="0">
                <a:latin typeface="Trebuchet MS"/>
                <a:cs typeface="Trebuchet MS"/>
              </a:rPr>
              <a:t>t</a:t>
            </a:r>
            <a:r>
              <a:rPr sz="2600" spc="-140" dirty="0">
                <a:latin typeface="Trebuchet MS"/>
                <a:cs typeface="Trebuchet MS"/>
              </a:rPr>
              <a:t>(</a:t>
            </a:r>
            <a:r>
              <a:rPr sz="2600" spc="-110" dirty="0">
                <a:latin typeface="Trebuchet MS"/>
                <a:cs typeface="Trebuchet MS"/>
              </a:rPr>
              <a:t>s</a:t>
            </a:r>
            <a:r>
              <a:rPr sz="2600" spc="-120" dirty="0">
                <a:latin typeface="Trebuchet MS"/>
                <a:cs typeface="Trebuchet MS"/>
              </a:rPr>
              <a:t>t</a:t>
            </a:r>
            <a:r>
              <a:rPr sz="2600" spc="-105" dirty="0">
                <a:latin typeface="Trebuchet MS"/>
                <a:cs typeface="Trebuchet MS"/>
              </a:rPr>
              <a:t>ruct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130" dirty="0">
                <a:latin typeface="Trebuchet MS"/>
                <a:cs typeface="Trebuchet MS"/>
              </a:rPr>
              <a:t>*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n</a:t>
            </a:r>
            <a:r>
              <a:rPr sz="2600" spc="-85" dirty="0">
                <a:latin typeface="Trebuchet MS"/>
                <a:cs typeface="Trebuchet MS"/>
              </a:rPr>
              <a:t>od</a:t>
            </a:r>
            <a:r>
              <a:rPr sz="2600" spc="-35" dirty="0">
                <a:latin typeface="Trebuchet MS"/>
                <a:cs typeface="Trebuchet MS"/>
              </a:rPr>
              <a:t>e</a:t>
            </a:r>
            <a:r>
              <a:rPr sz="2600" spc="-385" dirty="0">
                <a:latin typeface="Trebuchet MS"/>
                <a:cs typeface="Trebuchet MS"/>
              </a:rPr>
              <a:t>,</a:t>
            </a:r>
            <a:r>
              <a:rPr sz="2600" spc="-320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</a:t>
            </a:r>
            <a:r>
              <a:rPr sz="2600" spc="-185" dirty="0">
                <a:latin typeface="Trebuchet MS"/>
                <a:cs typeface="Trebuchet MS"/>
              </a:rPr>
              <a:t>n</a:t>
            </a:r>
            <a:r>
              <a:rPr sz="2600" spc="-165" dirty="0">
                <a:latin typeface="Trebuchet MS"/>
                <a:cs typeface="Trebuchet MS"/>
              </a:rPr>
              <a:t>t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229" dirty="0">
                <a:latin typeface="Trebuchet MS"/>
                <a:cs typeface="Trebuchet MS"/>
              </a:rPr>
              <a:t>va</a:t>
            </a:r>
            <a:r>
              <a:rPr sz="2600" spc="-130" dirty="0">
                <a:latin typeface="Trebuchet MS"/>
                <a:cs typeface="Trebuchet MS"/>
              </a:rPr>
              <a:t>l</a:t>
            </a:r>
            <a:r>
              <a:rPr sz="2600" spc="-135" dirty="0">
                <a:latin typeface="Trebuchet MS"/>
                <a:cs typeface="Trebuchet MS"/>
              </a:rPr>
              <a:t>ue)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90" dirty="0">
                <a:latin typeface="Trebuchet MS"/>
                <a:cs typeface="Trebuchet MS"/>
              </a:rPr>
              <a:t>{</a:t>
            </a:r>
            <a:endParaRPr sz="260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</a:pPr>
            <a:r>
              <a:rPr sz="2600" spc="-130" dirty="0">
                <a:latin typeface="Trebuchet MS"/>
                <a:cs typeface="Trebuchet MS"/>
              </a:rPr>
              <a:t>if(n</a:t>
            </a:r>
            <a:r>
              <a:rPr sz="2600" spc="-170" dirty="0">
                <a:latin typeface="Trebuchet MS"/>
                <a:cs typeface="Trebuchet MS"/>
              </a:rPr>
              <a:t>o</a:t>
            </a:r>
            <a:r>
              <a:rPr sz="2600" spc="-150" dirty="0">
                <a:latin typeface="Trebuchet MS"/>
                <a:cs typeface="Trebuchet MS"/>
              </a:rPr>
              <a:t>de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155" dirty="0">
                <a:latin typeface="Trebuchet MS"/>
                <a:cs typeface="Trebuchet MS"/>
              </a:rPr>
              <a:t>==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114" dirty="0">
                <a:latin typeface="Trebuchet MS"/>
                <a:cs typeface="Trebuchet MS"/>
              </a:rPr>
              <a:t>NUL</a:t>
            </a:r>
            <a:r>
              <a:rPr sz="2600" spc="85" dirty="0">
                <a:latin typeface="Trebuchet MS"/>
                <a:cs typeface="Trebuchet MS"/>
              </a:rPr>
              <a:t>L</a:t>
            </a:r>
            <a:r>
              <a:rPr sz="2600" spc="-114" dirty="0">
                <a:latin typeface="Trebuchet MS"/>
                <a:cs typeface="Trebuchet MS"/>
              </a:rPr>
              <a:t>)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4289" y="1817954"/>
            <a:ext cx="7089140" cy="4782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0" marR="2077085" indent="914400">
              <a:lnSpc>
                <a:spcPct val="100000"/>
              </a:lnSpc>
              <a:spcBef>
                <a:spcPts val="105"/>
              </a:spcBef>
            </a:pPr>
            <a:r>
              <a:rPr sz="2600" spc="-30" dirty="0">
                <a:latin typeface="Trebuchet MS"/>
                <a:cs typeface="Trebuchet MS"/>
              </a:rPr>
              <a:t>r</a:t>
            </a:r>
            <a:r>
              <a:rPr sz="2600" spc="-110" dirty="0">
                <a:latin typeface="Trebuchet MS"/>
                <a:cs typeface="Trebuchet MS"/>
              </a:rPr>
              <a:t>eturn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n</a:t>
            </a:r>
            <a:r>
              <a:rPr sz="2600" spc="-180" dirty="0">
                <a:latin typeface="Trebuchet MS"/>
                <a:cs typeface="Trebuchet MS"/>
              </a:rPr>
              <a:t>e</a:t>
            </a:r>
            <a:r>
              <a:rPr sz="2600" spc="160" dirty="0">
                <a:latin typeface="Trebuchet MS"/>
                <a:cs typeface="Trebuchet MS"/>
              </a:rPr>
              <a:t>w</a:t>
            </a:r>
            <a:r>
              <a:rPr sz="2600" spc="130" dirty="0">
                <a:latin typeface="Trebuchet MS"/>
                <a:cs typeface="Trebuchet MS"/>
              </a:rPr>
              <a:t>N</a:t>
            </a:r>
            <a:r>
              <a:rPr sz="2600" spc="-145" dirty="0">
                <a:latin typeface="Trebuchet MS"/>
                <a:cs typeface="Trebuchet MS"/>
              </a:rPr>
              <a:t>ode(va</a:t>
            </a:r>
            <a:r>
              <a:rPr sz="2600" spc="-80" dirty="0">
                <a:latin typeface="Trebuchet MS"/>
                <a:cs typeface="Trebuchet MS"/>
              </a:rPr>
              <a:t>l</a:t>
            </a:r>
            <a:r>
              <a:rPr sz="2600" spc="-170" dirty="0">
                <a:latin typeface="Trebuchet MS"/>
                <a:cs typeface="Trebuchet MS"/>
              </a:rPr>
              <a:t>ue);  </a:t>
            </a:r>
            <a:r>
              <a:rPr sz="2600" spc="-215" dirty="0">
                <a:latin typeface="Trebuchet MS"/>
                <a:cs typeface="Trebuchet MS"/>
              </a:rPr>
              <a:t>if(va</a:t>
            </a:r>
            <a:r>
              <a:rPr sz="2600" spc="-145" dirty="0">
                <a:latin typeface="Trebuchet MS"/>
                <a:cs typeface="Trebuchet MS"/>
              </a:rPr>
              <a:t>lue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155" dirty="0">
                <a:latin typeface="Trebuchet MS"/>
                <a:cs typeface="Trebuchet MS"/>
              </a:rPr>
              <a:t>&lt;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n</a:t>
            </a:r>
            <a:r>
              <a:rPr sz="2600" spc="-35" dirty="0">
                <a:latin typeface="Trebuchet MS"/>
                <a:cs typeface="Trebuchet MS"/>
              </a:rPr>
              <a:t>o</a:t>
            </a:r>
            <a:r>
              <a:rPr sz="2600" spc="-150" dirty="0">
                <a:latin typeface="Trebuchet MS"/>
                <a:cs typeface="Trebuchet MS"/>
              </a:rPr>
              <a:t>d</a:t>
            </a:r>
            <a:r>
              <a:rPr sz="2600" spc="-130" dirty="0">
                <a:latin typeface="Trebuchet MS"/>
                <a:cs typeface="Trebuchet MS"/>
              </a:rPr>
              <a:t>e</a:t>
            </a:r>
            <a:r>
              <a:rPr sz="2600" spc="-120" dirty="0">
                <a:latin typeface="Trebuchet MS"/>
                <a:cs typeface="Trebuchet MS"/>
              </a:rPr>
              <a:t>-</a:t>
            </a:r>
            <a:r>
              <a:rPr sz="2600" spc="-130" dirty="0">
                <a:latin typeface="Trebuchet MS"/>
                <a:cs typeface="Trebuchet MS"/>
              </a:rPr>
              <a:t>&gt;data</a:t>
            </a:r>
            <a:r>
              <a:rPr sz="2600" spc="-114" dirty="0">
                <a:latin typeface="Trebuchet MS"/>
                <a:cs typeface="Trebuchet MS"/>
              </a:rPr>
              <a:t>)</a:t>
            </a:r>
            <a:endParaRPr sz="2600" dirty="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</a:pPr>
            <a:r>
              <a:rPr sz="2600" spc="-90" dirty="0">
                <a:latin typeface="Trebuchet MS"/>
                <a:cs typeface="Trebuchet MS"/>
              </a:rPr>
              <a:t>{</a:t>
            </a:r>
            <a:endParaRPr sz="2600" dirty="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</a:pPr>
            <a:r>
              <a:rPr sz="2600" b="1" spc="20" dirty="0" smtClean="0">
                <a:solidFill>
                  <a:srgbClr val="00AF50"/>
                </a:solidFill>
                <a:latin typeface="Trebuchet MS"/>
                <a:cs typeface="Trebuchet MS"/>
              </a:rPr>
              <a:t>no</a:t>
            </a:r>
            <a:r>
              <a:rPr sz="2600" b="1" spc="30" dirty="0" smtClean="0">
                <a:solidFill>
                  <a:srgbClr val="00AF50"/>
                </a:solidFill>
                <a:latin typeface="Trebuchet MS"/>
                <a:cs typeface="Trebuchet MS"/>
              </a:rPr>
              <a:t>d</a:t>
            </a:r>
            <a:r>
              <a:rPr sz="2600" b="1" spc="-55" dirty="0" smtClean="0">
                <a:solidFill>
                  <a:srgbClr val="00AF50"/>
                </a:solidFill>
                <a:latin typeface="Trebuchet MS"/>
                <a:cs typeface="Trebuchet MS"/>
              </a:rPr>
              <a:t>e</a:t>
            </a:r>
            <a:r>
              <a:rPr sz="2600" b="1" spc="-95" dirty="0" smtClean="0">
                <a:solidFill>
                  <a:srgbClr val="00AF50"/>
                </a:solidFill>
                <a:latin typeface="Trebuchet MS"/>
                <a:cs typeface="Trebuchet MS"/>
              </a:rPr>
              <a:t>-</a:t>
            </a:r>
            <a:r>
              <a:rPr sz="2600" b="1" spc="-5" dirty="0">
                <a:solidFill>
                  <a:srgbClr val="00AF50"/>
                </a:solidFill>
                <a:latin typeface="Trebuchet MS"/>
                <a:cs typeface="Trebuchet MS"/>
              </a:rPr>
              <a:t>&gt;</a:t>
            </a:r>
            <a:r>
              <a:rPr sz="2600" b="1" spc="-80" dirty="0">
                <a:solidFill>
                  <a:srgbClr val="00AF50"/>
                </a:solidFill>
                <a:latin typeface="Trebuchet MS"/>
                <a:cs typeface="Trebuchet MS"/>
              </a:rPr>
              <a:t>l</a:t>
            </a:r>
            <a:r>
              <a:rPr sz="2600" b="1" spc="-70" dirty="0">
                <a:solidFill>
                  <a:srgbClr val="00AF50"/>
                </a:solidFill>
                <a:latin typeface="Trebuchet MS"/>
                <a:cs typeface="Trebuchet MS"/>
              </a:rPr>
              <a:t>eft</a:t>
            </a:r>
            <a:r>
              <a:rPr sz="2600" b="1" spc="-9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b="1" spc="-5" dirty="0">
                <a:solidFill>
                  <a:srgbClr val="00AF50"/>
                </a:solidFill>
                <a:latin typeface="Trebuchet MS"/>
                <a:cs typeface="Trebuchet MS"/>
              </a:rPr>
              <a:t>=</a:t>
            </a:r>
            <a:r>
              <a:rPr sz="2600" b="1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b="1" spc="-30" dirty="0">
                <a:solidFill>
                  <a:srgbClr val="00AF50"/>
                </a:solidFill>
                <a:latin typeface="Trebuchet MS"/>
                <a:cs typeface="Trebuchet MS"/>
              </a:rPr>
              <a:t>i</a:t>
            </a:r>
            <a:r>
              <a:rPr sz="2600" b="1" spc="-55" dirty="0">
                <a:solidFill>
                  <a:srgbClr val="00AF50"/>
                </a:solidFill>
                <a:latin typeface="Trebuchet MS"/>
                <a:cs typeface="Trebuchet MS"/>
              </a:rPr>
              <a:t>n</a:t>
            </a:r>
            <a:r>
              <a:rPr sz="2600" b="1" spc="-5" dirty="0">
                <a:solidFill>
                  <a:srgbClr val="00AF50"/>
                </a:solidFill>
                <a:latin typeface="Trebuchet MS"/>
                <a:cs typeface="Trebuchet MS"/>
              </a:rPr>
              <a:t>se</a:t>
            </a:r>
            <a:r>
              <a:rPr sz="2600" b="1" spc="45" dirty="0">
                <a:solidFill>
                  <a:srgbClr val="00AF50"/>
                </a:solidFill>
                <a:latin typeface="Trebuchet MS"/>
                <a:cs typeface="Trebuchet MS"/>
              </a:rPr>
              <a:t>r</a:t>
            </a:r>
            <a:r>
              <a:rPr sz="2600" b="1" spc="10" dirty="0">
                <a:solidFill>
                  <a:srgbClr val="00AF50"/>
                </a:solidFill>
                <a:latin typeface="Trebuchet MS"/>
                <a:cs typeface="Trebuchet MS"/>
              </a:rPr>
              <a:t>t(node</a:t>
            </a:r>
            <a:r>
              <a:rPr sz="2600" b="1" spc="-90" dirty="0">
                <a:solidFill>
                  <a:srgbClr val="00AF50"/>
                </a:solidFill>
                <a:latin typeface="Trebuchet MS"/>
                <a:cs typeface="Trebuchet MS"/>
              </a:rPr>
              <a:t>-</a:t>
            </a:r>
            <a:r>
              <a:rPr sz="2600" b="1" spc="-1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b="1" spc="-40" dirty="0">
                <a:solidFill>
                  <a:srgbClr val="00AF50"/>
                </a:solidFill>
                <a:latin typeface="Trebuchet MS"/>
                <a:cs typeface="Trebuchet MS"/>
              </a:rPr>
              <a:t>&gt;l</a:t>
            </a:r>
            <a:r>
              <a:rPr sz="2600" b="1" spc="-45" dirty="0">
                <a:solidFill>
                  <a:srgbClr val="00AF50"/>
                </a:solidFill>
                <a:latin typeface="Trebuchet MS"/>
                <a:cs typeface="Trebuchet MS"/>
              </a:rPr>
              <a:t>e</a:t>
            </a:r>
            <a:r>
              <a:rPr sz="2600" b="1" spc="-135" dirty="0">
                <a:solidFill>
                  <a:srgbClr val="00AF50"/>
                </a:solidFill>
                <a:latin typeface="Trebuchet MS"/>
                <a:cs typeface="Trebuchet MS"/>
              </a:rPr>
              <a:t>ft,</a:t>
            </a:r>
            <a:r>
              <a:rPr sz="2600" b="1" spc="-3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b="1" spc="-30" dirty="0">
                <a:solidFill>
                  <a:srgbClr val="00AF50"/>
                </a:solidFill>
                <a:latin typeface="Trebuchet MS"/>
                <a:cs typeface="Trebuchet MS"/>
              </a:rPr>
              <a:t>val</a:t>
            </a:r>
            <a:r>
              <a:rPr sz="2600" b="1" spc="-35" dirty="0">
                <a:solidFill>
                  <a:srgbClr val="00AF50"/>
                </a:solidFill>
                <a:latin typeface="Trebuchet MS"/>
                <a:cs typeface="Trebuchet MS"/>
              </a:rPr>
              <a:t>u</a:t>
            </a:r>
            <a:r>
              <a:rPr sz="2600" b="1" spc="-90" dirty="0">
                <a:solidFill>
                  <a:srgbClr val="00AF50"/>
                </a:solidFill>
                <a:latin typeface="Trebuchet MS"/>
                <a:cs typeface="Trebuchet MS"/>
              </a:rPr>
              <a:t>e);</a:t>
            </a:r>
            <a:endParaRPr sz="2600" dirty="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</a:pPr>
            <a:r>
              <a:rPr sz="2600" spc="-150" dirty="0">
                <a:latin typeface="Trebuchet MS"/>
                <a:cs typeface="Trebuchet MS"/>
              </a:rPr>
              <a:t>else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215" dirty="0">
                <a:latin typeface="Trebuchet MS"/>
                <a:cs typeface="Trebuchet MS"/>
              </a:rPr>
              <a:t>if(va</a:t>
            </a:r>
            <a:r>
              <a:rPr sz="2600" spc="-145" dirty="0">
                <a:latin typeface="Trebuchet MS"/>
                <a:cs typeface="Trebuchet MS"/>
              </a:rPr>
              <a:t>lue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155" dirty="0">
                <a:latin typeface="Trebuchet MS"/>
                <a:cs typeface="Trebuchet MS"/>
              </a:rPr>
              <a:t>&gt;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n</a:t>
            </a:r>
            <a:r>
              <a:rPr sz="2600" spc="-35" dirty="0">
                <a:latin typeface="Trebuchet MS"/>
                <a:cs typeface="Trebuchet MS"/>
              </a:rPr>
              <a:t>o</a:t>
            </a:r>
            <a:r>
              <a:rPr sz="2600" spc="-150" dirty="0">
                <a:latin typeface="Trebuchet MS"/>
                <a:cs typeface="Trebuchet MS"/>
              </a:rPr>
              <a:t>d</a:t>
            </a:r>
            <a:r>
              <a:rPr sz="2600" spc="-140" dirty="0">
                <a:latin typeface="Trebuchet MS"/>
                <a:cs typeface="Trebuchet MS"/>
              </a:rPr>
              <a:t>e</a:t>
            </a:r>
            <a:r>
              <a:rPr sz="2600" spc="-114" dirty="0">
                <a:latin typeface="Trebuchet MS"/>
                <a:cs typeface="Trebuchet MS"/>
              </a:rPr>
              <a:t>-</a:t>
            </a:r>
            <a:r>
              <a:rPr sz="2600" spc="-125" dirty="0">
                <a:latin typeface="Trebuchet MS"/>
                <a:cs typeface="Trebuchet MS"/>
              </a:rPr>
              <a:t>&gt;data)</a:t>
            </a:r>
            <a:endParaRPr sz="2600" dirty="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</a:pPr>
            <a:r>
              <a:rPr sz="2600" b="1" dirty="0">
                <a:solidFill>
                  <a:srgbClr val="00AF50"/>
                </a:solidFill>
                <a:latin typeface="Trebuchet MS"/>
                <a:cs typeface="Trebuchet MS"/>
              </a:rPr>
              <a:t>node-&gt;right</a:t>
            </a:r>
            <a:r>
              <a:rPr sz="2600" b="1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b="1" spc="-20" dirty="0">
                <a:solidFill>
                  <a:srgbClr val="00AF50"/>
                </a:solidFill>
                <a:latin typeface="Trebuchet MS"/>
                <a:cs typeface="Trebuchet MS"/>
              </a:rPr>
              <a:t>=insert(node-&gt;right,</a:t>
            </a:r>
            <a:r>
              <a:rPr sz="2600" b="1" spc="-3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b="1" spc="-55" dirty="0">
                <a:solidFill>
                  <a:srgbClr val="00AF50"/>
                </a:solidFill>
                <a:latin typeface="Trebuchet MS"/>
                <a:cs typeface="Trebuchet MS"/>
              </a:rPr>
              <a:t>value);</a:t>
            </a:r>
            <a:endParaRPr sz="2600" dirty="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</a:pPr>
            <a:r>
              <a:rPr sz="2600" spc="-150" dirty="0">
                <a:latin typeface="Trebuchet MS"/>
                <a:cs typeface="Trebuchet MS"/>
              </a:rPr>
              <a:t>else</a:t>
            </a:r>
            <a:endParaRPr sz="2600" dirty="0">
              <a:latin typeface="Trebuchet MS"/>
              <a:cs typeface="Trebuchet MS"/>
            </a:endParaRPr>
          </a:p>
          <a:p>
            <a:pPr marL="1759585">
              <a:lnSpc>
                <a:spcPct val="100000"/>
              </a:lnSpc>
              <a:spcBef>
                <a:spcPts val="5"/>
              </a:spcBef>
            </a:pPr>
            <a:r>
              <a:rPr sz="2600" spc="-30" dirty="0">
                <a:latin typeface="Trebuchet MS"/>
                <a:cs typeface="Trebuchet MS"/>
              </a:rPr>
              <a:t>r</a:t>
            </a:r>
            <a:r>
              <a:rPr sz="2600" spc="-110" dirty="0">
                <a:latin typeface="Trebuchet MS"/>
                <a:cs typeface="Trebuchet MS"/>
              </a:rPr>
              <a:t>eturn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nod</a:t>
            </a:r>
            <a:r>
              <a:rPr sz="2600" spc="-170" dirty="0">
                <a:latin typeface="Trebuchet MS"/>
                <a:cs typeface="Trebuchet MS"/>
              </a:rPr>
              <a:t>e</a:t>
            </a:r>
            <a:endParaRPr sz="2600" dirty="0">
              <a:latin typeface="Trebuchet MS"/>
              <a:cs typeface="Trebuchet MS"/>
            </a:endParaRPr>
          </a:p>
          <a:p>
            <a:pPr marL="935990">
              <a:lnSpc>
                <a:spcPct val="100000"/>
              </a:lnSpc>
            </a:pPr>
            <a:r>
              <a:rPr sz="2600" spc="-90" dirty="0">
                <a:latin typeface="Trebuchet MS"/>
                <a:cs typeface="Trebuchet MS"/>
              </a:rPr>
              <a:t>}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635" dirty="0">
                <a:latin typeface="Trebuchet MS"/>
                <a:cs typeface="Trebuchet MS"/>
              </a:rPr>
              <a:t>//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b="1" spc="-215" dirty="0">
                <a:latin typeface="Trebuchet MS"/>
                <a:cs typeface="Trebuchet MS"/>
              </a:rPr>
              <a:t>f</a:t>
            </a:r>
            <a:r>
              <a:rPr sz="2600" b="1" spc="5" dirty="0">
                <a:latin typeface="Trebuchet MS"/>
                <a:cs typeface="Trebuchet MS"/>
              </a:rPr>
              <a:t>ou</a:t>
            </a:r>
            <a:r>
              <a:rPr sz="2600" b="1" spc="15" dirty="0">
                <a:latin typeface="Trebuchet MS"/>
                <a:cs typeface="Trebuchet MS"/>
              </a:rPr>
              <a:t>n</a:t>
            </a:r>
            <a:r>
              <a:rPr sz="2600" b="1" dirty="0">
                <a:latin typeface="Trebuchet MS"/>
                <a:cs typeface="Trebuchet MS"/>
              </a:rPr>
              <a:t>ds</a:t>
            </a:r>
            <a:r>
              <a:rPr sz="2600" b="1" spc="-85" dirty="0">
                <a:latin typeface="Trebuchet MS"/>
                <a:cs typeface="Trebuchet MS"/>
              </a:rPr>
              <a:t> </a:t>
            </a:r>
            <a:r>
              <a:rPr sz="2600" b="1" spc="-20" dirty="0">
                <a:latin typeface="Trebuchet MS"/>
                <a:cs typeface="Trebuchet MS"/>
              </a:rPr>
              <a:t>the</a:t>
            </a:r>
            <a:r>
              <a:rPr sz="2600" b="1" spc="-70" dirty="0">
                <a:latin typeface="Trebuchet MS"/>
                <a:cs typeface="Trebuchet MS"/>
              </a:rPr>
              <a:t> </a:t>
            </a:r>
            <a:r>
              <a:rPr sz="2600" b="1" spc="35" dirty="0">
                <a:latin typeface="Trebuchet MS"/>
                <a:cs typeface="Trebuchet MS"/>
              </a:rPr>
              <a:t>co</a:t>
            </a:r>
            <a:r>
              <a:rPr sz="2600" b="1" spc="5" dirty="0">
                <a:latin typeface="Trebuchet MS"/>
                <a:cs typeface="Trebuchet MS"/>
              </a:rPr>
              <a:t>r</a:t>
            </a:r>
            <a:r>
              <a:rPr sz="2600" b="1" dirty="0">
                <a:latin typeface="Trebuchet MS"/>
                <a:cs typeface="Trebuchet MS"/>
              </a:rPr>
              <a:t>r</a:t>
            </a:r>
            <a:r>
              <a:rPr sz="2600" b="1" spc="-50" dirty="0">
                <a:latin typeface="Trebuchet MS"/>
                <a:cs typeface="Trebuchet MS"/>
              </a:rPr>
              <a:t>e</a:t>
            </a:r>
            <a:r>
              <a:rPr sz="2600" b="1" spc="-40" dirty="0">
                <a:latin typeface="Trebuchet MS"/>
                <a:cs typeface="Trebuchet MS"/>
              </a:rPr>
              <a:t>c</a:t>
            </a:r>
            <a:r>
              <a:rPr sz="2600" b="1" spc="25" dirty="0">
                <a:latin typeface="Trebuchet MS"/>
                <a:cs typeface="Trebuchet MS"/>
              </a:rPr>
              <a:t>t</a:t>
            </a:r>
            <a:r>
              <a:rPr sz="2600" b="1" spc="-90" dirty="0">
                <a:latin typeface="Trebuchet MS"/>
                <a:cs typeface="Trebuchet MS"/>
              </a:rPr>
              <a:t> </a:t>
            </a:r>
            <a:r>
              <a:rPr sz="2600" b="1" spc="25" dirty="0">
                <a:latin typeface="Trebuchet MS"/>
                <a:cs typeface="Trebuchet MS"/>
              </a:rPr>
              <a:t>po</a:t>
            </a:r>
            <a:r>
              <a:rPr sz="2600" b="1" spc="20" dirty="0">
                <a:latin typeface="Trebuchet MS"/>
                <a:cs typeface="Trebuchet MS"/>
              </a:rPr>
              <a:t>s</a:t>
            </a:r>
            <a:r>
              <a:rPr sz="2600" b="1" spc="-15" dirty="0">
                <a:latin typeface="Trebuchet MS"/>
                <a:cs typeface="Trebuchet MS"/>
              </a:rPr>
              <a:t>ition</a:t>
            </a:r>
            <a:r>
              <a:rPr sz="2600" b="1" spc="-105" dirty="0">
                <a:latin typeface="Trebuchet MS"/>
                <a:cs typeface="Trebuchet MS"/>
              </a:rPr>
              <a:t> </a:t>
            </a:r>
            <a:r>
              <a:rPr sz="2600" b="1" spc="-5" dirty="0">
                <a:latin typeface="Trebuchet MS"/>
                <a:cs typeface="Trebuchet MS"/>
              </a:rPr>
              <a:t>and</a:t>
            </a:r>
            <a:r>
              <a:rPr sz="2600" b="1" spc="-70" dirty="0">
                <a:latin typeface="Trebuchet MS"/>
                <a:cs typeface="Trebuchet MS"/>
              </a:rPr>
              <a:t> </a:t>
            </a:r>
            <a:r>
              <a:rPr sz="2600" b="1" spc="-30" dirty="0">
                <a:latin typeface="Trebuchet MS"/>
                <a:cs typeface="Trebuchet MS"/>
              </a:rPr>
              <a:t>i</a:t>
            </a:r>
            <a:r>
              <a:rPr sz="2600" b="1" spc="-55" dirty="0">
                <a:latin typeface="Trebuchet MS"/>
                <a:cs typeface="Trebuchet MS"/>
              </a:rPr>
              <a:t>n</a:t>
            </a:r>
            <a:r>
              <a:rPr sz="2600" b="1" spc="-5" dirty="0">
                <a:latin typeface="Trebuchet MS"/>
                <a:cs typeface="Trebuchet MS"/>
              </a:rPr>
              <a:t>se</a:t>
            </a:r>
            <a:r>
              <a:rPr sz="2600" b="1" spc="45" dirty="0">
                <a:latin typeface="Trebuchet MS"/>
                <a:cs typeface="Trebuchet MS"/>
              </a:rPr>
              <a:t>r</a:t>
            </a:r>
            <a:r>
              <a:rPr sz="2600" b="1" spc="5" dirty="0">
                <a:latin typeface="Trebuchet MS"/>
                <a:cs typeface="Trebuchet MS"/>
              </a:rPr>
              <a:t>ts</a:t>
            </a:r>
            <a:r>
              <a:rPr sz="2600" b="1" spc="-95" dirty="0">
                <a:latin typeface="Trebuchet MS"/>
                <a:cs typeface="Trebuchet MS"/>
              </a:rPr>
              <a:t> </a:t>
            </a:r>
            <a:r>
              <a:rPr sz="2600" b="1" spc="20" dirty="0">
                <a:latin typeface="Trebuchet MS"/>
                <a:cs typeface="Trebuchet MS"/>
              </a:rPr>
              <a:t>no</a:t>
            </a:r>
            <a:r>
              <a:rPr sz="2600" b="1" spc="30" dirty="0">
                <a:latin typeface="Trebuchet MS"/>
                <a:cs typeface="Trebuchet MS"/>
              </a:rPr>
              <a:t>d</a:t>
            </a:r>
            <a:r>
              <a:rPr sz="2600" b="1" spc="-60" dirty="0">
                <a:latin typeface="Trebuchet MS"/>
                <a:cs typeface="Trebuchet MS"/>
              </a:rPr>
              <a:t>e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99428" y="407923"/>
            <a:ext cx="21964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51865" algn="l"/>
              </a:tabLst>
            </a:pP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Node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8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be </a:t>
            </a:r>
            <a:r>
              <a:rPr sz="1800" i="1" spc="-48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inserted	is passed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every time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95800" y="604901"/>
            <a:ext cx="1449070" cy="269240"/>
          </a:xfrm>
          <a:custGeom>
            <a:avLst/>
            <a:gdLst/>
            <a:ahLst/>
            <a:cxnLst/>
            <a:rect l="l" t="t" r="r" b="b"/>
            <a:pathLst>
              <a:path w="1449070" h="269240">
                <a:moveTo>
                  <a:pt x="76708" y="170687"/>
                </a:moveTo>
                <a:lnTo>
                  <a:pt x="0" y="233299"/>
                </a:lnTo>
                <a:lnTo>
                  <a:pt x="89788" y="268224"/>
                </a:lnTo>
                <a:lnTo>
                  <a:pt x="92201" y="269239"/>
                </a:lnTo>
                <a:lnTo>
                  <a:pt x="94996" y="267970"/>
                </a:lnTo>
                <a:lnTo>
                  <a:pt x="96012" y="265557"/>
                </a:lnTo>
                <a:lnTo>
                  <a:pt x="96900" y="263144"/>
                </a:lnTo>
                <a:lnTo>
                  <a:pt x="95630" y="260350"/>
                </a:lnTo>
                <a:lnTo>
                  <a:pt x="93217" y="259461"/>
                </a:lnTo>
                <a:lnTo>
                  <a:pt x="34433" y="236474"/>
                </a:lnTo>
                <a:lnTo>
                  <a:pt x="10033" y="236474"/>
                </a:lnTo>
                <a:lnTo>
                  <a:pt x="8509" y="227075"/>
                </a:lnTo>
                <a:lnTo>
                  <a:pt x="25970" y="224319"/>
                </a:lnTo>
                <a:lnTo>
                  <a:pt x="82676" y="178053"/>
                </a:lnTo>
                <a:lnTo>
                  <a:pt x="83058" y="175006"/>
                </a:lnTo>
                <a:lnTo>
                  <a:pt x="81279" y="172974"/>
                </a:lnTo>
                <a:lnTo>
                  <a:pt x="79628" y="170941"/>
                </a:lnTo>
                <a:lnTo>
                  <a:pt x="76708" y="170687"/>
                </a:lnTo>
                <a:close/>
              </a:path>
              <a:path w="1449070" h="269240">
                <a:moveTo>
                  <a:pt x="25970" y="224319"/>
                </a:moveTo>
                <a:lnTo>
                  <a:pt x="8509" y="227075"/>
                </a:lnTo>
                <a:lnTo>
                  <a:pt x="10033" y="236474"/>
                </a:lnTo>
                <a:lnTo>
                  <a:pt x="16469" y="235458"/>
                </a:lnTo>
                <a:lnTo>
                  <a:pt x="12319" y="235458"/>
                </a:lnTo>
                <a:lnTo>
                  <a:pt x="11049" y="227329"/>
                </a:lnTo>
                <a:lnTo>
                  <a:pt x="22281" y="227329"/>
                </a:lnTo>
                <a:lnTo>
                  <a:pt x="25970" y="224319"/>
                </a:lnTo>
                <a:close/>
              </a:path>
              <a:path w="1449070" h="269240">
                <a:moveTo>
                  <a:pt x="27415" y="233730"/>
                </a:moveTo>
                <a:lnTo>
                  <a:pt x="10033" y="236474"/>
                </a:lnTo>
                <a:lnTo>
                  <a:pt x="34433" y="236474"/>
                </a:lnTo>
                <a:lnTo>
                  <a:pt x="27415" y="233730"/>
                </a:lnTo>
                <a:close/>
              </a:path>
              <a:path w="1449070" h="269240">
                <a:moveTo>
                  <a:pt x="11049" y="227329"/>
                </a:moveTo>
                <a:lnTo>
                  <a:pt x="12319" y="235458"/>
                </a:lnTo>
                <a:lnTo>
                  <a:pt x="18642" y="230299"/>
                </a:lnTo>
                <a:lnTo>
                  <a:pt x="11049" y="227329"/>
                </a:lnTo>
                <a:close/>
              </a:path>
              <a:path w="1449070" h="269240">
                <a:moveTo>
                  <a:pt x="18642" y="230299"/>
                </a:moveTo>
                <a:lnTo>
                  <a:pt x="12319" y="235458"/>
                </a:lnTo>
                <a:lnTo>
                  <a:pt x="16469" y="235458"/>
                </a:lnTo>
                <a:lnTo>
                  <a:pt x="27415" y="233730"/>
                </a:lnTo>
                <a:lnTo>
                  <a:pt x="18642" y="230299"/>
                </a:lnTo>
                <a:close/>
              </a:path>
              <a:path w="1449070" h="269240">
                <a:moveTo>
                  <a:pt x="1447038" y="0"/>
                </a:moveTo>
                <a:lnTo>
                  <a:pt x="25970" y="224319"/>
                </a:lnTo>
                <a:lnTo>
                  <a:pt x="18642" y="230299"/>
                </a:lnTo>
                <a:lnTo>
                  <a:pt x="27415" y="233730"/>
                </a:lnTo>
                <a:lnTo>
                  <a:pt x="1448562" y="9398"/>
                </a:lnTo>
                <a:lnTo>
                  <a:pt x="1447038" y="0"/>
                </a:lnTo>
                <a:close/>
              </a:path>
              <a:path w="1449070" h="269240">
                <a:moveTo>
                  <a:pt x="22281" y="227329"/>
                </a:moveTo>
                <a:lnTo>
                  <a:pt x="11049" y="227329"/>
                </a:lnTo>
                <a:lnTo>
                  <a:pt x="18642" y="230299"/>
                </a:lnTo>
                <a:lnTo>
                  <a:pt x="22281" y="227329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2" t="29172" r="47647" b="12092"/>
          <a:stretch/>
        </p:blipFill>
        <p:spPr>
          <a:xfrm>
            <a:off x="457200" y="1295400"/>
            <a:ext cx="4419600" cy="396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54" t="27255" r="11863" b="15403"/>
          <a:stretch/>
        </p:blipFill>
        <p:spPr>
          <a:xfrm>
            <a:off x="5257799" y="1295400"/>
            <a:ext cx="3657601" cy="402714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86200" y="609600"/>
            <a:ext cx="1638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lang="en-US" b="1" spc="90" dirty="0" smtClean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lang="en-US" b="1" spc="204" dirty="0" smtClean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lang="en-US" b="1" spc="-30" dirty="0" smtClean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lang="en-US" b="1" spc="45" dirty="0" smtClean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lang="en-US" b="1" spc="240" dirty="0" smtClean="0">
                <a:solidFill>
                  <a:srgbClr val="FF0000"/>
                </a:solidFill>
                <a:latin typeface="Trebuchet MS"/>
                <a:cs typeface="Trebuchet MS"/>
              </a:rPr>
              <a:t>TIONS</a:t>
            </a:r>
            <a:endParaRPr lang="en-US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038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3732" y="0"/>
            <a:ext cx="4695444" cy="9159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22044" y="0"/>
            <a:ext cx="405892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125" dirty="0">
                <a:solidFill>
                  <a:srgbClr val="562213"/>
                </a:solidFill>
              </a:rPr>
              <a:t>Inse</a:t>
            </a:r>
            <a:r>
              <a:rPr sz="3900" spc="-35" dirty="0">
                <a:solidFill>
                  <a:srgbClr val="562213"/>
                </a:solidFill>
              </a:rPr>
              <a:t>r</a:t>
            </a:r>
            <a:r>
              <a:rPr sz="3900" spc="-150" dirty="0">
                <a:solidFill>
                  <a:srgbClr val="562213"/>
                </a:solidFill>
              </a:rPr>
              <a:t>tio</a:t>
            </a:r>
            <a:r>
              <a:rPr sz="3900" spc="-195" dirty="0">
                <a:solidFill>
                  <a:srgbClr val="562213"/>
                </a:solidFill>
              </a:rPr>
              <a:t>n</a:t>
            </a:r>
            <a:r>
              <a:rPr sz="3900" spc="-95" dirty="0">
                <a:solidFill>
                  <a:srgbClr val="562213"/>
                </a:solidFill>
              </a:rPr>
              <a:t> </a:t>
            </a:r>
            <a:r>
              <a:rPr sz="3900" spc="30" dirty="0">
                <a:solidFill>
                  <a:srgbClr val="562213"/>
                </a:solidFill>
              </a:rPr>
              <a:t>Ope</a:t>
            </a:r>
            <a:r>
              <a:rPr sz="3900" spc="25" dirty="0">
                <a:solidFill>
                  <a:srgbClr val="562213"/>
                </a:solidFill>
              </a:rPr>
              <a:t>r</a:t>
            </a:r>
            <a:r>
              <a:rPr sz="3900" spc="-204" dirty="0">
                <a:solidFill>
                  <a:srgbClr val="562213"/>
                </a:solidFill>
              </a:rPr>
              <a:t>ation</a:t>
            </a:r>
            <a:endParaRPr sz="3900"/>
          </a:p>
        </p:txBody>
      </p:sp>
      <p:sp>
        <p:nvSpPr>
          <p:cNvPr id="16" name="object 16"/>
          <p:cNvSpPr txBox="1"/>
          <p:nvPr/>
        </p:nvSpPr>
        <p:spPr>
          <a:xfrm>
            <a:off x="1304289" y="589131"/>
            <a:ext cx="6887845" cy="56134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600" spc="-635" dirty="0">
                <a:solidFill>
                  <a:srgbClr val="00AF50"/>
                </a:solidFill>
                <a:latin typeface="Trebuchet MS"/>
                <a:cs typeface="Trebuchet MS"/>
              </a:rPr>
              <a:t>//</a:t>
            </a:r>
            <a:r>
              <a:rPr sz="2600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spc="5" dirty="0">
                <a:solidFill>
                  <a:srgbClr val="00AF50"/>
                </a:solidFill>
                <a:latin typeface="Trebuchet MS"/>
                <a:cs typeface="Trebuchet MS"/>
              </a:rPr>
              <a:t>U</a:t>
            </a:r>
            <a:r>
              <a:rPr sz="2600" spc="10" dirty="0">
                <a:solidFill>
                  <a:srgbClr val="00AF50"/>
                </a:solidFill>
                <a:latin typeface="Trebuchet MS"/>
                <a:cs typeface="Trebuchet MS"/>
              </a:rPr>
              <a:t>p</a:t>
            </a:r>
            <a:r>
              <a:rPr sz="2600" spc="-195" dirty="0">
                <a:solidFill>
                  <a:srgbClr val="00AF50"/>
                </a:solidFill>
                <a:latin typeface="Trebuchet MS"/>
                <a:cs typeface="Trebuchet MS"/>
              </a:rPr>
              <a:t>d</a:t>
            </a:r>
            <a:r>
              <a:rPr sz="2600" spc="-18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sz="2600" spc="-170" dirty="0">
                <a:solidFill>
                  <a:srgbClr val="00AF50"/>
                </a:solidFill>
                <a:latin typeface="Trebuchet MS"/>
                <a:cs typeface="Trebuchet MS"/>
              </a:rPr>
              <a:t>te</a:t>
            </a:r>
            <a:r>
              <a:rPr sz="2600" spc="-9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spc="-155" dirty="0">
                <a:solidFill>
                  <a:srgbClr val="00AF50"/>
                </a:solidFill>
                <a:latin typeface="Trebuchet MS"/>
                <a:cs typeface="Trebuchet MS"/>
              </a:rPr>
              <a:t>the</a:t>
            </a:r>
            <a:r>
              <a:rPr sz="26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spc="-185" dirty="0">
                <a:solidFill>
                  <a:srgbClr val="00AF50"/>
                </a:solidFill>
                <a:latin typeface="Trebuchet MS"/>
                <a:cs typeface="Trebuchet MS"/>
              </a:rPr>
              <a:t>he</a:t>
            </a:r>
            <a:r>
              <a:rPr sz="2600" spc="-90" dirty="0">
                <a:solidFill>
                  <a:srgbClr val="00AF50"/>
                </a:solidFill>
                <a:latin typeface="Trebuchet MS"/>
                <a:cs typeface="Trebuchet MS"/>
              </a:rPr>
              <a:t>i</a:t>
            </a:r>
            <a:r>
              <a:rPr sz="2600" spc="-150" dirty="0">
                <a:solidFill>
                  <a:srgbClr val="00AF50"/>
                </a:solidFill>
                <a:latin typeface="Trebuchet MS"/>
                <a:cs typeface="Trebuchet MS"/>
              </a:rPr>
              <a:t>g</a:t>
            </a:r>
            <a:r>
              <a:rPr sz="2600" spc="-160" dirty="0">
                <a:solidFill>
                  <a:srgbClr val="00AF50"/>
                </a:solidFill>
                <a:latin typeface="Trebuchet MS"/>
                <a:cs typeface="Trebuchet MS"/>
              </a:rPr>
              <a:t>h</a:t>
            </a:r>
            <a:r>
              <a:rPr sz="2600" spc="-165" dirty="0">
                <a:solidFill>
                  <a:srgbClr val="00AF50"/>
                </a:solidFill>
                <a:latin typeface="Trebuchet MS"/>
                <a:cs typeface="Trebuchet MS"/>
              </a:rPr>
              <a:t>t</a:t>
            </a:r>
            <a:r>
              <a:rPr sz="2600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spc="-210" dirty="0">
                <a:solidFill>
                  <a:srgbClr val="00AF50"/>
                </a:solidFill>
                <a:latin typeface="Trebuchet MS"/>
                <a:cs typeface="Trebuchet MS"/>
              </a:rPr>
              <a:t>&amp;</a:t>
            </a:r>
            <a:r>
              <a:rPr sz="26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spc="-180" dirty="0">
                <a:solidFill>
                  <a:srgbClr val="00AF50"/>
                </a:solidFill>
                <a:latin typeface="Trebuchet MS"/>
                <a:cs typeface="Trebuchet MS"/>
              </a:rPr>
              <a:t>Ba</a:t>
            </a:r>
            <a:r>
              <a:rPr sz="2600" spc="-95" dirty="0">
                <a:solidFill>
                  <a:srgbClr val="00AF50"/>
                </a:solidFill>
                <a:latin typeface="Trebuchet MS"/>
                <a:cs typeface="Trebuchet MS"/>
              </a:rPr>
              <a:t>l</a:t>
            </a:r>
            <a:r>
              <a:rPr sz="2600" spc="-185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sz="2600" spc="-190" dirty="0">
                <a:solidFill>
                  <a:srgbClr val="00AF50"/>
                </a:solidFill>
                <a:latin typeface="Trebuchet MS"/>
                <a:cs typeface="Trebuchet MS"/>
              </a:rPr>
              <a:t>n</a:t>
            </a:r>
            <a:r>
              <a:rPr sz="2600" spc="-160" dirty="0">
                <a:solidFill>
                  <a:srgbClr val="00AF50"/>
                </a:solidFill>
                <a:latin typeface="Trebuchet MS"/>
                <a:cs typeface="Trebuchet MS"/>
              </a:rPr>
              <a:t>ce</a:t>
            </a:r>
            <a:r>
              <a:rPr sz="2600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solidFill>
                  <a:srgbClr val="00AF50"/>
                </a:solidFill>
                <a:latin typeface="Trebuchet MS"/>
                <a:cs typeface="Trebuchet MS"/>
              </a:rPr>
              <a:t>Facto</a:t>
            </a:r>
            <a:r>
              <a:rPr sz="2600" spc="-90" dirty="0">
                <a:solidFill>
                  <a:srgbClr val="00AF50"/>
                </a:solidFill>
                <a:latin typeface="Trebuchet MS"/>
                <a:cs typeface="Trebuchet MS"/>
              </a:rPr>
              <a:t>r</a:t>
            </a:r>
            <a:r>
              <a:rPr sz="2600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00AF50"/>
                </a:solidFill>
                <a:latin typeface="Trebuchet MS"/>
                <a:cs typeface="Trebuchet MS"/>
              </a:rPr>
              <a:t>of</a:t>
            </a:r>
            <a:r>
              <a:rPr sz="26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spc="-175" dirty="0">
                <a:solidFill>
                  <a:srgbClr val="00AF50"/>
                </a:solidFill>
                <a:latin typeface="Trebuchet MS"/>
                <a:cs typeface="Trebuchet MS"/>
              </a:rPr>
              <a:t>each</a:t>
            </a:r>
            <a:r>
              <a:rPr sz="2600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spc="-40" dirty="0">
                <a:solidFill>
                  <a:srgbClr val="00AF50"/>
                </a:solidFill>
                <a:latin typeface="Trebuchet MS"/>
                <a:cs typeface="Trebuchet MS"/>
              </a:rPr>
              <a:t>n</a:t>
            </a:r>
            <a:r>
              <a:rPr sz="2600" spc="-35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r>
              <a:rPr sz="2600" spc="-150" dirty="0">
                <a:solidFill>
                  <a:srgbClr val="00AF50"/>
                </a:solidFill>
                <a:latin typeface="Trebuchet MS"/>
                <a:cs typeface="Trebuchet MS"/>
              </a:rPr>
              <a:t>de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000" spc="170" dirty="0">
                <a:latin typeface="Trebuchet MS"/>
                <a:cs typeface="Trebuchet MS"/>
              </a:rPr>
              <a:t>N</a:t>
            </a:r>
            <a:r>
              <a:rPr sz="2000" spc="135" dirty="0">
                <a:latin typeface="Trebuchet MS"/>
                <a:cs typeface="Trebuchet MS"/>
              </a:rPr>
              <a:t>o</a:t>
            </a:r>
            <a:r>
              <a:rPr sz="2000" spc="-114" dirty="0">
                <a:latin typeface="Trebuchet MS"/>
                <a:cs typeface="Trebuchet MS"/>
              </a:rPr>
              <a:t>d</a:t>
            </a:r>
            <a:r>
              <a:rPr sz="2000" spc="-120" dirty="0">
                <a:latin typeface="Trebuchet MS"/>
                <a:cs typeface="Trebuchet MS"/>
              </a:rPr>
              <a:t>e</a:t>
            </a:r>
            <a:r>
              <a:rPr sz="2000" spc="-90" dirty="0">
                <a:latin typeface="Trebuchet MS"/>
                <a:cs typeface="Trebuchet MS"/>
              </a:rPr>
              <a:t>-</a:t>
            </a:r>
            <a:r>
              <a:rPr sz="2000" spc="15" dirty="0">
                <a:latin typeface="Trebuchet MS"/>
                <a:cs typeface="Trebuchet MS"/>
              </a:rPr>
              <a:t>&gt;</a:t>
            </a:r>
            <a:r>
              <a:rPr sz="2000" spc="25" dirty="0">
                <a:latin typeface="Trebuchet MS"/>
                <a:cs typeface="Trebuchet MS"/>
              </a:rPr>
              <a:t>h</a:t>
            </a:r>
            <a:r>
              <a:rPr sz="2000" spc="-120" dirty="0">
                <a:latin typeface="Trebuchet MS"/>
                <a:cs typeface="Trebuchet MS"/>
              </a:rPr>
              <a:t>eig</a:t>
            </a:r>
            <a:r>
              <a:rPr sz="2000" spc="-145" dirty="0">
                <a:latin typeface="Trebuchet MS"/>
                <a:cs typeface="Trebuchet MS"/>
              </a:rPr>
              <a:t>h</a:t>
            </a:r>
            <a:r>
              <a:rPr sz="2000" spc="-130" dirty="0">
                <a:latin typeface="Trebuchet MS"/>
                <a:cs typeface="Trebuchet MS"/>
              </a:rPr>
              <a:t>t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5" dirty="0">
                <a:latin typeface="Trebuchet MS"/>
                <a:cs typeface="Trebuchet MS"/>
              </a:rPr>
              <a:t>m</a:t>
            </a:r>
            <a:r>
              <a:rPr sz="2000" spc="-85" dirty="0">
                <a:latin typeface="Trebuchet MS"/>
                <a:cs typeface="Trebuchet MS"/>
              </a:rPr>
              <a:t>ax[</a:t>
            </a:r>
            <a:r>
              <a:rPr sz="2000" spc="-114" dirty="0">
                <a:latin typeface="Trebuchet MS"/>
                <a:cs typeface="Trebuchet MS"/>
              </a:rPr>
              <a:t>h</a:t>
            </a:r>
            <a:r>
              <a:rPr sz="2000" spc="-95" dirty="0">
                <a:latin typeface="Trebuchet MS"/>
                <a:cs typeface="Trebuchet MS"/>
              </a:rPr>
              <a:t>eight(n</a:t>
            </a:r>
            <a:r>
              <a:rPr sz="2000" spc="-125" dirty="0">
                <a:latin typeface="Trebuchet MS"/>
                <a:cs typeface="Trebuchet MS"/>
              </a:rPr>
              <a:t>o</a:t>
            </a:r>
            <a:r>
              <a:rPr sz="2000" spc="-114" dirty="0">
                <a:latin typeface="Trebuchet MS"/>
                <a:cs typeface="Trebuchet MS"/>
              </a:rPr>
              <a:t>d</a:t>
            </a:r>
            <a:r>
              <a:rPr sz="2000" spc="-110" dirty="0">
                <a:latin typeface="Trebuchet MS"/>
                <a:cs typeface="Trebuchet MS"/>
              </a:rPr>
              <a:t>e</a:t>
            </a:r>
            <a:r>
              <a:rPr sz="2000" spc="-90" dirty="0">
                <a:latin typeface="Trebuchet MS"/>
                <a:cs typeface="Trebuchet MS"/>
              </a:rPr>
              <a:t>-</a:t>
            </a:r>
            <a:r>
              <a:rPr sz="2000" spc="110" dirty="0">
                <a:latin typeface="Trebuchet MS"/>
                <a:cs typeface="Trebuchet MS"/>
              </a:rPr>
              <a:t>&gt;</a:t>
            </a:r>
            <a:r>
              <a:rPr sz="2000" spc="-190" dirty="0">
                <a:latin typeface="Trebuchet MS"/>
                <a:cs typeface="Trebuchet MS"/>
              </a:rPr>
              <a:t>le</a:t>
            </a:r>
            <a:r>
              <a:rPr sz="2000" spc="-155" dirty="0">
                <a:latin typeface="Trebuchet MS"/>
                <a:cs typeface="Trebuchet MS"/>
              </a:rPr>
              <a:t>f</a:t>
            </a:r>
            <a:r>
              <a:rPr sz="2000" spc="-140" dirty="0">
                <a:latin typeface="Trebuchet MS"/>
                <a:cs typeface="Trebuchet MS"/>
              </a:rPr>
              <a:t>t</a:t>
            </a:r>
            <a:r>
              <a:rPr sz="2000" spc="-200" dirty="0">
                <a:latin typeface="Trebuchet MS"/>
                <a:cs typeface="Trebuchet MS"/>
              </a:rPr>
              <a:t>)</a:t>
            </a:r>
            <a:r>
              <a:rPr sz="2000" spc="-195" dirty="0">
                <a:latin typeface="Trebuchet MS"/>
                <a:cs typeface="Trebuchet MS"/>
              </a:rPr>
              <a:t>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heig</a:t>
            </a:r>
            <a:r>
              <a:rPr sz="2000" spc="-150" dirty="0">
                <a:latin typeface="Trebuchet MS"/>
                <a:cs typeface="Trebuchet MS"/>
              </a:rPr>
              <a:t>h</a:t>
            </a:r>
            <a:r>
              <a:rPr sz="2000" spc="-90" dirty="0">
                <a:latin typeface="Trebuchet MS"/>
                <a:cs typeface="Trebuchet MS"/>
              </a:rPr>
              <a:t>t(</a:t>
            </a:r>
            <a:r>
              <a:rPr sz="2000" spc="-120" dirty="0">
                <a:latin typeface="Trebuchet MS"/>
                <a:cs typeface="Trebuchet MS"/>
              </a:rPr>
              <a:t>n</a:t>
            </a:r>
            <a:r>
              <a:rPr sz="2000" spc="15" dirty="0">
                <a:latin typeface="Trebuchet MS"/>
                <a:cs typeface="Trebuchet MS"/>
              </a:rPr>
              <a:t>o</a:t>
            </a:r>
            <a:r>
              <a:rPr sz="2000" spc="-114" dirty="0">
                <a:latin typeface="Trebuchet MS"/>
                <a:cs typeface="Trebuchet MS"/>
              </a:rPr>
              <a:t>d</a:t>
            </a:r>
            <a:r>
              <a:rPr sz="2000" spc="-110" dirty="0">
                <a:latin typeface="Trebuchet MS"/>
                <a:cs typeface="Trebuchet MS"/>
              </a:rPr>
              <a:t>e</a:t>
            </a:r>
            <a:r>
              <a:rPr sz="2000" spc="-90" dirty="0">
                <a:latin typeface="Trebuchet MS"/>
                <a:cs typeface="Trebuchet MS"/>
              </a:rPr>
              <a:t>-</a:t>
            </a:r>
            <a:r>
              <a:rPr sz="2000" spc="-35" dirty="0">
                <a:latin typeface="Trebuchet MS"/>
                <a:cs typeface="Trebuchet MS"/>
              </a:rPr>
              <a:t>&gt;ri</a:t>
            </a:r>
            <a:r>
              <a:rPr sz="2000" spc="-55" dirty="0">
                <a:latin typeface="Trebuchet MS"/>
                <a:cs typeface="Trebuchet MS"/>
              </a:rPr>
              <a:t>g</a:t>
            </a:r>
            <a:r>
              <a:rPr sz="2000" spc="-130" dirty="0">
                <a:latin typeface="Trebuchet MS"/>
                <a:cs typeface="Trebuchet MS"/>
              </a:rPr>
              <a:t>h</a:t>
            </a:r>
            <a:r>
              <a:rPr sz="2000" spc="-110" dirty="0">
                <a:latin typeface="Trebuchet MS"/>
                <a:cs typeface="Trebuchet MS"/>
              </a:rPr>
              <a:t>t</a:t>
            </a:r>
            <a:r>
              <a:rPr sz="2000" spc="-25" dirty="0">
                <a:latin typeface="Trebuchet MS"/>
                <a:cs typeface="Trebuchet MS"/>
              </a:rPr>
              <a:t>)]+</a:t>
            </a:r>
            <a:r>
              <a:rPr sz="2000" spc="-35" dirty="0">
                <a:latin typeface="Trebuchet MS"/>
                <a:cs typeface="Trebuchet MS"/>
              </a:rPr>
              <a:t>1</a:t>
            </a:r>
            <a:r>
              <a:rPr sz="2000" spc="-280" dirty="0">
                <a:latin typeface="Trebuchet MS"/>
                <a:cs typeface="Trebuchet MS"/>
              </a:rPr>
              <a:t>;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600" spc="-175" dirty="0">
                <a:latin typeface="Trebuchet MS"/>
                <a:cs typeface="Trebuchet MS"/>
              </a:rPr>
              <a:t>Bal</a:t>
            </a:r>
            <a:r>
              <a:rPr sz="2600" spc="-190" dirty="0">
                <a:latin typeface="Trebuchet MS"/>
                <a:cs typeface="Trebuchet MS"/>
              </a:rPr>
              <a:t>a</a:t>
            </a:r>
            <a:r>
              <a:rPr sz="2600" spc="-150" dirty="0">
                <a:latin typeface="Trebuchet MS"/>
                <a:cs typeface="Trebuchet MS"/>
              </a:rPr>
              <a:t>nce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155" dirty="0">
                <a:latin typeface="Trebuchet MS"/>
                <a:cs typeface="Trebuchet MS"/>
              </a:rPr>
              <a:t>=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175" dirty="0">
                <a:latin typeface="Trebuchet MS"/>
                <a:cs typeface="Trebuchet MS"/>
              </a:rPr>
              <a:t>Bal</a:t>
            </a:r>
            <a:r>
              <a:rPr sz="2600" spc="-190" dirty="0">
                <a:latin typeface="Trebuchet MS"/>
                <a:cs typeface="Trebuchet MS"/>
              </a:rPr>
              <a:t>a</a:t>
            </a:r>
            <a:r>
              <a:rPr sz="2600" spc="-150" dirty="0">
                <a:latin typeface="Trebuchet MS"/>
                <a:cs typeface="Trebuchet MS"/>
              </a:rPr>
              <a:t>nce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Factor(</a:t>
            </a:r>
            <a:r>
              <a:rPr sz="2600" spc="-125" dirty="0">
                <a:latin typeface="Trebuchet MS"/>
                <a:cs typeface="Trebuchet MS"/>
              </a:rPr>
              <a:t>n</a:t>
            </a:r>
            <a:r>
              <a:rPr sz="2600" spc="-145" dirty="0">
                <a:latin typeface="Trebuchet MS"/>
                <a:cs typeface="Trebuchet MS"/>
              </a:rPr>
              <a:t>ode);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000" b="1" spc="-220" dirty="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sz="20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9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000" b="1" spc="204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000" b="1" spc="-3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000" b="1" spc="4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b="1" spc="240" dirty="0">
                <a:solidFill>
                  <a:srgbClr val="FF0000"/>
                </a:solidFill>
                <a:latin typeface="Trebuchet MS"/>
                <a:cs typeface="Trebuchet MS"/>
              </a:rPr>
              <a:t>TIONS</a:t>
            </a:r>
            <a:endParaRPr sz="2000" dirty="0">
              <a:latin typeface="Trebuchet MS"/>
              <a:cs typeface="Trebuchet MS"/>
            </a:endParaRPr>
          </a:p>
          <a:p>
            <a:pPr marL="844550" marR="415290" indent="-832485">
              <a:lnSpc>
                <a:spcPct val="110000"/>
              </a:lnSpc>
            </a:pPr>
            <a:r>
              <a:rPr sz="2000" b="1" spc="-35" dirty="0">
                <a:solidFill>
                  <a:srgbClr val="FF0000"/>
                </a:solidFill>
                <a:latin typeface="Trebuchet MS"/>
                <a:cs typeface="Trebuchet MS"/>
              </a:rPr>
              <a:t>if(balance&gt;1</a:t>
            </a:r>
            <a:r>
              <a:rPr sz="2000" b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90" dirty="0">
                <a:solidFill>
                  <a:srgbClr val="FF0000"/>
                </a:solidFill>
                <a:latin typeface="Trebuchet MS"/>
                <a:cs typeface="Trebuchet MS"/>
              </a:rPr>
              <a:t>&amp;&amp;</a:t>
            </a:r>
            <a:r>
              <a:rPr sz="2000" b="1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45" dirty="0" smtClean="0">
                <a:solidFill>
                  <a:srgbClr val="FF0000"/>
                </a:solidFill>
                <a:latin typeface="Trebuchet MS"/>
                <a:cs typeface="Trebuchet MS"/>
              </a:rPr>
              <a:t>value&lt;node</a:t>
            </a:r>
            <a:r>
              <a:rPr lang="en-US" sz="2000" b="1" spc="-45" dirty="0" smtClean="0">
                <a:solidFill>
                  <a:srgbClr val="FF0000"/>
                </a:solidFill>
                <a:latin typeface="Trebuchet MS"/>
                <a:cs typeface="Trebuchet MS"/>
              </a:rPr>
              <a:t>-</a:t>
            </a:r>
            <a:r>
              <a:rPr sz="2000" b="1" spc="-45" dirty="0" smtClean="0">
                <a:solidFill>
                  <a:srgbClr val="FF0000"/>
                </a:solidFill>
                <a:latin typeface="Trebuchet MS"/>
                <a:cs typeface="Trebuchet MS"/>
              </a:rPr>
              <a:t>&gt;</a:t>
            </a:r>
            <a:r>
              <a:rPr sz="2000" b="1" spc="-45" dirty="0">
                <a:solidFill>
                  <a:srgbClr val="FF0000"/>
                </a:solidFill>
                <a:latin typeface="Trebuchet MS"/>
                <a:cs typeface="Trebuchet MS"/>
              </a:rPr>
              <a:t>left-&gt;value)//</a:t>
            </a:r>
            <a:r>
              <a:rPr sz="2000" b="1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130" dirty="0">
                <a:solidFill>
                  <a:srgbClr val="FF0000"/>
                </a:solidFill>
                <a:latin typeface="Trebuchet MS"/>
                <a:cs typeface="Trebuchet MS"/>
              </a:rPr>
              <a:t>RR</a:t>
            </a:r>
            <a:r>
              <a:rPr sz="20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Trebuchet MS"/>
                <a:cs typeface="Trebuchet MS"/>
              </a:rPr>
              <a:t>Rotation </a:t>
            </a:r>
            <a:r>
              <a:rPr sz="2000" b="1" spc="-5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return</a:t>
            </a:r>
            <a:r>
              <a:rPr sz="2000" b="1" spc="-75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rightrotate(node);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30" dirty="0">
                <a:solidFill>
                  <a:srgbClr val="FF0000"/>
                </a:solidFill>
                <a:latin typeface="Trebuchet MS"/>
                <a:cs typeface="Trebuchet MS"/>
              </a:rPr>
              <a:t>if(balance</a:t>
            </a:r>
            <a:r>
              <a:rPr sz="2000" b="1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Trebuchet MS"/>
                <a:cs typeface="Trebuchet MS"/>
              </a:rPr>
              <a:t>&lt;-1&amp;&amp;</a:t>
            </a:r>
            <a:r>
              <a:rPr sz="2000" b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35" dirty="0">
                <a:solidFill>
                  <a:srgbClr val="FF0000"/>
                </a:solidFill>
                <a:latin typeface="Trebuchet MS"/>
                <a:cs typeface="Trebuchet MS"/>
              </a:rPr>
              <a:t>value&gt;node-&gt;right-&gt;value)//</a:t>
            </a:r>
            <a:r>
              <a:rPr sz="2000" b="1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125" dirty="0">
                <a:solidFill>
                  <a:srgbClr val="FF0000"/>
                </a:solidFill>
                <a:latin typeface="Trebuchet MS"/>
                <a:cs typeface="Trebuchet MS"/>
              </a:rPr>
              <a:t>LL</a:t>
            </a:r>
            <a:r>
              <a:rPr sz="2000" b="1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Trebuchet MS"/>
                <a:cs typeface="Trebuchet MS"/>
              </a:rPr>
              <a:t>Rotation</a:t>
            </a:r>
            <a:endParaRPr sz="2000" dirty="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latin typeface="Trebuchet MS"/>
                <a:cs typeface="Trebuchet MS"/>
              </a:rPr>
              <a:t>return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leftrotate(node);</a:t>
            </a:r>
            <a:endParaRPr sz="2000" dirty="0">
              <a:latin typeface="Trebuchet MS"/>
              <a:cs typeface="Trebuchet MS"/>
            </a:endParaRPr>
          </a:p>
          <a:p>
            <a:pPr marL="844550" marR="346710" indent="-832485">
              <a:lnSpc>
                <a:spcPct val="110000"/>
              </a:lnSpc>
            </a:pPr>
            <a:r>
              <a:rPr sz="2000" b="1" spc="-30" dirty="0">
                <a:solidFill>
                  <a:srgbClr val="FF0000"/>
                </a:solidFill>
                <a:latin typeface="Trebuchet MS"/>
                <a:cs typeface="Trebuchet MS"/>
              </a:rPr>
              <a:t>if(balance</a:t>
            </a:r>
            <a:r>
              <a:rPr sz="2000" b="1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Trebuchet MS"/>
                <a:cs typeface="Trebuchet MS"/>
              </a:rPr>
              <a:t>&gt;1&amp;&amp;</a:t>
            </a:r>
            <a:r>
              <a:rPr sz="2000" b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45" dirty="0">
                <a:solidFill>
                  <a:srgbClr val="FF0000"/>
                </a:solidFill>
                <a:latin typeface="Trebuchet MS"/>
                <a:cs typeface="Trebuchet MS"/>
              </a:rPr>
              <a:t>value&gt;node-&gt;left-&gt;value)//</a:t>
            </a:r>
            <a:r>
              <a:rPr sz="2000" b="1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125" dirty="0">
                <a:solidFill>
                  <a:srgbClr val="FF0000"/>
                </a:solidFill>
                <a:latin typeface="Trebuchet MS"/>
                <a:cs typeface="Trebuchet MS"/>
              </a:rPr>
              <a:t>LR</a:t>
            </a:r>
            <a:r>
              <a:rPr sz="2000" b="1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Trebuchet MS"/>
                <a:cs typeface="Trebuchet MS"/>
              </a:rPr>
              <a:t>Rotation </a:t>
            </a:r>
            <a:r>
              <a:rPr sz="2000" b="1" spc="-5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node-&gt;left=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leftrotate(node-&gt;left);</a:t>
            </a:r>
            <a:endParaRPr sz="2000" dirty="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240"/>
              </a:spcBef>
            </a:pPr>
            <a:r>
              <a:rPr sz="2000" b="1" dirty="0">
                <a:latin typeface="Trebuchet MS"/>
                <a:cs typeface="Trebuchet MS"/>
              </a:rPr>
              <a:t>return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rightrotate(node);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2000" b="1" spc="-30" dirty="0">
                <a:solidFill>
                  <a:srgbClr val="FF0000"/>
                </a:solidFill>
                <a:latin typeface="Trebuchet MS"/>
                <a:cs typeface="Trebuchet MS"/>
              </a:rPr>
              <a:t>if(balance</a:t>
            </a:r>
            <a:r>
              <a:rPr sz="2000" b="1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Trebuchet MS"/>
                <a:cs typeface="Trebuchet MS"/>
              </a:rPr>
              <a:t>&lt;-1&amp;&amp;</a:t>
            </a:r>
            <a:r>
              <a:rPr sz="2000" b="1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35" dirty="0">
                <a:solidFill>
                  <a:srgbClr val="FF0000"/>
                </a:solidFill>
                <a:latin typeface="Trebuchet MS"/>
                <a:cs typeface="Trebuchet MS"/>
              </a:rPr>
              <a:t>value&lt;node-&gt;right-&gt;value)//</a:t>
            </a:r>
            <a:r>
              <a:rPr sz="2000" b="1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130" dirty="0">
                <a:solidFill>
                  <a:srgbClr val="FF0000"/>
                </a:solidFill>
                <a:latin typeface="Trebuchet MS"/>
                <a:cs typeface="Trebuchet MS"/>
              </a:rPr>
              <a:t>RL</a:t>
            </a:r>
            <a:r>
              <a:rPr sz="2000" b="1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Trebuchet MS"/>
                <a:cs typeface="Trebuchet MS"/>
              </a:rPr>
              <a:t>Rotation</a:t>
            </a:r>
            <a:endParaRPr sz="2000" dirty="0">
              <a:latin typeface="Trebuchet MS"/>
              <a:cs typeface="Trebuchet MS"/>
            </a:endParaRPr>
          </a:p>
          <a:p>
            <a:pPr marL="844550" marR="1457325">
              <a:lnSpc>
                <a:spcPct val="110000"/>
              </a:lnSpc>
            </a:pPr>
            <a:r>
              <a:rPr sz="2000" b="1" spc="-5" dirty="0">
                <a:latin typeface="Trebuchet MS"/>
                <a:cs typeface="Trebuchet MS"/>
              </a:rPr>
              <a:t>node-&gt;right= rightrotate(node-&gt;right); </a:t>
            </a:r>
            <a:r>
              <a:rPr sz="2000" b="1" spc="-5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return</a:t>
            </a:r>
            <a:r>
              <a:rPr sz="2000" b="1" spc="-7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leftrotate(node);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dirty="0">
                <a:latin typeface="Trebuchet MS"/>
                <a:cs typeface="Trebuchet MS"/>
              </a:rPr>
              <a:t>return</a:t>
            </a:r>
            <a:r>
              <a:rPr sz="2000" b="1" spc="-105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node;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100" dirty="0">
                <a:latin typeface="Trebuchet MS"/>
                <a:cs typeface="Trebuchet MS"/>
              </a:rPr>
              <a:t>}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75740" y="96543"/>
            <a:ext cx="7976234" cy="59702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500" b="1" spc="-35" dirty="0">
                <a:latin typeface="Trebuchet MS"/>
                <a:cs typeface="Trebuchet MS"/>
              </a:rPr>
              <a:t>dele</a:t>
            </a:r>
            <a:r>
              <a:rPr sz="2500" b="1" spc="-40" dirty="0">
                <a:latin typeface="Trebuchet MS"/>
                <a:cs typeface="Trebuchet MS"/>
              </a:rPr>
              <a:t>t</a:t>
            </a:r>
            <a:r>
              <a:rPr sz="2500" b="1" spc="175" dirty="0">
                <a:latin typeface="Trebuchet MS"/>
                <a:cs typeface="Trebuchet MS"/>
              </a:rPr>
              <a:t>e</a:t>
            </a:r>
            <a:r>
              <a:rPr sz="2500" b="1" spc="204" dirty="0">
                <a:latin typeface="Trebuchet MS"/>
                <a:cs typeface="Trebuchet MS"/>
              </a:rPr>
              <a:t>N</a:t>
            </a:r>
            <a:r>
              <a:rPr sz="2500" b="1" spc="-5" dirty="0">
                <a:latin typeface="Trebuchet MS"/>
                <a:cs typeface="Trebuchet MS"/>
              </a:rPr>
              <a:t>od</a:t>
            </a:r>
            <a:r>
              <a:rPr sz="2500" b="1" spc="10" dirty="0">
                <a:latin typeface="Trebuchet MS"/>
                <a:cs typeface="Trebuchet MS"/>
              </a:rPr>
              <a:t>e</a:t>
            </a:r>
            <a:r>
              <a:rPr sz="2500" b="1" spc="35" dirty="0">
                <a:latin typeface="Trebuchet MS"/>
                <a:cs typeface="Trebuchet MS"/>
              </a:rPr>
              <a:t>(</a:t>
            </a:r>
            <a:r>
              <a:rPr sz="2500" b="1" spc="5" dirty="0">
                <a:latin typeface="Trebuchet MS"/>
                <a:cs typeface="Trebuchet MS"/>
              </a:rPr>
              <a:t>str</a:t>
            </a:r>
            <a:r>
              <a:rPr sz="2500" b="1" dirty="0">
                <a:latin typeface="Trebuchet MS"/>
                <a:cs typeface="Trebuchet MS"/>
              </a:rPr>
              <a:t>u</a:t>
            </a:r>
            <a:r>
              <a:rPr sz="2500" b="1" spc="-5" dirty="0">
                <a:latin typeface="Trebuchet MS"/>
                <a:cs typeface="Trebuchet MS"/>
              </a:rPr>
              <a:t>ct</a:t>
            </a:r>
            <a:r>
              <a:rPr sz="2500" b="1" spc="-30" dirty="0">
                <a:latin typeface="Trebuchet MS"/>
                <a:cs typeface="Trebuchet MS"/>
              </a:rPr>
              <a:t> </a:t>
            </a:r>
            <a:r>
              <a:rPr sz="2500" b="1" spc="15" dirty="0">
                <a:latin typeface="Trebuchet MS"/>
                <a:cs typeface="Trebuchet MS"/>
              </a:rPr>
              <a:t>node*</a:t>
            </a:r>
            <a:r>
              <a:rPr sz="2500" b="1" spc="-30" dirty="0">
                <a:latin typeface="Trebuchet MS"/>
                <a:cs typeface="Trebuchet MS"/>
              </a:rPr>
              <a:t> </a:t>
            </a:r>
            <a:r>
              <a:rPr sz="2500" b="1" spc="-15" dirty="0">
                <a:latin typeface="Trebuchet MS"/>
                <a:cs typeface="Trebuchet MS"/>
              </a:rPr>
              <a:t>r</a:t>
            </a:r>
            <a:r>
              <a:rPr sz="2500" b="1" spc="60" dirty="0">
                <a:latin typeface="Trebuchet MS"/>
                <a:cs typeface="Trebuchet MS"/>
              </a:rPr>
              <a:t>o</a:t>
            </a:r>
            <a:r>
              <a:rPr sz="2500" b="1" spc="70" dirty="0">
                <a:latin typeface="Trebuchet MS"/>
                <a:cs typeface="Trebuchet MS"/>
              </a:rPr>
              <a:t>o</a:t>
            </a:r>
            <a:r>
              <a:rPr sz="2500" b="1" spc="-110" dirty="0">
                <a:latin typeface="Trebuchet MS"/>
                <a:cs typeface="Trebuchet MS"/>
              </a:rPr>
              <a:t>t,</a:t>
            </a:r>
            <a:r>
              <a:rPr sz="2500" b="1" spc="-300" dirty="0">
                <a:latin typeface="Trebuchet MS"/>
                <a:cs typeface="Trebuchet MS"/>
              </a:rPr>
              <a:t> </a:t>
            </a:r>
            <a:r>
              <a:rPr sz="2500" b="1" spc="-35" dirty="0">
                <a:latin typeface="Trebuchet MS"/>
                <a:cs typeface="Trebuchet MS"/>
              </a:rPr>
              <a:t>i</a:t>
            </a:r>
            <a:r>
              <a:rPr sz="2500" b="1" spc="-70" dirty="0">
                <a:latin typeface="Trebuchet MS"/>
                <a:cs typeface="Trebuchet MS"/>
              </a:rPr>
              <a:t>n</a:t>
            </a:r>
            <a:r>
              <a:rPr sz="2500" b="1" spc="20" dirty="0">
                <a:latin typeface="Trebuchet MS"/>
                <a:cs typeface="Trebuchet MS"/>
              </a:rPr>
              <a:t>t</a:t>
            </a:r>
            <a:r>
              <a:rPr sz="2500" b="1" spc="-40" dirty="0">
                <a:latin typeface="Trebuchet MS"/>
                <a:cs typeface="Trebuchet MS"/>
              </a:rPr>
              <a:t> </a:t>
            </a:r>
            <a:r>
              <a:rPr sz="2500" b="1" spc="-45" dirty="0">
                <a:latin typeface="Trebuchet MS"/>
                <a:cs typeface="Trebuchet MS"/>
              </a:rPr>
              <a:t>va</a:t>
            </a:r>
            <a:r>
              <a:rPr sz="2500" b="1" spc="-35" dirty="0">
                <a:latin typeface="Trebuchet MS"/>
                <a:cs typeface="Trebuchet MS"/>
              </a:rPr>
              <a:t>l</a:t>
            </a:r>
            <a:r>
              <a:rPr sz="2500" b="1" spc="-15" dirty="0">
                <a:latin typeface="Trebuchet MS"/>
                <a:cs typeface="Trebuchet MS"/>
              </a:rPr>
              <a:t>ue)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spc="-90" dirty="0">
                <a:latin typeface="Trebuchet MS"/>
                <a:cs typeface="Trebuchet MS"/>
              </a:rPr>
              <a:t>{</a:t>
            </a:r>
            <a:endParaRPr sz="2500">
              <a:latin typeface="Trebuchet MS"/>
              <a:cs typeface="Trebuchet MS"/>
            </a:endParaRPr>
          </a:p>
          <a:p>
            <a:pPr marL="367665" marR="2890520">
              <a:lnSpc>
                <a:spcPct val="120000"/>
              </a:lnSpc>
            </a:pPr>
            <a:r>
              <a:rPr sz="2500" spc="-210" dirty="0">
                <a:latin typeface="Trebuchet MS"/>
                <a:cs typeface="Trebuchet MS"/>
              </a:rPr>
              <a:t>i</a:t>
            </a:r>
            <a:r>
              <a:rPr sz="2500" spc="-265" dirty="0">
                <a:latin typeface="Trebuchet MS"/>
                <a:cs typeface="Trebuchet MS"/>
              </a:rPr>
              <a:t>f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(</a:t>
            </a:r>
            <a:r>
              <a:rPr sz="2500" spc="-120" dirty="0">
                <a:latin typeface="Trebuchet MS"/>
                <a:cs typeface="Trebuchet MS"/>
              </a:rPr>
              <a:t>r</a:t>
            </a:r>
            <a:r>
              <a:rPr sz="2500" spc="-30" dirty="0">
                <a:latin typeface="Trebuchet MS"/>
                <a:cs typeface="Trebuchet MS"/>
              </a:rPr>
              <a:t>oot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145" dirty="0">
                <a:latin typeface="Trebuchet MS"/>
                <a:cs typeface="Trebuchet MS"/>
              </a:rPr>
              <a:t>==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245" dirty="0">
                <a:latin typeface="Trebuchet MS"/>
                <a:cs typeface="Trebuchet MS"/>
              </a:rPr>
              <a:t>N</a:t>
            </a:r>
            <a:r>
              <a:rPr sz="2500" spc="240" dirty="0">
                <a:latin typeface="Trebuchet MS"/>
                <a:cs typeface="Trebuchet MS"/>
              </a:rPr>
              <a:t>U</a:t>
            </a:r>
            <a:r>
              <a:rPr sz="2500" spc="-50" dirty="0">
                <a:latin typeface="Trebuchet MS"/>
                <a:cs typeface="Trebuchet MS"/>
              </a:rPr>
              <a:t>L</a:t>
            </a:r>
            <a:r>
              <a:rPr sz="2500" spc="-35" dirty="0">
                <a:latin typeface="Trebuchet MS"/>
                <a:cs typeface="Trebuchet MS"/>
              </a:rPr>
              <a:t>L</a:t>
            </a:r>
            <a:r>
              <a:rPr sz="2500" spc="-114" dirty="0">
                <a:latin typeface="Trebuchet MS"/>
                <a:cs typeface="Trebuchet MS"/>
              </a:rPr>
              <a:t>)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615" dirty="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sz="25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75" dirty="0">
                <a:solidFill>
                  <a:srgbClr val="FF0000"/>
                </a:solidFill>
                <a:latin typeface="Trebuchet MS"/>
                <a:cs typeface="Trebuchet MS"/>
              </a:rPr>
              <a:t>value</a:t>
            </a:r>
            <a:r>
              <a:rPr sz="25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85" dirty="0">
                <a:solidFill>
                  <a:srgbClr val="FF0000"/>
                </a:solidFill>
                <a:latin typeface="Trebuchet MS"/>
                <a:cs typeface="Trebuchet MS"/>
              </a:rPr>
              <a:t>not</a:t>
            </a:r>
            <a:r>
              <a:rPr sz="25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330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2500" spc="-70" dirty="0">
                <a:solidFill>
                  <a:srgbClr val="FF0000"/>
                </a:solidFill>
                <a:latin typeface="Trebuchet MS"/>
                <a:cs typeface="Trebuchet MS"/>
              </a:rPr>
              <a:t>ound  </a:t>
            </a:r>
            <a:r>
              <a:rPr sz="2500" spc="-100" dirty="0">
                <a:latin typeface="Trebuchet MS"/>
                <a:cs typeface="Trebuchet MS"/>
              </a:rPr>
              <a:t>return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root;</a:t>
            </a:r>
            <a:endParaRPr sz="2500">
              <a:latin typeface="Trebuchet MS"/>
              <a:cs typeface="Trebuchet MS"/>
            </a:endParaRPr>
          </a:p>
          <a:p>
            <a:pPr marL="367665" marR="650875">
              <a:lnSpc>
                <a:spcPct val="120000"/>
              </a:lnSpc>
              <a:spcBef>
                <a:spcPts val="5"/>
              </a:spcBef>
            </a:pPr>
            <a:r>
              <a:rPr sz="2500" spc="-610" dirty="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sz="25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35" dirty="0">
                <a:solidFill>
                  <a:srgbClr val="FF0000"/>
                </a:solidFill>
                <a:latin typeface="Trebuchet MS"/>
                <a:cs typeface="Trebuchet MS"/>
              </a:rPr>
              <a:t>k</a:t>
            </a:r>
            <a:r>
              <a:rPr sz="2500" spc="-204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500" spc="-14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25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35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500" spc="-23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500" spc="-55" dirty="0">
                <a:solidFill>
                  <a:srgbClr val="FF0000"/>
                </a:solidFill>
                <a:latin typeface="Trebuchet MS"/>
                <a:cs typeface="Trebuchet MS"/>
              </a:rPr>
              <a:t>ss</a:t>
            </a:r>
            <a:r>
              <a:rPr sz="25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60" dirty="0">
                <a:solidFill>
                  <a:srgbClr val="FF0000"/>
                </a:solidFill>
                <a:latin typeface="Trebuchet MS"/>
                <a:cs typeface="Trebuchet MS"/>
              </a:rPr>
              <a:t>than</a:t>
            </a:r>
            <a:r>
              <a:rPr sz="25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75" dirty="0">
                <a:solidFill>
                  <a:srgbClr val="FF0000"/>
                </a:solidFill>
                <a:latin typeface="Trebuchet MS"/>
                <a:cs typeface="Trebuchet MS"/>
              </a:rPr>
              <a:t>value</a:t>
            </a:r>
            <a:r>
              <a:rPr sz="25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4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500" spc="-300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25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5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500" spc="-30" dirty="0">
                <a:solidFill>
                  <a:srgbClr val="FF0000"/>
                </a:solidFill>
                <a:latin typeface="Trebuchet MS"/>
                <a:cs typeface="Trebuchet MS"/>
              </a:rPr>
              <a:t>oot</a:t>
            </a:r>
            <a:r>
              <a:rPr sz="25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40" dirty="0">
                <a:solidFill>
                  <a:srgbClr val="FF0000"/>
                </a:solidFill>
                <a:latin typeface="Trebuchet MS"/>
                <a:cs typeface="Trebuchet MS"/>
              </a:rPr>
              <a:t>then</a:t>
            </a:r>
            <a:r>
              <a:rPr sz="25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4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500" spc="-19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5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9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500" spc="-17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500" spc="-110" dirty="0">
                <a:solidFill>
                  <a:srgbClr val="FF0000"/>
                </a:solidFill>
                <a:latin typeface="Trebuchet MS"/>
                <a:cs typeface="Trebuchet MS"/>
              </a:rPr>
              <a:t>es</a:t>
            </a:r>
            <a:r>
              <a:rPr sz="25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7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500" spc="-12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25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35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500" spc="-23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500" spc="-229" dirty="0">
                <a:solidFill>
                  <a:srgbClr val="FF0000"/>
                </a:solidFill>
                <a:latin typeface="Trebuchet MS"/>
                <a:cs typeface="Trebuchet MS"/>
              </a:rPr>
              <a:t>ft</a:t>
            </a:r>
            <a:r>
              <a:rPr sz="25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25" dirty="0">
                <a:solidFill>
                  <a:srgbClr val="FF0000"/>
                </a:solidFill>
                <a:latin typeface="Trebuchet MS"/>
                <a:cs typeface="Trebuchet MS"/>
              </a:rPr>
              <a:t>sub</a:t>
            </a:r>
            <a:r>
              <a:rPr sz="2500" spc="-1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500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500" spc="-130" dirty="0">
                <a:solidFill>
                  <a:srgbClr val="FF0000"/>
                </a:solidFill>
                <a:latin typeface="Trebuchet MS"/>
                <a:cs typeface="Trebuchet MS"/>
              </a:rPr>
              <a:t>ee  </a:t>
            </a:r>
            <a:r>
              <a:rPr sz="2500" spc="-210" dirty="0">
                <a:latin typeface="Trebuchet MS"/>
                <a:cs typeface="Trebuchet MS"/>
              </a:rPr>
              <a:t>i</a:t>
            </a:r>
            <a:r>
              <a:rPr sz="2500" spc="-265" dirty="0">
                <a:latin typeface="Trebuchet MS"/>
                <a:cs typeface="Trebuchet MS"/>
              </a:rPr>
              <a:t>f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165" dirty="0">
                <a:latin typeface="Trebuchet MS"/>
                <a:cs typeface="Trebuchet MS"/>
              </a:rPr>
              <a:t>(valu</a:t>
            </a:r>
            <a:r>
              <a:rPr sz="2500" spc="-195" dirty="0">
                <a:latin typeface="Trebuchet MS"/>
                <a:cs typeface="Trebuchet MS"/>
              </a:rPr>
              <a:t>e</a:t>
            </a:r>
            <a:r>
              <a:rPr sz="2500" spc="145" dirty="0">
                <a:latin typeface="Trebuchet MS"/>
                <a:cs typeface="Trebuchet MS"/>
              </a:rPr>
              <a:t>&lt;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</a:t>
            </a:r>
            <a:r>
              <a:rPr sz="2500" spc="-30" dirty="0">
                <a:latin typeface="Trebuchet MS"/>
                <a:cs typeface="Trebuchet MS"/>
              </a:rPr>
              <a:t>oot</a:t>
            </a:r>
            <a:r>
              <a:rPr sz="2500" spc="-120" dirty="0">
                <a:latin typeface="Trebuchet MS"/>
                <a:cs typeface="Trebuchet MS"/>
              </a:rPr>
              <a:t>-</a:t>
            </a:r>
            <a:r>
              <a:rPr sz="2500" spc="-105" dirty="0">
                <a:latin typeface="Trebuchet MS"/>
                <a:cs typeface="Trebuchet MS"/>
              </a:rPr>
              <a:t>&gt;da</a:t>
            </a:r>
            <a:r>
              <a:rPr sz="2500" spc="-90" dirty="0">
                <a:latin typeface="Trebuchet MS"/>
                <a:cs typeface="Trebuchet MS"/>
              </a:rPr>
              <a:t>t</a:t>
            </a:r>
            <a:r>
              <a:rPr sz="2500" spc="-180" dirty="0">
                <a:latin typeface="Trebuchet MS"/>
                <a:cs typeface="Trebuchet MS"/>
              </a:rPr>
              <a:t>a)</a:t>
            </a:r>
            <a:endParaRPr sz="2500">
              <a:latin typeface="Trebuchet MS"/>
              <a:cs typeface="Trebuchet MS"/>
            </a:endParaRPr>
          </a:p>
          <a:p>
            <a:pPr marL="723900">
              <a:lnSpc>
                <a:spcPct val="100000"/>
              </a:lnSpc>
              <a:spcBef>
                <a:spcPts val="600"/>
              </a:spcBef>
            </a:pPr>
            <a:r>
              <a:rPr sz="2500" spc="-50" dirty="0">
                <a:latin typeface="Trebuchet MS"/>
                <a:cs typeface="Trebuchet MS"/>
              </a:rPr>
              <a:t>r</a:t>
            </a:r>
            <a:r>
              <a:rPr sz="2500" spc="-30" dirty="0">
                <a:latin typeface="Trebuchet MS"/>
                <a:cs typeface="Trebuchet MS"/>
              </a:rPr>
              <a:t>oot</a:t>
            </a:r>
            <a:r>
              <a:rPr sz="2500" spc="-120" dirty="0">
                <a:latin typeface="Trebuchet MS"/>
                <a:cs typeface="Trebuchet MS"/>
              </a:rPr>
              <a:t>-</a:t>
            </a:r>
            <a:r>
              <a:rPr sz="2500" spc="-135" dirty="0">
                <a:latin typeface="Trebuchet MS"/>
                <a:cs typeface="Trebuchet MS"/>
              </a:rPr>
              <a:t>&gt;left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145" dirty="0">
                <a:latin typeface="Trebuchet MS"/>
                <a:cs typeface="Trebuchet MS"/>
              </a:rPr>
              <a:t>=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de</a:t>
            </a:r>
            <a:r>
              <a:rPr sz="2500" spc="-100" dirty="0">
                <a:latin typeface="Trebuchet MS"/>
                <a:cs typeface="Trebuchet MS"/>
              </a:rPr>
              <a:t>l</a:t>
            </a:r>
            <a:r>
              <a:rPr sz="2500" spc="-60" dirty="0">
                <a:latin typeface="Trebuchet MS"/>
                <a:cs typeface="Trebuchet MS"/>
              </a:rPr>
              <a:t>eteNod</a:t>
            </a:r>
            <a:r>
              <a:rPr sz="2500" spc="-55" dirty="0">
                <a:latin typeface="Trebuchet MS"/>
                <a:cs typeface="Trebuchet MS"/>
              </a:rPr>
              <a:t>e(</a:t>
            </a:r>
            <a:r>
              <a:rPr sz="2500" spc="-120" dirty="0">
                <a:latin typeface="Trebuchet MS"/>
                <a:cs typeface="Trebuchet MS"/>
              </a:rPr>
              <a:t>r</a:t>
            </a:r>
            <a:r>
              <a:rPr sz="2500" spc="-30" dirty="0">
                <a:latin typeface="Trebuchet MS"/>
                <a:cs typeface="Trebuchet MS"/>
              </a:rPr>
              <a:t>oot</a:t>
            </a:r>
            <a:r>
              <a:rPr sz="2500" spc="-120" dirty="0">
                <a:latin typeface="Trebuchet MS"/>
                <a:cs typeface="Trebuchet MS"/>
              </a:rPr>
              <a:t>-</a:t>
            </a:r>
            <a:r>
              <a:rPr sz="2500" spc="-175" dirty="0">
                <a:latin typeface="Trebuchet MS"/>
                <a:cs typeface="Trebuchet MS"/>
              </a:rPr>
              <a:t>&gt;left,</a:t>
            </a:r>
            <a:r>
              <a:rPr sz="2500" spc="-26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valu</a:t>
            </a:r>
            <a:r>
              <a:rPr sz="2500" spc="-190" dirty="0">
                <a:latin typeface="Trebuchet MS"/>
                <a:cs typeface="Trebuchet MS"/>
              </a:rPr>
              <a:t>e</a:t>
            </a:r>
            <a:r>
              <a:rPr sz="2500" spc="-235" dirty="0">
                <a:latin typeface="Trebuchet MS"/>
                <a:cs typeface="Trebuchet MS"/>
              </a:rPr>
              <a:t>);</a:t>
            </a:r>
            <a:endParaRPr sz="2500">
              <a:latin typeface="Trebuchet MS"/>
              <a:cs typeface="Trebuchet MS"/>
            </a:endParaRPr>
          </a:p>
          <a:p>
            <a:pPr marL="367665" marR="5080">
              <a:lnSpc>
                <a:spcPct val="120000"/>
              </a:lnSpc>
            </a:pPr>
            <a:r>
              <a:rPr sz="2500" spc="-615" dirty="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sz="2500" spc="-6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60" dirty="0">
                <a:solidFill>
                  <a:srgbClr val="FF0000"/>
                </a:solidFill>
                <a:latin typeface="Trebuchet MS"/>
                <a:cs typeface="Trebuchet MS"/>
              </a:rPr>
              <a:t>key</a:t>
            </a:r>
            <a:r>
              <a:rPr sz="25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40" dirty="0">
                <a:solidFill>
                  <a:srgbClr val="FF0000"/>
                </a:solidFill>
                <a:latin typeface="Trebuchet MS"/>
                <a:cs typeface="Trebuchet MS"/>
              </a:rPr>
              <a:t>greater</a:t>
            </a:r>
            <a:r>
              <a:rPr sz="25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65" dirty="0">
                <a:solidFill>
                  <a:srgbClr val="FF0000"/>
                </a:solidFill>
                <a:latin typeface="Trebuchet MS"/>
                <a:cs typeface="Trebuchet MS"/>
              </a:rPr>
              <a:t>than</a:t>
            </a:r>
            <a:r>
              <a:rPr sz="25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75" dirty="0">
                <a:solidFill>
                  <a:srgbClr val="FF0000"/>
                </a:solidFill>
                <a:latin typeface="Trebuchet MS"/>
                <a:cs typeface="Trebuchet MS"/>
              </a:rPr>
              <a:t>value</a:t>
            </a:r>
            <a:r>
              <a:rPr sz="25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35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25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35" dirty="0">
                <a:solidFill>
                  <a:srgbClr val="FF0000"/>
                </a:solidFill>
                <a:latin typeface="Trebuchet MS"/>
                <a:cs typeface="Trebuchet MS"/>
              </a:rPr>
              <a:t>root</a:t>
            </a:r>
            <a:r>
              <a:rPr sz="25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45" dirty="0">
                <a:solidFill>
                  <a:srgbClr val="FF0000"/>
                </a:solidFill>
                <a:latin typeface="Trebuchet MS"/>
                <a:cs typeface="Trebuchet MS"/>
              </a:rPr>
              <a:t>then</a:t>
            </a:r>
            <a:r>
              <a:rPr sz="25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70" dirty="0">
                <a:solidFill>
                  <a:srgbClr val="FF0000"/>
                </a:solidFill>
                <a:latin typeface="Trebuchet MS"/>
                <a:cs typeface="Trebuchet MS"/>
              </a:rPr>
              <a:t>it</a:t>
            </a:r>
            <a:r>
              <a:rPr sz="25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45" dirty="0">
                <a:solidFill>
                  <a:srgbClr val="FF0000"/>
                </a:solidFill>
                <a:latin typeface="Trebuchet MS"/>
                <a:cs typeface="Trebuchet MS"/>
              </a:rPr>
              <a:t>lies</a:t>
            </a:r>
            <a:r>
              <a:rPr sz="25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4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5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25" dirty="0">
                <a:solidFill>
                  <a:srgbClr val="FF0000"/>
                </a:solidFill>
                <a:latin typeface="Trebuchet MS"/>
                <a:cs typeface="Trebuchet MS"/>
              </a:rPr>
              <a:t>right</a:t>
            </a:r>
            <a:r>
              <a:rPr sz="25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25" dirty="0">
                <a:solidFill>
                  <a:srgbClr val="FF0000"/>
                </a:solidFill>
                <a:latin typeface="Trebuchet MS"/>
                <a:cs typeface="Trebuchet MS"/>
              </a:rPr>
              <a:t>subtree </a:t>
            </a:r>
            <a:r>
              <a:rPr sz="2500" spc="-7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235" dirty="0">
                <a:latin typeface="Trebuchet MS"/>
                <a:cs typeface="Trebuchet MS"/>
              </a:rPr>
              <a:t>e</a:t>
            </a:r>
            <a:r>
              <a:rPr sz="2500" spc="-125" dirty="0">
                <a:latin typeface="Trebuchet MS"/>
                <a:cs typeface="Trebuchet MS"/>
              </a:rPr>
              <a:t>l</a:t>
            </a:r>
            <a:r>
              <a:rPr sz="2500" spc="-110" dirty="0">
                <a:latin typeface="Trebuchet MS"/>
                <a:cs typeface="Trebuchet MS"/>
              </a:rPr>
              <a:t>se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210" dirty="0">
                <a:latin typeface="Trebuchet MS"/>
                <a:cs typeface="Trebuchet MS"/>
              </a:rPr>
              <a:t>i</a:t>
            </a:r>
            <a:r>
              <a:rPr sz="2500" spc="-265" dirty="0">
                <a:latin typeface="Trebuchet MS"/>
                <a:cs typeface="Trebuchet MS"/>
              </a:rPr>
              <a:t>f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65" dirty="0">
                <a:latin typeface="Trebuchet MS"/>
                <a:cs typeface="Trebuchet MS"/>
              </a:rPr>
              <a:t>(valu</a:t>
            </a:r>
            <a:r>
              <a:rPr sz="2500" spc="-195" dirty="0">
                <a:latin typeface="Trebuchet MS"/>
                <a:cs typeface="Trebuchet MS"/>
              </a:rPr>
              <a:t>e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145" dirty="0">
                <a:latin typeface="Trebuchet MS"/>
                <a:cs typeface="Trebuchet MS"/>
              </a:rPr>
              <a:t>&gt;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</a:t>
            </a:r>
            <a:r>
              <a:rPr sz="2500" spc="-35" dirty="0">
                <a:latin typeface="Trebuchet MS"/>
                <a:cs typeface="Trebuchet MS"/>
              </a:rPr>
              <a:t>oo</a:t>
            </a:r>
            <a:r>
              <a:rPr sz="2500" spc="-20" dirty="0">
                <a:latin typeface="Trebuchet MS"/>
                <a:cs typeface="Trebuchet MS"/>
              </a:rPr>
              <a:t>t</a:t>
            </a:r>
            <a:r>
              <a:rPr sz="2500" spc="-120" dirty="0">
                <a:latin typeface="Trebuchet MS"/>
                <a:cs typeface="Trebuchet MS"/>
              </a:rPr>
              <a:t>-</a:t>
            </a:r>
            <a:r>
              <a:rPr sz="2500" spc="-105" dirty="0">
                <a:latin typeface="Trebuchet MS"/>
                <a:cs typeface="Trebuchet MS"/>
              </a:rPr>
              <a:t>&gt;da</a:t>
            </a:r>
            <a:r>
              <a:rPr sz="2500" spc="-90" dirty="0">
                <a:latin typeface="Trebuchet MS"/>
                <a:cs typeface="Trebuchet MS"/>
              </a:rPr>
              <a:t>t</a:t>
            </a:r>
            <a:r>
              <a:rPr sz="2500" spc="-180" dirty="0">
                <a:latin typeface="Trebuchet MS"/>
                <a:cs typeface="Trebuchet MS"/>
              </a:rPr>
              <a:t>a)</a:t>
            </a:r>
            <a:endParaRPr sz="2500">
              <a:latin typeface="Trebuchet MS"/>
              <a:cs typeface="Trebuchet MS"/>
            </a:endParaRPr>
          </a:p>
          <a:p>
            <a:pPr marL="723900">
              <a:lnSpc>
                <a:spcPct val="100000"/>
              </a:lnSpc>
              <a:spcBef>
                <a:spcPts val="600"/>
              </a:spcBef>
            </a:pPr>
            <a:r>
              <a:rPr sz="2500" spc="-70" dirty="0">
                <a:latin typeface="Trebuchet MS"/>
                <a:cs typeface="Trebuchet MS"/>
              </a:rPr>
              <a:t>root-&gt;right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145" dirty="0">
                <a:latin typeface="Trebuchet MS"/>
                <a:cs typeface="Trebuchet MS"/>
              </a:rPr>
              <a:t>=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deleteNode(root-&gt;right,</a:t>
            </a:r>
            <a:r>
              <a:rPr sz="2500" spc="-235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value);</a:t>
            </a:r>
            <a:endParaRPr sz="2500">
              <a:latin typeface="Trebuchet MS"/>
              <a:cs typeface="Trebuchet MS"/>
            </a:endParaRPr>
          </a:p>
          <a:p>
            <a:pPr marL="367665" marR="462280">
              <a:lnSpc>
                <a:spcPct val="120000"/>
              </a:lnSpc>
              <a:spcBef>
                <a:spcPts val="5"/>
              </a:spcBef>
            </a:pPr>
            <a:r>
              <a:rPr sz="2500" spc="-615" dirty="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sz="2500" spc="-6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60" dirty="0">
                <a:solidFill>
                  <a:srgbClr val="FF0000"/>
                </a:solidFill>
                <a:latin typeface="Trebuchet MS"/>
                <a:cs typeface="Trebuchet MS"/>
              </a:rPr>
              <a:t>key</a:t>
            </a:r>
            <a:r>
              <a:rPr sz="25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14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25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55" dirty="0">
                <a:solidFill>
                  <a:srgbClr val="FF0000"/>
                </a:solidFill>
                <a:latin typeface="Trebuchet MS"/>
                <a:cs typeface="Trebuchet MS"/>
              </a:rPr>
              <a:t>same</a:t>
            </a:r>
            <a:r>
              <a:rPr sz="25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50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25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75" dirty="0">
                <a:solidFill>
                  <a:srgbClr val="FF0000"/>
                </a:solidFill>
                <a:latin typeface="Trebuchet MS"/>
                <a:cs typeface="Trebuchet MS"/>
              </a:rPr>
              <a:t>value</a:t>
            </a:r>
            <a:r>
              <a:rPr sz="25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30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25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05" dirty="0">
                <a:solidFill>
                  <a:srgbClr val="FF0000"/>
                </a:solidFill>
                <a:latin typeface="Trebuchet MS"/>
                <a:cs typeface="Trebuchet MS"/>
              </a:rPr>
              <a:t>root,</a:t>
            </a:r>
            <a:r>
              <a:rPr sz="2500" spc="-2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95" dirty="0">
                <a:solidFill>
                  <a:srgbClr val="FF0000"/>
                </a:solidFill>
                <a:latin typeface="Trebuchet MS"/>
                <a:cs typeface="Trebuchet MS"/>
              </a:rPr>
              <a:t>node</a:t>
            </a:r>
            <a:r>
              <a:rPr sz="25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60" dirty="0">
                <a:solidFill>
                  <a:srgbClr val="FF0000"/>
                </a:solidFill>
                <a:latin typeface="Trebuchet MS"/>
                <a:cs typeface="Trebuchet MS"/>
              </a:rPr>
              <a:t>be</a:t>
            </a:r>
            <a:r>
              <a:rPr sz="25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60" dirty="0">
                <a:solidFill>
                  <a:srgbClr val="FF0000"/>
                </a:solidFill>
                <a:latin typeface="Trebuchet MS"/>
                <a:cs typeface="Trebuchet MS"/>
              </a:rPr>
              <a:t>deleted</a:t>
            </a:r>
            <a:r>
              <a:rPr sz="25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14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25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30" dirty="0">
                <a:solidFill>
                  <a:srgbClr val="FF0000"/>
                </a:solidFill>
                <a:latin typeface="Trebuchet MS"/>
                <a:cs typeface="Trebuchet MS"/>
              </a:rPr>
              <a:t>found </a:t>
            </a:r>
            <a:r>
              <a:rPr sz="2500" spc="-7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else</a:t>
            </a:r>
            <a:endParaRPr sz="2500">
              <a:latin typeface="Trebuchet MS"/>
              <a:cs typeface="Trebuchet MS"/>
            </a:endParaRPr>
          </a:p>
          <a:p>
            <a:pPr marL="367665">
              <a:lnSpc>
                <a:spcPct val="100000"/>
              </a:lnSpc>
              <a:spcBef>
                <a:spcPts val="600"/>
              </a:spcBef>
            </a:pPr>
            <a:r>
              <a:rPr sz="2500" spc="-90" dirty="0">
                <a:latin typeface="Trebuchet MS"/>
                <a:cs typeface="Trebuchet MS"/>
              </a:rPr>
              <a:t>{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66417" y="97155"/>
            <a:ext cx="5528945" cy="57721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spc="-270" dirty="0">
                <a:solidFill>
                  <a:srgbClr val="FF0000"/>
                </a:solidFill>
                <a:latin typeface="Trebuchet MS"/>
                <a:cs typeface="Trebuchet MS"/>
              </a:rPr>
              <a:t>/</a:t>
            </a:r>
            <a:r>
              <a:rPr sz="2400" b="1" spc="-265" dirty="0">
                <a:solidFill>
                  <a:srgbClr val="FF0000"/>
                </a:solidFill>
                <a:latin typeface="Trebuchet MS"/>
                <a:cs typeface="Trebuchet MS"/>
              </a:rPr>
              <a:t>/</a:t>
            </a:r>
            <a:r>
              <a:rPr sz="2400" b="1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15" dirty="0">
                <a:solidFill>
                  <a:srgbClr val="FF0000"/>
                </a:solidFill>
                <a:latin typeface="Trebuchet MS"/>
                <a:cs typeface="Trebuchet MS"/>
              </a:rPr>
              <a:t>no</a:t>
            </a:r>
            <a:r>
              <a:rPr sz="2400" b="1" spc="2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400" b="1" spc="-6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b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rebuchet MS"/>
                <a:cs typeface="Trebuchet MS"/>
              </a:rPr>
              <a:t>wi</a:t>
            </a:r>
            <a:r>
              <a:rPr sz="2400" b="1" spc="-25" dirty="0">
                <a:solidFill>
                  <a:srgbClr val="FF0000"/>
                </a:solidFill>
                <a:latin typeface="Trebuchet MS"/>
                <a:cs typeface="Trebuchet MS"/>
              </a:rPr>
              <a:t>th</a:t>
            </a:r>
            <a:r>
              <a:rPr sz="2400" b="1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rebuchet MS"/>
                <a:cs typeface="Trebuchet MS"/>
              </a:rPr>
              <a:t>on</a:t>
            </a:r>
            <a:r>
              <a:rPr sz="2400" b="1" spc="-25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400" b="1" spc="-6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2400" b="1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rebuchet MS"/>
                <a:cs typeface="Trebuchet MS"/>
              </a:rPr>
              <a:t>on</a:t>
            </a:r>
            <a:r>
              <a:rPr sz="2400" b="1" spc="-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b="1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35" dirty="0">
                <a:solidFill>
                  <a:srgbClr val="FF0000"/>
                </a:solidFill>
                <a:latin typeface="Trebuchet MS"/>
                <a:cs typeface="Trebuchet MS"/>
              </a:rPr>
              <a:t>child</a:t>
            </a:r>
            <a:r>
              <a:rPr sz="2400" b="1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6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b="1" spc="5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400" b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25" dirty="0">
                <a:solidFill>
                  <a:srgbClr val="FF0000"/>
                </a:solidFill>
                <a:latin typeface="Trebuchet MS"/>
                <a:cs typeface="Trebuchet MS"/>
              </a:rPr>
              <a:t>no</a:t>
            </a:r>
            <a:r>
              <a:rPr sz="2400" b="1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35" dirty="0">
                <a:solidFill>
                  <a:srgbClr val="FF0000"/>
                </a:solidFill>
                <a:latin typeface="Trebuchet MS"/>
                <a:cs typeface="Trebuchet MS"/>
              </a:rPr>
              <a:t>child</a:t>
            </a:r>
            <a:endParaRPr sz="24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605"/>
              </a:spcBef>
            </a:pPr>
            <a:r>
              <a:rPr sz="2400" spc="-200" dirty="0">
                <a:latin typeface="Trebuchet MS"/>
                <a:cs typeface="Trebuchet MS"/>
              </a:rPr>
              <a:t>i</a:t>
            </a:r>
            <a:r>
              <a:rPr sz="2400" spc="-254" dirty="0">
                <a:latin typeface="Trebuchet MS"/>
                <a:cs typeface="Trebuchet MS"/>
              </a:rPr>
              <a:t>f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(</a:t>
            </a:r>
            <a:r>
              <a:rPr sz="2400" spc="-50" dirty="0">
                <a:latin typeface="Trebuchet MS"/>
                <a:cs typeface="Trebuchet MS"/>
              </a:rPr>
              <a:t>r</a:t>
            </a:r>
            <a:r>
              <a:rPr sz="2400" spc="35" dirty="0">
                <a:latin typeface="Trebuchet MS"/>
                <a:cs typeface="Trebuchet MS"/>
              </a:rPr>
              <a:t>o</a:t>
            </a:r>
            <a:r>
              <a:rPr sz="2400" spc="20" dirty="0">
                <a:latin typeface="Trebuchet MS"/>
                <a:cs typeface="Trebuchet MS"/>
              </a:rPr>
              <a:t>o</a:t>
            </a:r>
            <a:r>
              <a:rPr sz="2400" spc="-150" dirty="0">
                <a:latin typeface="Trebuchet MS"/>
                <a:cs typeface="Trebuchet MS"/>
              </a:rPr>
              <a:t>t</a:t>
            </a:r>
            <a:r>
              <a:rPr sz="2400" spc="-105" dirty="0">
                <a:latin typeface="Trebuchet MS"/>
                <a:cs typeface="Trebuchet MS"/>
              </a:rPr>
              <a:t>-</a:t>
            </a:r>
            <a:r>
              <a:rPr sz="2400" spc="-130" dirty="0">
                <a:latin typeface="Trebuchet MS"/>
                <a:cs typeface="Trebuchet MS"/>
              </a:rPr>
              <a:t>&gt;left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==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NULL)</a:t>
            </a:r>
            <a:endParaRPr sz="24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600"/>
              </a:spcBef>
            </a:pPr>
            <a:r>
              <a:rPr sz="2400" spc="-85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1421130" marR="5080">
              <a:lnSpc>
                <a:spcPts val="3479"/>
              </a:lnSpc>
              <a:spcBef>
                <a:spcPts val="215"/>
              </a:spcBef>
            </a:pPr>
            <a:r>
              <a:rPr sz="2400" spc="-85" dirty="0">
                <a:latin typeface="Trebuchet MS"/>
                <a:cs typeface="Trebuchet MS"/>
              </a:rPr>
              <a:t>stru</a:t>
            </a:r>
            <a:r>
              <a:rPr sz="2400" spc="-95" dirty="0">
                <a:latin typeface="Trebuchet MS"/>
                <a:cs typeface="Trebuchet MS"/>
              </a:rPr>
              <a:t>c</a:t>
            </a:r>
            <a:r>
              <a:rPr sz="2400" spc="-155" dirty="0">
                <a:latin typeface="Trebuchet MS"/>
                <a:cs typeface="Trebuchet MS"/>
              </a:rPr>
              <a:t>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node*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temp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=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r</a:t>
            </a:r>
            <a:r>
              <a:rPr sz="2400" spc="35" dirty="0">
                <a:latin typeface="Trebuchet MS"/>
                <a:cs typeface="Trebuchet MS"/>
              </a:rPr>
              <a:t>o</a:t>
            </a:r>
            <a:r>
              <a:rPr sz="2400" spc="25" dirty="0">
                <a:latin typeface="Trebuchet MS"/>
                <a:cs typeface="Trebuchet MS"/>
              </a:rPr>
              <a:t>o</a:t>
            </a:r>
            <a:r>
              <a:rPr sz="2400" spc="-145" dirty="0">
                <a:latin typeface="Trebuchet MS"/>
                <a:cs typeface="Trebuchet MS"/>
              </a:rPr>
              <a:t>t</a:t>
            </a:r>
            <a:r>
              <a:rPr sz="2400" spc="-110" dirty="0">
                <a:latin typeface="Trebuchet MS"/>
                <a:cs typeface="Trebuchet MS"/>
              </a:rPr>
              <a:t>-</a:t>
            </a:r>
            <a:r>
              <a:rPr sz="2400" spc="-105" dirty="0">
                <a:latin typeface="Trebuchet MS"/>
                <a:cs typeface="Trebuchet MS"/>
              </a:rPr>
              <a:t>&gt;right;  </a:t>
            </a:r>
            <a:r>
              <a:rPr sz="2400" spc="-120" dirty="0">
                <a:latin typeface="Trebuchet MS"/>
                <a:cs typeface="Trebuchet MS"/>
              </a:rPr>
              <a:t>free(root);</a:t>
            </a:r>
            <a:endParaRPr sz="2400">
              <a:latin typeface="Trebuchet MS"/>
              <a:cs typeface="Trebuchet MS"/>
            </a:endParaRPr>
          </a:p>
          <a:p>
            <a:pPr marL="1421130">
              <a:lnSpc>
                <a:spcPct val="100000"/>
              </a:lnSpc>
              <a:spcBef>
                <a:spcPts val="385"/>
              </a:spcBef>
            </a:pPr>
            <a:r>
              <a:rPr sz="2400" spc="-40" dirty="0">
                <a:latin typeface="Trebuchet MS"/>
                <a:cs typeface="Trebuchet MS"/>
              </a:rPr>
              <a:t>r</a:t>
            </a:r>
            <a:r>
              <a:rPr sz="2400" spc="-145" dirty="0">
                <a:latin typeface="Trebuchet MS"/>
                <a:cs typeface="Trebuchet MS"/>
              </a:rPr>
              <a:t>etu</a:t>
            </a:r>
            <a:r>
              <a:rPr sz="2400" spc="-50" dirty="0">
                <a:latin typeface="Trebuchet MS"/>
                <a:cs typeface="Trebuchet MS"/>
              </a:rPr>
              <a:t>rn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te</a:t>
            </a:r>
            <a:r>
              <a:rPr sz="2400" spc="-204" dirty="0">
                <a:latin typeface="Trebuchet MS"/>
                <a:cs typeface="Trebuchet MS"/>
              </a:rPr>
              <a:t>mp;</a:t>
            </a:r>
            <a:endParaRPr sz="24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600"/>
              </a:spcBef>
            </a:pPr>
            <a:r>
              <a:rPr sz="2400" spc="-85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605"/>
              </a:spcBef>
            </a:pPr>
            <a:r>
              <a:rPr sz="2400" spc="-140" dirty="0">
                <a:latin typeface="Trebuchet MS"/>
                <a:cs typeface="Trebuchet MS"/>
              </a:rPr>
              <a:t>else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if</a:t>
            </a:r>
            <a:r>
              <a:rPr sz="2400" spc="-70" dirty="0">
                <a:latin typeface="Trebuchet MS"/>
                <a:cs typeface="Trebuchet MS"/>
              </a:rPr>
              <a:t> (root-&gt;right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==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NULL)</a:t>
            </a:r>
            <a:endParaRPr sz="24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600"/>
              </a:spcBef>
            </a:pPr>
            <a:r>
              <a:rPr sz="2400" spc="-85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1421130" marR="185420">
              <a:lnSpc>
                <a:spcPts val="3479"/>
              </a:lnSpc>
              <a:spcBef>
                <a:spcPts val="215"/>
              </a:spcBef>
            </a:pPr>
            <a:r>
              <a:rPr sz="2400" spc="-85" dirty="0">
                <a:latin typeface="Trebuchet MS"/>
                <a:cs typeface="Trebuchet MS"/>
              </a:rPr>
              <a:t>stru</a:t>
            </a:r>
            <a:r>
              <a:rPr sz="2400" spc="-95" dirty="0">
                <a:latin typeface="Trebuchet MS"/>
                <a:cs typeface="Trebuchet MS"/>
              </a:rPr>
              <a:t>c</a:t>
            </a:r>
            <a:r>
              <a:rPr sz="2400" spc="-155" dirty="0">
                <a:latin typeface="Trebuchet MS"/>
                <a:cs typeface="Trebuchet MS"/>
              </a:rPr>
              <a:t>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node*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temp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=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r</a:t>
            </a:r>
            <a:r>
              <a:rPr sz="2400" spc="35" dirty="0">
                <a:latin typeface="Trebuchet MS"/>
                <a:cs typeface="Trebuchet MS"/>
              </a:rPr>
              <a:t>o</a:t>
            </a:r>
            <a:r>
              <a:rPr sz="2400" spc="25" dirty="0">
                <a:latin typeface="Trebuchet MS"/>
                <a:cs typeface="Trebuchet MS"/>
              </a:rPr>
              <a:t>o</a:t>
            </a:r>
            <a:r>
              <a:rPr sz="2400" spc="-145" dirty="0">
                <a:latin typeface="Trebuchet MS"/>
                <a:cs typeface="Trebuchet MS"/>
              </a:rPr>
              <a:t>t</a:t>
            </a:r>
            <a:r>
              <a:rPr sz="2400" spc="-110" dirty="0">
                <a:latin typeface="Trebuchet MS"/>
                <a:cs typeface="Trebuchet MS"/>
              </a:rPr>
              <a:t>-</a:t>
            </a:r>
            <a:r>
              <a:rPr sz="2400" spc="-70" dirty="0">
                <a:latin typeface="Trebuchet MS"/>
                <a:cs typeface="Trebuchet MS"/>
              </a:rPr>
              <a:t>&gt;le</a:t>
            </a:r>
            <a:r>
              <a:rPr sz="2400" spc="-240" dirty="0">
                <a:latin typeface="Trebuchet MS"/>
                <a:cs typeface="Trebuchet MS"/>
              </a:rPr>
              <a:t>ft;  </a:t>
            </a:r>
            <a:r>
              <a:rPr sz="2400" spc="-120" dirty="0">
                <a:latin typeface="Trebuchet MS"/>
                <a:cs typeface="Trebuchet MS"/>
              </a:rPr>
              <a:t>free(root);</a:t>
            </a:r>
            <a:endParaRPr sz="2400">
              <a:latin typeface="Trebuchet MS"/>
              <a:cs typeface="Trebuchet MS"/>
            </a:endParaRPr>
          </a:p>
          <a:p>
            <a:pPr marL="1421130">
              <a:lnSpc>
                <a:spcPct val="100000"/>
              </a:lnSpc>
              <a:spcBef>
                <a:spcPts val="385"/>
              </a:spcBef>
            </a:pPr>
            <a:r>
              <a:rPr sz="2400" spc="-40" dirty="0">
                <a:latin typeface="Trebuchet MS"/>
                <a:cs typeface="Trebuchet MS"/>
              </a:rPr>
              <a:t>r</a:t>
            </a:r>
            <a:r>
              <a:rPr sz="2400" spc="-145" dirty="0">
                <a:latin typeface="Trebuchet MS"/>
                <a:cs typeface="Trebuchet MS"/>
              </a:rPr>
              <a:t>etu</a:t>
            </a:r>
            <a:r>
              <a:rPr sz="2400" spc="-50" dirty="0">
                <a:latin typeface="Trebuchet MS"/>
                <a:cs typeface="Trebuchet MS"/>
              </a:rPr>
              <a:t>rn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te</a:t>
            </a:r>
            <a:r>
              <a:rPr sz="2400" spc="-204" dirty="0">
                <a:latin typeface="Trebuchet MS"/>
                <a:cs typeface="Trebuchet MS"/>
              </a:rPr>
              <a:t>mp;</a:t>
            </a:r>
            <a:endParaRPr sz="24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600"/>
              </a:spcBef>
            </a:pPr>
            <a:r>
              <a:rPr sz="2400" spc="-85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228140" y="171704"/>
            <a:ext cx="7553959" cy="188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76250" indent="280035">
              <a:lnSpc>
                <a:spcPct val="100000"/>
              </a:lnSpc>
              <a:spcBef>
                <a:spcPts val="95"/>
              </a:spcBef>
            </a:pPr>
            <a:r>
              <a:rPr sz="2800" spc="-690" dirty="0"/>
              <a:t>/</a:t>
            </a:r>
            <a:r>
              <a:rPr sz="2800" spc="-685" dirty="0"/>
              <a:t>/</a:t>
            </a:r>
            <a:r>
              <a:rPr sz="2800" spc="-60" dirty="0"/>
              <a:t> </a:t>
            </a:r>
            <a:r>
              <a:rPr sz="2800" b="1" spc="-5" dirty="0">
                <a:solidFill>
                  <a:srgbClr val="FF0000"/>
                </a:solidFill>
                <a:latin typeface="Trebuchet MS"/>
                <a:cs typeface="Trebuchet MS"/>
              </a:rPr>
              <a:t>node</a:t>
            </a:r>
            <a:r>
              <a:rPr sz="2800" b="1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rebuchet MS"/>
                <a:cs typeface="Trebuchet MS"/>
              </a:rPr>
              <a:t>with</a:t>
            </a:r>
            <a:r>
              <a:rPr sz="2800" b="1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800" b="1" spc="-55" dirty="0">
                <a:solidFill>
                  <a:srgbClr val="FF0000"/>
                </a:solidFill>
                <a:latin typeface="Trebuchet MS"/>
                <a:cs typeface="Trebuchet MS"/>
              </a:rPr>
              <a:t>w</a:t>
            </a:r>
            <a:r>
              <a:rPr sz="2800" b="1" spc="75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800" b="1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rebuchet MS"/>
                <a:cs typeface="Trebuchet MS"/>
              </a:rPr>
              <a:t>child</a:t>
            </a:r>
            <a:r>
              <a:rPr sz="2800" b="1" spc="-8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b="1" spc="-4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b="1" spc="-3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2800" b="1" spc="-275" dirty="0">
                <a:solidFill>
                  <a:srgbClr val="FF0000"/>
                </a:solidFill>
                <a:latin typeface="Trebuchet MS"/>
                <a:cs typeface="Trebuchet MS"/>
              </a:rPr>
              <a:t>,</a:t>
            </a:r>
            <a:r>
              <a:rPr sz="2800" b="1" spc="-3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114" dirty="0">
                <a:solidFill>
                  <a:srgbClr val="FF0000"/>
                </a:solidFill>
                <a:latin typeface="Trebuchet MS"/>
                <a:cs typeface="Trebuchet MS"/>
              </a:rPr>
              <a:t>Get</a:t>
            </a:r>
            <a:r>
              <a:rPr sz="2800" b="1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5" dirty="0">
                <a:solidFill>
                  <a:srgbClr val="FF0000"/>
                </a:solidFill>
                <a:latin typeface="Trebuchet MS"/>
                <a:cs typeface="Trebuchet MS"/>
              </a:rPr>
              <a:t>smallest</a:t>
            </a:r>
            <a:r>
              <a:rPr sz="2800" b="1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-45" dirty="0">
                <a:solidFill>
                  <a:srgbClr val="FF0000"/>
                </a:solidFill>
                <a:latin typeface="Trebuchet MS"/>
                <a:cs typeface="Trebuchet MS"/>
              </a:rPr>
              <a:t>in  </a:t>
            </a:r>
            <a:r>
              <a:rPr sz="2800" b="1" spc="-2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800" b="1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10" dirty="0">
                <a:solidFill>
                  <a:srgbClr val="FF0000"/>
                </a:solidFill>
                <a:latin typeface="Trebuchet MS"/>
                <a:cs typeface="Trebuchet MS"/>
              </a:rPr>
              <a:t>right</a:t>
            </a:r>
            <a:r>
              <a:rPr sz="2800" b="1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Trebuchet MS"/>
                <a:cs typeface="Trebuchet MS"/>
              </a:rPr>
              <a:t>subtree)</a:t>
            </a:r>
            <a:endParaRPr sz="2800">
              <a:latin typeface="Trebuchet MS"/>
              <a:cs typeface="Trebuchet MS"/>
            </a:endParaRPr>
          </a:p>
          <a:p>
            <a:pPr marL="405765" marR="5080">
              <a:lnSpc>
                <a:spcPct val="117900"/>
              </a:lnSpc>
            </a:pPr>
            <a:r>
              <a:rPr sz="2800" spc="-114" dirty="0"/>
              <a:t>struct </a:t>
            </a:r>
            <a:r>
              <a:rPr sz="2800" spc="-55" dirty="0"/>
              <a:t>node* </a:t>
            </a:r>
            <a:r>
              <a:rPr sz="2800" spc="-175" dirty="0"/>
              <a:t>temp </a:t>
            </a:r>
            <a:r>
              <a:rPr sz="2800" spc="160" dirty="0"/>
              <a:t>= </a:t>
            </a:r>
            <a:r>
              <a:rPr sz="2800" spc="-110" dirty="0"/>
              <a:t>minValueNode(root-&gt;right); </a:t>
            </a:r>
            <a:r>
              <a:rPr sz="2800" spc="-830" dirty="0"/>
              <a:t> </a:t>
            </a:r>
            <a:r>
              <a:rPr sz="2800" spc="-100" dirty="0"/>
              <a:t>root-&gt;value</a:t>
            </a:r>
            <a:r>
              <a:rPr sz="2800" spc="-40" dirty="0"/>
              <a:t> </a:t>
            </a:r>
            <a:r>
              <a:rPr sz="2800" spc="160" dirty="0"/>
              <a:t>=</a:t>
            </a:r>
            <a:r>
              <a:rPr sz="2800" spc="-70" dirty="0"/>
              <a:t> </a:t>
            </a:r>
            <a:r>
              <a:rPr sz="2800" spc="-170" dirty="0"/>
              <a:t>temp-&gt;value;</a:t>
            </a:r>
            <a:endParaRPr sz="2800"/>
          </a:p>
        </p:txBody>
      </p:sp>
      <p:sp>
        <p:nvSpPr>
          <p:cNvPr id="15" name="object 15"/>
          <p:cNvSpPr txBox="1"/>
          <p:nvPr/>
        </p:nvSpPr>
        <p:spPr>
          <a:xfrm>
            <a:off x="1228140" y="1959745"/>
            <a:ext cx="7411720" cy="311531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60"/>
              </a:spcBef>
            </a:pPr>
            <a:r>
              <a:rPr sz="2800" b="1" spc="-315" dirty="0">
                <a:solidFill>
                  <a:srgbClr val="FF0000"/>
                </a:solidFill>
                <a:latin typeface="Trebuchet MS"/>
                <a:cs typeface="Trebuchet MS"/>
              </a:rPr>
              <a:t>/</a:t>
            </a:r>
            <a:r>
              <a:rPr sz="2800" b="1" spc="-310" dirty="0">
                <a:solidFill>
                  <a:srgbClr val="FF0000"/>
                </a:solidFill>
                <a:latin typeface="Trebuchet MS"/>
                <a:cs typeface="Trebuchet MS"/>
              </a:rPr>
              <a:t>/</a:t>
            </a:r>
            <a:r>
              <a:rPr sz="2800" b="1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55" dirty="0">
                <a:solidFill>
                  <a:srgbClr val="FF0000"/>
                </a:solidFill>
                <a:latin typeface="Trebuchet MS"/>
                <a:cs typeface="Trebuchet MS"/>
              </a:rPr>
              <a:t>Del</a:t>
            </a:r>
            <a:r>
              <a:rPr sz="2800" b="1" spc="7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b="1" spc="-25" dirty="0">
                <a:solidFill>
                  <a:srgbClr val="FF0000"/>
                </a:solidFill>
                <a:latin typeface="Trebuchet MS"/>
                <a:cs typeface="Trebuchet MS"/>
              </a:rPr>
              <a:t>te</a:t>
            </a:r>
            <a:r>
              <a:rPr sz="2800" b="1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8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rebuchet MS"/>
                <a:cs typeface="Trebuchet MS"/>
              </a:rPr>
              <a:t>node</a:t>
            </a:r>
            <a:endParaRPr sz="2800">
              <a:latin typeface="Trebuchet MS"/>
              <a:cs typeface="Trebuchet MS"/>
            </a:endParaRPr>
          </a:p>
          <a:p>
            <a:pPr marL="405765">
              <a:lnSpc>
                <a:spcPct val="100000"/>
              </a:lnSpc>
              <a:spcBef>
                <a:spcPts val="1000"/>
              </a:spcBef>
            </a:pPr>
            <a:r>
              <a:rPr sz="2400" spc="-65" dirty="0">
                <a:latin typeface="Trebuchet MS"/>
                <a:cs typeface="Trebuchet MS"/>
              </a:rPr>
              <a:t>root-&gt;right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=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deleteNode(root-&gt;right,</a:t>
            </a:r>
            <a:r>
              <a:rPr sz="2400" spc="-30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temp-&gt;value);</a:t>
            </a:r>
            <a:endParaRPr sz="2400">
              <a:latin typeface="Trebuchet MS"/>
              <a:cs typeface="Trebuchet MS"/>
            </a:endParaRPr>
          </a:p>
          <a:p>
            <a:pPr marL="111125">
              <a:lnSpc>
                <a:spcPct val="100000"/>
              </a:lnSpc>
              <a:spcBef>
                <a:spcPts val="680"/>
              </a:spcBef>
            </a:pPr>
            <a:r>
              <a:rPr sz="2800" spc="-100" dirty="0">
                <a:latin typeface="Trebuchet MS"/>
                <a:cs typeface="Trebuchet MS"/>
              </a:rPr>
              <a:t>}</a:t>
            </a:r>
            <a:endParaRPr sz="2800">
              <a:latin typeface="Trebuchet MS"/>
              <a:cs typeface="Trebuchet MS"/>
            </a:endParaRPr>
          </a:p>
          <a:p>
            <a:pPr marL="405765">
              <a:lnSpc>
                <a:spcPct val="100000"/>
              </a:lnSpc>
              <a:spcBef>
                <a:spcPts val="600"/>
              </a:spcBef>
            </a:pPr>
            <a:r>
              <a:rPr sz="2800" spc="-110" dirty="0">
                <a:latin typeface="Trebuchet MS"/>
                <a:cs typeface="Trebuchet MS"/>
              </a:rPr>
              <a:t>return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root;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800" spc="-100" dirty="0">
                <a:latin typeface="Trebuchet MS"/>
                <a:cs typeface="Trebuchet MS"/>
              </a:rPr>
              <a:t>}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800" spc="-690" dirty="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sz="2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FF0000"/>
                </a:solidFill>
                <a:latin typeface="Trebuchet MS"/>
                <a:cs typeface="Trebuchet MS"/>
              </a:rPr>
              <a:t>Update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FF0000"/>
                </a:solidFill>
                <a:latin typeface="Trebuchet MS"/>
                <a:cs typeface="Trebuchet MS"/>
              </a:rPr>
              <a:t>height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229" dirty="0">
                <a:solidFill>
                  <a:srgbClr val="FF0000"/>
                </a:solidFill>
                <a:latin typeface="Trebuchet MS"/>
                <a:cs typeface="Trebuchet MS"/>
              </a:rPr>
              <a:t>&amp;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FF0000"/>
                </a:solidFill>
                <a:latin typeface="Trebuchet MS"/>
                <a:cs typeface="Trebuchet MS"/>
              </a:rPr>
              <a:t>Balance</a:t>
            </a:r>
            <a:r>
              <a:rPr sz="2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FF0000"/>
                </a:solidFill>
                <a:latin typeface="Trebuchet MS"/>
                <a:cs typeface="Trebuchet MS"/>
              </a:rPr>
              <a:t>Factor</a:t>
            </a:r>
            <a:r>
              <a:rPr sz="2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2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each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FF0000"/>
                </a:solidFill>
                <a:latin typeface="Trebuchet MS"/>
                <a:cs typeface="Trebuchet MS"/>
              </a:rPr>
              <a:t>node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80489" y="327152"/>
            <a:ext cx="698880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80" dirty="0">
                <a:latin typeface="Trebuchet MS"/>
                <a:cs typeface="Trebuchet MS"/>
              </a:rPr>
              <a:t>root-&gt;height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=max[height(root-&gt;left),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height(root-&gt;right)]+1;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/>
              <a:t>Bal</a:t>
            </a:r>
            <a:r>
              <a:rPr spc="-190" dirty="0"/>
              <a:t>a</a:t>
            </a:r>
            <a:r>
              <a:rPr spc="-145" dirty="0"/>
              <a:t>nce</a:t>
            </a:r>
            <a:r>
              <a:rPr spc="-45" dirty="0"/>
              <a:t> </a:t>
            </a:r>
            <a:r>
              <a:rPr spc="145" dirty="0"/>
              <a:t>=</a:t>
            </a:r>
            <a:r>
              <a:rPr spc="-55" dirty="0"/>
              <a:t> </a:t>
            </a:r>
            <a:r>
              <a:rPr spc="-170" dirty="0"/>
              <a:t>Bal</a:t>
            </a:r>
            <a:r>
              <a:rPr spc="-190" dirty="0"/>
              <a:t>a</a:t>
            </a:r>
            <a:r>
              <a:rPr spc="-145" dirty="0"/>
              <a:t>nce</a:t>
            </a:r>
            <a:r>
              <a:rPr spc="-30" dirty="0"/>
              <a:t> </a:t>
            </a:r>
            <a:r>
              <a:rPr spc="-200" dirty="0"/>
              <a:t>F</a:t>
            </a:r>
            <a:r>
              <a:rPr spc="-195" dirty="0"/>
              <a:t>a</a:t>
            </a:r>
            <a:r>
              <a:rPr spc="-80" dirty="0"/>
              <a:t>ctor</a:t>
            </a:r>
            <a:r>
              <a:rPr spc="-75" dirty="0"/>
              <a:t>(</a:t>
            </a:r>
            <a:r>
              <a:rPr spc="-50" dirty="0"/>
              <a:t>r</a:t>
            </a:r>
            <a:r>
              <a:rPr spc="-110" dirty="0"/>
              <a:t>oot);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45" dirty="0"/>
              <a:t>//</a:t>
            </a:r>
            <a:r>
              <a:rPr spc="-65" dirty="0"/>
              <a:t> </a:t>
            </a:r>
            <a:r>
              <a:rPr spc="105" dirty="0"/>
              <a:t>R</a:t>
            </a:r>
            <a:r>
              <a:rPr spc="225" dirty="0"/>
              <a:t>O</a:t>
            </a:r>
            <a:r>
              <a:rPr spc="-30" dirty="0"/>
              <a:t>T</a:t>
            </a:r>
            <a:r>
              <a:rPr spc="55" dirty="0"/>
              <a:t>A</a:t>
            </a:r>
            <a:r>
              <a:rPr spc="254" dirty="0"/>
              <a:t>TIONS</a:t>
            </a:r>
          </a:p>
          <a:p>
            <a:pPr marL="12700">
              <a:lnSpc>
                <a:spcPct val="100000"/>
              </a:lnSpc>
            </a:pPr>
            <a:r>
              <a:rPr spc="-35" dirty="0"/>
              <a:t>if(balance&gt;1</a:t>
            </a:r>
            <a:r>
              <a:rPr spc="-40" dirty="0"/>
              <a:t> </a:t>
            </a:r>
            <a:r>
              <a:rPr spc="90" dirty="0"/>
              <a:t>&amp;&amp;</a:t>
            </a:r>
            <a:r>
              <a:rPr spc="-30" dirty="0"/>
              <a:t> </a:t>
            </a:r>
            <a:r>
              <a:rPr spc="-45" dirty="0"/>
              <a:t>value&lt;root-&gt;left-&gt;value)//</a:t>
            </a:r>
            <a:r>
              <a:rPr dirty="0"/>
              <a:t> </a:t>
            </a:r>
            <a:r>
              <a:rPr spc="140" dirty="0"/>
              <a:t>RR</a:t>
            </a:r>
            <a:r>
              <a:rPr spc="-50" dirty="0"/>
              <a:t> </a:t>
            </a:r>
            <a:r>
              <a:rPr spc="25" dirty="0"/>
              <a:t>Rotation</a:t>
            </a:r>
          </a:p>
          <a:p>
            <a:pPr marL="844550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return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rightrotate(root);</a:t>
            </a:r>
          </a:p>
          <a:p>
            <a:pPr marL="844550" marR="21590" indent="-832485">
              <a:lnSpc>
                <a:spcPct val="100000"/>
              </a:lnSpc>
            </a:pPr>
            <a:r>
              <a:rPr spc="-35" dirty="0"/>
              <a:t>if(balance</a:t>
            </a:r>
            <a:r>
              <a:rPr spc="-55" dirty="0"/>
              <a:t> </a:t>
            </a:r>
            <a:r>
              <a:rPr spc="5" dirty="0"/>
              <a:t>&lt;-1&amp;&amp;</a:t>
            </a:r>
            <a:r>
              <a:rPr spc="-45" dirty="0"/>
              <a:t> </a:t>
            </a:r>
            <a:r>
              <a:rPr spc="-30" dirty="0"/>
              <a:t>value&gt;root-&gt;right-&gt;value)//</a:t>
            </a:r>
            <a:r>
              <a:rPr dirty="0"/>
              <a:t> </a:t>
            </a:r>
            <a:r>
              <a:rPr spc="130" dirty="0"/>
              <a:t>LL</a:t>
            </a:r>
            <a:r>
              <a:rPr spc="-65" dirty="0"/>
              <a:t> </a:t>
            </a:r>
            <a:r>
              <a:rPr spc="25" dirty="0"/>
              <a:t>Rotation </a:t>
            </a:r>
            <a:r>
              <a:rPr spc="-645" dirty="0"/>
              <a:t> </a:t>
            </a:r>
            <a:r>
              <a:rPr spc="-10" dirty="0">
                <a:solidFill>
                  <a:srgbClr val="000000"/>
                </a:solidFill>
              </a:rPr>
              <a:t>return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leftrotate(root);</a:t>
            </a:r>
          </a:p>
          <a:p>
            <a:pPr marL="12700">
              <a:lnSpc>
                <a:spcPct val="100000"/>
              </a:lnSpc>
            </a:pPr>
            <a:r>
              <a:rPr spc="-35" dirty="0"/>
              <a:t>if(balance</a:t>
            </a:r>
            <a:r>
              <a:rPr spc="-45" dirty="0"/>
              <a:t> </a:t>
            </a:r>
            <a:r>
              <a:rPr spc="25" dirty="0"/>
              <a:t>&gt;1&amp;&amp;</a:t>
            </a:r>
            <a:r>
              <a:rPr spc="-20" dirty="0"/>
              <a:t> </a:t>
            </a:r>
            <a:r>
              <a:rPr spc="-45" dirty="0"/>
              <a:t>value&gt;root-&gt;left-&gt;value)//</a:t>
            </a:r>
            <a:r>
              <a:rPr dirty="0"/>
              <a:t> </a:t>
            </a:r>
            <a:r>
              <a:rPr spc="135" dirty="0"/>
              <a:t>LR</a:t>
            </a:r>
            <a:r>
              <a:rPr spc="-55" dirty="0"/>
              <a:t> </a:t>
            </a:r>
            <a:r>
              <a:rPr spc="25" dirty="0"/>
              <a:t>Rotation</a:t>
            </a:r>
          </a:p>
          <a:p>
            <a:pPr marL="844550">
              <a:lnSpc>
                <a:spcPct val="100000"/>
              </a:lnSpc>
              <a:spcBef>
                <a:spcPts val="5"/>
              </a:spcBef>
            </a:pPr>
            <a:r>
              <a:rPr spc="-20" dirty="0">
                <a:solidFill>
                  <a:srgbClr val="000000"/>
                </a:solidFill>
              </a:rPr>
              <a:t>root-&gt;left=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spc="-30" dirty="0">
                <a:solidFill>
                  <a:srgbClr val="000000"/>
                </a:solidFill>
              </a:rPr>
              <a:t>leftrotate(rotate-&gt;left);</a:t>
            </a:r>
          </a:p>
          <a:p>
            <a:pPr marL="844550">
              <a:lnSpc>
                <a:spcPct val="100000"/>
              </a:lnSpc>
            </a:pPr>
            <a:r>
              <a:rPr spc="-10" dirty="0">
                <a:solidFill>
                  <a:srgbClr val="000000"/>
                </a:solidFill>
              </a:rPr>
              <a:t>return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rightrotate(root);</a:t>
            </a:r>
          </a:p>
          <a:p>
            <a:pPr marL="844550" marR="5080" indent="-832485">
              <a:lnSpc>
                <a:spcPct val="100000"/>
              </a:lnSpc>
            </a:pPr>
            <a:r>
              <a:rPr spc="-35" dirty="0"/>
              <a:t>if(balance</a:t>
            </a:r>
            <a:r>
              <a:rPr spc="-55" dirty="0"/>
              <a:t> </a:t>
            </a:r>
            <a:r>
              <a:rPr spc="5" dirty="0"/>
              <a:t>&lt;-1&amp;&amp;</a:t>
            </a:r>
            <a:r>
              <a:rPr spc="-40" dirty="0"/>
              <a:t> </a:t>
            </a:r>
            <a:r>
              <a:rPr spc="-30" dirty="0"/>
              <a:t>value&lt;root-&gt;right-&gt;value)//</a:t>
            </a:r>
            <a:r>
              <a:rPr spc="-5" dirty="0"/>
              <a:t> </a:t>
            </a:r>
            <a:r>
              <a:rPr spc="135" dirty="0"/>
              <a:t>RL</a:t>
            </a:r>
            <a:r>
              <a:rPr spc="-65" dirty="0"/>
              <a:t> </a:t>
            </a:r>
            <a:r>
              <a:rPr spc="25" dirty="0"/>
              <a:t>Rotation </a:t>
            </a:r>
            <a:r>
              <a:rPr spc="-650" dirty="0"/>
              <a:t> </a:t>
            </a:r>
            <a:r>
              <a:rPr spc="5" dirty="0">
                <a:solidFill>
                  <a:srgbClr val="000000"/>
                </a:solidFill>
              </a:rPr>
              <a:t>root-&gt;right=</a:t>
            </a:r>
            <a:r>
              <a:rPr spc="-5" dirty="0">
                <a:solidFill>
                  <a:srgbClr val="000000"/>
                </a:solidFill>
              </a:rPr>
              <a:t> rightrotate(root-&gt;right);</a:t>
            </a:r>
          </a:p>
          <a:p>
            <a:pPr marL="844550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return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leftrotate(root);</a:t>
            </a:r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000000"/>
                </a:solidFill>
              </a:rPr>
              <a:t>return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root;</a:t>
            </a:r>
          </a:p>
          <a:p>
            <a:pPr marL="12700">
              <a:lnSpc>
                <a:spcPct val="100000"/>
              </a:lnSpc>
            </a:pPr>
            <a:r>
              <a:rPr spc="-110" dirty="0">
                <a:solidFill>
                  <a:srgbClr val="000000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5234</TotalTime>
  <Words>868</Words>
  <Application>Microsoft Office PowerPoint</Application>
  <PresentationFormat>On-screen Show (4:3)</PresentationFormat>
  <Paragraphs>204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Segoe UI Symbol</vt:lpstr>
      <vt:lpstr>Trebuchet MS</vt:lpstr>
      <vt:lpstr>Verdana</vt:lpstr>
      <vt:lpstr>Office Theme</vt:lpstr>
      <vt:lpstr>IMPLEMENTATION OF AVL TREES</vt:lpstr>
      <vt:lpstr>PowerPoint Presentation</vt:lpstr>
      <vt:lpstr>AVL Trees</vt:lpstr>
      <vt:lpstr>Construction of AVL Tree (1 to 8)</vt:lpstr>
      <vt:lpstr>Node Structure</vt:lpstr>
      <vt:lpstr>Height of the Node</vt:lpstr>
      <vt:lpstr>Creation of Node</vt:lpstr>
      <vt:lpstr>Balance Factor of the Node</vt:lpstr>
      <vt:lpstr>Left Rotate</vt:lpstr>
      <vt:lpstr>Right Rotate</vt:lpstr>
      <vt:lpstr>Finding Max</vt:lpstr>
      <vt:lpstr>Insertion Operation</vt:lpstr>
      <vt:lpstr>PowerPoint Presentation</vt:lpstr>
      <vt:lpstr>Insertion Operation</vt:lpstr>
      <vt:lpstr>PowerPoint Presentation</vt:lpstr>
      <vt:lpstr>PowerPoint Presentation</vt:lpstr>
      <vt:lpstr>// node with two children, Get smallest in  the right subtree) struct node* temp = minValueNode(root-&gt;right);  root-&gt;value = temp-&gt;value;</vt:lpstr>
      <vt:lpstr>Balance = Balance Factor(root);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creator>mattmcc</dc:creator>
  <cp:lastModifiedBy>Windows User</cp:lastModifiedBy>
  <cp:revision>15</cp:revision>
  <dcterms:created xsi:type="dcterms:W3CDTF">2023-05-30T15:48:21Z</dcterms:created>
  <dcterms:modified xsi:type="dcterms:W3CDTF">2023-06-05T04:53:36Z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2023-05-30T00:00:00Z</vt:filetime>
  </property>
</Properties>
</file>