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92" r:id="rId22"/>
    <p:sldId id="291" r:id="rId23"/>
    <p:sldId id="278" r:id="rId24"/>
    <p:sldId id="279" r:id="rId25"/>
    <p:sldId id="280" r:id="rId26"/>
    <p:sldId id="281" r:id="rId27"/>
    <p:sldId id="293" r:id="rId28"/>
    <p:sldId id="294" r:id="rId29"/>
    <p:sldId id="295" r:id="rId30"/>
    <p:sldId id="296" r:id="rId31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306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31-May-23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31-May-23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31-May-23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31-May-23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31-May-23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010" y="3556"/>
            <a:ext cx="820419" cy="819785"/>
          </a:xfrm>
          <a:custGeom>
            <a:avLst/>
            <a:gdLst/>
            <a:ahLst/>
            <a:cxnLst/>
            <a:rect l="l" t="t" r="r" b="b"/>
            <a:pathLst>
              <a:path w="820419" h="819785">
                <a:moveTo>
                  <a:pt x="819949" y="0"/>
                </a:moveTo>
                <a:lnTo>
                  <a:pt x="506" y="0"/>
                </a:lnTo>
                <a:lnTo>
                  <a:pt x="0" y="819404"/>
                </a:lnTo>
                <a:lnTo>
                  <a:pt x="48653" y="818012"/>
                </a:lnTo>
                <a:lnTo>
                  <a:pt x="96069" y="813890"/>
                </a:lnTo>
                <a:lnTo>
                  <a:pt x="142676" y="807114"/>
                </a:lnTo>
                <a:lnTo>
                  <a:pt x="188396" y="797760"/>
                </a:lnTo>
                <a:lnTo>
                  <a:pt x="233153" y="785906"/>
                </a:lnTo>
                <a:lnTo>
                  <a:pt x="276870" y="771629"/>
                </a:lnTo>
                <a:lnTo>
                  <a:pt x="319469" y="755005"/>
                </a:lnTo>
                <a:lnTo>
                  <a:pt x="360876" y="736111"/>
                </a:lnTo>
                <a:lnTo>
                  <a:pt x="401011" y="715024"/>
                </a:lnTo>
                <a:lnTo>
                  <a:pt x="439799" y="691821"/>
                </a:lnTo>
                <a:lnTo>
                  <a:pt x="477163" y="666580"/>
                </a:lnTo>
                <a:lnTo>
                  <a:pt x="513025" y="639376"/>
                </a:lnTo>
                <a:lnTo>
                  <a:pt x="547310" y="610287"/>
                </a:lnTo>
                <a:lnTo>
                  <a:pt x="579939" y="579389"/>
                </a:lnTo>
                <a:lnTo>
                  <a:pt x="610837" y="546760"/>
                </a:lnTo>
                <a:lnTo>
                  <a:pt x="639926" y="512477"/>
                </a:lnTo>
                <a:lnTo>
                  <a:pt x="667130" y="476615"/>
                </a:lnTo>
                <a:lnTo>
                  <a:pt x="692371" y="439253"/>
                </a:lnTo>
                <a:lnTo>
                  <a:pt x="715574" y="400467"/>
                </a:lnTo>
                <a:lnTo>
                  <a:pt x="736660" y="360334"/>
                </a:lnTo>
                <a:lnTo>
                  <a:pt x="755553" y="318930"/>
                </a:lnTo>
                <a:lnTo>
                  <a:pt x="772177" y="276333"/>
                </a:lnTo>
                <a:lnTo>
                  <a:pt x="786453" y="232620"/>
                </a:lnTo>
                <a:lnTo>
                  <a:pt x="798307" y="187868"/>
                </a:lnTo>
                <a:lnTo>
                  <a:pt x="807660" y="142152"/>
                </a:lnTo>
                <a:lnTo>
                  <a:pt x="814436" y="95551"/>
                </a:lnTo>
                <a:lnTo>
                  <a:pt x="818558" y="48141"/>
                </a:lnTo>
                <a:lnTo>
                  <a:pt x="819949" y="0"/>
                </a:lnTo>
                <a:close/>
              </a:path>
            </a:pathLst>
          </a:custGeom>
          <a:solidFill>
            <a:srgbClr val="FDF9F4">
              <a:alpha val="3294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010" y="3556"/>
            <a:ext cx="820419" cy="819785"/>
          </a:xfrm>
          <a:custGeom>
            <a:avLst/>
            <a:gdLst/>
            <a:ahLst/>
            <a:cxnLst/>
            <a:rect l="l" t="t" r="r" b="b"/>
            <a:pathLst>
              <a:path w="820419" h="819785">
                <a:moveTo>
                  <a:pt x="819949" y="0"/>
                </a:moveTo>
                <a:lnTo>
                  <a:pt x="818558" y="48141"/>
                </a:lnTo>
                <a:lnTo>
                  <a:pt x="814436" y="95551"/>
                </a:lnTo>
                <a:lnTo>
                  <a:pt x="807660" y="142152"/>
                </a:lnTo>
                <a:lnTo>
                  <a:pt x="798307" y="187868"/>
                </a:lnTo>
                <a:lnTo>
                  <a:pt x="786453" y="232620"/>
                </a:lnTo>
                <a:lnTo>
                  <a:pt x="772177" y="276333"/>
                </a:lnTo>
                <a:lnTo>
                  <a:pt x="755553" y="318930"/>
                </a:lnTo>
                <a:lnTo>
                  <a:pt x="736660" y="360334"/>
                </a:lnTo>
                <a:lnTo>
                  <a:pt x="715574" y="400467"/>
                </a:lnTo>
                <a:lnTo>
                  <a:pt x="692371" y="439253"/>
                </a:lnTo>
                <a:lnTo>
                  <a:pt x="667130" y="476615"/>
                </a:lnTo>
                <a:lnTo>
                  <a:pt x="639926" y="512477"/>
                </a:lnTo>
                <a:lnTo>
                  <a:pt x="610837" y="546760"/>
                </a:lnTo>
                <a:lnTo>
                  <a:pt x="579939" y="579389"/>
                </a:lnTo>
                <a:lnTo>
                  <a:pt x="547310" y="610287"/>
                </a:lnTo>
                <a:lnTo>
                  <a:pt x="513025" y="639376"/>
                </a:lnTo>
                <a:lnTo>
                  <a:pt x="477163" y="666580"/>
                </a:lnTo>
                <a:lnTo>
                  <a:pt x="439799" y="691821"/>
                </a:lnTo>
                <a:lnTo>
                  <a:pt x="401011" y="715024"/>
                </a:lnTo>
                <a:lnTo>
                  <a:pt x="360876" y="736111"/>
                </a:lnTo>
                <a:lnTo>
                  <a:pt x="319469" y="755005"/>
                </a:lnTo>
                <a:lnTo>
                  <a:pt x="276870" y="771629"/>
                </a:lnTo>
                <a:lnTo>
                  <a:pt x="233153" y="785906"/>
                </a:lnTo>
                <a:lnTo>
                  <a:pt x="188396" y="797760"/>
                </a:lnTo>
                <a:lnTo>
                  <a:pt x="142676" y="807114"/>
                </a:lnTo>
                <a:lnTo>
                  <a:pt x="96069" y="813890"/>
                </a:lnTo>
                <a:lnTo>
                  <a:pt x="48653" y="818012"/>
                </a:lnTo>
                <a:lnTo>
                  <a:pt x="505" y="819404"/>
                </a:lnTo>
                <a:lnTo>
                  <a:pt x="336" y="819404"/>
                </a:lnTo>
                <a:lnTo>
                  <a:pt x="168" y="819404"/>
                </a:lnTo>
                <a:lnTo>
                  <a:pt x="0" y="819404"/>
                </a:lnTo>
                <a:lnTo>
                  <a:pt x="506" y="0"/>
                </a:lnTo>
                <a:lnTo>
                  <a:pt x="819949" y="0"/>
                </a:lnTo>
                <a:close/>
              </a:path>
            </a:pathLst>
          </a:custGeom>
          <a:ln w="3175">
            <a:solidFill>
              <a:srgbClr val="D2C3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8015" y="6095"/>
            <a:ext cx="1784604" cy="1783079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68821" y="21081"/>
            <a:ext cx="1702435" cy="1702435"/>
          </a:xfrm>
          <a:custGeom>
            <a:avLst/>
            <a:gdLst/>
            <a:ahLst/>
            <a:cxnLst/>
            <a:rect l="l" t="t" r="r" b="b"/>
            <a:pathLst>
              <a:path w="1702435" h="1702435">
                <a:moveTo>
                  <a:pt x="0" y="851154"/>
                </a:moveTo>
                <a:lnTo>
                  <a:pt x="1347" y="802859"/>
                </a:lnTo>
                <a:lnTo>
                  <a:pt x="5341" y="755271"/>
                </a:lnTo>
                <a:lnTo>
                  <a:pt x="11909" y="708461"/>
                </a:lnTo>
                <a:lnTo>
                  <a:pt x="20981" y="662500"/>
                </a:lnTo>
                <a:lnTo>
                  <a:pt x="32484" y="617462"/>
                </a:lnTo>
                <a:lnTo>
                  <a:pt x="46346" y="573417"/>
                </a:lnTo>
                <a:lnTo>
                  <a:pt x="62495" y="530438"/>
                </a:lnTo>
                <a:lnTo>
                  <a:pt x="80860" y="488596"/>
                </a:lnTo>
                <a:lnTo>
                  <a:pt x="101369" y="447964"/>
                </a:lnTo>
                <a:lnTo>
                  <a:pt x="123949" y="408613"/>
                </a:lnTo>
                <a:lnTo>
                  <a:pt x="148530" y="370615"/>
                </a:lnTo>
                <a:lnTo>
                  <a:pt x="175039" y="334042"/>
                </a:lnTo>
                <a:lnTo>
                  <a:pt x="203404" y="298966"/>
                </a:lnTo>
                <a:lnTo>
                  <a:pt x="233553" y="265459"/>
                </a:lnTo>
                <a:lnTo>
                  <a:pt x="265416" y="233593"/>
                </a:lnTo>
                <a:lnTo>
                  <a:pt x="298919" y="203439"/>
                </a:lnTo>
                <a:lnTo>
                  <a:pt x="333991" y="175070"/>
                </a:lnTo>
                <a:lnTo>
                  <a:pt x="370561" y="148557"/>
                </a:lnTo>
                <a:lnTo>
                  <a:pt x="408556" y="123973"/>
                </a:lnTo>
                <a:lnTo>
                  <a:pt x="447904" y="101388"/>
                </a:lnTo>
                <a:lnTo>
                  <a:pt x="488534" y="80876"/>
                </a:lnTo>
                <a:lnTo>
                  <a:pt x="530373" y="62508"/>
                </a:lnTo>
                <a:lnTo>
                  <a:pt x="573351" y="46355"/>
                </a:lnTo>
                <a:lnTo>
                  <a:pt x="617394" y="32490"/>
                </a:lnTo>
                <a:lnTo>
                  <a:pt x="662432" y="20985"/>
                </a:lnTo>
                <a:lnTo>
                  <a:pt x="708393" y="11912"/>
                </a:lnTo>
                <a:lnTo>
                  <a:pt x="755204" y="5342"/>
                </a:lnTo>
                <a:lnTo>
                  <a:pt x="802793" y="1347"/>
                </a:lnTo>
                <a:lnTo>
                  <a:pt x="851090" y="0"/>
                </a:lnTo>
                <a:lnTo>
                  <a:pt x="899386" y="1347"/>
                </a:lnTo>
                <a:lnTo>
                  <a:pt x="946976" y="5342"/>
                </a:lnTo>
                <a:lnTo>
                  <a:pt x="993786" y="11912"/>
                </a:lnTo>
                <a:lnTo>
                  <a:pt x="1039746" y="20985"/>
                </a:lnTo>
                <a:lnTo>
                  <a:pt x="1084783" y="32490"/>
                </a:lnTo>
                <a:lnTo>
                  <a:pt x="1128825" y="46355"/>
                </a:lnTo>
                <a:lnTo>
                  <a:pt x="1171801" y="62508"/>
                </a:lnTo>
                <a:lnTo>
                  <a:pt x="1213639" y="80876"/>
                </a:lnTo>
                <a:lnTo>
                  <a:pt x="1254268" y="101388"/>
                </a:lnTo>
                <a:lnTo>
                  <a:pt x="1293614" y="123973"/>
                </a:lnTo>
                <a:lnTo>
                  <a:pt x="1331607" y="148557"/>
                </a:lnTo>
                <a:lnTo>
                  <a:pt x="1368174" y="175070"/>
                </a:lnTo>
                <a:lnTo>
                  <a:pt x="1403245" y="203439"/>
                </a:lnTo>
                <a:lnTo>
                  <a:pt x="1436746" y="233593"/>
                </a:lnTo>
                <a:lnTo>
                  <a:pt x="1468606" y="265459"/>
                </a:lnTo>
                <a:lnTo>
                  <a:pt x="1498754" y="298966"/>
                </a:lnTo>
                <a:lnTo>
                  <a:pt x="1527117" y="334042"/>
                </a:lnTo>
                <a:lnTo>
                  <a:pt x="1553624" y="370615"/>
                </a:lnTo>
                <a:lnTo>
                  <a:pt x="1578203" y="408613"/>
                </a:lnTo>
                <a:lnTo>
                  <a:pt x="1600782" y="447964"/>
                </a:lnTo>
                <a:lnTo>
                  <a:pt x="1621289" y="488596"/>
                </a:lnTo>
                <a:lnTo>
                  <a:pt x="1639653" y="530438"/>
                </a:lnTo>
                <a:lnTo>
                  <a:pt x="1655801" y="573417"/>
                </a:lnTo>
                <a:lnTo>
                  <a:pt x="1669661" y="617462"/>
                </a:lnTo>
                <a:lnTo>
                  <a:pt x="1681163" y="662500"/>
                </a:lnTo>
                <a:lnTo>
                  <a:pt x="1690234" y="708461"/>
                </a:lnTo>
                <a:lnTo>
                  <a:pt x="1696802" y="755271"/>
                </a:lnTo>
                <a:lnTo>
                  <a:pt x="1700795" y="802859"/>
                </a:lnTo>
                <a:lnTo>
                  <a:pt x="1702142" y="851154"/>
                </a:lnTo>
                <a:lnTo>
                  <a:pt x="1700795" y="899447"/>
                </a:lnTo>
                <a:lnTo>
                  <a:pt x="1696802" y="947034"/>
                </a:lnTo>
                <a:lnTo>
                  <a:pt x="1690234" y="993843"/>
                </a:lnTo>
                <a:lnTo>
                  <a:pt x="1681163" y="1039800"/>
                </a:lnTo>
                <a:lnTo>
                  <a:pt x="1669661" y="1084835"/>
                </a:lnTo>
                <a:lnTo>
                  <a:pt x="1655801" y="1128876"/>
                </a:lnTo>
                <a:lnTo>
                  <a:pt x="1639653" y="1171850"/>
                </a:lnTo>
                <a:lnTo>
                  <a:pt x="1621289" y="1213687"/>
                </a:lnTo>
                <a:lnTo>
                  <a:pt x="1600782" y="1254314"/>
                </a:lnTo>
                <a:lnTo>
                  <a:pt x="1578203" y="1293659"/>
                </a:lnTo>
                <a:lnTo>
                  <a:pt x="1553624" y="1331651"/>
                </a:lnTo>
                <a:lnTo>
                  <a:pt x="1527117" y="1368218"/>
                </a:lnTo>
                <a:lnTo>
                  <a:pt x="1498754" y="1403287"/>
                </a:lnTo>
                <a:lnTo>
                  <a:pt x="1468606" y="1436788"/>
                </a:lnTo>
                <a:lnTo>
                  <a:pt x="1436746" y="1468647"/>
                </a:lnTo>
                <a:lnTo>
                  <a:pt x="1403245" y="1498795"/>
                </a:lnTo>
                <a:lnTo>
                  <a:pt x="1368174" y="1527157"/>
                </a:lnTo>
                <a:lnTo>
                  <a:pt x="1331607" y="1553664"/>
                </a:lnTo>
                <a:lnTo>
                  <a:pt x="1293614" y="1578242"/>
                </a:lnTo>
                <a:lnTo>
                  <a:pt x="1254268" y="1600821"/>
                </a:lnTo>
                <a:lnTo>
                  <a:pt x="1213639" y="1621328"/>
                </a:lnTo>
                <a:lnTo>
                  <a:pt x="1171801" y="1639691"/>
                </a:lnTo>
                <a:lnTo>
                  <a:pt x="1128825" y="1655839"/>
                </a:lnTo>
                <a:lnTo>
                  <a:pt x="1084783" y="1669700"/>
                </a:lnTo>
                <a:lnTo>
                  <a:pt x="1039746" y="1681201"/>
                </a:lnTo>
                <a:lnTo>
                  <a:pt x="993786" y="1690272"/>
                </a:lnTo>
                <a:lnTo>
                  <a:pt x="946976" y="1696840"/>
                </a:lnTo>
                <a:lnTo>
                  <a:pt x="899386" y="1700833"/>
                </a:lnTo>
                <a:lnTo>
                  <a:pt x="851090" y="1702181"/>
                </a:lnTo>
                <a:lnTo>
                  <a:pt x="802793" y="1700833"/>
                </a:lnTo>
                <a:lnTo>
                  <a:pt x="755204" y="1696840"/>
                </a:lnTo>
                <a:lnTo>
                  <a:pt x="708393" y="1690272"/>
                </a:lnTo>
                <a:lnTo>
                  <a:pt x="662432" y="1681201"/>
                </a:lnTo>
                <a:lnTo>
                  <a:pt x="617394" y="1669700"/>
                </a:lnTo>
                <a:lnTo>
                  <a:pt x="573351" y="1655839"/>
                </a:lnTo>
                <a:lnTo>
                  <a:pt x="530373" y="1639691"/>
                </a:lnTo>
                <a:lnTo>
                  <a:pt x="488534" y="1621328"/>
                </a:lnTo>
                <a:lnTo>
                  <a:pt x="447904" y="1600821"/>
                </a:lnTo>
                <a:lnTo>
                  <a:pt x="408556" y="1578242"/>
                </a:lnTo>
                <a:lnTo>
                  <a:pt x="370561" y="1553664"/>
                </a:lnTo>
                <a:lnTo>
                  <a:pt x="333991" y="1527157"/>
                </a:lnTo>
                <a:lnTo>
                  <a:pt x="298919" y="1498795"/>
                </a:lnTo>
                <a:lnTo>
                  <a:pt x="265416" y="1468647"/>
                </a:lnTo>
                <a:lnTo>
                  <a:pt x="233553" y="1436788"/>
                </a:lnTo>
                <a:lnTo>
                  <a:pt x="203404" y="1403287"/>
                </a:lnTo>
                <a:lnTo>
                  <a:pt x="175039" y="1368218"/>
                </a:lnTo>
                <a:lnTo>
                  <a:pt x="148530" y="1331651"/>
                </a:lnTo>
                <a:lnTo>
                  <a:pt x="123949" y="1293659"/>
                </a:lnTo>
                <a:lnTo>
                  <a:pt x="101369" y="1254314"/>
                </a:lnTo>
                <a:lnTo>
                  <a:pt x="80860" y="1213687"/>
                </a:lnTo>
                <a:lnTo>
                  <a:pt x="62495" y="1171850"/>
                </a:lnTo>
                <a:lnTo>
                  <a:pt x="46346" y="1128876"/>
                </a:lnTo>
                <a:lnTo>
                  <a:pt x="32484" y="1084835"/>
                </a:lnTo>
                <a:lnTo>
                  <a:pt x="20981" y="1039800"/>
                </a:lnTo>
                <a:lnTo>
                  <a:pt x="11909" y="993843"/>
                </a:lnTo>
                <a:lnTo>
                  <a:pt x="5341" y="947034"/>
                </a:lnTo>
                <a:lnTo>
                  <a:pt x="1347" y="899447"/>
                </a:lnTo>
                <a:lnTo>
                  <a:pt x="0" y="851154"/>
                </a:lnTo>
                <a:close/>
              </a:path>
            </a:pathLst>
          </a:custGeom>
          <a:ln w="27305">
            <a:solidFill>
              <a:srgbClr val="FFF6D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72212" y="1045464"/>
            <a:ext cx="1155192" cy="115061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87319" y="1050633"/>
            <a:ext cx="1116813" cy="1111476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187319" y="1050633"/>
            <a:ext cx="1116965" cy="1111885"/>
          </a:xfrm>
          <a:custGeom>
            <a:avLst/>
            <a:gdLst/>
            <a:ahLst/>
            <a:cxnLst/>
            <a:rect l="l" t="t" r="r" b="b"/>
            <a:pathLst>
              <a:path w="1116965" h="1111885">
                <a:moveTo>
                  <a:pt x="118496" y="204634"/>
                </a:moveTo>
                <a:lnTo>
                  <a:pt x="149785" y="168741"/>
                </a:lnTo>
                <a:lnTo>
                  <a:pt x="183515" y="136234"/>
                </a:lnTo>
                <a:lnTo>
                  <a:pt x="219451" y="107137"/>
                </a:lnTo>
                <a:lnTo>
                  <a:pt x="257356" y="81474"/>
                </a:lnTo>
                <a:lnTo>
                  <a:pt x="296996" y="59270"/>
                </a:lnTo>
                <a:lnTo>
                  <a:pt x="338135" y="40547"/>
                </a:lnTo>
                <a:lnTo>
                  <a:pt x="380538" y="25331"/>
                </a:lnTo>
                <a:lnTo>
                  <a:pt x="423971" y="13644"/>
                </a:lnTo>
                <a:lnTo>
                  <a:pt x="468196" y="5510"/>
                </a:lnTo>
                <a:lnTo>
                  <a:pt x="512980" y="954"/>
                </a:lnTo>
                <a:lnTo>
                  <a:pt x="558087" y="0"/>
                </a:lnTo>
                <a:lnTo>
                  <a:pt x="603281" y="2670"/>
                </a:lnTo>
                <a:lnTo>
                  <a:pt x="648327" y="8990"/>
                </a:lnTo>
                <a:lnTo>
                  <a:pt x="692991" y="18983"/>
                </a:lnTo>
                <a:lnTo>
                  <a:pt x="737036" y="32672"/>
                </a:lnTo>
                <a:lnTo>
                  <a:pt x="780227" y="50083"/>
                </a:lnTo>
                <a:lnTo>
                  <a:pt x="822330" y="71238"/>
                </a:lnTo>
                <a:lnTo>
                  <a:pt x="863108" y="96162"/>
                </a:lnTo>
                <a:lnTo>
                  <a:pt x="902327" y="124878"/>
                </a:lnTo>
                <a:lnTo>
                  <a:pt x="939023" y="156757"/>
                </a:lnTo>
                <a:lnTo>
                  <a:pt x="972365" y="190998"/>
                </a:lnTo>
                <a:lnTo>
                  <a:pt x="1002325" y="227366"/>
                </a:lnTo>
                <a:lnTo>
                  <a:pt x="1028874" y="265625"/>
                </a:lnTo>
                <a:lnTo>
                  <a:pt x="1051985" y="305541"/>
                </a:lnTo>
                <a:lnTo>
                  <a:pt x="1071626" y="346879"/>
                </a:lnTo>
                <a:lnTo>
                  <a:pt x="1087772" y="389404"/>
                </a:lnTo>
                <a:lnTo>
                  <a:pt x="1100392" y="432881"/>
                </a:lnTo>
                <a:lnTo>
                  <a:pt x="1109458" y="477076"/>
                </a:lnTo>
                <a:lnTo>
                  <a:pt x="1114941" y="521754"/>
                </a:lnTo>
                <a:lnTo>
                  <a:pt x="1116813" y="566679"/>
                </a:lnTo>
                <a:lnTo>
                  <a:pt x="1115044" y="611617"/>
                </a:lnTo>
                <a:lnTo>
                  <a:pt x="1109608" y="656333"/>
                </a:lnTo>
                <a:lnTo>
                  <a:pt x="1100473" y="700593"/>
                </a:lnTo>
                <a:lnTo>
                  <a:pt x="1087613" y="744160"/>
                </a:lnTo>
                <a:lnTo>
                  <a:pt x="1070998" y="786801"/>
                </a:lnTo>
                <a:lnTo>
                  <a:pt x="1050600" y="828281"/>
                </a:lnTo>
                <a:lnTo>
                  <a:pt x="1026390" y="868365"/>
                </a:lnTo>
                <a:lnTo>
                  <a:pt x="998339" y="906817"/>
                </a:lnTo>
                <a:lnTo>
                  <a:pt x="967050" y="942710"/>
                </a:lnTo>
                <a:lnTo>
                  <a:pt x="933320" y="975218"/>
                </a:lnTo>
                <a:lnTo>
                  <a:pt x="897385" y="1004315"/>
                </a:lnTo>
                <a:lnTo>
                  <a:pt x="859481" y="1029978"/>
                </a:lnTo>
                <a:lnTo>
                  <a:pt x="819841" y="1052184"/>
                </a:lnTo>
                <a:lnTo>
                  <a:pt x="778703" y="1070908"/>
                </a:lnTo>
                <a:lnTo>
                  <a:pt x="736300" y="1086127"/>
                </a:lnTo>
                <a:lnTo>
                  <a:pt x="692869" y="1097817"/>
                </a:lnTo>
                <a:lnTo>
                  <a:pt x="648644" y="1105954"/>
                </a:lnTo>
                <a:lnTo>
                  <a:pt x="603860" y="1110515"/>
                </a:lnTo>
                <a:lnTo>
                  <a:pt x="558754" y="1111476"/>
                </a:lnTo>
                <a:lnTo>
                  <a:pt x="513560" y="1108813"/>
                </a:lnTo>
                <a:lnTo>
                  <a:pt x="468514" y="1102502"/>
                </a:lnTo>
                <a:lnTo>
                  <a:pt x="423850" y="1092519"/>
                </a:lnTo>
                <a:lnTo>
                  <a:pt x="379804" y="1078841"/>
                </a:lnTo>
                <a:lnTo>
                  <a:pt x="336612" y="1061444"/>
                </a:lnTo>
                <a:lnTo>
                  <a:pt x="294508" y="1040304"/>
                </a:lnTo>
                <a:lnTo>
                  <a:pt x="253729" y="1015397"/>
                </a:lnTo>
                <a:lnTo>
                  <a:pt x="214508" y="986700"/>
                </a:lnTo>
                <a:lnTo>
                  <a:pt x="177812" y="954821"/>
                </a:lnTo>
                <a:lnTo>
                  <a:pt x="144469" y="920580"/>
                </a:lnTo>
                <a:lnTo>
                  <a:pt x="114507" y="884212"/>
                </a:lnTo>
                <a:lnTo>
                  <a:pt x="87955" y="845952"/>
                </a:lnTo>
                <a:lnTo>
                  <a:pt x="64842" y="806035"/>
                </a:lnTo>
                <a:lnTo>
                  <a:pt x="45198" y="764695"/>
                </a:lnTo>
                <a:lnTo>
                  <a:pt x="29049" y="722168"/>
                </a:lnTo>
                <a:lnTo>
                  <a:pt x="16427" y="678687"/>
                </a:lnTo>
                <a:lnTo>
                  <a:pt x="7358" y="634488"/>
                </a:lnTo>
                <a:lnTo>
                  <a:pt x="1873" y="589806"/>
                </a:lnTo>
                <a:lnTo>
                  <a:pt x="0" y="544874"/>
                </a:lnTo>
                <a:lnTo>
                  <a:pt x="1767" y="499929"/>
                </a:lnTo>
                <a:lnTo>
                  <a:pt x="7203" y="455204"/>
                </a:lnTo>
                <a:lnTo>
                  <a:pt x="16338" y="410935"/>
                </a:lnTo>
                <a:lnTo>
                  <a:pt x="29200" y="367355"/>
                </a:lnTo>
                <a:lnTo>
                  <a:pt x="45818" y="324701"/>
                </a:lnTo>
                <a:lnTo>
                  <a:pt x="66221" y="283206"/>
                </a:lnTo>
                <a:lnTo>
                  <a:pt x="90437" y="243105"/>
                </a:lnTo>
                <a:lnTo>
                  <a:pt x="118496" y="204634"/>
                </a:lnTo>
              </a:path>
              <a:path w="1116965" h="1111885">
                <a:moveTo>
                  <a:pt x="220477" y="286041"/>
                </a:moveTo>
                <a:lnTo>
                  <a:pt x="193856" y="323455"/>
                </a:lnTo>
                <a:lnTo>
                  <a:pt x="171955" y="362810"/>
                </a:lnTo>
                <a:lnTo>
                  <a:pt x="154729" y="403741"/>
                </a:lnTo>
                <a:lnTo>
                  <a:pt x="142131" y="445881"/>
                </a:lnTo>
                <a:lnTo>
                  <a:pt x="134116" y="488865"/>
                </a:lnTo>
                <a:lnTo>
                  <a:pt x="130638" y="532328"/>
                </a:lnTo>
                <a:lnTo>
                  <a:pt x="131651" y="575903"/>
                </a:lnTo>
                <a:lnTo>
                  <a:pt x="137108" y="619227"/>
                </a:lnTo>
                <a:lnTo>
                  <a:pt x="146964" y="661933"/>
                </a:lnTo>
                <a:lnTo>
                  <a:pt x="161173" y="703655"/>
                </a:lnTo>
                <a:lnTo>
                  <a:pt x="179689" y="744028"/>
                </a:lnTo>
                <a:lnTo>
                  <a:pt x="202465" y="782686"/>
                </a:lnTo>
                <a:lnTo>
                  <a:pt x="229457" y="819265"/>
                </a:lnTo>
                <a:lnTo>
                  <a:pt x="260618" y="853397"/>
                </a:lnTo>
                <a:lnTo>
                  <a:pt x="295902" y="884719"/>
                </a:lnTo>
                <a:lnTo>
                  <a:pt x="334265" y="912179"/>
                </a:lnTo>
                <a:lnTo>
                  <a:pt x="374453" y="934995"/>
                </a:lnTo>
                <a:lnTo>
                  <a:pt x="416101" y="953204"/>
                </a:lnTo>
                <a:lnTo>
                  <a:pt x="458841" y="966841"/>
                </a:lnTo>
                <a:lnTo>
                  <a:pt x="502308" y="975943"/>
                </a:lnTo>
                <a:lnTo>
                  <a:pt x="546136" y="980546"/>
                </a:lnTo>
                <a:lnTo>
                  <a:pt x="589957" y="980687"/>
                </a:lnTo>
                <a:lnTo>
                  <a:pt x="633406" y="976403"/>
                </a:lnTo>
                <a:lnTo>
                  <a:pt x="676117" y="967728"/>
                </a:lnTo>
                <a:lnTo>
                  <a:pt x="717723" y="954701"/>
                </a:lnTo>
                <a:lnTo>
                  <a:pt x="757858" y="937356"/>
                </a:lnTo>
                <a:lnTo>
                  <a:pt x="796155" y="915731"/>
                </a:lnTo>
                <a:lnTo>
                  <a:pt x="832248" y="889862"/>
                </a:lnTo>
                <a:lnTo>
                  <a:pt x="865771" y="859785"/>
                </a:lnTo>
                <a:lnTo>
                  <a:pt x="896358" y="825537"/>
                </a:lnTo>
                <a:lnTo>
                  <a:pt x="922982" y="788101"/>
                </a:lnTo>
                <a:lnTo>
                  <a:pt x="944884" y="748730"/>
                </a:lnTo>
                <a:lnTo>
                  <a:pt x="962111" y="707789"/>
                </a:lnTo>
                <a:lnTo>
                  <a:pt x="974709" y="665643"/>
                </a:lnTo>
                <a:lnTo>
                  <a:pt x="982725" y="622657"/>
                </a:lnTo>
                <a:lnTo>
                  <a:pt x="986203" y="579196"/>
                </a:lnTo>
                <a:lnTo>
                  <a:pt x="985191" y="535624"/>
                </a:lnTo>
                <a:lnTo>
                  <a:pt x="979734" y="492307"/>
                </a:lnTo>
                <a:lnTo>
                  <a:pt x="969878" y="449609"/>
                </a:lnTo>
                <a:lnTo>
                  <a:pt x="955669" y="407895"/>
                </a:lnTo>
                <a:lnTo>
                  <a:pt x="937154" y="367530"/>
                </a:lnTo>
                <a:lnTo>
                  <a:pt x="914378" y="328880"/>
                </a:lnTo>
                <a:lnTo>
                  <a:pt x="887387" y="292308"/>
                </a:lnTo>
                <a:lnTo>
                  <a:pt x="856228" y="258179"/>
                </a:lnTo>
                <a:lnTo>
                  <a:pt x="820946" y="226859"/>
                </a:lnTo>
                <a:lnTo>
                  <a:pt x="782581" y="199399"/>
                </a:lnTo>
                <a:lnTo>
                  <a:pt x="742390" y="176583"/>
                </a:lnTo>
                <a:lnTo>
                  <a:pt x="700741" y="158375"/>
                </a:lnTo>
                <a:lnTo>
                  <a:pt x="657999" y="144737"/>
                </a:lnTo>
                <a:lnTo>
                  <a:pt x="614531" y="135635"/>
                </a:lnTo>
                <a:lnTo>
                  <a:pt x="570702" y="131032"/>
                </a:lnTo>
                <a:lnTo>
                  <a:pt x="526880" y="130891"/>
                </a:lnTo>
                <a:lnTo>
                  <a:pt x="483430" y="135175"/>
                </a:lnTo>
                <a:lnTo>
                  <a:pt x="440719" y="143850"/>
                </a:lnTo>
                <a:lnTo>
                  <a:pt x="399113" y="156877"/>
                </a:lnTo>
                <a:lnTo>
                  <a:pt x="358978" y="174222"/>
                </a:lnTo>
                <a:lnTo>
                  <a:pt x="320681" y="195847"/>
                </a:lnTo>
                <a:lnTo>
                  <a:pt x="284587" y="221716"/>
                </a:lnTo>
                <a:lnTo>
                  <a:pt x="251064" y="251793"/>
                </a:lnTo>
                <a:lnTo>
                  <a:pt x="220477" y="286041"/>
                </a:lnTo>
              </a:path>
            </a:pathLst>
          </a:custGeom>
          <a:ln w="7349">
            <a:solidFill>
              <a:srgbClr val="C6B79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12875" y="0"/>
            <a:ext cx="8131175" cy="6858000"/>
          </a:xfrm>
          <a:custGeom>
            <a:avLst/>
            <a:gdLst/>
            <a:ahLst/>
            <a:cxnLst/>
            <a:rect l="l" t="t" r="r" b="b"/>
            <a:pathLst>
              <a:path w="8131175" h="6858000">
                <a:moveTo>
                  <a:pt x="8131175" y="0"/>
                </a:moveTo>
                <a:lnTo>
                  <a:pt x="0" y="0"/>
                </a:lnTo>
                <a:lnTo>
                  <a:pt x="0" y="6858000"/>
                </a:lnTo>
                <a:lnTo>
                  <a:pt x="8131175" y="6858000"/>
                </a:lnTo>
                <a:lnTo>
                  <a:pt x="81311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bg 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35735" y="0"/>
            <a:ext cx="155447" cy="6857999"/>
          </a:xfrm>
          <a:prstGeom prst="rect">
            <a:avLst/>
          </a:prstGeom>
        </p:spPr>
      </p:pic>
      <p:sp>
        <p:nvSpPr>
          <p:cNvPr id="26" name="bg object 26"/>
          <p:cNvSpPr/>
          <p:nvPr/>
        </p:nvSpPr>
        <p:spPr>
          <a:xfrm>
            <a:off x="1014984" y="0"/>
            <a:ext cx="73660" cy="6858000"/>
          </a:xfrm>
          <a:custGeom>
            <a:avLst/>
            <a:gdLst/>
            <a:ahLst/>
            <a:cxnLst/>
            <a:rect l="l" t="t" r="r" b="b"/>
            <a:pathLst>
              <a:path w="73659" h="6858000">
                <a:moveTo>
                  <a:pt x="73152" y="0"/>
                </a:moveTo>
                <a:lnTo>
                  <a:pt x="0" y="0"/>
                </a:lnTo>
                <a:lnTo>
                  <a:pt x="0" y="6858000"/>
                </a:lnTo>
                <a:lnTo>
                  <a:pt x="73152" y="6858000"/>
                </a:lnTo>
                <a:lnTo>
                  <a:pt x="7315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37995" y="203453"/>
            <a:ext cx="6668008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22044" y="1900808"/>
            <a:ext cx="7449184" cy="19773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31-May-23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8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2.png"/><Relationship Id="rId7" Type="http://schemas.openxmlformats.org/officeDocument/2006/relationships/image" Target="../media/image38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8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8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2.png"/><Relationship Id="rId7" Type="http://schemas.openxmlformats.org/officeDocument/2006/relationships/image" Target="../media/image38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8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8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23" y="0"/>
            <a:ext cx="9142730" cy="6858000"/>
            <a:chOff x="1423" y="0"/>
            <a:chExt cx="914273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1435" y="1413764"/>
              <a:ext cx="210312" cy="21031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0435" y="1338706"/>
              <a:ext cx="307095" cy="28636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4440" y="233172"/>
              <a:ext cx="2811780" cy="11064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84804" y="233172"/>
              <a:ext cx="826008" cy="11064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88080" y="233172"/>
              <a:ext cx="5439156" cy="110642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99104" y="827531"/>
              <a:ext cx="3272028" cy="1106424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553083" y="363473"/>
            <a:ext cx="7167880" cy="1214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77110" marR="5080" indent="-2265045">
              <a:lnSpc>
                <a:spcPct val="100000"/>
              </a:lnSpc>
              <a:spcBef>
                <a:spcPts val="100"/>
              </a:spcBef>
            </a:pPr>
            <a:r>
              <a:rPr sz="3900" b="1" spc="130" dirty="0">
                <a:solidFill>
                  <a:srgbClr val="562213"/>
                </a:solidFill>
                <a:latin typeface="Trebuchet MS"/>
                <a:cs typeface="Trebuchet MS"/>
              </a:rPr>
              <a:t>BCS202L-</a:t>
            </a:r>
            <a:r>
              <a:rPr sz="3900" b="1" spc="-110" dirty="0">
                <a:solidFill>
                  <a:srgbClr val="562213"/>
                </a:solidFill>
                <a:latin typeface="Trebuchet MS"/>
                <a:cs typeface="Trebuchet MS"/>
              </a:rPr>
              <a:t> </a:t>
            </a:r>
            <a:r>
              <a:rPr sz="3900" b="1" spc="160" dirty="0">
                <a:solidFill>
                  <a:srgbClr val="562213"/>
                </a:solidFill>
                <a:latin typeface="Trebuchet MS"/>
                <a:cs typeface="Trebuchet MS"/>
              </a:rPr>
              <a:t>Data</a:t>
            </a:r>
            <a:r>
              <a:rPr sz="3900" b="1" spc="-90" dirty="0">
                <a:solidFill>
                  <a:srgbClr val="562213"/>
                </a:solidFill>
                <a:latin typeface="Trebuchet MS"/>
                <a:cs typeface="Trebuchet MS"/>
              </a:rPr>
              <a:t> </a:t>
            </a:r>
            <a:r>
              <a:rPr sz="3900" b="1" spc="30" dirty="0">
                <a:solidFill>
                  <a:srgbClr val="562213"/>
                </a:solidFill>
                <a:latin typeface="Trebuchet MS"/>
                <a:cs typeface="Trebuchet MS"/>
              </a:rPr>
              <a:t>Structures</a:t>
            </a:r>
            <a:r>
              <a:rPr sz="3900" b="1" spc="-110" dirty="0">
                <a:solidFill>
                  <a:srgbClr val="562213"/>
                </a:solidFill>
                <a:latin typeface="Trebuchet MS"/>
                <a:cs typeface="Trebuchet MS"/>
              </a:rPr>
              <a:t> </a:t>
            </a:r>
            <a:r>
              <a:rPr sz="3900" b="1" spc="-20" dirty="0">
                <a:solidFill>
                  <a:srgbClr val="562213"/>
                </a:solidFill>
                <a:latin typeface="Trebuchet MS"/>
                <a:cs typeface="Trebuchet MS"/>
              </a:rPr>
              <a:t>and </a:t>
            </a:r>
            <a:r>
              <a:rPr sz="3900" b="1" spc="-1160" dirty="0">
                <a:solidFill>
                  <a:srgbClr val="562213"/>
                </a:solidFill>
                <a:latin typeface="Trebuchet MS"/>
                <a:cs typeface="Trebuchet MS"/>
              </a:rPr>
              <a:t> </a:t>
            </a:r>
            <a:r>
              <a:rPr sz="3900" b="1" spc="100" dirty="0">
                <a:solidFill>
                  <a:srgbClr val="562213"/>
                </a:solidFill>
                <a:latin typeface="Trebuchet MS"/>
                <a:cs typeface="Trebuchet MS"/>
              </a:rPr>
              <a:t>Algorithms</a:t>
            </a:r>
            <a:endParaRPr sz="39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97076" y="3765359"/>
            <a:ext cx="5790565" cy="193548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2600" spc="-80" dirty="0">
                <a:solidFill>
                  <a:srgbClr val="310D04"/>
                </a:solidFill>
                <a:latin typeface="Trebuchet MS"/>
                <a:cs typeface="Trebuchet MS"/>
              </a:rPr>
              <a:t>Dr. Priyanka N</a:t>
            </a: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2600" spc="-100" dirty="0">
                <a:solidFill>
                  <a:srgbClr val="310D04"/>
                </a:solidFill>
                <a:latin typeface="Trebuchet MS"/>
                <a:cs typeface="Trebuchet MS"/>
              </a:rPr>
              <a:t>Assistant</a:t>
            </a:r>
            <a:r>
              <a:rPr sz="2600" spc="-60" dirty="0">
                <a:solidFill>
                  <a:srgbClr val="310D04"/>
                </a:solidFill>
                <a:latin typeface="Trebuchet MS"/>
                <a:cs typeface="Trebuchet MS"/>
              </a:rPr>
              <a:t> </a:t>
            </a:r>
            <a:r>
              <a:rPr sz="2600" spc="-80" dirty="0">
                <a:solidFill>
                  <a:srgbClr val="310D04"/>
                </a:solidFill>
                <a:latin typeface="Trebuchet MS"/>
                <a:cs typeface="Trebuchet MS"/>
              </a:rPr>
              <a:t>Professor</a:t>
            </a:r>
            <a:r>
              <a:rPr sz="2600" spc="-70" dirty="0">
                <a:solidFill>
                  <a:srgbClr val="310D04"/>
                </a:solidFill>
                <a:latin typeface="Trebuchet MS"/>
                <a:cs typeface="Trebuchet MS"/>
              </a:rPr>
              <a:t> </a:t>
            </a:r>
            <a:r>
              <a:rPr sz="2600" spc="-80" dirty="0">
                <a:solidFill>
                  <a:srgbClr val="310D04"/>
                </a:solidFill>
                <a:latin typeface="Trebuchet MS"/>
                <a:cs typeface="Trebuchet MS"/>
              </a:rPr>
              <a:t>Senior</a:t>
            </a:r>
            <a:r>
              <a:rPr sz="2600" spc="-70" dirty="0">
                <a:solidFill>
                  <a:srgbClr val="310D04"/>
                </a:solidFill>
                <a:latin typeface="Trebuchet MS"/>
                <a:cs typeface="Trebuchet MS"/>
              </a:rPr>
              <a:t> </a:t>
            </a:r>
            <a:r>
              <a:rPr sz="2600" spc="-75" dirty="0">
                <a:solidFill>
                  <a:srgbClr val="310D04"/>
                </a:solidFill>
                <a:latin typeface="Trebuchet MS"/>
                <a:cs typeface="Trebuchet MS"/>
              </a:rPr>
              <a:t>Grade</a:t>
            </a:r>
            <a:r>
              <a:rPr sz="2600" spc="-55" dirty="0">
                <a:solidFill>
                  <a:srgbClr val="310D04"/>
                </a:solidFill>
                <a:latin typeface="Trebuchet MS"/>
                <a:cs typeface="Trebuchet MS"/>
              </a:rPr>
              <a:t> </a:t>
            </a:r>
            <a:r>
              <a:rPr sz="2600" spc="-415" dirty="0">
                <a:solidFill>
                  <a:srgbClr val="310D04"/>
                </a:solidFill>
                <a:latin typeface="Trebuchet MS"/>
                <a:cs typeface="Trebuchet MS"/>
              </a:rPr>
              <a:t>1</a:t>
            </a:r>
            <a:endParaRPr sz="2600" dirty="0">
              <a:latin typeface="Trebuchet MS"/>
              <a:cs typeface="Trebuchet MS"/>
            </a:endParaRPr>
          </a:p>
          <a:p>
            <a:pPr marL="12700" marR="5080">
              <a:lnSpc>
                <a:spcPct val="111700"/>
              </a:lnSpc>
              <a:spcBef>
                <a:spcPts val="340"/>
              </a:spcBef>
            </a:pPr>
            <a:r>
              <a:rPr sz="2600" spc="-75" dirty="0">
                <a:solidFill>
                  <a:srgbClr val="310D04"/>
                </a:solidFill>
                <a:latin typeface="Trebuchet MS"/>
                <a:cs typeface="Trebuchet MS"/>
              </a:rPr>
              <a:t>School</a:t>
            </a:r>
            <a:r>
              <a:rPr sz="2600" spc="-65" dirty="0">
                <a:solidFill>
                  <a:srgbClr val="310D04"/>
                </a:solidFill>
                <a:latin typeface="Trebuchet MS"/>
                <a:cs typeface="Trebuchet MS"/>
              </a:rPr>
              <a:t> </a:t>
            </a:r>
            <a:r>
              <a:rPr sz="2600" spc="-135" dirty="0">
                <a:solidFill>
                  <a:srgbClr val="310D04"/>
                </a:solidFill>
                <a:latin typeface="Trebuchet MS"/>
                <a:cs typeface="Trebuchet MS"/>
              </a:rPr>
              <a:t>of</a:t>
            </a:r>
            <a:r>
              <a:rPr sz="2600" spc="-60" dirty="0">
                <a:solidFill>
                  <a:srgbClr val="310D04"/>
                </a:solidFill>
                <a:latin typeface="Trebuchet MS"/>
                <a:cs typeface="Trebuchet MS"/>
              </a:rPr>
              <a:t> </a:t>
            </a:r>
            <a:r>
              <a:rPr sz="2600" spc="-20" dirty="0">
                <a:solidFill>
                  <a:srgbClr val="310D04"/>
                </a:solidFill>
                <a:latin typeface="Trebuchet MS"/>
                <a:cs typeface="Trebuchet MS"/>
              </a:rPr>
              <a:t>Comp</a:t>
            </a:r>
            <a:r>
              <a:rPr sz="2600" spc="-15" dirty="0">
                <a:solidFill>
                  <a:srgbClr val="310D04"/>
                </a:solidFill>
                <a:latin typeface="Trebuchet MS"/>
                <a:cs typeface="Trebuchet MS"/>
              </a:rPr>
              <a:t>u</a:t>
            </a:r>
            <a:r>
              <a:rPr sz="2600" spc="-105" dirty="0">
                <a:solidFill>
                  <a:srgbClr val="310D04"/>
                </a:solidFill>
                <a:latin typeface="Trebuchet MS"/>
                <a:cs typeface="Trebuchet MS"/>
              </a:rPr>
              <a:t>ter</a:t>
            </a:r>
            <a:r>
              <a:rPr sz="2600" spc="-90" dirty="0">
                <a:solidFill>
                  <a:srgbClr val="310D04"/>
                </a:solidFill>
                <a:latin typeface="Trebuchet MS"/>
                <a:cs typeface="Trebuchet MS"/>
              </a:rPr>
              <a:t> </a:t>
            </a:r>
            <a:r>
              <a:rPr sz="2600" spc="-140" dirty="0">
                <a:solidFill>
                  <a:srgbClr val="310D04"/>
                </a:solidFill>
                <a:latin typeface="Trebuchet MS"/>
                <a:cs typeface="Trebuchet MS"/>
              </a:rPr>
              <a:t>Scienc</a:t>
            </a:r>
            <a:r>
              <a:rPr sz="2600" spc="-175" dirty="0">
                <a:solidFill>
                  <a:srgbClr val="310D04"/>
                </a:solidFill>
                <a:latin typeface="Trebuchet MS"/>
                <a:cs typeface="Trebuchet MS"/>
              </a:rPr>
              <a:t>e</a:t>
            </a:r>
            <a:r>
              <a:rPr sz="2600" spc="-70" dirty="0">
                <a:solidFill>
                  <a:srgbClr val="310D04"/>
                </a:solidFill>
                <a:latin typeface="Trebuchet MS"/>
                <a:cs typeface="Trebuchet MS"/>
              </a:rPr>
              <a:t> </a:t>
            </a:r>
            <a:r>
              <a:rPr sz="2600" spc="-210" dirty="0">
                <a:solidFill>
                  <a:srgbClr val="310D04"/>
                </a:solidFill>
                <a:latin typeface="Trebuchet MS"/>
                <a:cs typeface="Trebuchet MS"/>
              </a:rPr>
              <a:t>&amp;</a:t>
            </a:r>
            <a:r>
              <a:rPr sz="2600" spc="-60" dirty="0">
                <a:solidFill>
                  <a:srgbClr val="310D04"/>
                </a:solidFill>
                <a:latin typeface="Trebuchet MS"/>
                <a:cs typeface="Trebuchet MS"/>
              </a:rPr>
              <a:t> </a:t>
            </a:r>
            <a:r>
              <a:rPr sz="2600" spc="-95" dirty="0">
                <a:solidFill>
                  <a:srgbClr val="310D04"/>
                </a:solidFill>
                <a:latin typeface="Trebuchet MS"/>
                <a:cs typeface="Trebuchet MS"/>
              </a:rPr>
              <a:t>E</a:t>
            </a:r>
            <a:r>
              <a:rPr sz="2600" spc="-110" dirty="0">
                <a:solidFill>
                  <a:srgbClr val="310D04"/>
                </a:solidFill>
                <a:latin typeface="Trebuchet MS"/>
                <a:cs typeface="Trebuchet MS"/>
              </a:rPr>
              <a:t>n</a:t>
            </a:r>
            <a:r>
              <a:rPr sz="2600" spc="-235" dirty="0">
                <a:solidFill>
                  <a:srgbClr val="310D04"/>
                </a:solidFill>
                <a:latin typeface="Trebuchet MS"/>
                <a:cs typeface="Trebuchet MS"/>
              </a:rPr>
              <a:t>g</a:t>
            </a:r>
            <a:r>
              <a:rPr sz="2600" spc="-130" dirty="0">
                <a:solidFill>
                  <a:srgbClr val="310D04"/>
                </a:solidFill>
                <a:latin typeface="Trebuchet MS"/>
                <a:cs typeface="Trebuchet MS"/>
              </a:rPr>
              <a:t>i</a:t>
            </a:r>
            <a:r>
              <a:rPr sz="2600" spc="-120" dirty="0">
                <a:solidFill>
                  <a:srgbClr val="310D04"/>
                </a:solidFill>
                <a:latin typeface="Trebuchet MS"/>
                <a:cs typeface="Trebuchet MS"/>
              </a:rPr>
              <a:t>nee</a:t>
            </a:r>
            <a:r>
              <a:rPr sz="2600" spc="-80" dirty="0">
                <a:solidFill>
                  <a:srgbClr val="310D04"/>
                </a:solidFill>
                <a:latin typeface="Trebuchet MS"/>
                <a:cs typeface="Trebuchet MS"/>
              </a:rPr>
              <a:t>r</a:t>
            </a:r>
            <a:r>
              <a:rPr sz="2600" spc="-105" dirty="0">
                <a:solidFill>
                  <a:srgbClr val="310D04"/>
                </a:solidFill>
                <a:latin typeface="Trebuchet MS"/>
                <a:cs typeface="Trebuchet MS"/>
              </a:rPr>
              <a:t>i</a:t>
            </a:r>
            <a:r>
              <a:rPr sz="2600" spc="-185" dirty="0">
                <a:solidFill>
                  <a:srgbClr val="310D04"/>
                </a:solidFill>
                <a:latin typeface="Trebuchet MS"/>
                <a:cs typeface="Trebuchet MS"/>
              </a:rPr>
              <a:t>n</a:t>
            </a:r>
            <a:r>
              <a:rPr sz="2600" spc="-145" dirty="0">
                <a:solidFill>
                  <a:srgbClr val="310D04"/>
                </a:solidFill>
                <a:latin typeface="Trebuchet MS"/>
                <a:cs typeface="Trebuchet MS"/>
              </a:rPr>
              <a:t>g  </a:t>
            </a:r>
            <a:r>
              <a:rPr sz="3900" spc="-232" baseline="-5341" dirty="0">
                <a:solidFill>
                  <a:srgbClr val="310D04"/>
                </a:solidFill>
                <a:latin typeface="Trebuchet MS"/>
                <a:cs typeface="Trebuchet MS"/>
              </a:rPr>
              <a:t>VIT</a:t>
            </a:r>
            <a:r>
              <a:rPr sz="3900" spc="-232" baseline="-5341" dirty="0" smtClean="0">
                <a:solidFill>
                  <a:srgbClr val="310D04"/>
                </a:solidFill>
                <a:latin typeface="Trebuchet MS"/>
                <a:cs typeface="Trebuchet MS"/>
              </a:rPr>
              <a:t>,</a:t>
            </a:r>
            <a:r>
              <a:rPr lang="en-US" sz="3900" spc="-232" baseline="-5341" dirty="0" smtClean="0">
                <a:solidFill>
                  <a:srgbClr val="310D04"/>
                </a:solidFill>
                <a:latin typeface="Trebuchet MS"/>
                <a:cs typeface="Trebuchet MS"/>
              </a:rPr>
              <a:t> </a:t>
            </a:r>
            <a:r>
              <a:rPr sz="2600" spc="-155" dirty="0" smtClean="0">
                <a:solidFill>
                  <a:srgbClr val="310D04"/>
                </a:solidFill>
                <a:latin typeface="Trebuchet MS"/>
                <a:cs typeface="Trebuchet MS"/>
              </a:rPr>
              <a:t>Vellore</a:t>
            </a:r>
            <a:r>
              <a:rPr sz="2600" spc="-155" dirty="0">
                <a:solidFill>
                  <a:srgbClr val="310D04"/>
                </a:solidFill>
                <a:latin typeface="Trebuchet MS"/>
                <a:cs typeface="Trebuchet MS"/>
              </a:rPr>
              <a:t>.</a:t>
            </a:r>
            <a:endParaRPr sz="26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423" y="0"/>
            <a:ext cx="9142730" cy="6858000"/>
            <a:chOff x="1423" y="0"/>
            <a:chExt cx="9142730" cy="6858000"/>
          </a:xfrm>
        </p:grpSpPr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5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4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81912" y="144780"/>
              <a:ext cx="2599943" cy="102412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69207" y="144780"/>
              <a:ext cx="765048" cy="102412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46575" y="144780"/>
              <a:ext cx="5021580" cy="102412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74363" y="693419"/>
              <a:ext cx="3020567" cy="1024127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1875789" y="266522"/>
            <a:ext cx="661797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5025" marR="5080" indent="-2092960">
              <a:lnSpc>
                <a:spcPct val="100000"/>
              </a:lnSpc>
              <a:spcBef>
                <a:spcPts val="100"/>
              </a:spcBef>
            </a:pPr>
            <a:r>
              <a:rPr sz="3600" b="1" spc="125" dirty="0">
                <a:solidFill>
                  <a:srgbClr val="562213"/>
                </a:solidFill>
                <a:latin typeface="Trebuchet MS"/>
                <a:cs typeface="Trebuchet MS"/>
              </a:rPr>
              <a:t>BCS202L-</a:t>
            </a:r>
            <a:r>
              <a:rPr sz="3600" b="1" spc="-114" dirty="0">
                <a:solidFill>
                  <a:srgbClr val="562213"/>
                </a:solidFill>
                <a:latin typeface="Trebuchet MS"/>
                <a:cs typeface="Trebuchet MS"/>
              </a:rPr>
              <a:t> </a:t>
            </a:r>
            <a:r>
              <a:rPr sz="3600" b="1" spc="145" dirty="0">
                <a:solidFill>
                  <a:srgbClr val="562213"/>
                </a:solidFill>
                <a:latin typeface="Trebuchet MS"/>
                <a:cs typeface="Trebuchet MS"/>
              </a:rPr>
              <a:t>Data</a:t>
            </a:r>
            <a:r>
              <a:rPr sz="3600" b="1" spc="-95" dirty="0">
                <a:solidFill>
                  <a:srgbClr val="562213"/>
                </a:solidFill>
                <a:latin typeface="Trebuchet MS"/>
                <a:cs typeface="Trebuchet MS"/>
              </a:rPr>
              <a:t> </a:t>
            </a:r>
            <a:r>
              <a:rPr sz="3600" b="1" spc="25" dirty="0">
                <a:solidFill>
                  <a:srgbClr val="562213"/>
                </a:solidFill>
                <a:latin typeface="Trebuchet MS"/>
                <a:cs typeface="Trebuchet MS"/>
              </a:rPr>
              <a:t>Structures</a:t>
            </a:r>
            <a:r>
              <a:rPr sz="3600" b="1" spc="-95" dirty="0">
                <a:solidFill>
                  <a:srgbClr val="562213"/>
                </a:solidFill>
                <a:latin typeface="Trebuchet MS"/>
                <a:cs typeface="Trebuchet MS"/>
              </a:rPr>
              <a:t> </a:t>
            </a:r>
            <a:r>
              <a:rPr sz="3600" b="1" spc="-10" dirty="0">
                <a:solidFill>
                  <a:srgbClr val="562213"/>
                </a:solidFill>
                <a:latin typeface="Trebuchet MS"/>
                <a:cs typeface="Trebuchet MS"/>
              </a:rPr>
              <a:t>and </a:t>
            </a:r>
            <a:r>
              <a:rPr sz="3600" b="1" spc="-1070" dirty="0">
                <a:solidFill>
                  <a:srgbClr val="562213"/>
                </a:solidFill>
                <a:latin typeface="Trebuchet MS"/>
                <a:cs typeface="Trebuchet MS"/>
              </a:rPr>
              <a:t> </a:t>
            </a:r>
            <a:r>
              <a:rPr sz="3600" b="1" spc="90" dirty="0">
                <a:solidFill>
                  <a:srgbClr val="562213"/>
                </a:solidFill>
                <a:latin typeface="Trebuchet MS"/>
                <a:cs typeface="Trebuchet MS"/>
              </a:rPr>
              <a:t>Algorithms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04975" y="1712442"/>
            <a:ext cx="6291580" cy="429387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700"/>
              </a:spcBef>
              <a:buClr>
                <a:srgbClr val="3891A7"/>
              </a:buClr>
              <a:buSzPct val="80000"/>
              <a:buFont typeface="Segoe UI Symbol"/>
              <a:buChar char="⚫"/>
              <a:tabLst>
                <a:tab pos="296545" algn="l"/>
              </a:tabLst>
            </a:pPr>
            <a:r>
              <a:rPr sz="3500" spc="-85" dirty="0">
                <a:solidFill>
                  <a:srgbClr val="006FC0"/>
                </a:solidFill>
                <a:latin typeface="Trebuchet MS"/>
                <a:cs typeface="Trebuchet MS"/>
              </a:rPr>
              <a:t>Modul</a:t>
            </a:r>
            <a:r>
              <a:rPr sz="3500" spc="-95" dirty="0">
                <a:solidFill>
                  <a:srgbClr val="006FC0"/>
                </a:solidFill>
                <a:latin typeface="Trebuchet MS"/>
                <a:cs typeface="Trebuchet MS"/>
              </a:rPr>
              <a:t>e</a:t>
            </a:r>
            <a:r>
              <a:rPr sz="3500" spc="-160" dirty="0">
                <a:solidFill>
                  <a:srgbClr val="006FC0"/>
                </a:solidFill>
                <a:latin typeface="Trebuchet MS"/>
                <a:cs typeface="Trebuchet MS"/>
              </a:rPr>
              <a:t>-</a:t>
            </a:r>
            <a:r>
              <a:rPr sz="3500" spc="-305" dirty="0">
                <a:solidFill>
                  <a:srgbClr val="006FC0"/>
                </a:solidFill>
                <a:latin typeface="Trebuchet MS"/>
                <a:cs typeface="Trebuchet MS"/>
              </a:rPr>
              <a:t>1:</a:t>
            </a:r>
            <a:r>
              <a:rPr sz="3500" spc="-80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500" spc="270" dirty="0">
                <a:solidFill>
                  <a:srgbClr val="006FC0"/>
                </a:solidFill>
                <a:latin typeface="Trebuchet MS"/>
                <a:cs typeface="Trebuchet MS"/>
              </a:rPr>
              <a:t>A</a:t>
            </a:r>
            <a:r>
              <a:rPr sz="3500" spc="-200" dirty="0">
                <a:solidFill>
                  <a:srgbClr val="006FC0"/>
                </a:solidFill>
                <a:latin typeface="Trebuchet MS"/>
                <a:cs typeface="Trebuchet MS"/>
              </a:rPr>
              <a:t>l</a:t>
            </a:r>
            <a:r>
              <a:rPr sz="3500" spc="-370" dirty="0">
                <a:solidFill>
                  <a:srgbClr val="006FC0"/>
                </a:solidFill>
                <a:latin typeface="Trebuchet MS"/>
                <a:cs typeface="Trebuchet MS"/>
              </a:rPr>
              <a:t>g</a:t>
            </a:r>
            <a:r>
              <a:rPr sz="3500" spc="-125" dirty="0">
                <a:solidFill>
                  <a:srgbClr val="006FC0"/>
                </a:solidFill>
                <a:latin typeface="Trebuchet MS"/>
                <a:cs typeface="Trebuchet MS"/>
              </a:rPr>
              <a:t>orithm</a:t>
            </a:r>
            <a:r>
              <a:rPr sz="3500" spc="-47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500" spc="-145" dirty="0">
                <a:solidFill>
                  <a:srgbClr val="006FC0"/>
                </a:solidFill>
                <a:latin typeface="Trebuchet MS"/>
                <a:cs typeface="Trebuchet MS"/>
              </a:rPr>
              <a:t>Ana</a:t>
            </a:r>
            <a:r>
              <a:rPr sz="3500" spc="-105" dirty="0">
                <a:solidFill>
                  <a:srgbClr val="006FC0"/>
                </a:solidFill>
                <a:latin typeface="Trebuchet MS"/>
                <a:cs typeface="Trebuchet MS"/>
              </a:rPr>
              <a:t>l</a:t>
            </a:r>
            <a:r>
              <a:rPr sz="3500" spc="-140" dirty="0">
                <a:solidFill>
                  <a:srgbClr val="006FC0"/>
                </a:solidFill>
                <a:latin typeface="Trebuchet MS"/>
                <a:cs typeface="Trebuchet MS"/>
              </a:rPr>
              <a:t>ysis</a:t>
            </a:r>
            <a:endParaRPr sz="35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80000"/>
              <a:buFont typeface="Segoe UI Symbol"/>
              <a:buChar char="⚫"/>
              <a:tabLst>
                <a:tab pos="296545" algn="l"/>
              </a:tabLst>
            </a:pPr>
            <a:r>
              <a:rPr sz="3500" spc="-85" dirty="0">
                <a:solidFill>
                  <a:srgbClr val="006FC0"/>
                </a:solidFill>
                <a:latin typeface="Trebuchet MS"/>
                <a:cs typeface="Trebuchet MS"/>
              </a:rPr>
              <a:t>Modul</a:t>
            </a:r>
            <a:r>
              <a:rPr sz="3500" spc="-95" dirty="0">
                <a:solidFill>
                  <a:srgbClr val="006FC0"/>
                </a:solidFill>
                <a:latin typeface="Trebuchet MS"/>
                <a:cs typeface="Trebuchet MS"/>
              </a:rPr>
              <a:t>e</a:t>
            </a:r>
            <a:r>
              <a:rPr sz="3500" spc="-160" dirty="0">
                <a:solidFill>
                  <a:srgbClr val="006FC0"/>
                </a:solidFill>
                <a:latin typeface="Trebuchet MS"/>
                <a:cs typeface="Trebuchet MS"/>
              </a:rPr>
              <a:t>-</a:t>
            </a:r>
            <a:r>
              <a:rPr sz="3500" spc="-305" dirty="0">
                <a:solidFill>
                  <a:srgbClr val="006FC0"/>
                </a:solidFill>
                <a:latin typeface="Trebuchet MS"/>
                <a:cs typeface="Trebuchet MS"/>
              </a:rPr>
              <a:t>2:</a:t>
            </a:r>
            <a:r>
              <a:rPr sz="3500" spc="-44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500" spc="-180" dirty="0">
                <a:solidFill>
                  <a:srgbClr val="006FC0"/>
                </a:solidFill>
                <a:latin typeface="Trebuchet MS"/>
                <a:cs typeface="Trebuchet MS"/>
              </a:rPr>
              <a:t>Linea</a:t>
            </a:r>
            <a:r>
              <a:rPr sz="3500" spc="-140" dirty="0">
                <a:solidFill>
                  <a:srgbClr val="006FC0"/>
                </a:solidFill>
                <a:latin typeface="Trebuchet MS"/>
                <a:cs typeface="Trebuchet MS"/>
              </a:rPr>
              <a:t>r</a:t>
            </a:r>
            <a:r>
              <a:rPr sz="3500" spc="-110" dirty="0">
                <a:solidFill>
                  <a:srgbClr val="006FC0"/>
                </a:solidFill>
                <a:latin typeface="Trebuchet MS"/>
                <a:cs typeface="Trebuchet MS"/>
              </a:rPr>
              <a:t> Data</a:t>
            </a:r>
            <a:r>
              <a:rPr sz="3500" spc="-10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500" spc="-130" dirty="0">
                <a:solidFill>
                  <a:srgbClr val="006FC0"/>
                </a:solidFill>
                <a:latin typeface="Trebuchet MS"/>
                <a:cs typeface="Trebuchet MS"/>
              </a:rPr>
              <a:t>Structu</a:t>
            </a:r>
            <a:r>
              <a:rPr sz="3500" spc="-175" dirty="0">
                <a:solidFill>
                  <a:srgbClr val="006FC0"/>
                </a:solidFill>
                <a:latin typeface="Trebuchet MS"/>
                <a:cs typeface="Trebuchet MS"/>
              </a:rPr>
              <a:t>r</a:t>
            </a:r>
            <a:r>
              <a:rPr sz="3500" spc="-150" dirty="0">
                <a:solidFill>
                  <a:srgbClr val="006FC0"/>
                </a:solidFill>
                <a:latin typeface="Trebuchet MS"/>
                <a:cs typeface="Trebuchet MS"/>
              </a:rPr>
              <a:t>es</a:t>
            </a:r>
            <a:endParaRPr sz="35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80000"/>
              <a:buFont typeface="Segoe UI Symbol"/>
              <a:buChar char="⚫"/>
              <a:tabLst>
                <a:tab pos="296545" algn="l"/>
              </a:tabLst>
            </a:pPr>
            <a:r>
              <a:rPr sz="3500" spc="-145" dirty="0">
                <a:solidFill>
                  <a:srgbClr val="006FC0"/>
                </a:solidFill>
                <a:latin typeface="Trebuchet MS"/>
                <a:cs typeface="Trebuchet MS"/>
              </a:rPr>
              <a:t>Module-3:</a:t>
            </a:r>
            <a:r>
              <a:rPr sz="3500" spc="-44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500" spc="-195" dirty="0">
                <a:solidFill>
                  <a:srgbClr val="006FC0"/>
                </a:solidFill>
                <a:latin typeface="Trebuchet MS"/>
                <a:cs typeface="Trebuchet MS"/>
              </a:rPr>
              <a:t>Searching</a:t>
            </a:r>
            <a:r>
              <a:rPr sz="3500" spc="-13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500" spc="-225" dirty="0">
                <a:solidFill>
                  <a:srgbClr val="006FC0"/>
                </a:solidFill>
                <a:latin typeface="Trebuchet MS"/>
                <a:cs typeface="Trebuchet MS"/>
              </a:rPr>
              <a:t>and</a:t>
            </a:r>
            <a:r>
              <a:rPr sz="3500" spc="-7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500" spc="-120" dirty="0">
                <a:solidFill>
                  <a:srgbClr val="006FC0"/>
                </a:solidFill>
                <a:latin typeface="Trebuchet MS"/>
                <a:cs typeface="Trebuchet MS"/>
              </a:rPr>
              <a:t>Sorting</a:t>
            </a:r>
            <a:endParaRPr sz="35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80000"/>
              <a:buFont typeface="Segoe UI Symbol"/>
              <a:buChar char="⚫"/>
              <a:tabLst>
                <a:tab pos="296545" algn="l"/>
              </a:tabLst>
            </a:pPr>
            <a:r>
              <a:rPr sz="3500" spc="-150" dirty="0">
                <a:solidFill>
                  <a:srgbClr val="006FC0"/>
                </a:solidFill>
                <a:latin typeface="Trebuchet MS"/>
                <a:cs typeface="Trebuchet MS"/>
              </a:rPr>
              <a:t>Module-4:Trees</a:t>
            </a:r>
            <a:endParaRPr sz="35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5"/>
              </a:spcBef>
              <a:buClr>
                <a:srgbClr val="3891A7"/>
              </a:buClr>
              <a:buSzPct val="80000"/>
              <a:buFont typeface="Segoe UI Symbol"/>
              <a:buChar char="⚫"/>
              <a:tabLst>
                <a:tab pos="296545" algn="l"/>
              </a:tabLst>
            </a:pPr>
            <a:r>
              <a:rPr sz="3500" spc="-85" dirty="0">
                <a:solidFill>
                  <a:srgbClr val="006FC0"/>
                </a:solidFill>
                <a:latin typeface="Trebuchet MS"/>
                <a:cs typeface="Trebuchet MS"/>
              </a:rPr>
              <a:t>Modul</a:t>
            </a:r>
            <a:r>
              <a:rPr sz="3500" spc="-100" dirty="0">
                <a:solidFill>
                  <a:srgbClr val="006FC0"/>
                </a:solidFill>
                <a:latin typeface="Trebuchet MS"/>
                <a:cs typeface="Trebuchet MS"/>
              </a:rPr>
              <a:t>e</a:t>
            </a:r>
            <a:r>
              <a:rPr sz="3500" spc="-165" dirty="0">
                <a:solidFill>
                  <a:srgbClr val="006FC0"/>
                </a:solidFill>
                <a:latin typeface="Trebuchet MS"/>
                <a:cs typeface="Trebuchet MS"/>
              </a:rPr>
              <a:t>-</a:t>
            </a:r>
            <a:r>
              <a:rPr sz="3500" spc="-300" dirty="0">
                <a:solidFill>
                  <a:srgbClr val="006FC0"/>
                </a:solidFill>
                <a:latin typeface="Trebuchet MS"/>
                <a:cs typeface="Trebuchet MS"/>
              </a:rPr>
              <a:t>5:</a:t>
            </a:r>
            <a:r>
              <a:rPr sz="3500" spc="-44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500" spc="-35" dirty="0">
                <a:solidFill>
                  <a:srgbClr val="006FC0"/>
                </a:solidFill>
                <a:latin typeface="Trebuchet MS"/>
                <a:cs typeface="Trebuchet MS"/>
              </a:rPr>
              <a:t>Gr</a:t>
            </a:r>
            <a:r>
              <a:rPr sz="3500" spc="-65" dirty="0">
                <a:solidFill>
                  <a:srgbClr val="006FC0"/>
                </a:solidFill>
                <a:latin typeface="Trebuchet MS"/>
                <a:cs typeface="Trebuchet MS"/>
              </a:rPr>
              <a:t>a</a:t>
            </a:r>
            <a:r>
              <a:rPr sz="3500" spc="-145" dirty="0">
                <a:solidFill>
                  <a:srgbClr val="006FC0"/>
                </a:solidFill>
                <a:latin typeface="Trebuchet MS"/>
                <a:cs typeface="Trebuchet MS"/>
              </a:rPr>
              <a:t>phs</a:t>
            </a:r>
            <a:endParaRPr sz="35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80000"/>
              <a:buFont typeface="Segoe UI Symbol"/>
              <a:buChar char="⚫"/>
              <a:tabLst>
                <a:tab pos="296545" algn="l"/>
              </a:tabLst>
            </a:pPr>
            <a:r>
              <a:rPr sz="3500" spc="-85" dirty="0">
                <a:solidFill>
                  <a:srgbClr val="006FC0"/>
                </a:solidFill>
                <a:latin typeface="Trebuchet MS"/>
                <a:cs typeface="Trebuchet MS"/>
              </a:rPr>
              <a:t>Modul</a:t>
            </a:r>
            <a:r>
              <a:rPr sz="3500" spc="-95" dirty="0">
                <a:solidFill>
                  <a:srgbClr val="006FC0"/>
                </a:solidFill>
                <a:latin typeface="Trebuchet MS"/>
                <a:cs typeface="Trebuchet MS"/>
              </a:rPr>
              <a:t>e</a:t>
            </a:r>
            <a:r>
              <a:rPr sz="3500" spc="-160" dirty="0">
                <a:solidFill>
                  <a:srgbClr val="006FC0"/>
                </a:solidFill>
                <a:latin typeface="Trebuchet MS"/>
                <a:cs typeface="Trebuchet MS"/>
              </a:rPr>
              <a:t>-</a:t>
            </a:r>
            <a:r>
              <a:rPr sz="3500" spc="-305" dirty="0">
                <a:solidFill>
                  <a:srgbClr val="006FC0"/>
                </a:solidFill>
                <a:latin typeface="Trebuchet MS"/>
                <a:cs typeface="Trebuchet MS"/>
              </a:rPr>
              <a:t>6:</a:t>
            </a:r>
            <a:r>
              <a:rPr sz="3500" spc="-44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500" spc="-140" dirty="0">
                <a:solidFill>
                  <a:srgbClr val="006FC0"/>
                </a:solidFill>
                <a:latin typeface="Trebuchet MS"/>
                <a:cs typeface="Trebuchet MS"/>
              </a:rPr>
              <a:t>Hashing</a:t>
            </a:r>
            <a:endParaRPr sz="35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80000"/>
              <a:buFont typeface="Segoe UI Symbol"/>
              <a:buChar char="⚫"/>
              <a:tabLst>
                <a:tab pos="296545" algn="l"/>
              </a:tabLst>
            </a:pPr>
            <a:r>
              <a:rPr sz="3500" spc="-85" dirty="0">
                <a:solidFill>
                  <a:srgbClr val="006FC0"/>
                </a:solidFill>
                <a:latin typeface="Trebuchet MS"/>
                <a:cs typeface="Trebuchet MS"/>
              </a:rPr>
              <a:t>Modul</a:t>
            </a:r>
            <a:r>
              <a:rPr sz="3500" spc="-100" dirty="0">
                <a:solidFill>
                  <a:srgbClr val="006FC0"/>
                </a:solidFill>
                <a:latin typeface="Trebuchet MS"/>
                <a:cs typeface="Trebuchet MS"/>
              </a:rPr>
              <a:t>e</a:t>
            </a:r>
            <a:r>
              <a:rPr sz="3500" spc="-165" dirty="0">
                <a:solidFill>
                  <a:srgbClr val="006FC0"/>
                </a:solidFill>
                <a:latin typeface="Trebuchet MS"/>
                <a:cs typeface="Trebuchet MS"/>
              </a:rPr>
              <a:t>-</a:t>
            </a:r>
            <a:r>
              <a:rPr sz="3500" spc="-300" dirty="0">
                <a:solidFill>
                  <a:srgbClr val="006FC0"/>
                </a:solidFill>
                <a:latin typeface="Trebuchet MS"/>
                <a:cs typeface="Trebuchet MS"/>
              </a:rPr>
              <a:t>7:</a:t>
            </a:r>
            <a:r>
              <a:rPr sz="3500" spc="-44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500" spc="-110" dirty="0">
                <a:solidFill>
                  <a:srgbClr val="006FC0"/>
                </a:solidFill>
                <a:latin typeface="Trebuchet MS"/>
                <a:cs typeface="Trebuchet MS"/>
              </a:rPr>
              <a:t>He</a:t>
            </a:r>
            <a:r>
              <a:rPr sz="3500" spc="-130" dirty="0">
                <a:solidFill>
                  <a:srgbClr val="006FC0"/>
                </a:solidFill>
                <a:latin typeface="Trebuchet MS"/>
                <a:cs typeface="Trebuchet MS"/>
              </a:rPr>
              <a:t>a</a:t>
            </a:r>
            <a:r>
              <a:rPr sz="3500" spc="-135" dirty="0">
                <a:solidFill>
                  <a:srgbClr val="006FC0"/>
                </a:solidFill>
                <a:latin typeface="Trebuchet MS"/>
                <a:cs typeface="Trebuchet MS"/>
              </a:rPr>
              <a:t>ps</a:t>
            </a:r>
            <a:r>
              <a:rPr sz="3500" spc="-114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500" spc="-225" dirty="0">
                <a:solidFill>
                  <a:srgbClr val="006FC0"/>
                </a:solidFill>
                <a:latin typeface="Trebuchet MS"/>
                <a:cs typeface="Trebuchet MS"/>
              </a:rPr>
              <a:t>and</a:t>
            </a:r>
            <a:r>
              <a:rPr sz="3500" spc="-44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500" spc="-5" dirty="0">
                <a:solidFill>
                  <a:srgbClr val="006FC0"/>
                </a:solidFill>
                <a:latin typeface="Trebuchet MS"/>
                <a:cs typeface="Trebuchet MS"/>
              </a:rPr>
              <a:t>A</a:t>
            </a:r>
            <a:r>
              <a:rPr sz="3500" dirty="0">
                <a:solidFill>
                  <a:srgbClr val="006FC0"/>
                </a:solidFill>
                <a:latin typeface="Trebuchet MS"/>
                <a:cs typeface="Trebuchet MS"/>
              </a:rPr>
              <a:t>VL</a:t>
            </a:r>
            <a:r>
              <a:rPr sz="3500" spc="-54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500" spc="-355" dirty="0">
                <a:solidFill>
                  <a:srgbClr val="006FC0"/>
                </a:solidFill>
                <a:latin typeface="Trebuchet MS"/>
                <a:cs typeface="Trebuchet MS"/>
              </a:rPr>
              <a:t>T</a:t>
            </a:r>
            <a:r>
              <a:rPr sz="3500" spc="-50" dirty="0">
                <a:solidFill>
                  <a:srgbClr val="006FC0"/>
                </a:solidFill>
                <a:latin typeface="Trebuchet MS"/>
                <a:cs typeface="Trebuchet MS"/>
              </a:rPr>
              <a:t>r</a:t>
            </a:r>
            <a:r>
              <a:rPr sz="3500" spc="-180" dirty="0">
                <a:solidFill>
                  <a:srgbClr val="006FC0"/>
                </a:solidFill>
                <a:latin typeface="Trebuchet MS"/>
                <a:cs typeface="Trebuchet MS"/>
              </a:rPr>
              <a:t>ees</a:t>
            </a:r>
            <a:endParaRPr sz="35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423" y="0"/>
            <a:ext cx="9142730" cy="6858000"/>
            <a:chOff x="1423" y="0"/>
            <a:chExt cx="9142730" cy="6858000"/>
          </a:xfrm>
        </p:grpSpPr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5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4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43609" y="116662"/>
              <a:ext cx="7992872" cy="6552692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23" y="0"/>
            <a:ext cx="9142730" cy="6858000"/>
            <a:chOff x="1423" y="0"/>
            <a:chExt cx="914273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1912" y="144780"/>
              <a:ext cx="2599943" cy="102412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69207" y="144780"/>
              <a:ext cx="765048" cy="102412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46575" y="144780"/>
              <a:ext cx="5021580" cy="102412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74363" y="693419"/>
              <a:ext cx="3020567" cy="1024127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875789" y="266522"/>
            <a:ext cx="661797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5025" marR="5080" indent="-2092960">
              <a:lnSpc>
                <a:spcPct val="100000"/>
              </a:lnSpc>
              <a:spcBef>
                <a:spcPts val="100"/>
              </a:spcBef>
            </a:pPr>
            <a:r>
              <a:rPr sz="3600" b="1" spc="125" dirty="0">
                <a:solidFill>
                  <a:srgbClr val="562213"/>
                </a:solidFill>
                <a:latin typeface="Trebuchet MS"/>
                <a:cs typeface="Trebuchet MS"/>
              </a:rPr>
              <a:t>BCS202L-</a:t>
            </a:r>
            <a:r>
              <a:rPr sz="3600" b="1" spc="-114" dirty="0">
                <a:solidFill>
                  <a:srgbClr val="562213"/>
                </a:solidFill>
                <a:latin typeface="Trebuchet MS"/>
                <a:cs typeface="Trebuchet MS"/>
              </a:rPr>
              <a:t> </a:t>
            </a:r>
            <a:r>
              <a:rPr sz="3600" b="1" spc="145" dirty="0">
                <a:solidFill>
                  <a:srgbClr val="562213"/>
                </a:solidFill>
                <a:latin typeface="Trebuchet MS"/>
                <a:cs typeface="Trebuchet MS"/>
              </a:rPr>
              <a:t>Data</a:t>
            </a:r>
            <a:r>
              <a:rPr sz="3600" b="1" spc="-95" dirty="0">
                <a:solidFill>
                  <a:srgbClr val="562213"/>
                </a:solidFill>
                <a:latin typeface="Trebuchet MS"/>
                <a:cs typeface="Trebuchet MS"/>
              </a:rPr>
              <a:t> </a:t>
            </a:r>
            <a:r>
              <a:rPr sz="3600" b="1" spc="25" dirty="0">
                <a:solidFill>
                  <a:srgbClr val="562213"/>
                </a:solidFill>
                <a:latin typeface="Trebuchet MS"/>
                <a:cs typeface="Trebuchet MS"/>
              </a:rPr>
              <a:t>Structures</a:t>
            </a:r>
            <a:r>
              <a:rPr sz="3600" b="1" spc="-95" dirty="0">
                <a:solidFill>
                  <a:srgbClr val="562213"/>
                </a:solidFill>
                <a:latin typeface="Trebuchet MS"/>
                <a:cs typeface="Trebuchet MS"/>
              </a:rPr>
              <a:t> </a:t>
            </a:r>
            <a:r>
              <a:rPr sz="3600" b="1" spc="-10" dirty="0">
                <a:solidFill>
                  <a:srgbClr val="562213"/>
                </a:solidFill>
                <a:latin typeface="Trebuchet MS"/>
                <a:cs typeface="Trebuchet MS"/>
              </a:rPr>
              <a:t>and </a:t>
            </a:r>
            <a:r>
              <a:rPr sz="3600" b="1" spc="-1070" dirty="0">
                <a:solidFill>
                  <a:srgbClr val="562213"/>
                </a:solidFill>
                <a:latin typeface="Trebuchet MS"/>
                <a:cs typeface="Trebuchet MS"/>
              </a:rPr>
              <a:t> </a:t>
            </a:r>
            <a:r>
              <a:rPr sz="3600" b="1" spc="90" dirty="0">
                <a:solidFill>
                  <a:srgbClr val="562213"/>
                </a:solidFill>
                <a:latin typeface="Trebuchet MS"/>
                <a:cs typeface="Trebuchet MS"/>
              </a:rPr>
              <a:t>Algorithms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04975" y="1645412"/>
            <a:ext cx="224853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70" dirty="0">
                <a:solidFill>
                  <a:srgbClr val="006FC0"/>
                </a:solidFill>
                <a:latin typeface="Trebuchet MS"/>
                <a:cs typeface="Trebuchet MS"/>
              </a:rPr>
              <a:t>Text</a:t>
            </a:r>
            <a:r>
              <a:rPr sz="3200" b="1" spc="-15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200" b="1" spc="30" dirty="0">
                <a:solidFill>
                  <a:srgbClr val="006FC0"/>
                </a:solidFill>
                <a:latin typeface="Trebuchet MS"/>
                <a:cs typeface="Trebuchet MS"/>
              </a:rPr>
              <a:t>Books: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79880" y="2215337"/>
            <a:ext cx="7204709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69265" algn="l"/>
              </a:tabLst>
            </a:pPr>
            <a:r>
              <a:rPr sz="2000" spc="-175" dirty="0">
                <a:solidFill>
                  <a:srgbClr val="3891A7"/>
                </a:solidFill>
                <a:latin typeface="Trebuchet MS"/>
                <a:cs typeface="Trebuchet MS"/>
              </a:rPr>
              <a:t>1.	</a:t>
            </a:r>
            <a:r>
              <a:rPr sz="2000" spc="135" dirty="0">
                <a:latin typeface="Trebuchet MS"/>
                <a:cs typeface="Trebuchet MS"/>
              </a:rPr>
              <a:t>M</a:t>
            </a:r>
            <a:r>
              <a:rPr sz="2000" spc="-105" dirty="0">
                <a:latin typeface="Trebuchet MS"/>
                <a:cs typeface="Trebuchet MS"/>
              </a:rPr>
              <a:t>a</a:t>
            </a:r>
            <a:r>
              <a:rPr sz="2000" spc="-90" dirty="0">
                <a:latin typeface="Trebuchet MS"/>
                <a:cs typeface="Trebuchet MS"/>
              </a:rPr>
              <a:t>r</a:t>
            </a:r>
            <a:r>
              <a:rPr sz="2000" spc="-50" dirty="0">
                <a:latin typeface="Trebuchet MS"/>
                <a:cs typeface="Trebuchet MS"/>
              </a:rPr>
              <a:t>k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145" dirty="0">
                <a:latin typeface="Trebuchet MS"/>
                <a:cs typeface="Trebuchet MS"/>
              </a:rPr>
              <a:t>A</a:t>
            </a:r>
            <a:r>
              <a:rPr sz="2000" spc="-295" dirty="0">
                <a:latin typeface="Trebuchet MS"/>
                <a:cs typeface="Trebuchet MS"/>
              </a:rPr>
              <a:t>.</a:t>
            </a:r>
            <a:r>
              <a:rPr sz="2000" spc="-265" dirty="0">
                <a:latin typeface="Trebuchet MS"/>
                <a:cs typeface="Trebuchet MS"/>
              </a:rPr>
              <a:t> </a:t>
            </a:r>
            <a:r>
              <a:rPr sz="2000" spc="200" dirty="0">
                <a:latin typeface="Trebuchet MS"/>
                <a:cs typeface="Trebuchet MS"/>
              </a:rPr>
              <a:t>W</a:t>
            </a:r>
            <a:r>
              <a:rPr sz="2000" spc="-130" dirty="0">
                <a:latin typeface="Trebuchet MS"/>
                <a:cs typeface="Trebuchet MS"/>
              </a:rPr>
              <a:t>eiss,</a:t>
            </a:r>
            <a:r>
              <a:rPr sz="2000" spc="-254" dirty="0">
                <a:latin typeface="Trebuchet MS"/>
                <a:cs typeface="Trebuchet MS"/>
              </a:rPr>
              <a:t> </a:t>
            </a:r>
            <a:r>
              <a:rPr sz="2000" spc="45" dirty="0">
                <a:latin typeface="Trebuchet MS"/>
                <a:cs typeface="Trebuchet MS"/>
              </a:rPr>
              <a:t>D</a:t>
            </a:r>
            <a:r>
              <a:rPr sz="2000" spc="25" dirty="0">
                <a:latin typeface="Trebuchet MS"/>
                <a:cs typeface="Trebuchet MS"/>
              </a:rPr>
              <a:t>a</a:t>
            </a:r>
            <a:r>
              <a:rPr sz="2000" spc="-160" dirty="0">
                <a:latin typeface="Trebuchet MS"/>
                <a:cs typeface="Trebuchet MS"/>
              </a:rPr>
              <a:t>ta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S</a:t>
            </a:r>
            <a:r>
              <a:rPr sz="2000" spc="-135" dirty="0">
                <a:latin typeface="Trebuchet MS"/>
                <a:cs typeface="Trebuchet MS"/>
              </a:rPr>
              <a:t>t</a:t>
            </a:r>
            <a:r>
              <a:rPr sz="2000" spc="-65" dirty="0">
                <a:latin typeface="Trebuchet MS"/>
                <a:cs typeface="Trebuchet MS"/>
              </a:rPr>
              <a:t>ru</a:t>
            </a:r>
            <a:r>
              <a:rPr sz="2000" spc="-80" dirty="0">
                <a:latin typeface="Trebuchet MS"/>
                <a:cs typeface="Trebuchet MS"/>
              </a:rPr>
              <a:t>c</a:t>
            </a:r>
            <a:r>
              <a:rPr sz="2000" spc="-135" dirty="0">
                <a:latin typeface="Trebuchet MS"/>
                <a:cs typeface="Trebuchet MS"/>
              </a:rPr>
              <a:t>t</a:t>
            </a:r>
            <a:r>
              <a:rPr sz="2000" spc="-100" dirty="0">
                <a:latin typeface="Trebuchet MS"/>
                <a:cs typeface="Trebuchet MS"/>
              </a:rPr>
              <a:t>u</a:t>
            </a:r>
            <a:r>
              <a:rPr sz="2000" spc="-40" dirty="0">
                <a:latin typeface="Trebuchet MS"/>
                <a:cs typeface="Trebuchet MS"/>
              </a:rPr>
              <a:t>r</a:t>
            </a:r>
            <a:r>
              <a:rPr sz="2000" spc="-85" dirty="0">
                <a:latin typeface="Trebuchet MS"/>
                <a:cs typeface="Trebuchet MS"/>
              </a:rPr>
              <a:t>es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60" dirty="0">
                <a:latin typeface="Trebuchet MS"/>
                <a:cs typeface="Trebuchet MS"/>
              </a:rPr>
              <a:t>&amp;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145" dirty="0">
                <a:latin typeface="Trebuchet MS"/>
                <a:cs typeface="Trebuchet MS"/>
              </a:rPr>
              <a:t>A</a:t>
            </a:r>
            <a:r>
              <a:rPr sz="2000" spc="-120" dirty="0">
                <a:latin typeface="Trebuchet MS"/>
                <a:cs typeface="Trebuchet MS"/>
              </a:rPr>
              <a:t>l</a:t>
            </a:r>
            <a:r>
              <a:rPr sz="2000" spc="-215" dirty="0">
                <a:latin typeface="Trebuchet MS"/>
                <a:cs typeface="Trebuchet MS"/>
              </a:rPr>
              <a:t>g</a:t>
            </a:r>
            <a:r>
              <a:rPr sz="2000" spc="25" dirty="0">
                <a:latin typeface="Trebuchet MS"/>
                <a:cs typeface="Trebuchet MS"/>
              </a:rPr>
              <a:t>o</a:t>
            </a:r>
            <a:r>
              <a:rPr sz="2000" spc="10" dirty="0">
                <a:latin typeface="Trebuchet MS"/>
                <a:cs typeface="Trebuchet MS"/>
              </a:rPr>
              <a:t>r</a:t>
            </a:r>
            <a:r>
              <a:rPr sz="2000" spc="-105" dirty="0">
                <a:latin typeface="Trebuchet MS"/>
                <a:cs typeface="Trebuchet MS"/>
              </a:rPr>
              <a:t>it</a:t>
            </a:r>
            <a:r>
              <a:rPr sz="2000" spc="-170" dirty="0">
                <a:latin typeface="Trebuchet MS"/>
                <a:cs typeface="Trebuchet MS"/>
              </a:rPr>
              <a:t>h</a:t>
            </a:r>
            <a:r>
              <a:rPr sz="2000" spc="-114" dirty="0">
                <a:latin typeface="Trebuchet MS"/>
                <a:cs typeface="Trebuchet MS"/>
              </a:rPr>
              <a:t>m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145" dirty="0">
                <a:latin typeface="Trebuchet MS"/>
                <a:cs typeface="Trebuchet MS"/>
              </a:rPr>
              <a:t>A</a:t>
            </a:r>
            <a:r>
              <a:rPr sz="2000" spc="-175" dirty="0">
                <a:latin typeface="Trebuchet MS"/>
                <a:cs typeface="Trebuchet MS"/>
              </a:rPr>
              <a:t>na</a:t>
            </a:r>
            <a:r>
              <a:rPr sz="2000" spc="-120" dirty="0">
                <a:latin typeface="Trebuchet MS"/>
                <a:cs typeface="Trebuchet MS"/>
              </a:rPr>
              <a:t>l</a:t>
            </a:r>
            <a:r>
              <a:rPr sz="2000" spc="-80" dirty="0">
                <a:latin typeface="Trebuchet MS"/>
                <a:cs typeface="Trebuchet MS"/>
              </a:rPr>
              <a:t>ys</a:t>
            </a:r>
            <a:r>
              <a:rPr sz="2000" spc="-75" dirty="0">
                <a:latin typeface="Trebuchet MS"/>
                <a:cs typeface="Trebuchet MS"/>
              </a:rPr>
              <a:t>i</a:t>
            </a:r>
            <a:r>
              <a:rPr sz="2000" spc="-100" dirty="0">
                <a:latin typeface="Trebuchet MS"/>
                <a:cs typeface="Trebuchet MS"/>
              </a:rPr>
              <a:t>s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i</a:t>
            </a:r>
            <a:r>
              <a:rPr sz="2000" spc="-145" dirty="0">
                <a:latin typeface="Trebuchet MS"/>
                <a:cs typeface="Trebuchet MS"/>
              </a:rPr>
              <a:t>n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200" dirty="0">
                <a:latin typeface="Trebuchet MS"/>
                <a:cs typeface="Trebuchet MS"/>
              </a:rPr>
              <a:t>C</a:t>
            </a:r>
            <a:r>
              <a:rPr sz="2000" spc="110" dirty="0">
                <a:latin typeface="Trebuchet MS"/>
                <a:cs typeface="Trebuchet MS"/>
              </a:rPr>
              <a:t>++</a:t>
            </a:r>
            <a:r>
              <a:rPr sz="2000" spc="-295" dirty="0">
                <a:latin typeface="Trebuchet MS"/>
                <a:cs typeface="Trebuchet MS"/>
              </a:rPr>
              <a:t>,</a:t>
            </a:r>
            <a:r>
              <a:rPr sz="2000" spc="-27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4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th</a:t>
            </a:r>
            <a:endParaRPr sz="20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</a:pPr>
            <a:r>
              <a:rPr sz="2000" spc="-114" dirty="0">
                <a:latin typeface="Trebuchet MS"/>
                <a:cs typeface="Trebuchet MS"/>
              </a:rPr>
              <a:t>Edition,</a:t>
            </a:r>
            <a:r>
              <a:rPr sz="2000" spc="-29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2013,Pearson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Education.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04975" y="2895345"/>
            <a:ext cx="3316604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45" dirty="0">
                <a:solidFill>
                  <a:srgbClr val="006FC0"/>
                </a:solidFill>
                <a:latin typeface="Trebuchet MS"/>
                <a:cs typeface="Trebuchet MS"/>
              </a:rPr>
              <a:t>Reference</a:t>
            </a:r>
            <a:r>
              <a:rPr sz="3200" b="1" spc="-17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200" b="1" spc="30" dirty="0">
                <a:solidFill>
                  <a:srgbClr val="006FC0"/>
                </a:solidFill>
                <a:latin typeface="Trebuchet MS"/>
                <a:cs typeface="Trebuchet MS"/>
              </a:rPr>
              <a:t>Books: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29080" y="3465398"/>
            <a:ext cx="7345680" cy="2007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78485" indent="-515620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AutoNum type="arabicPeriod"/>
              <a:tabLst>
                <a:tab pos="578485" algn="l"/>
                <a:tab pos="579120" algn="l"/>
                <a:tab pos="1358265" algn="l"/>
                <a:tab pos="3025775" algn="l"/>
                <a:tab pos="4234815" algn="l"/>
                <a:tab pos="4742180" algn="l"/>
                <a:tab pos="5335270" algn="l"/>
              </a:tabLst>
            </a:pPr>
            <a:r>
              <a:rPr sz="2000" spc="-85" dirty="0">
                <a:latin typeface="Trebuchet MS"/>
                <a:cs typeface="Trebuchet MS"/>
              </a:rPr>
              <a:t>Alfred	</a:t>
            </a:r>
            <a:r>
              <a:rPr sz="2000" spc="-265" dirty="0">
                <a:latin typeface="Trebuchet MS"/>
                <a:cs typeface="Trebuchet MS"/>
              </a:rPr>
              <a:t>V.</a:t>
            </a:r>
            <a:r>
              <a:rPr sz="2000" spc="330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Aho,</a:t>
            </a:r>
            <a:r>
              <a:rPr sz="2000" spc="315" dirty="0">
                <a:latin typeface="Trebuchet MS"/>
                <a:cs typeface="Trebuchet MS"/>
              </a:rPr>
              <a:t> </a:t>
            </a:r>
            <a:r>
              <a:rPr sz="2000" spc="-204" dirty="0">
                <a:latin typeface="Trebuchet MS"/>
                <a:cs typeface="Trebuchet MS"/>
              </a:rPr>
              <a:t>Jeffrey	</a:t>
            </a:r>
            <a:r>
              <a:rPr sz="2000" spc="-95" dirty="0">
                <a:latin typeface="Trebuchet MS"/>
                <a:cs typeface="Trebuchet MS"/>
              </a:rPr>
              <a:t>D.</a:t>
            </a:r>
            <a:r>
              <a:rPr sz="2000" spc="325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Ullman	</a:t>
            </a:r>
            <a:r>
              <a:rPr sz="2000" spc="-130" dirty="0">
                <a:latin typeface="Trebuchet MS"/>
                <a:cs typeface="Trebuchet MS"/>
              </a:rPr>
              <a:t>and	</a:t>
            </a:r>
            <a:r>
              <a:rPr sz="2000" spc="-170" dirty="0">
                <a:latin typeface="Trebuchet MS"/>
                <a:cs typeface="Trebuchet MS"/>
              </a:rPr>
              <a:t>John	</a:t>
            </a:r>
            <a:r>
              <a:rPr sz="2000" spc="-185" dirty="0">
                <a:latin typeface="Trebuchet MS"/>
                <a:cs typeface="Trebuchet MS"/>
              </a:rPr>
              <a:t>E.</a:t>
            </a:r>
            <a:r>
              <a:rPr sz="2000" spc="-120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Hopcroft,</a:t>
            </a:r>
            <a:r>
              <a:rPr sz="2000" spc="28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Data</a:t>
            </a:r>
            <a:endParaRPr sz="2000">
              <a:latin typeface="Trebuchet MS"/>
              <a:cs typeface="Trebuchet MS"/>
            </a:endParaRPr>
          </a:p>
          <a:p>
            <a:pPr marL="578485">
              <a:lnSpc>
                <a:spcPct val="100000"/>
              </a:lnSpc>
            </a:pPr>
            <a:r>
              <a:rPr sz="2000" spc="-80" dirty="0">
                <a:latin typeface="Trebuchet MS"/>
                <a:cs typeface="Trebuchet MS"/>
              </a:rPr>
              <a:t>Structures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and</a:t>
            </a:r>
            <a:r>
              <a:rPr sz="2000" spc="-260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Algorithms,1983,</a:t>
            </a:r>
            <a:r>
              <a:rPr sz="2000" spc="-285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Pearson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Education.</a:t>
            </a:r>
            <a:endParaRPr sz="2000">
              <a:latin typeface="Trebuchet MS"/>
              <a:cs typeface="Trebuchet MS"/>
            </a:endParaRPr>
          </a:p>
          <a:p>
            <a:pPr marL="578485" marR="93345" indent="-515620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AutoNum type="arabicPeriod" startAt="2"/>
              <a:tabLst>
                <a:tab pos="578485" algn="l"/>
                <a:tab pos="579120" algn="l"/>
                <a:tab pos="3295650" algn="l"/>
              </a:tabLst>
            </a:pPr>
            <a:r>
              <a:rPr sz="2000" spc="-65" dirty="0">
                <a:latin typeface="Trebuchet MS"/>
                <a:cs typeface="Trebuchet MS"/>
              </a:rPr>
              <a:t>Horowitz,</a:t>
            </a:r>
            <a:r>
              <a:rPr sz="2000" spc="8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Sahni</a:t>
            </a:r>
            <a:r>
              <a:rPr sz="2000" spc="290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and</a:t>
            </a:r>
            <a:r>
              <a:rPr sz="2000" spc="290" dirty="0">
                <a:latin typeface="Trebuchet MS"/>
                <a:cs typeface="Trebuchet MS"/>
              </a:rPr>
              <a:t> </a:t>
            </a:r>
            <a:r>
              <a:rPr sz="2000" spc="-175" dirty="0">
                <a:latin typeface="Trebuchet MS"/>
                <a:cs typeface="Trebuchet MS"/>
              </a:rPr>
              <a:t>S.</a:t>
            </a:r>
            <a:r>
              <a:rPr sz="2000" spc="8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Anderson-Freed,</a:t>
            </a:r>
            <a:r>
              <a:rPr sz="2000" spc="80" dirty="0">
                <a:latin typeface="Trebuchet MS"/>
                <a:cs typeface="Trebuchet MS"/>
              </a:rPr>
              <a:t> </a:t>
            </a:r>
            <a:r>
              <a:rPr sz="2000" spc="-125" dirty="0">
                <a:latin typeface="Trebuchet MS"/>
                <a:cs typeface="Trebuchet MS"/>
              </a:rPr>
              <a:t>Fundamentals</a:t>
            </a:r>
            <a:r>
              <a:rPr sz="2000" spc="290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of</a:t>
            </a:r>
            <a:r>
              <a:rPr sz="2000" spc="285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Data </a:t>
            </a:r>
            <a:r>
              <a:rPr sz="2000" spc="-590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Struct</a:t>
            </a:r>
            <a:r>
              <a:rPr sz="2000" spc="-45" dirty="0">
                <a:latin typeface="Trebuchet MS"/>
                <a:cs typeface="Trebuchet MS"/>
              </a:rPr>
              <a:t>u</a:t>
            </a:r>
            <a:r>
              <a:rPr sz="2000" spc="-80" dirty="0">
                <a:latin typeface="Trebuchet MS"/>
                <a:cs typeface="Trebuchet MS"/>
              </a:rPr>
              <a:t>r</a:t>
            </a:r>
            <a:r>
              <a:rPr sz="2000" spc="-85" dirty="0">
                <a:latin typeface="Trebuchet MS"/>
                <a:cs typeface="Trebuchet MS"/>
              </a:rPr>
              <a:t>es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in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</a:t>
            </a:r>
            <a:r>
              <a:rPr sz="2000" spc="-30" dirty="0">
                <a:latin typeface="Trebuchet MS"/>
                <a:cs typeface="Trebuchet MS"/>
              </a:rPr>
              <a:t>,</a:t>
            </a:r>
            <a:r>
              <a:rPr sz="2000" spc="-25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2008</a:t>
            </a:r>
            <a:r>
              <a:rPr sz="2000" spc="-295" dirty="0">
                <a:latin typeface="Trebuchet MS"/>
                <a:cs typeface="Trebuchet MS"/>
              </a:rPr>
              <a:t>,</a:t>
            </a:r>
            <a:r>
              <a:rPr sz="2000" spc="-29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2</a:t>
            </a:r>
            <a:r>
              <a:rPr sz="1950" spc="-60" baseline="25641" dirty="0">
                <a:latin typeface="Trebuchet MS"/>
                <a:cs typeface="Trebuchet MS"/>
              </a:rPr>
              <a:t>n</a:t>
            </a:r>
            <a:r>
              <a:rPr sz="1950" spc="-75" baseline="25641" dirty="0">
                <a:latin typeface="Trebuchet MS"/>
                <a:cs typeface="Trebuchet MS"/>
              </a:rPr>
              <a:t>d</a:t>
            </a:r>
            <a:r>
              <a:rPr sz="1950" baseline="25641" dirty="0">
                <a:latin typeface="Trebuchet MS"/>
                <a:cs typeface="Trebuchet MS"/>
              </a:rPr>
              <a:t>	</a:t>
            </a:r>
            <a:r>
              <a:rPr sz="2000" spc="-120" dirty="0">
                <a:latin typeface="Trebuchet MS"/>
                <a:cs typeface="Trebuchet MS"/>
              </a:rPr>
              <a:t>Ed</a:t>
            </a:r>
            <a:r>
              <a:rPr sz="2000" spc="-60" dirty="0">
                <a:latin typeface="Trebuchet MS"/>
                <a:cs typeface="Trebuchet MS"/>
              </a:rPr>
              <a:t>i</a:t>
            </a:r>
            <a:r>
              <a:rPr sz="2000" spc="-150" dirty="0">
                <a:latin typeface="Trebuchet MS"/>
                <a:cs typeface="Trebuchet MS"/>
              </a:rPr>
              <a:t>t</a:t>
            </a:r>
            <a:r>
              <a:rPr sz="2000" spc="-105" dirty="0">
                <a:latin typeface="Trebuchet MS"/>
                <a:cs typeface="Trebuchet MS"/>
              </a:rPr>
              <a:t>i</a:t>
            </a:r>
            <a:r>
              <a:rPr sz="2000" spc="-120" dirty="0">
                <a:latin typeface="Trebuchet MS"/>
                <a:cs typeface="Trebuchet MS"/>
              </a:rPr>
              <a:t>on,</a:t>
            </a:r>
            <a:r>
              <a:rPr sz="2000" spc="-28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Un</a:t>
            </a:r>
            <a:r>
              <a:rPr sz="2000" spc="-15" dirty="0">
                <a:latin typeface="Trebuchet MS"/>
                <a:cs typeface="Trebuchet MS"/>
              </a:rPr>
              <a:t>i</a:t>
            </a:r>
            <a:r>
              <a:rPr sz="2000" spc="-145" dirty="0">
                <a:latin typeface="Trebuchet MS"/>
                <a:cs typeface="Trebuchet MS"/>
              </a:rPr>
              <a:t>v</a:t>
            </a:r>
            <a:r>
              <a:rPr sz="2000" spc="-90" dirty="0">
                <a:latin typeface="Trebuchet MS"/>
                <a:cs typeface="Trebuchet MS"/>
              </a:rPr>
              <a:t>ersities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P</a:t>
            </a:r>
            <a:r>
              <a:rPr sz="2000" spc="-75" dirty="0">
                <a:latin typeface="Trebuchet MS"/>
                <a:cs typeface="Trebuchet MS"/>
              </a:rPr>
              <a:t>ress</a:t>
            </a:r>
            <a:r>
              <a:rPr sz="2000" spc="-295" dirty="0">
                <a:latin typeface="Trebuchet MS"/>
                <a:cs typeface="Trebuchet MS"/>
              </a:rPr>
              <a:t>.</a:t>
            </a:r>
            <a:endParaRPr sz="2000">
              <a:latin typeface="Trebuchet MS"/>
              <a:cs typeface="Trebuchet MS"/>
            </a:endParaRPr>
          </a:p>
          <a:p>
            <a:pPr marL="578485" indent="-515620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AutoNum type="arabicPeriod" startAt="2"/>
              <a:tabLst>
                <a:tab pos="578485" algn="l"/>
                <a:tab pos="579120" algn="l"/>
                <a:tab pos="1529715" algn="l"/>
                <a:tab pos="5873750" algn="l"/>
                <a:tab pos="6365875" algn="l"/>
              </a:tabLst>
            </a:pPr>
            <a:r>
              <a:rPr sz="2000" spc="-65" dirty="0">
                <a:latin typeface="Trebuchet MS"/>
                <a:cs typeface="Trebuchet MS"/>
              </a:rPr>
              <a:t>Thomas	</a:t>
            </a:r>
            <a:r>
              <a:rPr sz="2000" spc="-75" dirty="0">
                <a:latin typeface="Trebuchet MS"/>
                <a:cs typeface="Trebuchet MS"/>
              </a:rPr>
              <a:t>H.</a:t>
            </a:r>
            <a:r>
              <a:rPr sz="2000" spc="204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Cormen,</a:t>
            </a:r>
            <a:r>
              <a:rPr sz="2000" spc="21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C.E.</a:t>
            </a:r>
            <a:r>
              <a:rPr sz="2000" spc="200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Leiserson,</a:t>
            </a:r>
            <a:r>
              <a:rPr sz="2000" spc="220" dirty="0">
                <a:latin typeface="Trebuchet MS"/>
                <a:cs typeface="Trebuchet MS"/>
              </a:rPr>
              <a:t> </a:t>
            </a:r>
            <a:r>
              <a:rPr sz="2000" spc="45" dirty="0">
                <a:latin typeface="Trebuchet MS"/>
                <a:cs typeface="Trebuchet MS"/>
              </a:rPr>
              <a:t>R</a:t>
            </a:r>
            <a:r>
              <a:rPr sz="2000" spc="400" dirty="0">
                <a:latin typeface="Trebuchet MS"/>
                <a:cs typeface="Trebuchet MS"/>
              </a:rPr>
              <a:t> </a:t>
            </a:r>
            <a:r>
              <a:rPr sz="2000" spc="-165" dirty="0">
                <a:latin typeface="Trebuchet MS"/>
                <a:cs typeface="Trebuchet MS"/>
              </a:rPr>
              <a:t>L.</a:t>
            </a:r>
            <a:r>
              <a:rPr sz="2000" spc="204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Rivest	</a:t>
            </a:r>
            <a:r>
              <a:rPr sz="2000" spc="-135" dirty="0">
                <a:latin typeface="Trebuchet MS"/>
                <a:cs typeface="Trebuchet MS"/>
              </a:rPr>
              <a:t>and	</a:t>
            </a:r>
            <a:r>
              <a:rPr sz="2000" spc="-25" dirty="0">
                <a:latin typeface="Trebuchet MS"/>
                <a:cs typeface="Trebuchet MS"/>
              </a:rPr>
              <a:t>C.</a:t>
            </a:r>
            <a:r>
              <a:rPr sz="2000" spc="155" dirty="0">
                <a:latin typeface="Trebuchet MS"/>
                <a:cs typeface="Trebuchet MS"/>
              </a:rPr>
              <a:t> </a:t>
            </a:r>
            <a:r>
              <a:rPr sz="2000" spc="-140" dirty="0">
                <a:latin typeface="Trebuchet MS"/>
                <a:cs typeface="Trebuchet MS"/>
              </a:rPr>
              <a:t>Stein,</a:t>
            </a:r>
            <a:endParaRPr sz="2000">
              <a:latin typeface="Trebuchet MS"/>
              <a:cs typeface="Trebuchet MS"/>
            </a:endParaRPr>
          </a:p>
          <a:p>
            <a:pPr marL="578485">
              <a:lnSpc>
                <a:spcPct val="100000"/>
              </a:lnSpc>
              <a:tabLst>
                <a:tab pos="4455795" algn="l"/>
              </a:tabLst>
            </a:pPr>
            <a:r>
              <a:rPr sz="2000" spc="-50" dirty="0">
                <a:latin typeface="Trebuchet MS"/>
                <a:cs typeface="Trebuchet MS"/>
              </a:rPr>
              <a:t>I</a:t>
            </a:r>
            <a:r>
              <a:rPr sz="2000" spc="-95" dirty="0">
                <a:latin typeface="Trebuchet MS"/>
                <a:cs typeface="Trebuchet MS"/>
              </a:rPr>
              <a:t>n</a:t>
            </a:r>
            <a:r>
              <a:rPr sz="2000" spc="-60" dirty="0">
                <a:latin typeface="Trebuchet MS"/>
                <a:cs typeface="Trebuchet MS"/>
              </a:rPr>
              <a:t>t</a:t>
            </a:r>
            <a:r>
              <a:rPr sz="2000" spc="-100" dirty="0">
                <a:latin typeface="Trebuchet MS"/>
                <a:cs typeface="Trebuchet MS"/>
              </a:rPr>
              <a:t>r</a:t>
            </a:r>
            <a:r>
              <a:rPr sz="2000" spc="-85" dirty="0">
                <a:latin typeface="Trebuchet MS"/>
                <a:cs typeface="Trebuchet MS"/>
              </a:rPr>
              <a:t>oduc</a:t>
            </a:r>
            <a:r>
              <a:rPr sz="2000" spc="-75" dirty="0">
                <a:latin typeface="Trebuchet MS"/>
                <a:cs typeface="Trebuchet MS"/>
              </a:rPr>
              <a:t>t</a:t>
            </a:r>
            <a:r>
              <a:rPr sz="2000" spc="-40" dirty="0">
                <a:latin typeface="Trebuchet MS"/>
                <a:cs typeface="Trebuchet MS"/>
              </a:rPr>
              <a:t>i</a:t>
            </a:r>
            <a:r>
              <a:rPr sz="2000" spc="-80" dirty="0">
                <a:latin typeface="Trebuchet MS"/>
                <a:cs typeface="Trebuchet MS"/>
              </a:rPr>
              <a:t>o</a:t>
            </a:r>
            <a:r>
              <a:rPr sz="2000" spc="-95" dirty="0">
                <a:latin typeface="Trebuchet MS"/>
                <a:cs typeface="Trebuchet MS"/>
              </a:rPr>
              <a:t>n</a:t>
            </a:r>
            <a:r>
              <a:rPr sz="2000" spc="-9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to</a:t>
            </a:r>
            <a:r>
              <a:rPr sz="2000" spc="-26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Al</a:t>
            </a:r>
            <a:r>
              <a:rPr sz="2000" spc="-85" dirty="0">
                <a:latin typeface="Trebuchet MS"/>
                <a:cs typeface="Trebuchet MS"/>
              </a:rPr>
              <a:t>g</a:t>
            </a:r>
            <a:r>
              <a:rPr sz="2000" spc="-60" dirty="0">
                <a:latin typeface="Trebuchet MS"/>
                <a:cs typeface="Trebuchet MS"/>
              </a:rPr>
              <a:t>orit</a:t>
            </a:r>
            <a:r>
              <a:rPr sz="2000" spc="-70" dirty="0">
                <a:latin typeface="Trebuchet MS"/>
                <a:cs typeface="Trebuchet MS"/>
              </a:rPr>
              <a:t>h</a:t>
            </a:r>
            <a:r>
              <a:rPr sz="2000" spc="-130" dirty="0">
                <a:latin typeface="Trebuchet MS"/>
                <a:cs typeface="Trebuchet MS"/>
              </a:rPr>
              <a:t>m</a:t>
            </a:r>
            <a:r>
              <a:rPr sz="2000" spc="-45" dirty="0">
                <a:latin typeface="Trebuchet MS"/>
                <a:cs typeface="Trebuchet MS"/>
              </a:rPr>
              <a:t>s</a:t>
            </a:r>
            <a:r>
              <a:rPr sz="2000" spc="-295" dirty="0">
                <a:latin typeface="Trebuchet MS"/>
                <a:cs typeface="Trebuchet MS"/>
              </a:rPr>
              <a:t>,</a:t>
            </a:r>
            <a:r>
              <a:rPr sz="2000" spc="-285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2009</a:t>
            </a:r>
            <a:r>
              <a:rPr sz="2000" spc="-295" dirty="0">
                <a:latin typeface="Trebuchet MS"/>
                <a:cs typeface="Trebuchet MS"/>
              </a:rPr>
              <a:t>,</a:t>
            </a:r>
            <a:r>
              <a:rPr sz="2000" spc="-29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3</a:t>
            </a:r>
            <a:r>
              <a:rPr sz="1950" spc="-52" baseline="25641" dirty="0">
                <a:latin typeface="Trebuchet MS"/>
                <a:cs typeface="Trebuchet MS"/>
              </a:rPr>
              <a:t>r</a:t>
            </a:r>
            <a:r>
              <a:rPr sz="1950" spc="-22" baseline="25641" dirty="0">
                <a:latin typeface="Trebuchet MS"/>
                <a:cs typeface="Trebuchet MS"/>
              </a:rPr>
              <a:t>d</a:t>
            </a:r>
            <a:r>
              <a:rPr sz="1950" baseline="25641" dirty="0">
                <a:latin typeface="Trebuchet MS"/>
                <a:cs typeface="Trebuchet MS"/>
              </a:rPr>
              <a:t>	</a:t>
            </a:r>
            <a:r>
              <a:rPr sz="2000" spc="-120" dirty="0">
                <a:latin typeface="Trebuchet MS"/>
                <a:cs typeface="Trebuchet MS"/>
              </a:rPr>
              <a:t>Ed</a:t>
            </a:r>
            <a:r>
              <a:rPr sz="2000" spc="-60" dirty="0">
                <a:latin typeface="Trebuchet MS"/>
                <a:cs typeface="Trebuchet MS"/>
              </a:rPr>
              <a:t>i</a:t>
            </a:r>
            <a:r>
              <a:rPr sz="2000" spc="-150" dirty="0">
                <a:latin typeface="Trebuchet MS"/>
                <a:cs typeface="Trebuchet MS"/>
              </a:rPr>
              <a:t>t</a:t>
            </a:r>
            <a:r>
              <a:rPr sz="2000" spc="-105" dirty="0">
                <a:latin typeface="Trebuchet MS"/>
                <a:cs typeface="Trebuchet MS"/>
              </a:rPr>
              <a:t>i</a:t>
            </a:r>
            <a:r>
              <a:rPr sz="2000" spc="-30" dirty="0">
                <a:latin typeface="Trebuchet MS"/>
                <a:cs typeface="Trebuchet MS"/>
              </a:rPr>
              <a:t>o</a:t>
            </a:r>
            <a:r>
              <a:rPr sz="2000" spc="-40" dirty="0">
                <a:latin typeface="Trebuchet MS"/>
                <a:cs typeface="Trebuchet MS"/>
              </a:rPr>
              <a:t>n</a:t>
            </a:r>
            <a:r>
              <a:rPr sz="2000" spc="-295" dirty="0">
                <a:latin typeface="Trebuchet MS"/>
                <a:cs typeface="Trebuchet MS"/>
              </a:rPr>
              <a:t>,</a:t>
            </a:r>
            <a:r>
              <a:rPr sz="2000" spc="-285" dirty="0">
                <a:latin typeface="Trebuchet MS"/>
                <a:cs typeface="Trebuchet MS"/>
              </a:rPr>
              <a:t> </a:t>
            </a:r>
            <a:r>
              <a:rPr sz="2000" spc="45" dirty="0">
                <a:latin typeface="Trebuchet MS"/>
                <a:cs typeface="Trebuchet MS"/>
              </a:rPr>
              <a:t>MIT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P</a:t>
            </a:r>
            <a:r>
              <a:rPr sz="2000" spc="-75" dirty="0">
                <a:latin typeface="Trebuchet MS"/>
                <a:cs typeface="Trebuchet MS"/>
              </a:rPr>
              <a:t>ress</a:t>
            </a:r>
            <a:r>
              <a:rPr sz="2000" spc="-295" dirty="0">
                <a:latin typeface="Trebuchet MS"/>
                <a:cs typeface="Trebuchet MS"/>
              </a:rPr>
              <a:t>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9400" y="6095"/>
            <a:ext cx="4439411" cy="113690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47186" y="140969"/>
            <a:ext cx="37852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>
                <a:solidFill>
                  <a:srgbClr val="562213"/>
                </a:solidFill>
              </a:rPr>
              <a:t>Module</a:t>
            </a:r>
            <a:r>
              <a:rPr sz="4000" spc="-85" dirty="0">
                <a:solidFill>
                  <a:srgbClr val="562213"/>
                </a:solidFill>
              </a:rPr>
              <a:t> </a:t>
            </a:r>
            <a:r>
              <a:rPr sz="4000" spc="-350" dirty="0">
                <a:solidFill>
                  <a:srgbClr val="562213"/>
                </a:solidFill>
              </a:rPr>
              <a:t>6:</a:t>
            </a:r>
            <a:r>
              <a:rPr sz="4000" spc="-490" dirty="0">
                <a:solidFill>
                  <a:srgbClr val="562213"/>
                </a:solidFill>
              </a:rPr>
              <a:t> </a:t>
            </a:r>
            <a:r>
              <a:rPr sz="4000" spc="-165" dirty="0">
                <a:solidFill>
                  <a:srgbClr val="562213"/>
                </a:solidFill>
              </a:rPr>
              <a:t>Hashing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1276858" y="835217"/>
            <a:ext cx="6313805" cy="505841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81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b="1" spc="105" dirty="0">
                <a:solidFill>
                  <a:srgbClr val="00AF50"/>
                </a:solidFill>
                <a:latin typeface="Trebuchet MS"/>
                <a:cs typeface="Trebuchet MS"/>
              </a:rPr>
              <a:t>Hash</a:t>
            </a:r>
            <a:r>
              <a:rPr sz="3200" b="1" spc="-13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3200" b="1" spc="-35" dirty="0">
                <a:solidFill>
                  <a:srgbClr val="00AF50"/>
                </a:solidFill>
                <a:latin typeface="Trebuchet MS"/>
                <a:cs typeface="Trebuchet MS"/>
              </a:rPr>
              <a:t>functions</a:t>
            </a:r>
            <a:endParaRPr sz="3200">
              <a:latin typeface="Trebuchet MS"/>
              <a:cs typeface="Trebuchet MS"/>
            </a:endParaRPr>
          </a:p>
          <a:p>
            <a:pPr marL="570230" lvl="1" indent="-238760">
              <a:lnSpc>
                <a:spcPct val="100000"/>
              </a:lnSpc>
              <a:spcBef>
                <a:spcPts val="620"/>
              </a:spcBef>
              <a:buClr>
                <a:srgbClr val="3891A7"/>
              </a:buClr>
              <a:buFont typeface="Verdana"/>
              <a:buChar char="◦"/>
              <a:tabLst>
                <a:tab pos="570865" algn="l"/>
              </a:tabLst>
            </a:pPr>
            <a:r>
              <a:rPr sz="2800" b="1" spc="95" dirty="0">
                <a:solidFill>
                  <a:srgbClr val="00AF50"/>
                </a:solidFill>
                <a:latin typeface="Trebuchet MS"/>
                <a:cs typeface="Trebuchet MS"/>
              </a:rPr>
              <a:t>Open</a:t>
            </a:r>
            <a:r>
              <a:rPr sz="2800" b="1" spc="-4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800" b="1" spc="60" dirty="0">
                <a:solidFill>
                  <a:srgbClr val="00AF50"/>
                </a:solidFill>
                <a:latin typeface="Trebuchet MS"/>
                <a:cs typeface="Trebuchet MS"/>
              </a:rPr>
              <a:t>Hash</a:t>
            </a:r>
            <a:r>
              <a:rPr sz="2800" b="1" spc="20" dirty="0">
                <a:solidFill>
                  <a:srgbClr val="00AF50"/>
                </a:solidFill>
                <a:latin typeface="Trebuchet MS"/>
                <a:cs typeface="Trebuchet MS"/>
              </a:rPr>
              <a:t>i</a:t>
            </a:r>
            <a:r>
              <a:rPr sz="2800" b="1" spc="45" dirty="0">
                <a:solidFill>
                  <a:srgbClr val="00AF50"/>
                </a:solidFill>
                <a:latin typeface="Trebuchet MS"/>
                <a:cs typeface="Trebuchet MS"/>
              </a:rPr>
              <a:t>n</a:t>
            </a:r>
            <a:r>
              <a:rPr sz="2800" b="1" spc="35" dirty="0">
                <a:solidFill>
                  <a:srgbClr val="00AF50"/>
                </a:solidFill>
                <a:latin typeface="Trebuchet MS"/>
                <a:cs typeface="Trebuchet MS"/>
              </a:rPr>
              <a:t>g</a:t>
            </a:r>
            <a:r>
              <a:rPr sz="2800" spc="-125" dirty="0">
                <a:latin typeface="Trebuchet MS"/>
                <a:cs typeface="Trebuchet MS"/>
              </a:rPr>
              <a:t>(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b="1" spc="110" dirty="0">
                <a:solidFill>
                  <a:srgbClr val="FF0000"/>
                </a:solidFill>
                <a:latin typeface="Trebuchet MS"/>
                <a:cs typeface="Trebuchet MS"/>
              </a:rPr>
              <a:t>Clo</a:t>
            </a:r>
            <a:r>
              <a:rPr sz="2800" b="1" spc="85" dirty="0">
                <a:solidFill>
                  <a:srgbClr val="FF0000"/>
                </a:solidFill>
                <a:latin typeface="Trebuchet MS"/>
                <a:cs typeface="Trebuchet MS"/>
              </a:rPr>
              <a:t>s</a:t>
            </a:r>
            <a:r>
              <a:rPr sz="2800" b="1" spc="-30" dirty="0">
                <a:solidFill>
                  <a:srgbClr val="FF0000"/>
                </a:solidFill>
                <a:latin typeface="Trebuchet MS"/>
                <a:cs typeface="Trebuchet MS"/>
              </a:rPr>
              <a:t>ed</a:t>
            </a:r>
            <a:r>
              <a:rPr sz="2800" b="1" spc="-3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b="1" spc="215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2800" b="1" spc="170" dirty="0">
                <a:solidFill>
                  <a:srgbClr val="FF0000"/>
                </a:solidFill>
                <a:latin typeface="Trebuchet MS"/>
                <a:cs typeface="Trebuchet MS"/>
              </a:rPr>
              <a:t>d</a:t>
            </a:r>
            <a:r>
              <a:rPr sz="2800" b="1" spc="35" dirty="0">
                <a:solidFill>
                  <a:srgbClr val="FF0000"/>
                </a:solidFill>
                <a:latin typeface="Trebuchet MS"/>
                <a:cs typeface="Trebuchet MS"/>
              </a:rPr>
              <a:t>d</a:t>
            </a:r>
            <a:r>
              <a:rPr sz="2800" b="1" spc="-40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2800" b="1" spc="-35" dirty="0">
                <a:solidFill>
                  <a:srgbClr val="FF0000"/>
                </a:solidFill>
                <a:latin typeface="Trebuchet MS"/>
                <a:cs typeface="Trebuchet MS"/>
              </a:rPr>
              <a:t>es</a:t>
            </a:r>
            <a:r>
              <a:rPr sz="2800" b="1" spc="-45" dirty="0">
                <a:solidFill>
                  <a:srgbClr val="FF0000"/>
                </a:solidFill>
                <a:latin typeface="Trebuchet MS"/>
                <a:cs typeface="Trebuchet MS"/>
              </a:rPr>
              <a:t>s</a:t>
            </a:r>
            <a:r>
              <a:rPr sz="2800" b="1" dirty="0">
                <a:solidFill>
                  <a:srgbClr val="FF0000"/>
                </a:solidFill>
                <a:latin typeface="Trebuchet MS"/>
                <a:cs typeface="Trebuchet MS"/>
              </a:rPr>
              <a:t>in</a:t>
            </a:r>
            <a:r>
              <a:rPr sz="2800" b="1" spc="-5" dirty="0">
                <a:solidFill>
                  <a:srgbClr val="FF0000"/>
                </a:solidFill>
                <a:latin typeface="Trebuchet MS"/>
                <a:cs typeface="Trebuchet MS"/>
              </a:rPr>
              <a:t>g</a:t>
            </a:r>
            <a:r>
              <a:rPr sz="2800" spc="-125" dirty="0">
                <a:latin typeface="Trebuchet MS"/>
                <a:cs typeface="Trebuchet MS"/>
              </a:rPr>
              <a:t>)</a:t>
            </a:r>
            <a:endParaRPr sz="2800">
              <a:latin typeface="Trebuchet MS"/>
              <a:cs typeface="Trebuchet MS"/>
            </a:endParaRPr>
          </a:p>
          <a:p>
            <a:pPr marL="588645">
              <a:lnSpc>
                <a:spcPct val="100000"/>
              </a:lnSpc>
              <a:spcBef>
                <a:spcPts val="590"/>
              </a:spcBef>
            </a:pPr>
            <a:r>
              <a:rPr sz="2400" spc="-1535" dirty="0">
                <a:solidFill>
                  <a:srgbClr val="FDB809"/>
                </a:solidFill>
                <a:latin typeface="Segoe UI Symbol"/>
                <a:cs typeface="Segoe UI Symbol"/>
              </a:rPr>
              <a:t>🞄</a:t>
            </a:r>
            <a:r>
              <a:rPr sz="2400" spc="275" dirty="0">
                <a:solidFill>
                  <a:srgbClr val="FDB809"/>
                </a:solidFill>
                <a:latin typeface="Segoe UI Symbol"/>
                <a:cs typeface="Segoe UI Symbol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Se</a:t>
            </a:r>
            <a:r>
              <a:rPr sz="2400" spc="-135" dirty="0">
                <a:latin typeface="Trebuchet MS"/>
                <a:cs typeface="Trebuchet MS"/>
              </a:rPr>
              <a:t>pa</a:t>
            </a:r>
            <a:r>
              <a:rPr sz="2400" spc="-105" dirty="0">
                <a:latin typeface="Trebuchet MS"/>
                <a:cs typeface="Trebuchet MS"/>
              </a:rPr>
              <a:t>r</a:t>
            </a:r>
            <a:r>
              <a:rPr sz="2400" spc="-185" dirty="0">
                <a:latin typeface="Trebuchet MS"/>
                <a:cs typeface="Trebuchet MS"/>
              </a:rPr>
              <a:t>ate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Chaining</a:t>
            </a:r>
            <a:endParaRPr sz="2400">
              <a:latin typeface="Trebuchet MS"/>
              <a:cs typeface="Trebuchet MS"/>
            </a:endParaRPr>
          </a:p>
          <a:p>
            <a:pPr marL="570230" lvl="1" indent="-238760">
              <a:lnSpc>
                <a:spcPct val="100000"/>
              </a:lnSpc>
              <a:spcBef>
                <a:spcPts val="585"/>
              </a:spcBef>
              <a:buClr>
                <a:srgbClr val="3891A7"/>
              </a:buClr>
              <a:buFont typeface="Verdana"/>
              <a:buChar char="◦"/>
              <a:tabLst>
                <a:tab pos="570865" algn="l"/>
              </a:tabLst>
            </a:pPr>
            <a:r>
              <a:rPr sz="2800" b="1" spc="60" dirty="0">
                <a:solidFill>
                  <a:srgbClr val="00AF50"/>
                </a:solidFill>
                <a:latin typeface="Trebuchet MS"/>
                <a:cs typeface="Trebuchet MS"/>
              </a:rPr>
              <a:t>Closed</a:t>
            </a:r>
            <a:r>
              <a:rPr sz="2800" b="1" spc="-4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800" b="1" spc="50" dirty="0">
                <a:solidFill>
                  <a:srgbClr val="00AF50"/>
                </a:solidFill>
                <a:latin typeface="Trebuchet MS"/>
                <a:cs typeface="Trebuchet MS"/>
              </a:rPr>
              <a:t>Hashin</a:t>
            </a:r>
            <a:r>
              <a:rPr sz="2800" b="1" spc="45" dirty="0">
                <a:solidFill>
                  <a:srgbClr val="00AF50"/>
                </a:solidFill>
                <a:latin typeface="Trebuchet MS"/>
                <a:cs typeface="Trebuchet MS"/>
              </a:rPr>
              <a:t>g</a:t>
            </a:r>
            <a:r>
              <a:rPr sz="2800" spc="-130" dirty="0">
                <a:solidFill>
                  <a:srgbClr val="FF0000"/>
                </a:solidFill>
                <a:latin typeface="Trebuchet MS"/>
                <a:cs typeface="Trebuchet MS"/>
              </a:rPr>
              <a:t>(</a:t>
            </a:r>
            <a:r>
              <a:rPr sz="2800" b="1" spc="95" dirty="0">
                <a:solidFill>
                  <a:srgbClr val="FF0000"/>
                </a:solidFill>
                <a:latin typeface="Trebuchet MS"/>
                <a:cs typeface="Trebuchet MS"/>
              </a:rPr>
              <a:t>Open</a:t>
            </a:r>
            <a:r>
              <a:rPr sz="2800" b="1" spc="-2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b="1" spc="215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2800" b="1" spc="170" dirty="0">
                <a:solidFill>
                  <a:srgbClr val="FF0000"/>
                </a:solidFill>
                <a:latin typeface="Trebuchet MS"/>
                <a:cs typeface="Trebuchet MS"/>
              </a:rPr>
              <a:t>d</a:t>
            </a:r>
            <a:r>
              <a:rPr sz="2800" b="1" spc="35" dirty="0">
                <a:solidFill>
                  <a:srgbClr val="FF0000"/>
                </a:solidFill>
                <a:latin typeface="Trebuchet MS"/>
                <a:cs typeface="Trebuchet MS"/>
              </a:rPr>
              <a:t>d</a:t>
            </a:r>
            <a:r>
              <a:rPr sz="2800" b="1" spc="-40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2800" b="1" spc="-50" dirty="0">
                <a:solidFill>
                  <a:srgbClr val="FF0000"/>
                </a:solidFill>
                <a:latin typeface="Trebuchet MS"/>
                <a:cs typeface="Trebuchet MS"/>
              </a:rPr>
              <a:t>ess</a:t>
            </a:r>
            <a:r>
              <a:rPr sz="2800" b="1" spc="-40" dirty="0">
                <a:solidFill>
                  <a:srgbClr val="FF0000"/>
                </a:solidFill>
                <a:latin typeface="Trebuchet MS"/>
                <a:cs typeface="Trebuchet MS"/>
              </a:rPr>
              <a:t>i</a:t>
            </a:r>
            <a:r>
              <a:rPr sz="2800" b="1" spc="45" dirty="0">
                <a:solidFill>
                  <a:srgbClr val="FF0000"/>
                </a:solidFill>
                <a:latin typeface="Trebuchet MS"/>
                <a:cs typeface="Trebuchet MS"/>
              </a:rPr>
              <a:t>n</a:t>
            </a:r>
            <a:r>
              <a:rPr sz="2800" b="1" spc="35" dirty="0">
                <a:solidFill>
                  <a:srgbClr val="FF0000"/>
                </a:solidFill>
                <a:latin typeface="Trebuchet MS"/>
                <a:cs typeface="Trebuchet MS"/>
              </a:rPr>
              <a:t>g</a:t>
            </a:r>
            <a:r>
              <a:rPr sz="2800" spc="-125" dirty="0">
                <a:latin typeface="Trebuchet MS"/>
                <a:cs typeface="Trebuchet MS"/>
              </a:rPr>
              <a:t>)</a:t>
            </a:r>
            <a:endParaRPr sz="2800">
              <a:latin typeface="Trebuchet MS"/>
              <a:cs typeface="Trebuchet MS"/>
            </a:endParaRPr>
          </a:p>
          <a:p>
            <a:pPr marL="588645">
              <a:lnSpc>
                <a:spcPct val="100000"/>
              </a:lnSpc>
              <a:spcBef>
                <a:spcPts val="595"/>
              </a:spcBef>
            </a:pPr>
            <a:r>
              <a:rPr sz="2400" spc="-1535" dirty="0">
                <a:solidFill>
                  <a:srgbClr val="FDB809"/>
                </a:solidFill>
                <a:latin typeface="Segoe UI Symbol"/>
                <a:cs typeface="Segoe UI Symbol"/>
              </a:rPr>
              <a:t>🞄</a:t>
            </a:r>
            <a:r>
              <a:rPr sz="2400" spc="275" dirty="0">
                <a:solidFill>
                  <a:srgbClr val="FDB809"/>
                </a:solidFill>
                <a:latin typeface="Segoe UI Symbol"/>
                <a:cs typeface="Segoe UI Symbol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Linea</a:t>
            </a:r>
            <a:r>
              <a:rPr sz="2400" spc="-100" dirty="0">
                <a:latin typeface="Trebuchet MS"/>
                <a:cs typeface="Trebuchet MS"/>
              </a:rPr>
              <a:t>r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P</a:t>
            </a:r>
            <a:r>
              <a:rPr sz="2400" spc="-105" dirty="0">
                <a:latin typeface="Trebuchet MS"/>
                <a:cs typeface="Trebuchet MS"/>
              </a:rPr>
              <a:t>r</a:t>
            </a:r>
            <a:r>
              <a:rPr sz="2400" spc="-114" dirty="0">
                <a:latin typeface="Trebuchet MS"/>
                <a:cs typeface="Trebuchet MS"/>
              </a:rPr>
              <a:t>obing</a:t>
            </a:r>
            <a:endParaRPr sz="2400">
              <a:latin typeface="Trebuchet MS"/>
              <a:cs typeface="Trebuchet MS"/>
            </a:endParaRPr>
          </a:p>
          <a:p>
            <a:pPr marL="588645">
              <a:lnSpc>
                <a:spcPct val="100000"/>
              </a:lnSpc>
              <a:spcBef>
                <a:spcPts val="575"/>
              </a:spcBef>
            </a:pPr>
            <a:r>
              <a:rPr sz="2400" spc="-1535" dirty="0">
                <a:solidFill>
                  <a:srgbClr val="FDB809"/>
                </a:solidFill>
                <a:latin typeface="Segoe UI Symbol"/>
                <a:cs typeface="Segoe UI Symbol"/>
              </a:rPr>
              <a:t>🞄</a:t>
            </a:r>
            <a:r>
              <a:rPr sz="2400" spc="275" dirty="0">
                <a:solidFill>
                  <a:srgbClr val="FDB809"/>
                </a:solidFill>
                <a:latin typeface="Segoe UI Symbol"/>
                <a:cs typeface="Segoe UI Symbol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Quadr</a:t>
            </a:r>
            <a:r>
              <a:rPr sz="2400" spc="-65" dirty="0">
                <a:latin typeface="Trebuchet MS"/>
                <a:cs typeface="Trebuchet MS"/>
              </a:rPr>
              <a:t>a</a:t>
            </a:r>
            <a:r>
              <a:rPr sz="2400" spc="-160" dirty="0">
                <a:latin typeface="Trebuchet MS"/>
                <a:cs typeface="Trebuchet MS"/>
              </a:rPr>
              <a:t>ti</a:t>
            </a:r>
            <a:r>
              <a:rPr sz="2400" spc="-140" dirty="0">
                <a:latin typeface="Trebuchet MS"/>
                <a:cs typeface="Trebuchet MS"/>
              </a:rPr>
              <a:t>c</a:t>
            </a:r>
            <a:r>
              <a:rPr sz="2400" spc="-60" dirty="0">
                <a:latin typeface="Trebuchet MS"/>
                <a:cs typeface="Trebuchet MS"/>
              </a:rPr>
              <a:t> P</a:t>
            </a:r>
            <a:r>
              <a:rPr sz="2400" spc="-105" dirty="0">
                <a:latin typeface="Trebuchet MS"/>
                <a:cs typeface="Trebuchet MS"/>
              </a:rPr>
              <a:t>r</a:t>
            </a:r>
            <a:r>
              <a:rPr sz="2400" spc="-114" dirty="0">
                <a:latin typeface="Trebuchet MS"/>
                <a:cs typeface="Trebuchet MS"/>
              </a:rPr>
              <a:t>obing</a:t>
            </a:r>
            <a:endParaRPr sz="2400">
              <a:latin typeface="Trebuchet MS"/>
              <a:cs typeface="Trebuchet MS"/>
            </a:endParaRPr>
          </a:p>
          <a:p>
            <a:pPr marL="588645">
              <a:lnSpc>
                <a:spcPct val="100000"/>
              </a:lnSpc>
              <a:spcBef>
                <a:spcPts val="575"/>
              </a:spcBef>
            </a:pPr>
            <a:r>
              <a:rPr sz="2400" spc="-1535" dirty="0">
                <a:solidFill>
                  <a:srgbClr val="FDB809"/>
                </a:solidFill>
                <a:latin typeface="Segoe UI Symbol"/>
                <a:cs typeface="Segoe UI Symbol"/>
              </a:rPr>
              <a:t>🞄</a:t>
            </a:r>
            <a:r>
              <a:rPr sz="2400" spc="275" dirty="0">
                <a:solidFill>
                  <a:srgbClr val="FDB809"/>
                </a:solidFill>
                <a:latin typeface="Segoe UI Symbol"/>
                <a:cs typeface="Segoe UI Symbol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Double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Hashing</a:t>
            </a:r>
            <a:endParaRPr sz="24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57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14" dirty="0">
                <a:latin typeface="Trebuchet MS"/>
                <a:cs typeface="Trebuchet MS"/>
              </a:rPr>
              <a:t>Random</a:t>
            </a:r>
            <a:r>
              <a:rPr sz="3200" spc="-120" dirty="0">
                <a:latin typeface="Trebuchet MS"/>
                <a:cs typeface="Trebuchet MS"/>
              </a:rPr>
              <a:t> </a:t>
            </a:r>
            <a:r>
              <a:rPr sz="3200" spc="-135" dirty="0">
                <a:latin typeface="Trebuchet MS"/>
                <a:cs typeface="Trebuchet MS"/>
              </a:rPr>
              <a:t>Probing</a:t>
            </a:r>
            <a:endParaRPr sz="32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60" dirty="0">
                <a:latin typeface="Trebuchet MS"/>
                <a:cs typeface="Trebuchet MS"/>
              </a:rPr>
              <a:t>Rehashing</a:t>
            </a:r>
            <a:endParaRPr sz="32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14" dirty="0">
                <a:latin typeface="Trebuchet MS"/>
                <a:cs typeface="Trebuchet MS"/>
              </a:rPr>
              <a:t>Ex</a:t>
            </a:r>
            <a:r>
              <a:rPr sz="3200" spc="-85" dirty="0">
                <a:latin typeface="Trebuchet MS"/>
                <a:cs typeface="Trebuchet MS"/>
              </a:rPr>
              <a:t>t</a:t>
            </a:r>
            <a:r>
              <a:rPr sz="3200" spc="-175" dirty="0">
                <a:latin typeface="Trebuchet MS"/>
                <a:cs typeface="Trebuchet MS"/>
              </a:rPr>
              <a:t>endi</a:t>
            </a:r>
            <a:r>
              <a:rPr sz="3200" spc="-195" dirty="0">
                <a:latin typeface="Trebuchet MS"/>
                <a:cs typeface="Trebuchet MS"/>
              </a:rPr>
              <a:t>b</a:t>
            </a:r>
            <a:r>
              <a:rPr sz="3200" spc="-165" dirty="0">
                <a:latin typeface="Trebuchet MS"/>
                <a:cs typeface="Trebuchet MS"/>
              </a:rPr>
              <a:t>l</a:t>
            </a:r>
            <a:r>
              <a:rPr sz="3200" spc="-295" dirty="0">
                <a:latin typeface="Trebuchet MS"/>
                <a:cs typeface="Trebuchet MS"/>
              </a:rPr>
              <a:t>e</a:t>
            </a:r>
            <a:r>
              <a:rPr sz="3200" spc="-120" dirty="0">
                <a:latin typeface="Trebuchet MS"/>
                <a:cs typeface="Trebuchet MS"/>
              </a:rPr>
              <a:t> </a:t>
            </a:r>
            <a:r>
              <a:rPr sz="3200" spc="-110" dirty="0">
                <a:latin typeface="Trebuchet MS"/>
                <a:cs typeface="Trebuchet MS"/>
              </a:rPr>
              <a:t>Hash</a:t>
            </a:r>
            <a:r>
              <a:rPr sz="3200" spc="-55" dirty="0">
                <a:latin typeface="Trebuchet MS"/>
                <a:cs typeface="Trebuchet MS"/>
              </a:rPr>
              <a:t>i</a:t>
            </a:r>
            <a:r>
              <a:rPr sz="3200" spc="-195" dirty="0">
                <a:latin typeface="Trebuchet MS"/>
                <a:cs typeface="Trebuchet MS"/>
              </a:rPr>
              <a:t>ng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423" y="0"/>
            <a:ext cx="9142730" cy="6858000"/>
            <a:chOff x="1423" y="0"/>
            <a:chExt cx="9142730" cy="6858000"/>
          </a:xfrm>
        </p:grpSpPr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5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4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90772" y="6095"/>
              <a:ext cx="2298192" cy="1136903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4218559" y="140969"/>
            <a:ext cx="16427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65" dirty="0">
                <a:solidFill>
                  <a:srgbClr val="562213"/>
                </a:solidFill>
              </a:rPr>
              <a:t>Hashing</a:t>
            </a:r>
            <a:endParaRPr sz="4000"/>
          </a:p>
        </p:txBody>
      </p:sp>
      <p:sp>
        <p:nvSpPr>
          <p:cNvPr id="16" name="object 16"/>
          <p:cNvSpPr txBox="1"/>
          <p:nvPr/>
        </p:nvSpPr>
        <p:spPr>
          <a:xfrm>
            <a:off x="1276858" y="925195"/>
            <a:ext cx="7683500" cy="255262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6350" indent="-283845" algn="just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85" dirty="0" smtClean="0">
                <a:latin typeface="Trebuchet MS"/>
                <a:cs typeface="Trebuchet MS"/>
              </a:rPr>
              <a:t>Implementation</a:t>
            </a:r>
            <a:r>
              <a:rPr sz="3200" spc="-180" dirty="0" smtClean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of</a:t>
            </a:r>
            <a:r>
              <a:rPr sz="3200" spc="-165" dirty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hash</a:t>
            </a:r>
            <a:r>
              <a:rPr sz="3200" spc="-165" dirty="0">
                <a:latin typeface="Trebuchet MS"/>
                <a:cs typeface="Trebuchet MS"/>
              </a:rPr>
              <a:t> </a:t>
            </a:r>
            <a:r>
              <a:rPr sz="3200" spc="-235" dirty="0">
                <a:latin typeface="Trebuchet MS"/>
                <a:cs typeface="Trebuchet MS"/>
              </a:rPr>
              <a:t>table</a:t>
            </a:r>
            <a:r>
              <a:rPr sz="3200" spc="-229" dirty="0">
                <a:latin typeface="Trebuchet MS"/>
                <a:cs typeface="Trebuchet MS"/>
              </a:rPr>
              <a:t> </a:t>
            </a:r>
            <a:r>
              <a:rPr sz="3200" spc="-135" dirty="0">
                <a:latin typeface="Trebuchet MS"/>
                <a:cs typeface="Trebuchet MS"/>
              </a:rPr>
              <a:t>is</a:t>
            </a:r>
            <a:r>
              <a:rPr sz="3200" spc="-130" dirty="0">
                <a:latin typeface="Trebuchet MS"/>
                <a:cs typeface="Trebuchet MS"/>
              </a:rPr>
              <a:t> </a:t>
            </a:r>
            <a:r>
              <a:rPr sz="3200" spc="-229" dirty="0">
                <a:latin typeface="Trebuchet MS"/>
                <a:cs typeface="Trebuchet MS"/>
              </a:rPr>
              <a:t>called </a:t>
            </a:r>
            <a:r>
              <a:rPr sz="3200" spc="-225" dirty="0">
                <a:latin typeface="Trebuchet MS"/>
                <a:cs typeface="Trebuchet MS"/>
              </a:rPr>
              <a:t> </a:t>
            </a:r>
            <a:r>
              <a:rPr sz="3200" spc="-125" dirty="0">
                <a:latin typeface="Trebuchet MS"/>
                <a:cs typeface="Trebuchet MS"/>
              </a:rPr>
              <a:t>Hashing</a:t>
            </a:r>
            <a:endParaRPr sz="3200" dirty="0">
              <a:latin typeface="Trebuchet MS"/>
              <a:cs typeface="Trebuchet MS"/>
            </a:endParaRPr>
          </a:p>
          <a:p>
            <a:pPr marL="295910" marR="5080" indent="-283845" algn="just">
              <a:lnSpc>
                <a:spcPct val="100000"/>
              </a:lnSpc>
              <a:spcBef>
                <a:spcPts val="6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b="1" spc="170" dirty="0">
                <a:latin typeface="Trebuchet MS"/>
                <a:cs typeface="Trebuchet MS"/>
              </a:rPr>
              <a:t>Ha</a:t>
            </a:r>
            <a:r>
              <a:rPr sz="3200" b="1" spc="105" dirty="0">
                <a:latin typeface="Trebuchet MS"/>
                <a:cs typeface="Trebuchet MS"/>
              </a:rPr>
              <a:t>s</a:t>
            </a:r>
            <a:r>
              <a:rPr sz="3200" b="1" spc="-80" dirty="0">
                <a:latin typeface="Trebuchet MS"/>
                <a:cs typeface="Trebuchet MS"/>
              </a:rPr>
              <a:t>h</a:t>
            </a:r>
            <a:r>
              <a:rPr sz="3200" b="1" spc="-55" dirty="0">
                <a:latin typeface="Trebuchet MS"/>
                <a:cs typeface="Trebuchet MS"/>
              </a:rPr>
              <a:t>i</a:t>
            </a:r>
            <a:r>
              <a:rPr sz="3200" b="1" spc="50" dirty="0">
                <a:latin typeface="Trebuchet MS"/>
                <a:cs typeface="Trebuchet MS"/>
              </a:rPr>
              <a:t>ng</a:t>
            </a:r>
            <a:r>
              <a:rPr sz="3200" b="1" spc="15" dirty="0">
                <a:latin typeface="Trebuchet MS"/>
                <a:cs typeface="Trebuchet MS"/>
              </a:rPr>
              <a:t> </a:t>
            </a:r>
            <a:r>
              <a:rPr sz="3200" spc="-110" dirty="0">
                <a:latin typeface="Trebuchet MS"/>
                <a:cs typeface="Trebuchet MS"/>
              </a:rPr>
              <a:t>i</a:t>
            </a:r>
            <a:r>
              <a:rPr sz="3200" spc="-160" dirty="0">
                <a:latin typeface="Trebuchet MS"/>
                <a:cs typeface="Trebuchet MS"/>
              </a:rPr>
              <a:t>s</a:t>
            </a:r>
            <a:r>
              <a:rPr sz="3200" spc="20" dirty="0">
                <a:latin typeface="Trebuchet MS"/>
                <a:cs typeface="Trebuchet MS"/>
              </a:rPr>
              <a:t> </a:t>
            </a:r>
            <a:r>
              <a:rPr sz="3200" spc="-315" dirty="0">
                <a:latin typeface="Trebuchet MS"/>
                <a:cs typeface="Trebuchet MS"/>
              </a:rPr>
              <a:t>a</a:t>
            </a:r>
            <a:r>
              <a:rPr sz="3200" spc="20" dirty="0">
                <a:latin typeface="Trebuchet MS"/>
                <a:cs typeface="Trebuchet MS"/>
              </a:rPr>
              <a:t> </a:t>
            </a:r>
            <a:r>
              <a:rPr sz="3200" spc="-185" dirty="0">
                <a:latin typeface="Trebuchet MS"/>
                <a:cs typeface="Trebuchet MS"/>
              </a:rPr>
              <a:t>technique</a:t>
            </a:r>
            <a:r>
              <a:rPr sz="3200" spc="20" dirty="0">
                <a:latin typeface="Trebuchet MS"/>
                <a:cs typeface="Trebuchet MS"/>
              </a:rPr>
              <a:t> </a:t>
            </a:r>
            <a:r>
              <a:rPr sz="3200" spc="-145" dirty="0">
                <a:latin typeface="Trebuchet MS"/>
                <a:cs typeface="Trebuchet MS"/>
              </a:rPr>
              <a:t>used</a:t>
            </a:r>
            <a:r>
              <a:rPr sz="3200" spc="20" dirty="0">
                <a:latin typeface="Trebuchet MS"/>
                <a:cs typeface="Trebuchet MS"/>
              </a:rPr>
              <a:t> </a:t>
            </a:r>
            <a:r>
              <a:rPr sz="3200" spc="-420" dirty="0">
                <a:latin typeface="Trebuchet MS"/>
                <a:cs typeface="Trebuchet MS"/>
              </a:rPr>
              <a:t>f</a:t>
            </a:r>
            <a:r>
              <a:rPr sz="3200" spc="35" dirty="0">
                <a:latin typeface="Trebuchet MS"/>
                <a:cs typeface="Trebuchet MS"/>
              </a:rPr>
              <a:t>or</a:t>
            </a:r>
            <a:r>
              <a:rPr sz="3200" spc="15" dirty="0">
                <a:latin typeface="Trebuchet MS"/>
                <a:cs typeface="Trebuchet MS"/>
              </a:rPr>
              <a:t> </a:t>
            </a:r>
            <a:r>
              <a:rPr sz="3200" spc="-140" dirty="0">
                <a:latin typeface="Trebuchet MS"/>
                <a:cs typeface="Trebuchet MS"/>
              </a:rPr>
              <a:t>pe</a:t>
            </a:r>
            <a:r>
              <a:rPr sz="3200" spc="-95" dirty="0">
                <a:latin typeface="Trebuchet MS"/>
                <a:cs typeface="Trebuchet MS"/>
              </a:rPr>
              <a:t>r</a:t>
            </a:r>
            <a:r>
              <a:rPr sz="3200" spc="-420" dirty="0">
                <a:latin typeface="Trebuchet MS"/>
                <a:cs typeface="Trebuchet MS"/>
              </a:rPr>
              <a:t>f</a:t>
            </a:r>
            <a:r>
              <a:rPr sz="3200" spc="30" dirty="0">
                <a:latin typeface="Trebuchet MS"/>
                <a:cs typeface="Trebuchet MS"/>
              </a:rPr>
              <a:t>o</a:t>
            </a:r>
            <a:r>
              <a:rPr sz="3200" spc="-155" dirty="0">
                <a:latin typeface="Trebuchet MS"/>
                <a:cs typeface="Trebuchet MS"/>
              </a:rPr>
              <a:t>rm</a:t>
            </a:r>
            <a:r>
              <a:rPr sz="3200" spc="-90" dirty="0">
                <a:latin typeface="Trebuchet MS"/>
                <a:cs typeface="Trebuchet MS"/>
              </a:rPr>
              <a:t>i</a:t>
            </a:r>
            <a:r>
              <a:rPr sz="3200" spc="-155" dirty="0">
                <a:latin typeface="Trebuchet MS"/>
                <a:cs typeface="Trebuchet MS"/>
              </a:rPr>
              <a:t>ng  </a:t>
            </a:r>
            <a:r>
              <a:rPr sz="3200" b="1" spc="-40" dirty="0">
                <a:solidFill>
                  <a:srgbClr val="00AF50"/>
                </a:solidFill>
                <a:latin typeface="Trebuchet MS"/>
                <a:cs typeface="Trebuchet MS"/>
              </a:rPr>
              <a:t>insertions,</a:t>
            </a:r>
            <a:r>
              <a:rPr sz="3200" b="1" spc="-3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3200" b="1" spc="-60" dirty="0">
                <a:solidFill>
                  <a:srgbClr val="00AF50"/>
                </a:solidFill>
                <a:latin typeface="Trebuchet MS"/>
                <a:cs typeface="Trebuchet MS"/>
              </a:rPr>
              <a:t>deletions,</a:t>
            </a:r>
            <a:r>
              <a:rPr sz="3200" b="1" spc="-5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3200" b="1" spc="-5" dirty="0">
                <a:solidFill>
                  <a:srgbClr val="00AF50"/>
                </a:solidFill>
                <a:latin typeface="Trebuchet MS"/>
                <a:cs typeface="Trebuchet MS"/>
              </a:rPr>
              <a:t>and</a:t>
            </a:r>
            <a:r>
              <a:rPr sz="3200" b="1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3200" b="1" spc="-85" dirty="0">
                <a:solidFill>
                  <a:srgbClr val="00AF50"/>
                </a:solidFill>
                <a:latin typeface="Trebuchet MS"/>
                <a:cs typeface="Trebuchet MS"/>
              </a:rPr>
              <a:t>find</a:t>
            </a:r>
            <a:r>
              <a:rPr sz="3200" b="1" spc="-8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in </a:t>
            </a:r>
            <a:r>
              <a:rPr sz="3200" spc="-170" dirty="0">
                <a:latin typeface="Trebuchet MS"/>
                <a:cs typeface="Trebuchet MS"/>
              </a:rPr>
              <a:t> </a:t>
            </a:r>
            <a:r>
              <a:rPr sz="3200" b="1" spc="5" dirty="0">
                <a:solidFill>
                  <a:srgbClr val="FF0000"/>
                </a:solidFill>
                <a:latin typeface="Trebuchet MS"/>
                <a:cs typeface="Trebuchet MS"/>
              </a:rPr>
              <a:t>constant</a:t>
            </a:r>
            <a:r>
              <a:rPr sz="3200" b="1" spc="-1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b="1" spc="-40" dirty="0">
                <a:solidFill>
                  <a:srgbClr val="FF0000"/>
                </a:solidFill>
                <a:latin typeface="Trebuchet MS"/>
                <a:cs typeface="Trebuchet MS"/>
              </a:rPr>
              <a:t>average</a:t>
            </a:r>
            <a:r>
              <a:rPr sz="3200" b="1" spc="-10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b="1" spc="45" dirty="0" smtClean="0">
                <a:solidFill>
                  <a:srgbClr val="FF0000"/>
                </a:solidFill>
                <a:latin typeface="Trebuchet MS"/>
                <a:cs typeface="Trebuchet MS"/>
              </a:rPr>
              <a:t>time</a:t>
            </a:r>
            <a:r>
              <a:rPr lang="en-US" sz="3200" b="1" spc="45" dirty="0" smtClean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endParaRPr sz="32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423" y="0"/>
            <a:ext cx="9142730" cy="6858000"/>
            <a:chOff x="1423" y="0"/>
            <a:chExt cx="9142730" cy="6858000"/>
          </a:xfrm>
        </p:grpSpPr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5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4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06040" y="6095"/>
              <a:ext cx="3587496" cy="113690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13831" y="6095"/>
              <a:ext cx="844296" cy="113690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68340" y="6095"/>
              <a:ext cx="1705356" cy="1136903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2933826" y="140969"/>
            <a:ext cx="42144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>
                <a:solidFill>
                  <a:srgbClr val="562213"/>
                </a:solidFill>
              </a:rPr>
              <a:t>Goal</a:t>
            </a:r>
            <a:r>
              <a:rPr sz="4000" spc="-80" dirty="0">
                <a:solidFill>
                  <a:srgbClr val="562213"/>
                </a:solidFill>
              </a:rPr>
              <a:t>s </a:t>
            </a:r>
            <a:r>
              <a:rPr sz="4000" spc="-215" dirty="0">
                <a:solidFill>
                  <a:srgbClr val="562213"/>
                </a:solidFill>
              </a:rPr>
              <a:t>of</a:t>
            </a:r>
            <a:r>
              <a:rPr sz="4000" spc="-95" dirty="0">
                <a:solidFill>
                  <a:srgbClr val="562213"/>
                </a:solidFill>
              </a:rPr>
              <a:t> Has</a:t>
            </a:r>
            <a:r>
              <a:rPr sz="4000" spc="-75" dirty="0">
                <a:solidFill>
                  <a:srgbClr val="562213"/>
                </a:solidFill>
              </a:rPr>
              <a:t>h</a:t>
            </a:r>
            <a:r>
              <a:rPr sz="4000" spc="-180" dirty="0">
                <a:solidFill>
                  <a:srgbClr val="562213"/>
                </a:solidFill>
              </a:rPr>
              <a:t>-</a:t>
            </a:r>
            <a:r>
              <a:rPr sz="4000" spc="-490" dirty="0">
                <a:solidFill>
                  <a:srgbClr val="562213"/>
                </a:solidFill>
              </a:rPr>
              <a:t> </a:t>
            </a:r>
            <a:r>
              <a:rPr sz="4000" spc="310" dirty="0">
                <a:solidFill>
                  <a:srgbClr val="562213"/>
                </a:solidFill>
              </a:rPr>
              <a:t>ADT</a:t>
            </a:r>
            <a:endParaRPr sz="4000"/>
          </a:p>
        </p:txBody>
      </p:sp>
      <p:sp>
        <p:nvSpPr>
          <p:cNvPr id="18" name="object 18"/>
          <p:cNvSpPr txBox="1"/>
          <p:nvPr/>
        </p:nvSpPr>
        <p:spPr>
          <a:xfrm>
            <a:off x="1276858" y="840206"/>
            <a:ext cx="7397115" cy="3684270"/>
          </a:xfrm>
          <a:prstGeom prst="rect">
            <a:avLst/>
          </a:prstGeom>
        </p:spPr>
        <p:txBody>
          <a:bodyPr vert="horz" wrap="square" lIns="0" tIns="256540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202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14" dirty="0">
                <a:latin typeface="Trebuchet MS"/>
                <a:cs typeface="Trebuchet MS"/>
              </a:rPr>
              <a:t>Structu</a:t>
            </a:r>
            <a:r>
              <a:rPr sz="3200" spc="-170" dirty="0">
                <a:latin typeface="Trebuchet MS"/>
                <a:cs typeface="Trebuchet MS"/>
              </a:rPr>
              <a:t>r</a:t>
            </a:r>
            <a:r>
              <a:rPr sz="3200" spc="-215" dirty="0">
                <a:latin typeface="Trebuchet MS"/>
                <a:cs typeface="Trebuchet MS"/>
              </a:rPr>
              <a:t>e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-215" dirty="0">
                <a:latin typeface="Trebuchet MS"/>
                <a:cs typeface="Trebuchet MS"/>
              </a:rPr>
              <a:t>wi</a:t>
            </a:r>
            <a:r>
              <a:rPr sz="3200" spc="-114" dirty="0">
                <a:latin typeface="Trebuchet MS"/>
                <a:cs typeface="Trebuchet MS"/>
              </a:rPr>
              <a:t>l</a:t>
            </a:r>
            <a:r>
              <a:rPr sz="3200" spc="-245" dirty="0">
                <a:latin typeface="Trebuchet MS"/>
                <a:cs typeface="Trebuchet MS"/>
              </a:rPr>
              <a:t>l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200" dirty="0">
                <a:latin typeface="Trebuchet MS"/>
                <a:cs typeface="Trebuchet MS"/>
              </a:rPr>
              <a:t>be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315" dirty="0">
                <a:latin typeface="Trebuchet MS"/>
                <a:cs typeface="Trebuchet MS"/>
              </a:rPr>
              <a:t>a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265" dirty="0">
                <a:latin typeface="Trebuchet MS"/>
                <a:cs typeface="Trebuchet MS"/>
              </a:rPr>
              <a:t>tab</a:t>
            </a:r>
            <a:r>
              <a:rPr sz="3200" spc="-155" dirty="0">
                <a:latin typeface="Trebuchet MS"/>
                <a:cs typeface="Trebuchet MS"/>
              </a:rPr>
              <a:t>l</a:t>
            </a:r>
            <a:r>
              <a:rPr sz="3200" spc="-215" dirty="0">
                <a:latin typeface="Trebuchet MS"/>
                <a:cs typeface="Trebuchet MS"/>
              </a:rPr>
              <a:t>e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65" dirty="0">
                <a:latin typeface="Trebuchet MS"/>
                <a:cs typeface="Trebuchet MS"/>
              </a:rPr>
              <a:t>(</a:t>
            </a:r>
            <a:r>
              <a:rPr sz="3200" spc="-125" dirty="0">
                <a:latin typeface="Trebuchet MS"/>
                <a:cs typeface="Trebuchet MS"/>
              </a:rPr>
              <a:t>r</a:t>
            </a:r>
            <a:r>
              <a:rPr sz="3200" spc="-254" dirty="0">
                <a:latin typeface="Trebuchet MS"/>
                <a:cs typeface="Trebuchet MS"/>
              </a:rPr>
              <a:t>elat</a:t>
            </a:r>
            <a:r>
              <a:rPr sz="3200" spc="-155" dirty="0">
                <a:latin typeface="Trebuchet MS"/>
                <a:cs typeface="Trebuchet MS"/>
              </a:rPr>
              <a:t>i</a:t>
            </a:r>
            <a:r>
              <a:rPr sz="3200" spc="-240" dirty="0">
                <a:latin typeface="Trebuchet MS"/>
                <a:cs typeface="Trebuchet MS"/>
              </a:rPr>
              <a:t>v</a:t>
            </a:r>
            <a:r>
              <a:rPr sz="3200" spc="-295" dirty="0">
                <a:latin typeface="Trebuchet MS"/>
                <a:cs typeface="Trebuchet MS"/>
              </a:rPr>
              <a:t>e</a:t>
            </a:r>
            <a:r>
              <a:rPr sz="3200" spc="-190" dirty="0">
                <a:latin typeface="Trebuchet MS"/>
                <a:cs typeface="Trebuchet MS"/>
              </a:rPr>
              <a:t>l</a:t>
            </a:r>
            <a:r>
              <a:rPr sz="3200" spc="-175" dirty="0">
                <a:latin typeface="Trebuchet MS"/>
                <a:cs typeface="Trebuchet MS"/>
              </a:rPr>
              <a:t>y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spc="-229" dirty="0">
                <a:latin typeface="Trebuchet MS"/>
                <a:cs typeface="Trebuchet MS"/>
              </a:rPr>
              <a:t>sma</a:t>
            </a:r>
            <a:r>
              <a:rPr sz="3200" spc="-114" dirty="0">
                <a:latin typeface="Trebuchet MS"/>
                <a:cs typeface="Trebuchet MS"/>
              </a:rPr>
              <a:t>l</a:t>
            </a:r>
            <a:r>
              <a:rPr sz="3200" spc="-200" dirty="0">
                <a:latin typeface="Trebuchet MS"/>
                <a:cs typeface="Trebuchet MS"/>
              </a:rPr>
              <a:t>l)</a:t>
            </a:r>
            <a:endParaRPr sz="32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192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254" dirty="0">
                <a:latin typeface="Trebuchet MS"/>
                <a:cs typeface="Trebuchet MS"/>
              </a:rPr>
              <a:t>Table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85" dirty="0">
                <a:latin typeface="Trebuchet MS"/>
                <a:cs typeface="Trebuchet MS"/>
              </a:rPr>
              <a:t>completely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contained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-185" dirty="0">
                <a:latin typeface="Trebuchet MS"/>
                <a:cs typeface="Trebuchet MS"/>
              </a:rPr>
              <a:t>in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00" dirty="0">
                <a:latin typeface="Trebuchet MS"/>
                <a:cs typeface="Trebuchet MS"/>
              </a:rPr>
              <a:t>memory</a:t>
            </a:r>
            <a:endParaRPr sz="32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192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55" dirty="0">
                <a:latin typeface="Trebuchet MS"/>
                <a:cs typeface="Trebuchet MS"/>
              </a:rPr>
              <a:t>Im</a:t>
            </a:r>
            <a:r>
              <a:rPr sz="3200" spc="-150" dirty="0">
                <a:latin typeface="Trebuchet MS"/>
                <a:cs typeface="Trebuchet MS"/>
              </a:rPr>
              <a:t>p</a:t>
            </a:r>
            <a:r>
              <a:rPr sz="3200" spc="-220" dirty="0">
                <a:latin typeface="Trebuchet MS"/>
                <a:cs typeface="Trebuchet MS"/>
              </a:rPr>
              <a:t>lem</a:t>
            </a:r>
            <a:r>
              <a:rPr sz="3200" spc="-204" dirty="0">
                <a:latin typeface="Trebuchet MS"/>
                <a:cs typeface="Trebuchet MS"/>
              </a:rPr>
              <a:t>e</a:t>
            </a:r>
            <a:r>
              <a:rPr sz="3200" spc="-180" dirty="0">
                <a:latin typeface="Trebuchet MS"/>
                <a:cs typeface="Trebuchet MS"/>
              </a:rPr>
              <a:t>nted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-215" dirty="0">
                <a:latin typeface="Trebuchet MS"/>
                <a:cs typeface="Trebuchet MS"/>
              </a:rPr>
              <a:t>b</a:t>
            </a:r>
            <a:r>
              <a:rPr sz="3200" spc="-175" dirty="0">
                <a:latin typeface="Trebuchet MS"/>
                <a:cs typeface="Trebuchet MS"/>
              </a:rPr>
              <a:t>y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235" dirty="0">
                <a:latin typeface="Trebuchet MS"/>
                <a:cs typeface="Trebuchet MS"/>
              </a:rPr>
              <a:t>an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a</a:t>
            </a:r>
            <a:r>
              <a:rPr sz="3200" spc="-160" dirty="0">
                <a:latin typeface="Trebuchet MS"/>
                <a:cs typeface="Trebuchet MS"/>
              </a:rPr>
              <a:t>r</a:t>
            </a:r>
            <a:r>
              <a:rPr sz="3200" spc="25" dirty="0">
                <a:latin typeface="Trebuchet MS"/>
                <a:cs typeface="Trebuchet MS"/>
              </a:rPr>
              <a:t>r</a:t>
            </a:r>
            <a:r>
              <a:rPr sz="3200" spc="-445" dirty="0">
                <a:latin typeface="Trebuchet MS"/>
                <a:cs typeface="Trebuchet MS"/>
              </a:rPr>
              <a:t>a</a:t>
            </a:r>
            <a:r>
              <a:rPr sz="3200" spc="-175" dirty="0">
                <a:latin typeface="Trebuchet MS"/>
                <a:cs typeface="Trebuchet MS"/>
              </a:rPr>
              <a:t>y</a:t>
            </a:r>
            <a:endParaRPr sz="3200">
              <a:latin typeface="Trebuchet MS"/>
              <a:cs typeface="Trebuchet MS"/>
            </a:endParaRPr>
          </a:p>
          <a:p>
            <a:pPr marL="295910" marR="5080" indent="-283845">
              <a:lnSpc>
                <a:spcPts val="5760"/>
              </a:lnSpc>
              <a:spcBef>
                <a:spcPts val="31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20" dirty="0">
                <a:latin typeface="Trebuchet MS"/>
                <a:cs typeface="Trebuchet MS"/>
              </a:rPr>
              <a:t>C</a:t>
            </a:r>
            <a:r>
              <a:rPr sz="3200" spc="-25" dirty="0">
                <a:latin typeface="Trebuchet MS"/>
                <a:cs typeface="Trebuchet MS"/>
              </a:rPr>
              <a:t>a</a:t>
            </a:r>
            <a:r>
              <a:rPr sz="3200" spc="-260" dirty="0">
                <a:latin typeface="Trebuchet MS"/>
                <a:cs typeface="Trebuchet MS"/>
              </a:rPr>
              <a:t>p</a:t>
            </a:r>
            <a:r>
              <a:rPr sz="3200" spc="-130" dirty="0">
                <a:latin typeface="Trebuchet MS"/>
                <a:cs typeface="Trebuchet MS"/>
              </a:rPr>
              <a:t>i</a:t>
            </a:r>
            <a:r>
              <a:rPr sz="3200" spc="-210" dirty="0">
                <a:latin typeface="Trebuchet MS"/>
                <a:cs typeface="Trebuchet MS"/>
              </a:rPr>
              <a:t>talize</a:t>
            </a:r>
            <a:r>
              <a:rPr sz="3200" spc="-200" dirty="0">
                <a:latin typeface="Trebuchet MS"/>
                <a:cs typeface="Trebuchet MS"/>
              </a:rPr>
              <a:t>s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50" dirty="0">
                <a:latin typeface="Trebuchet MS"/>
                <a:cs typeface="Trebuchet MS"/>
              </a:rPr>
              <a:t>on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280" dirty="0">
                <a:latin typeface="Trebuchet MS"/>
                <a:cs typeface="Trebuchet MS"/>
              </a:rPr>
              <a:t>ab</a:t>
            </a:r>
            <a:r>
              <a:rPr sz="3200" spc="-140" dirty="0">
                <a:latin typeface="Trebuchet MS"/>
                <a:cs typeface="Trebuchet MS"/>
              </a:rPr>
              <a:t>i</a:t>
            </a:r>
            <a:r>
              <a:rPr sz="3200" spc="-235" dirty="0">
                <a:latin typeface="Trebuchet MS"/>
                <a:cs typeface="Trebuchet MS"/>
              </a:rPr>
              <a:t>l</a:t>
            </a:r>
            <a:r>
              <a:rPr sz="3200" spc="-220" dirty="0">
                <a:latin typeface="Trebuchet MS"/>
                <a:cs typeface="Trebuchet MS"/>
              </a:rPr>
              <a:t>i</a:t>
            </a:r>
            <a:r>
              <a:rPr sz="3200" spc="-215" dirty="0">
                <a:latin typeface="Trebuchet MS"/>
                <a:cs typeface="Trebuchet MS"/>
              </a:rPr>
              <a:t>t</a:t>
            </a:r>
            <a:r>
              <a:rPr sz="3200" spc="-175" dirty="0">
                <a:latin typeface="Trebuchet MS"/>
                <a:cs typeface="Trebuchet MS"/>
              </a:rPr>
              <a:t>y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spc="-70" dirty="0">
                <a:latin typeface="Trebuchet MS"/>
                <a:cs typeface="Trebuchet MS"/>
              </a:rPr>
              <a:t>t</a:t>
            </a:r>
            <a:r>
              <a:rPr sz="3200" spc="-90" dirty="0">
                <a:latin typeface="Trebuchet MS"/>
                <a:cs typeface="Trebuchet MS"/>
              </a:rPr>
              <a:t>o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access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229" dirty="0">
                <a:latin typeface="Trebuchet MS"/>
                <a:cs typeface="Trebuchet MS"/>
              </a:rPr>
              <a:t>a</a:t>
            </a:r>
            <a:r>
              <a:rPr sz="3200" spc="-300" dirty="0">
                <a:latin typeface="Trebuchet MS"/>
                <a:cs typeface="Trebuchet MS"/>
              </a:rPr>
              <a:t>n</a:t>
            </a:r>
            <a:r>
              <a:rPr sz="3200" spc="-175" dirty="0">
                <a:latin typeface="Trebuchet MS"/>
                <a:cs typeface="Trebuchet MS"/>
              </a:rPr>
              <a:t>y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80" dirty="0">
                <a:latin typeface="Trebuchet MS"/>
                <a:cs typeface="Trebuchet MS"/>
              </a:rPr>
              <a:t>ele</a:t>
            </a:r>
            <a:r>
              <a:rPr sz="3200" spc="-315" dirty="0">
                <a:latin typeface="Trebuchet MS"/>
                <a:cs typeface="Trebuchet MS"/>
              </a:rPr>
              <a:t>m</a:t>
            </a:r>
            <a:r>
              <a:rPr sz="3200" spc="-160" dirty="0">
                <a:latin typeface="Trebuchet MS"/>
                <a:cs typeface="Trebuchet MS"/>
              </a:rPr>
              <a:t>ent  </a:t>
            </a:r>
            <a:r>
              <a:rPr sz="3200" spc="-165" dirty="0">
                <a:latin typeface="Trebuchet MS"/>
                <a:cs typeface="Trebuchet MS"/>
              </a:rPr>
              <a:t>of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85" dirty="0">
                <a:latin typeface="Trebuchet MS"/>
                <a:cs typeface="Trebuchet MS"/>
              </a:rPr>
              <a:t>th</a:t>
            </a:r>
            <a:r>
              <a:rPr sz="3200" spc="-204" dirty="0">
                <a:latin typeface="Trebuchet MS"/>
                <a:cs typeface="Trebuchet MS"/>
              </a:rPr>
              <a:t>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65" dirty="0">
                <a:latin typeface="Trebuchet MS"/>
                <a:cs typeface="Trebuchet MS"/>
              </a:rPr>
              <a:t>a</a:t>
            </a:r>
            <a:r>
              <a:rPr sz="3200" spc="-160" dirty="0">
                <a:latin typeface="Trebuchet MS"/>
                <a:cs typeface="Trebuchet MS"/>
              </a:rPr>
              <a:t>r</a:t>
            </a:r>
            <a:r>
              <a:rPr sz="3200" spc="25" dirty="0">
                <a:latin typeface="Trebuchet MS"/>
                <a:cs typeface="Trebuchet MS"/>
              </a:rPr>
              <a:t>r</a:t>
            </a:r>
            <a:r>
              <a:rPr sz="3200" spc="-450" dirty="0">
                <a:latin typeface="Trebuchet MS"/>
                <a:cs typeface="Trebuchet MS"/>
              </a:rPr>
              <a:t>a</a:t>
            </a:r>
            <a:r>
              <a:rPr sz="3200" spc="-175" dirty="0">
                <a:latin typeface="Trebuchet MS"/>
                <a:cs typeface="Trebuchet MS"/>
              </a:rPr>
              <a:t>y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-130" dirty="0">
                <a:latin typeface="Trebuchet MS"/>
                <a:cs typeface="Trebuchet MS"/>
              </a:rPr>
              <a:t>i</a:t>
            </a:r>
            <a:r>
              <a:rPr sz="3200" spc="-235" dirty="0">
                <a:latin typeface="Trebuchet MS"/>
                <a:cs typeface="Trebuchet MS"/>
              </a:rPr>
              <a:t>n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150" dirty="0">
                <a:solidFill>
                  <a:srgbClr val="FF0000"/>
                </a:solidFill>
                <a:latin typeface="Trebuchet MS"/>
                <a:cs typeface="Trebuchet MS"/>
              </a:rPr>
              <a:t>constant</a:t>
            </a:r>
            <a:r>
              <a:rPr sz="3200" spc="-10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204" dirty="0">
                <a:latin typeface="Trebuchet MS"/>
                <a:cs typeface="Trebuchet MS"/>
              </a:rPr>
              <a:t>time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23" y="0"/>
            <a:ext cx="9142730" cy="6858000"/>
            <a:chOff x="1423" y="0"/>
            <a:chExt cx="914273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1635" y="6095"/>
              <a:ext cx="2298191" cy="113690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40124" y="6095"/>
              <a:ext cx="844296" cy="11369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46448" y="6095"/>
              <a:ext cx="3311652" cy="1136903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749423" y="140969"/>
            <a:ext cx="45821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65" dirty="0">
                <a:solidFill>
                  <a:srgbClr val="562213"/>
                </a:solidFill>
              </a:rPr>
              <a:t>Hashing-</a:t>
            </a:r>
            <a:r>
              <a:rPr sz="4000" spc="-114" dirty="0">
                <a:solidFill>
                  <a:srgbClr val="562213"/>
                </a:solidFill>
              </a:rPr>
              <a:t> </a:t>
            </a:r>
            <a:r>
              <a:rPr sz="4000" spc="-165" dirty="0">
                <a:solidFill>
                  <a:srgbClr val="562213"/>
                </a:solidFill>
              </a:rPr>
              <a:t>General</a:t>
            </a:r>
            <a:r>
              <a:rPr sz="4000" spc="-120" dirty="0">
                <a:solidFill>
                  <a:srgbClr val="562213"/>
                </a:solidFill>
              </a:rPr>
              <a:t> </a:t>
            </a:r>
            <a:r>
              <a:rPr sz="4000" spc="-245" dirty="0">
                <a:solidFill>
                  <a:srgbClr val="562213"/>
                </a:solidFill>
              </a:rPr>
              <a:t>Idea</a:t>
            </a:r>
            <a:endParaRPr sz="4000"/>
          </a:p>
        </p:txBody>
      </p:sp>
      <p:sp>
        <p:nvSpPr>
          <p:cNvPr id="7" name="object 7"/>
          <p:cNvSpPr txBox="1"/>
          <p:nvPr/>
        </p:nvSpPr>
        <p:spPr>
          <a:xfrm>
            <a:off x="1276858" y="925195"/>
            <a:ext cx="7724140" cy="3028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45720" indent="-283845" algn="just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75" dirty="0">
                <a:latin typeface="Trebuchet MS"/>
                <a:cs typeface="Trebuchet MS"/>
              </a:rPr>
              <a:t>Hash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-235" dirty="0">
                <a:latin typeface="Trebuchet MS"/>
                <a:cs typeface="Trebuchet MS"/>
              </a:rPr>
              <a:t>table</a:t>
            </a:r>
            <a:r>
              <a:rPr sz="3200" spc="-229" dirty="0">
                <a:latin typeface="Trebuchet MS"/>
                <a:cs typeface="Trebuchet MS"/>
              </a:rPr>
              <a:t> </a:t>
            </a:r>
            <a:r>
              <a:rPr sz="3200" spc="-250" dirty="0">
                <a:latin typeface="Trebuchet MS"/>
                <a:cs typeface="Trebuchet MS"/>
              </a:rPr>
              <a:t>data</a:t>
            </a:r>
            <a:r>
              <a:rPr sz="3200" spc="-245" dirty="0">
                <a:latin typeface="Trebuchet MS"/>
                <a:cs typeface="Trebuchet MS"/>
              </a:rPr>
              <a:t> </a:t>
            </a:r>
            <a:r>
              <a:rPr sz="3200" spc="-135" dirty="0">
                <a:latin typeface="Trebuchet MS"/>
                <a:cs typeface="Trebuchet MS"/>
              </a:rPr>
              <a:t>structure</a:t>
            </a:r>
            <a:r>
              <a:rPr sz="3200" spc="-130" dirty="0">
                <a:latin typeface="Trebuchet MS"/>
                <a:cs typeface="Trebuchet MS"/>
              </a:rPr>
              <a:t> </a:t>
            </a:r>
            <a:r>
              <a:rPr sz="3200" spc="-135" dirty="0">
                <a:latin typeface="Trebuchet MS"/>
                <a:cs typeface="Trebuchet MS"/>
              </a:rPr>
              <a:t>is</a:t>
            </a:r>
            <a:r>
              <a:rPr sz="3200" spc="690" dirty="0">
                <a:latin typeface="Trebuchet MS"/>
                <a:cs typeface="Trebuchet MS"/>
              </a:rPr>
              <a:t> </a:t>
            </a:r>
            <a:r>
              <a:rPr sz="3200" spc="-240" dirty="0">
                <a:latin typeface="Trebuchet MS"/>
                <a:cs typeface="Trebuchet MS"/>
              </a:rPr>
              <a:t>an</a:t>
            </a:r>
            <a:r>
              <a:rPr sz="3200" spc="484" dirty="0">
                <a:latin typeface="Trebuchet MS"/>
                <a:cs typeface="Trebuchet MS"/>
              </a:rPr>
              <a:t> </a:t>
            </a:r>
            <a:r>
              <a:rPr sz="3200" spc="-190" dirty="0">
                <a:solidFill>
                  <a:srgbClr val="FF0000"/>
                </a:solidFill>
                <a:latin typeface="Trebuchet MS"/>
                <a:cs typeface="Trebuchet MS"/>
              </a:rPr>
              <a:t>array</a:t>
            </a:r>
            <a:r>
              <a:rPr sz="3200" spc="5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190" dirty="0">
                <a:solidFill>
                  <a:srgbClr val="FF0000"/>
                </a:solidFill>
                <a:latin typeface="Trebuchet MS"/>
                <a:cs typeface="Trebuchet MS"/>
              </a:rPr>
              <a:t>of </a:t>
            </a:r>
            <a:r>
              <a:rPr sz="3200" spc="-1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105" dirty="0">
                <a:solidFill>
                  <a:srgbClr val="FF0000"/>
                </a:solidFill>
                <a:latin typeface="Trebuchet MS"/>
                <a:cs typeface="Trebuchet MS"/>
              </a:rPr>
              <a:t>some </a:t>
            </a:r>
            <a:r>
              <a:rPr sz="3200" spc="-215" dirty="0">
                <a:solidFill>
                  <a:srgbClr val="FF0000"/>
                </a:solidFill>
                <a:latin typeface="Trebuchet MS"/>
                <a:cs typeface="Trebuchet MS"/>
              </a:rPr>
              <a:t>fixed </a:t>
            </a:r>
            <a:r>
              <a:rPr sz="3200" spc="-170" dirty="0">
                <a:solidFill>
                  <a:srgbClr val="FF0000"/>
                </a:solidFill>
                <a:latin typeface="Trebuchet MS"/>
                <a:cs typeface="Trebuchet MS"/>
              </a:rPr>
              <a:t>size </a:t>
            </a:r>
            <a:r>
              <a:rPr sz="3200" spc="-180" dirty="0">
                <a:latin typeface="Trebuchet MS"/>
                <a:cs typeface="Trebuchet MS"/>
              </a:rPr>
              <a:t>containing </a:t>
            </a:r>
            <a:r>
              <a:rPr sz="3200" spc="-190" dirty="0">
                <a:latin typeface="Trebuchet MS"/>
                <a:cs typeface="Trebuchet MS"/>
              </a:rPr>
              <a:t>the </a:t>
            </a:r>
            <a:r>
              <a:rPr sz="3200" spc="-175" dirty="0">
                <a:latin typeface="Trebuchet MS"/>
                <a:cs typeface="Trebuchet MS"/>
              </a:rPr>
              <a:t>items( </a:t>
            </a:r>
            <a:r>
              <a:rPr sz="3200" spc="-110" dirty="0">
                <a:latin typeface="Trebuchet MS"/>
                <a:cs typeface="Trebuchet MS"/>
              </a:rPr>
              <a:t>Keys 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-204" dirty="0">
                <a:latin typeface="Trebuchet MS"/>
                <a:cs typeface="Trebuchet MS"/>
              </a:rPr>
              <a:t>and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associated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204" dirty="0">
                <a:latin typeface="Trebuchet MS"/>
                <a:cs typeface="Trebuchet MS"/>
              </a:rPr>
              <a:t>val</a:t>
            </a:r>
            <a:r>
              <a:rPr sz="3200" spc="-250" dirty="0">
                <a:latin typeface="Trebuchet MS"/>
                <a:cs typeface="Trebuchet MS"/>
              </a:rPr>
              <a:t>u</a:t>
            </a:r>
            <a:r>
              <a:rPr sz="3200" spc="-140" dirty="0">
                <a:latin typeface="Trebuchet MS"/>
                <a:cs typeface="Trebuchet MS"/>
              </a:rPr>
              <a:t>es)</a:t>
            </a:r>
            <a:endParaRPr sz="3200">
              <a:latin typeface="Trebuchet MS"/>
              <a:cs typeface="Trebuchet MS"/>
            </a:endParaRPr>
          </a:p>
          <a:p>
            <a:pPr marL="295910" marR="5080" indent="-283845" algn="just">
              <a:lnSpc>
                <a:spcPct val="100000"/>
              </a:lnSpc>
              <a:spcBef>
                <a:spcPts val="6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235" dirty="0">
                <a:latin typeface="Trebuchet MS"/>
                <a:cs typeface="Trebuchet MS"/>
              </a:rPr>
              <a:t>F</a:t>
            </a:r>
            <a:r>
              <a:rPr sz="3200" spc="35" dirty="0">
                <a:latin typeface="Trebuchet MS"/>
                <a:cs typeface="Trebuchet MS"/>
              </a:rPr>
              <a:t>or</a:t>
            </a:r>
            <a:r>
              <a:rPr sz="3200" spc="135" dirty="0">
                <a:latin typeface="Trebuchet MS"/>
                <a:cs typeface="Trebuchet MS"/>
              </a:rPr>
              <a:t> </a:t>
            </a:r>
            <a:r>
              <a:rPr sz="3200" spc="-145" dirty="0">
                <a:latin typeface="Trebuchet MS"/>
                <a:cs typeface="Trebuchet MS"/>
              </a:rPr>
              <a:t>Ex</a:t>
            </a:r>
            <a:r>
              <a:rPr sz="3200" spc="-160" dirty="0">
                <a:latin typeface="Trebuchet MS"/>
                <a:cs typeface="Trebuchet MS"/>
              </a:rPr>
              <a:t>a</a:t>
            </a:r>
            <a:r>
              <a:rPr sz="3200" spc="-210" dirty="0">
                <a:latin typeface="Trebuchet MS"/>
                <a:cs typeface="Trebuchet MS"/>
              </a:rPr>
              <a:t>mpl</a:t>
            </a:r>
            <a:r>
              <a:rPr sz="3200" spc="-200" dirty="0">
                <a:latin typeface="Trebuchet MS"/>
                <a:cs typeface="Trebuchet MS"/>
              </a:rPr>
              <a:t>e</a:t>
            </a:r>
            <a:r>
              <a:rPr sz="3200" spc="-475" dirty="0">
                <a:latin typeface="Trebuchet MS"/>
                <a:cs typeface="Trebuchet MS"/>
              </a:rPr>
              <a:t>:</a:t>
            </a:r>
            <a:r>
              <a:rPr sz="3200" spc="-180" dirty="0">
                <a:latin typeface="Trebuchet MS"/>
                <a:cs typeface="Trebuchet MS"/>
              </a:rPr>
              <a:t> </a:t>
            </a:r>
            <a:r>
              <a:rPr sz="3200" spc="-145" dirty="0">
                <a:latin typeface="Trebuchet MS"/>
                <a:cs typeface="Trebuchet MS"/>
              </a:rPr>
              <a:t>Genera</a:t>
            </a:r>
            <a:r>
              <a:rPr sz="3200" spc="-90" dirty="0">
                <a:latin typeface="Trebuchet MS"/>
                <a:cs typeface="Trebuchet MS"/>
              </a:rPr>
              <a:t>l</a:t>
            </a:r>
            <a:r>
              <a:rPr sz="3200" spc="-275" dirty="0">
                <a:latin typeface="Trebuchet MS"/>
                <a:cs typeface="Trebuchet MS"/>
              </a:rPr>
              <a:t>l</a:t>
            </a:r>
            <a:r>
              <a:rPr sz="3200" spc="-175" dirty="0">
                <a:latin typeface="Trebuchet MS"/>
                <a:cs typeface="Trebuchet MS"/>
              </a:rPr>
              <a:t>y</a:t>
            </a:r>
            <a:r>
              <a:rPr sz="3200" spc="155" dirty="0">
                <a:latin typeface="Trebuchet MS"/>
                <a:cs typeface="Trebuchet MS"/>
              </a:rPr>
              <a:t> </a:t>
            </a:r>
            <a:r>
              <a:rPr sz="3200" spc="-95" dirty="0">
                <a:latin typeface="Trebuchet MS"/>
                <a:cs typeface="Trebuchet MS"/>
              </a:rPr>
              <a:t>S</a:t>
            </a:r>
            <a:r>
              <a:rPr sz="3200" spc="-185" dirty="0">
                <a:latin typeface="Trebuchet MS"/>
                <a:cs typeface="Trebuchet MS"/>
              </a:rPr>
              <a:t>ea</a:t>
            </a:r>
            <a:r>
              <a:rPr sz="3200" spc="-220" dirty="0">
                <a:latin typeface="Trebuchet MS"/>
                <a:cs typeface="Trebuchet MS"/>
              </a:rPr>
              <a:t>r</a:t>
            </a:r>
            <a:r>
              <a:rPr sz="3200" spc="-200" dirty="0">
                <a:latin typeface="Trebuchet MS"/>
                <a:cs typeface="Trebuchet MS"/>
              </a:rPr>
              <a:t>c</a:t>
            </a:r>
            <a:r>
              <a:rPr sz="3200" spc="-150" dirty="0">
                <a:latin typeface="Trebuchet MS"/>
                <a:cs typeface="Trebuchet MS"/>
              </a:rPr>
              <a:t>h</a:t>
            </a:r>
            <a:r>
              <a:rPr sz="3200" spc="150" dirty="0">
                <a:latin typeface="Trebuchet MS"/>
                <a:cs typeface="Trebuchet MS"/>
              </a:rPr>
              <a:t> </a:t>
            </a:r>
            <a:r>
              <a:rPr sz="3200" spc="-110" dirty="0">
                <a:latin typeface="Trebuchet MS"/>
                <a:cs typeface="Trebuchet MS"/>
              </a:rPr>
              <a:t>i</a:t>
            </a:r>
            <a:r>
              <a:rPr sz="3200" spc="-160" dirty="0">
                <a:latin typeface="Trebuchet MS"/>
                <a:cs typeface="Trebuchet MS"/>
              </a:rPr>
              <a:t>s</a:t>
            </a:r>
            <a:r>
              <a:rPr sz="3200" spc="140" dirty="0">
                <a:latin typeface="Trebuchet MS"/>
                <a:cs typeface="Trebuchet MS"/>
              </a:rPr>
              <a:t> </a:t>
            </a:r>
            <a:r>
              <a:rPr sz="3200" spc="-140" dirty="0">
                <a:latin typeface="Trebuchet MS"/>
                <a:cs typeface="Trebuchet MS"/>
              </a:rPr>
              <a:t>pe</a:t>
            </a:r>
            <a:r>
              <a:rPr sz="3200" spc="-95" dirty="0">
                <a:latin typeface="Trebuchet MS"/>
                <a:cs typeface="Trebuchet MS"/>
              </a:rPr>
              <a:t>r</a:t>
            </a:r>
            <a:r>
              <a:rPr sz="3200" spc="-420" dirty="0">
                <a:latin typeface="Trebuchet MS"/>
                <a:cs typeface="Trebuchet MS"/>
              </a:rPr>
              <a:t>f</a:t>
            </a:r>
            <a:r>
              <a:rPr sz="3200" spc="30" dirty="0">
                <a:latin typeface="Trebuchet MS"/>
                <a:cs typeface="Trebuchet MS"/>
              </a:rPr>
              <a:t>o</a:t>
            </a:r>
            <a:r>
              <a:rPr sz="3200" spc="-130" dirty="0">
                <a:latin typeface="Trebuchet MS"/>
                <a:cs typeface="Trebuchet MS"/>
              </a:rPr>
              <a:t>rm</a:t>
            </a:r>
            <a:r>
              <a:rPr sz="3200" spc="-135" dirty="0">
                <a:latin typeface="Trebuchet MS"/>
                <a:cs typeface="Trebuchet MS"/>
              </a:rPr>
              <a:t>e</a:t>
            </a:r>
            <a:r>
              <a:rPr sz="3200" spc="-105" dirty="0">
                <a:latin typeface="Trebuchet MS"/>
                <a:cs typeface="Trebuchet MS"/>
              </a:rPr>
              <a:t>d  </a:t>
            </a:r>
            <a:r>
              <a:rPr sz="3200" spc="-55" dirty="0">
                <a:latin typeface="Trebuchet MS"/>
                <a:cs typeface="Trebuchet MS"/>
              </a:rPr>
              <a:t>on </a:t>
            </a:r>
            <a:r>
              <a:rPr sz="3200" spc="-250" dirty="0">
                <a:latin typeface="Trebuchet MS"/>
                <a:cs typeface="Trebuchet MS"/>
              </a:rPr>
              <a:t>data </a:t>
            </a:r>
            <a:r>
              <a:rPr sz="3200" spc="-150" dirty="0">
                <a:latin typeface="Trebuchet MS"/>
                <a:cs typeface="Trebuchet MS"/>
              </a:rPr>
              <a:t>members </a:t>
            </a:r>
            <a:r>
              <a:rPr sz="3200" spc="-165" dirty="0">
                <a:latin typeface="Trebuchet MS"/>
                <a:cs typeface="Trebuchet MS"/>
              </a:rPr>
              <a:t>with </a:t>
            </a:r>
            <a:r>
              <a:rPr sz="3200" spc="-155" dirty="0">
                <a:latin typeface="Trebuchet MS"/>
                <a:cs typeface="Trebuchet MS"/>
              </a:rPr>
              <a:t>respect </a:t>
            </a:r>
            <a:r>
              <a:rPr sz="3200" spc="-80" dirty="0">
                <a:latin typeface="Trebuchet MS"/>
                <a:cs typeface="Trebuchet MS"/>
              </a:rPr>
              <a:t>to </a:t>
            </a:r>
            <a:r>
              <a:rPr sz="3200" spc="-190" dirty="0">
                <a:latin typeface="Trebuchet MS"/>
                <a:cs typeface="Trebuchet MS"/>
              </a:rPr>
              <a:t>the </a:t>
            </a:r>
            <a:r>
              <a:rPr sz="3200" spc="-265" dirty="0">
                <a:latin typeface="Trebuchet MS"/>
                <a:cs typeface="Trebuchet MS"/>
              </a:rPr>
              <a:t>item. </a:t>
            </a:r>
            <a:r>
              <a:rPr sz="3200" spc="-260" dirty="0">
                <a:latin typeface="Trebuchet MS"/>
                <a:cs typeface="Trebuchet MS"/>
              </a:rPr>
              <a:t> </a:t>
            </a:r>
            <a:r>
              <a:rPr sz="3200" spc="-90" dirty="0">
                <a:solidFill>
                  <a:srgbClr val="FF0000"/>
                </a:solidFill>
                <a:latin typeface="Trebuchet MS"/>
                <a:cs typeface="Trebuchet MS"/>
              </a:rPr>
              <a:t>This</a:t>
            </a:r>
            <a:r>
              <a:rPr sz="3200" spc="-8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110" dirty="0">
                <a:solidFill>
                  <a:srgbClr val="FF0000"/>
                </a:solidFill>
                <a:latin typeface="Trebuchet MS"/>
                <a:cs typeface="Trebuchet MS"/>
              </a:rPr>
              <a:t>i</a:t>
            </a:r>
            <a:r>
              <a:rPr sz="3200" spc="-160" dirty="0">
                <a:solidFill>
                  <a:srgbClr val="FF0000"/>
                </a:solidFill>
                <a:latin typeface="Trebuchet MS"/>
                <a:cs typeface="Trebuchet MS"/>
              </a:rPr>
              <a:t>s</a:t>
            </a:r>
            <a:r>
              <a:rPr sz="3200" spc="-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270" dirty="0">
                <a:solidFill>
                  <a:srgbClr val="FF0000"/>
                </a:solidFill>
                <a:latin typeface="Trebuchet MS"/>
                <a:cs typeface="Trebuchet MS"/>
              </a:rPr>
              <a:t>cal</a:t>
            </a:r>
            <a:r>
              <a:rPr sz="3200" spc="-175" dirty="0">
                <a:solidFill>
                  <a:srgbClr val="FF0000"/>
                </a:solidFill>
                <a:latin typeface="Trebuchet MS"/>
                <a:cs typeface="Trebuchet MS"/>
              </a:rPr>
              <a:t>l</a:t>
            </a:r>
            <a:r>
              <a:rPr sz="3200" spc="-185" dirty="0">
                <a:solidFill>
                  <a:srgbClr val="FF0000"/>
                </a:solidFill>
                <a:latin typeface="Trebuchet MS"/>
                <a:cs typeface="Trebuchet MS"/>
              </a:rPr>
              <a:t>ed</a:t>
            </a:r>
            <a:r>
              <a:rPr sz="3200" spc="-1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190" dirty="0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3200" spc="-8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180" dirty="0">
                <a:solidFill>
                  <a:srgbClr val="FF0000"/>
                </a:solidFill>
                <a:latin typeface="Trebuchet MS"/>
                <a:cs typeface="Trebuchet MS"/>
              </a:rPr>
              <a:t>k</a:t>
            </a:r>
            <a:r>
              <a:rPr sz="3200" spc="-265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3200" spc="-425" dirty="0">
                <a:solidFill>
                  <a:srgbClr val="FF0000"/>
                </a:solidFill>
                <a:latin typeface="Trebuchet MS"/>
                <a:cs typeface="Trebuchet MS"/>
              </a:rPr>
              <a:t>y</a:t>
            </a:r>
            <a:r>
              <a:rPr sz="3200" spc="-475" dirty="0">
                <a:solidFill>
                  <a:srgbClr val="FF0000"/>
                </a:solidFill>
                <a:latin typeface="Trebuchet MS"/>
                <a:cs typeface="Trebuchet MS"/>
              </a:rPr>
              <a:t>.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423" y="0"/>
            <a:ext cx="9142730" cy="6858000"/>
            <a:chOff x="1423" y="0"/>
            <a:chExt cx="9142730" cy="6858000"/>
          </a:xfrm>
        </p:grpSpPr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5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4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6299" y="62484"/>
              <a:ext cx="3058668" cy="1106423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194612" y="191515"/>
            <a:ext cx="242189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spc="195" dirty="0">
                <a:solidFill>
                  <a:srgbClr val="562213"/>
                </a:solidFill>
              </a:rPr>
              <a:t>HASH</a:t>
            </a:r>
            <a:r>
              <a:rPr sz="3900" spc="-585" dirty="0">
                <a:solidFill>
                  <a:srgbClr val="562213"/>
                </a:solidFill>
              </a:rPr>
              <a:t> </a:t>
            </a:r>
            <a:r>
              <a:rPr sz="3900" spc="-409" dirty="0">
                <a:solidFill>
                  <a:srgbClr val="562213"/>
                </a:solidFill>
              </a:rPr>
              <a:t>T</a:t>
            </a:r>
            <a:r>
              <a:rPr sz="3900" spc="-295" dirty="0">
                <a:solidFill>
                  <a:srgbClr val="562213"/>
                </a:solidFill>
              </a:rPr>
              <a:t>able</a:t>
            </a:r>
            <a:endParaRPr sz="3900"/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2672714" y="1118361"/>
          <a:ext cx="4938395" cy="40792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0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8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spc="-1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Keys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Associat</a:t>
                      </a:r>
                      <a:r>
                        <a:rPr sz="1800" b="1" spc="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1800" b="1" spc="-35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-1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V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800" b="1" spc="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l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u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es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R="83566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83566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R="83566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R="83566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185" dirty="0">
                          <a:latin typeface="Trebuchet MS"/>
                          <a:cs typeface="Trebuchet MS"/>
                        </a:rPr>
                        <a:t>Jack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R="83566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95" dirty="0">
                          <a:latin typeface="Trebuchet MS"/>
                          <a:cs typeface="Trebuchet MS"/>
                        </a:rPr>
                        <a:t>Priya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835660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R="835660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6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35" dirty="0">
                          <a:latin typeface="Trebuchet MS"/>
                          <a:cs typeface="Trebuchet MS"/>
                        </a:rPr>
                        <a:t>Dinesh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835660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7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55" dirty="0">
                          <a:latin typeface="Trebuchet MS"/>
                          <a:cs typeface="Trebuchet MS"/>
                        </a:rPr>
                        <a:t>Martin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R="835660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8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R="835660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9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100" dirty="0">
                          <a:latin typeface="Trebuchet MS"/>
                          <a:cs typeface="Trebuchet MS"/>
                        </a:rPr>
                        <a:t>Suban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4363339" y="424053"/>
            <a:ext cx="16078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85" dirty="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r>
              <a:rPr sz="2800" spc="-215" dirty="0">
                <a:solidFill>
                  <a:srgbClr val="FF0000"/>
                </a:solidFill>
                <a:latin typeface="Trebuchet MS"/>
                <a:cs typeface="Trebuchet MS"/>
              </a:rPr>
              <a:t>able</a:t>
            </a:r>
            <a:r>
              <a:rPr sz="2800" spc="-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spc="-155" dirty="0">
                <a:solidFill>
                  <a:srgbClr val="FF0000"/>
                </a:solidFill>
                <a:latin typeface="Trebuchet MS"/>
                <a:cs typeface="Trebuchet MS"/>
              </a:rPr>
              <a:t>Size</a:t>
            </a:r>
            <a:r>
              <a:rPr sz="2800" spc="-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spc="-420" dirty="0">
                <a:solidFill>
                  <a:srgbClr val="FF0000"/>
                </a:solidFill>
                <a:latin typeface="Trebuchet MS"/>
                <a:cs typeface="Trebuchet MS"/>
              </a:rPr>
              <a:t>: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05597" y="424053"/>
            <a:ext cx="22447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75" dirty="0">
                <a:solidFill>
                  <a:srgbClr val="FF0000"/>
                </a:solidFill>
                <a:latin typeface="Trebuchet MS"/>
                <a:cs typeface="Trebuchet MS"/>
              </a:rPr>
              <a:t>0</a:t>
            </a:r>
            <a:r>
              <a:rPr sz="2800" spc="-70" dirty="0">
                <a:solidFill>
                  <a:srgbClr val="FF0000"/>
                </a:solidFill>
                <a:latin typeface="Trebuchet MS"/>
                <a:cs typeface="Trebuchet MS"/>
              </a:rPr>
              <a:t> to</a:t>
            </a:r>
            <a:r>
              <a:rPr sz="2800" spc="-4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spc="-285" dirty="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r>
              <a:rPr sz="2800" spc="-175" dirty="0">
                <a:solidFill>
                  <a:srgbClr val="FF0000"/>
                </a:solidFill>
                <a:latin typeface="Trebuchet MS"/>
                <a:cs typeface="Trebuchet MS"/>
              </a:rPr>
              <a:t>ablesiz</a:t>
            </a:r>
            <a:r>
              <a:rPr sz="2800" spc="-215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2800" spc="-130" dirty="0">
                <a:solidFill>
                  <a:srgbClr val="FF0000"/>
                </a:solidFill>
                <a:latin typeface="Trebuchet MS"/>
                <a:cs typeface="Trebuchet MS"/>
              </a:rPr>
              <a:t>-</a:t>
            </a:r>
            <a:r>
              <a:rPr sz="2800" spc="-75" dirty="0">
                <a:solidFill>
                  <a:srgbClr val="FF0000"/>
                </a:solidFill>
                <a:latin typeface="Trebuchet MS"/>
                <a:cs typeface="Trebuchet MS"/>
              </a:rPr>
              <a:t>1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66571" y="5323128"/>
            <a:ext cx="747585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145" dirty="0">
                <a:latin typeface="Trebuchet MS"/>
                <a:cs typeface="Trebuchet MS"/>
              </a:rPr>
              <a:t>Each </a:t>
            </a:r>
            <a:r>
              <a:rPr sz="2400" spc="-160" dirty="0">
                <a:latin typeface="Trebuchet MS"/>
                <a:cs typeface="Trebuchet MS"/>
              </a:rPr>
              <a:t>key </a:t>
            </a:r>
            <a:r>
              <a:rPr sz="2400" spc="-105" dirty="0">
                <a:latin typeface="Trebuchet MS"/>
                <a:cs typeface="Trebuchet MS"/>
              </a:rPr>
              <a:t>is </a:t>
            </a:r>
            <a:r>
              <a:rPr sz="2400" spc="-160" dirty="0">
                <a:latin typeface="Trebuchet MS"/>
                <a:cs typeface="Trebuchet MS"/>
              </a:rPr>
              <a:t>mapped </a:t>
            </a:r>
            <a:r>
              <a:rPr sz="2400" spc="-105" dirty="0">
                <a:latin typeface="Trebuchet MS"/>
                <a:cs typeface="Trebuchet MS"/>
              </a:rPr>
              <a:t>into </a:t>
            </a:r>
            <a:r>
              <a:rPr sz="2400" spc="-85" dirty="0">
                <a:latin typeface="Trebuchet MS"/>
                <a:cs typeface="Trebuchet MS"/>
              </a:rPr>
              <a:t>some </a:t>
            </a:r>
            <a:r>
              <a:rPr sz="2400" spc="-114" dirty="0">
                <a:latin typeface="Trebuchet MS"/>
                <a:cs typeface="Trebuchet MS"/>
              </a:rPr>
              <a:t>number </a:t>
            </a:r>
            <a:r>
              <a:rPr sz="2400" spc="-135" dirty="0">
                <a:latin typeface="Trebuchet MS"/>
                <a:cs typeface="Trebuchet MS"/>
              </a:rPr>
              <a:t>in </a:t>
            </a:r>
            <a:r>
              <a:rPr sz="2400" spc="-140" dirty="0">
                <a:latin typeface="Trebuchet MS"/>
                <a:cs typeface="Trebuchet MS"/>
              </a:rPr>
              <a:t>the </a:t>
            </a:r>
            <a:r>
              <a:rPr sz="2400" spc="-135" dirty="0">
                <a:latin typeface="Trebuchet MS"/>
                <a:cs typeface="Trebuchet MS"/>
              </a:rPr>
              <a:t>range </a:t>
            </a:r>
            <a:r>
              <a:rPr sz="2400" b="1" spc="-85" dirty="0">
                <a:solidFill>
                  <a:srgbClr val="FF0000"/>
                </a:solidFill>
                <a:latin typeface="Trebuchet MS"/>
                <a:cs typeface="Trebuchet MS"/>
              </a:rPr>
              <a:t>0 </a:t>
            </a:r>
            <a:r>
              <a:rPr sz="2400" b="1" spc="40" dirty="0">
                <a:solidFill>
                  <a:srgbClr val="FF0000"/>
                </a:solidFill>
                <a:latin typeface="Trebuchet MS"/>
                <a:cs typeface="Trebuchet MS"/>
              </a:rPr>
              <a:t>to </a:t>
            </a:r>
            <a:r>
              <a:rPr sz="2400" b="1" spc="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b="1" spc="-25" dirty="0">
                <a:solidFill>
                  <a:srgbClr val="FF0000"/>
                </a:solidFill>
                <a:latin typeface="Trebuchet MS"/>
                <a:cs typeface="Trebuchet MS"/>
              </a:rPr>
              <a:t>TableSize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− </a:t>
            </a:r>
            <a:r>
              <a:rPr sz="2400" b="1" spc="-85" dirty="0">
                <a:solidFill>
                  <a:srgbClr val="FF0000"/>
                </a:solidFill>
                <a:latin typeface="Trebuchet MS"/>
                <a:cs typeface="Trebuchet MS"/>
              </a:rPr>
              <a:t>1 </a:t>
            </a:r>
            <a:r>
              <a:rPr sz="2400" spc="-155" dirty="0">
                <a:latin typeface="Trebuchet MS"/>
                <a:cs typeface="Trebuchet MS"/>
              </a:rPr>
              <a:t>and </a:t>
            </a:r>
            <a:r>
              <a:rPr sz="2400" spc="-165" dirty="0">
                <a:latin typeface="Trebuchet MS"/>
                <a:cs typeface="Trebuchet MS"/>
              </a:rPr>
              <a:t>placed </a:t>
            </a:r>
            <a:r>
              <a:rPr sz="2400" spc="-135" dirty="0">
                <a:latin typeface="Trebuchet MS"/>
                <a:cs typeface="Trebuchet MS"/>
              </a:rPr>
              <a:t>in </a:t>
            </a:r>
            <a:r>
              <a:rPr sz="2400" spc="-145" dirty="0">
                <a:latin typeface="Trebuchet MS"/>
                <a:cs typeface="Trebuchet MS"/>
              </a:rPr>
              <a:t>the </a:t>
            </a:r>
            <a:r>
              <a:rPr sz="2400" spc="-130" dirty="0">
                <a:latin typeface="Trebuchet MS"/>
                <a:cs typeface="Trebuchet MS"/>
              </a:rPr>
              <a:t>appropriate </a:t>
            </a:r>
            <a:r>
              <a:rPr sz="2400" spc="-190" dirty="0">
                <a:latin typeface="Trebuchet MS"/>
                <a:cs typeface="Trebuchet MS"/>
              </a:rPr>
              <a:t>cell.-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b="1" spc="80" dirty="0">
                <a:solidFill>
                  <a:srgbClr val="00AF50"/>
                </a:solidFill>
                <a:latin typeface="Trebuchet MS"/>
                <a:cs typeface="Trebuchet MS"/>
              </a:rPr>
              <a:t>Hash </a:t>
            </a:r>
            <a:r>
              <a:rPr sz="2400" b="1" spc="8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b="1" spc="-5" dirty="0">
                <a:solidFill>
                  <a:srgbClr val="00AF50"/>
                </a:solidFill>
                <a:latin typeface="Trebuchet MS"/>
                <a:cs typeface="Trebuchet MS"/>
              </a:rPr>
              <a:t>Function</a:t>
            </a:r>
            <a:endParaRPr sz="24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4791" y="6095"/>
            <a:ext cx="6550152" cy="113690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2198" y="140969"/>
            <a:ext cx="58966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0" dirty="0">
                <a:solidFill>
                  <a:srgbClr val="562213"/>
                </a:solidFill>
              </a:rPr>
              <a:t>P</a:t>
            </a:r>
            <a:r>
              <a:rPr sz="4000" spc="-165" dirty="0">
                <a:solidFill>
                  <a:srgbClr val="562213"/>
                </a:solidFill>
              </a:rPr>
              <a:t>r</a:t>
            </a:r>
            <a:r>
              <a:rPr sz="4000" spc="-180" dirty="0">
                <a:solidFill>
                  <a:srgbClr val="562213"/>
                </a:solidFill>
              </a:rPr>
              <a:t>obl</a:t>
            </a:r>
            <a:r>
              <a:rPr sz="4000" spc="-200" dirty="0">
                <a:solidFill>
                  <a:srgbClr val="562213"/>
                </a:solidFill>
              </a:rPr>
              <a:t>e</a:t>
            </a:r>
            <a:r>
              <a:rPr sz="4000" spc="-165" dirty="0">
                <a:solidFill>
                  <a:srgbClr val="562213"/>
                </a:solidFill>
              </a:rPr>
              <a:t>ms</a:t>
            </a:r>
            <a:r>
              <a:rPr sz="4000" spc="-95" dirty="0">
                <a:solidFill>
                  <a:srgbClr val="562213"/>
                </a:solidFill>
              </a:rPr>
              <a:t> </a:t>
            </a:r>
            <a:r>
              <a:rPr sz="4000" spc="-160" dirty="0">
                <a:solidFill>
                  <a:srgbClr val="562213"/>
                </a:solidFill>
              </a:rPr>
              <a:t>i</a:t>
            </a:r>
            <a:r>
              <a:rPr sz="4000" spc="-300" dirty="0">
                <a:solidFill>
                  <a:srgbClr val="562213"/>
                </a:solidFill>
              </a:rPr>
              <a:t>n</a:t>
            </a:r>
            <a:r>
              <a:rPr sz="4000" spc="-100" dirty="0">
                <a:solidFill>
                  <a:srgbClr val="562213"/>
                </a:solidFill>
              </a:rPr>
              <a:t> </a:t>
            </a:r>
            <a:r>
              <a:rPr sz="4000" spc="-95" dirty="0">
                <a:solidFill>
                  <a:srgbClr val="562213"/>
                </a:solidFill>
              </a:rPr>
              <a:t>Hash</a:t>
            </a:r>
            <a:r>
              <a:rPr sz="4000" spc="-585" dirty="0">
                <a:solidFill>
                  <a:srgbClr val="562213"/>
                </a:solidFill>
              </a:rPr>
              <a:t> </a:t>
            </a:r>
            <a:r>
              <a:rPr sz="4000" spc="-420" dirty="0">
                <a:solidFill>
                  <a:srgbClr val="562213"/>
                </a:solidFill>
              </a:rPr>
              <a:t>T</a:t>
            </a:r>
            <a:r>
              <a:rPr sz="4000" spc="-300" dirty="0">
                <a:solidFill>
                  <a:srgbClr val="562213"/>
                </a:solidFill>
              </a:rPr>
              <a:t>able</a:t>
            </a:r>
            <a:r>
              <a:rPr sz="4000" spc="-484" dirty="0">
                <a:solidFill>
                  <a:srgbClr val="562213"/>
                </a:solidFill>
              </a:rPr>
              <a:t> </a:t>
            </a:r>
            <a:r>
              <a:rPr sz="4000" spc="310" dirty="0">
                <a:solidFill>
                  <a:srgbClr val="562213"/>
                </a:solidFill>
              </a:rPr>
              <a:t>ADT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1276858" y="849712"/>
            <a:ext cx="7682865" cy="220535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69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20" dirty="0">
                <a:latin typeface="Trebuchet MS"/>
                <a:cs typeface="Trebuchet MS"/>
              </a:rPr>
              <a:t>Choosi</a:t>
            </a:r>
            <a:r>
              <a:rPr sz="3200" spc="-15" dirty="0">
                <a:latin typeface="Trebuchet MS"/>
                <a:cs typeface="Trebuchet MS"/>
              </a:rPr>
              <a:t>n</a:t>
            </a:r>
            <a:r>
              <a:rPr sz="3200" spc="-240" dirty="0">
                <a:latin typeface="Trebuchet MS"/>
                <a:cs typeface="Trebuchet MS"/>
              </a:rPr>
              <a:t>g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-315" dirty="0">
                <a:latin typeface="Trebuchet MS"/>
                <a:cs typeface="Trebuchet MS"/>
              </a:rPr>
              <a:t>a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215" dirty="0">
                <a:latin typeface="Trebuchet MS"/>
                <a:cs typeface="Trebuchet MS"/>
              </a:rPr>
              <a:t>fu</a:t>
            </a:r>
            <a:r>
              <a:rPr sz="3200" spc="-245" dirty="0">
                <a:latin typeface="Trebuchet MS"/>
                <a:cs typeface="Trebuchet MS"/>
              </a:rPr>
              <a:t>n</a:t>
            </a:r>
            <a:r>
              <a:rPr sz="3200" spc="-140" dirty="0">
                <a:latin typeface="Trebuchet MS"/>
                <a:cs typeface="Trebuchet MS"/>
              </a:rPr>
              <a:t>ction</a:t>
            </a:r>
            <a:endParaRPr sz="32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14" dirty="0">
                <a:latin typeface="Trebuchet MS"/>
                <a:cs typeface="Trebuchet MS"/>
              </a:rPr>
              <a:t>Deciding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the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70" dirty="0">
                <a:latin typeface="Trebuchet MS"/>
                <a:cs typeface="Trebuchet MS"/>
              </a:rPr>
              <a:t>Hash</a:t>
            </a:r>
            <a:r>
              <a:rPr sz="3200" spc="-484" dirty="0">
                <a:latin typeface="Trebuchet MS"/>
                <a:cs typeface="Trebuchet MS"/>
              </a:rPr>
              <a:t> </a:t>
            </a:r>
            <a:r>
              <a:rPr sz="3200" spc="-330" dirty="0">
                <a:latin typeface="Trebuchet MS"/>
                <a:cs typeface="Trebuchet MS"/>
              </a:rPr>
              <a:t>T</a:t>
            </a:r>
            <a:r>
              <a:rPr sz="3200" spc="-240" dirty="0">
                <a:latin typeface="Trebuchet MS"/>
                <a:cs typeface="Trebuchet MS"/>
              </a:rPr>
              <a:t>able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Size</a:t>
            </a:r>
            <a:endParaRPr sz="3200">
              <a:latin typeface="Trebuchet MS"/>
              <a:cs typeface="Trebuchet MS"/>
            </a:endParaRPr>
          </a:p>
          <a:p>
            <a:pPr marL="295910" marR="508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14" dirty="0">
                <a:latin typeface="Trebuchet MS"/>
                <a:cs typeface="Trebuchet MS"/>
              </a:rPr>
              <a:t>Deciding</a:t>
            </a:r>
            <a:r>
              <a:rPr sz="3200" spc="5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what</a:t>
            </a:r>
            <a:r>
              <a:rPr sz="3200" dirty="0">
                <a:latin typeface="Trebuchet MS"/>
                <a:cs typeface="Trebuchet MS"/>
              </a:rPr>
              <a:t> </a:t>
            </a:r>
            <a:r>
              <a:rPr sz="3200" spc="-80" dirty="0">
                <a:latin typeface="Trebuchet MS"/>
                <a:cs typeface="Trebuchet MS"/>
              </a:rPr>
              <a:t>to</a:t>
            </a:r>
            <a:r>
              <a:rPr sz="3200" spc="5" dirty="0">
                <a:latin typeface="Trebuchet MS"/>
                <a:cs typeface="Trebuchet MS"/>
              </a:rPr>
              <a:t> </a:t>
            </a:r>
            <a:r>
              <a:rPr sz="3200" spc="-55" dirty="0">
                <a:latin typeface="Trebuchet MS"/>
                <a:cs typeface="Trebuchet MS"/>
              </a:rPr>
              <a:t>do</a:t>
            </a:r>
            <a:r>
              <a:rPr sz="3200" spc="10" dirty="0">
                <a:latin typeface="Trebuchet MS"/>
                <a:cs typeface="Trebuchet MS"/>
              </a:rPr>
              <a:t> </a:t>
            </a:r>
            <a:r>
              <a:rPr sz="3200" spc="-150" dirty="0">
                <a:latin typeface="Trebuchet MS"/>
                <a:cs typeface="Trebuchet MS"/>
              </a:rPr>
              <a:t>when</a:t>
            </a:r>
            <a:r>
              <a:rPr sz="3200" spc="20" dirty="0">
                <a:latin typeface="Trebuchet MS"/>
                <a:cs typeface="Trebuchet MS"/>
              </a:rPr>
              <a:t> </a:t>
            </a:r>
            <a:r>
              <a:rPr sz="3200" spc="-100" dirty="0">
                <a:latin typeface="Trebuchet MS"/>
                <a:cs typeface="Trebuchet MS"/>
              </a:rPr>
              <a:t>two</a:t>
            </a:r>
            <a:r>
              <a:rPr sz="3200" spc="10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keys</a:t>
            </a:r>
            <a:r>
              <a:rPr sz="3200" spc="25" dirty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hash</a:t>
            </a:r>
            <a:r>
              <a:rPr sz="3200" spc="20" dirty="0">
                <a:latin typeface="Trebuchet MS"/>
                <a:cs typeface="Trebuchet MS"/>
              </a:rPr>
              <a:t> </a:t>
            </a:r>
            <a:r>
              <a:rPr sz="3200" spc="-95" dirty="0">
                <a:latin typeface="Trebuchet MS"/>
                <a:cs typeface="Trebuchet MS"/>
              </a:rPr>
              <a:t>to </a:t>
            </a:r>
            <a:r>
              <a:rPr sz="3200" spc="-944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the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95" dirty="0">
                <a:latin typeface="Trebuchet MS"/>
                <a:cs typeface="Trebuchet MS"/>
              </a:rPr>
              <a:t>same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204" dirty="0">
                <a:latin typeface="Trebuchet MS"/>
                <a:cs typeface="Trebuchet MS"/>
              </a:rPr>
              <a:t>value(</a:t>
            </a:r>
            <a:r>
              <a:rPr sz="3200" spc="-409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Also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225" dirty="0">
                <a:latin typeface="Trebuchet MS"/>
                <a:cs typeface="Trebuchet MS"/>
              </a:rPr>
              <a:t>called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as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85" dirty="0">
                <a:latin typeface="Trebuchet MS"/>
                <a:cs typeface="Trebuchet MS"/>
              </a:rPr>
              <a:t>Collision)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1151" y="6095"/>
            <a:ext cx="3837432" cy="113690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48939" y="140969"/>
            <a:ext cx="31813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95" dirty="0">
                <a:solidFill>
                  <a:srgbClr val="562213"/>
                </a:solidFill>
              </a:rPr>
              <a:t>Hash</a:t>
            </a:r>
            <a:r>
              <a:rPr sz="4000" spc="-160" dirty="0">
                <a:solidFill>
                  <a:srgbClr val="562213"/>
                </a:solidFill>
              </a:rPr>
              <a:t> </a:t>
            </a:r>
            <a:r>
              <a:rPr sz="4000" spc="-175" dirty="0">
                <a:solidFill>
                  <a:srgbClr val="562213"/>
                </a:solidFill>
              </a:rPr>
              <a:t>Functions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1276858" y="925195"/>
            <a:ext cx="7722234" cy="38271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45720" indent="-283845" algn="just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245" dirty="0">
                <a:latin typeface="Trebuchet MS"/>
                <a:cs typeface="Trebuchet MS"/>
              </a:rPr>
              <a:t>A</a:t>
            </a:r>
            <a:r>
              <a:rPr sz="3200" spc="250" dirty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hash</a:t>
            </a:r>
            <a:r>
              <a:rPr sz="3200" spc="-165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function</a:t>
            </a:r>
            <a:r>
              <a:rPr sz="3200" spc="-170" dirty="0">
                <a:latin typeface="Trebuchet MS"/>
                <a:cs typeface="Trebuchet MS"/>
              </a:rPr>
              <a:t> </a:t>
            </a:r>
            <a:r>
              <a:rPr sz="3200" spc="-135" dirty="0">
                <a:latin typeface="Trebuchet MS"/>
                <a:cs typeface="Trebuchet MS"/>
              </a:rPr>
              <a:t>is</a:t>
            </a:r>
            <a:r>
              <a:rPr sz="3200" spc="-130" dirty="0">
                <a:latin typeface="Trebuchet MS"/>
                <a:cs typeface="Trebuchet MS"/>
              </a:rPr>
              <a:t> </a:t>
            </a:r>
            <a:r>
              <a:rPr sz="3200" spc="-315" dirty="0">
                <a:latin typeface="Trebuchet MS"/>
                <a:cs typeface="Trebuchet MS"/>
              </a:rPr>
              <a:t>a</a:t>
            </a:r>
            <a:r>
              <a:rPr sz="3200" spc="-310" dirty="0">
                <a:latin typeface="Trebuchet MS"/>
                <a:cs typeface="Trebuchet MS"/>
              </a:rPr>
              <a:t> </a:t>
            </a:r>
            <a:r>
              <a:rPr sz="3200" spc="-204" dirty="0">
                <a:latin typeface="Trebuchet MS"/>
                <a:cs typeface="Trebuchet MS"/>
              </a:rPr>
              <a:t>key</a:t>
            </a:r>
            <a:r>
              <a:rPr sz="3200" spc="-200" dirty="0">
                <a:latin typeface="Trebuchet MS"/>
                <a:cs typeface="Trebuchet MS"/>
              </a:rPr>
              <a:t> </a:t>
            </a:r>
            <a:r>
              <a:rPr sz="3200" spc="-85" dirty="0">
                <a:latin typeface="Trebuchet MS"/>
                <a:cs typeface="Trebuchet MS"/>
              </a:rPr>
              <a:t>to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50" dirty="0">
                <a:latin typeface="Trebuchet MS"/>
                <a:cs typeface="Trebuchet MS"/>
              </a:rPr>
              <a:t>address </a:t>
            </a:r>
            <a:r>
              <a:rPr sz="3200" spc="-145" dirty="0">
                <a:latin typeface="Trebuchet MS"/>
                <a:cs typeface="Trebuchet MS"/>
              </a:rPr>
              <a:t> </a:t>
            </a:r>
            <a:r>
              <a:rPr sz="3200" spc="-150" dirty="0">
                <a:latin typeface="Trebuchet MS"/>
                <a:cs typeface="Trebuchet MS"/>
              </a:rPr>
              <a:t>transformation</a:t>
            </a:r>
            <a:endParaRPr sz="3200">
              <a:latin typeface="Trebuchet MS"/>
              <a:cs typeface="Trebuchet MS"/>
            </a:endParaRPr>
          </a:p>
          <a:p>
            <a:pPr marL="295910" indent="-283845" algn="just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85" dirty="0">
                <a:latin typeface="Trebuchet MS"/>
                <a:cs typeface="Trebuchet MS"/>
              </a:rPr>
              <a:t>Determ</a:t>
            </a:r>
            <a:r>
              <a:rPr sz="3200" spc="-40" dirty="0">
                <a:latin typeface="Trebuchet MS"/>
                <a:cs typeface="Trebuchet MS"/>
              </a:rPr>
              <a:t>i</a:t>
            </a:r>
            <a:r>
              <a:rPr sz="3200" spc="-140" dirty="0">
                <a:latin typeface="Trebuchet MS"/>
                <a:cs typeface="Trebuchet MS"/>
              </a:rPr>
              <a:t>nes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114" dirty="0">
                <a:latin typeface="Trebuchet MS"/>
                <a:cs typeface="Trebuchet MS"/>
              </a:rPr>
              <a:t>pos</a:t>
            </a:r>
            <a:r>
              <a:rPr sz="3200" spc="-60" dirty="0">
                <a:latin typeface="Trebuchet MS"/>
                <a:cs typeface="Trebuchet MS"/>
              </a:rPr>
              <a:t>i</a:t>
            </a:r>
            <a:r>
              <a:rPr sz="3200" spc="-130" dirty="0">
                <a:latin typeface="Trebuchet MS"/>
                <a:cs typeface="Trebuchet MS"/>
              </a:rPr>
              <a:t>tion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204" dirty="0">
                <a:latin typeface="Trebuchet MS"/>
                <a:cs typeface="Trebuchet MS"/>
              </a:rPr>
              <a:t>o</a:t>
            </a:r>
            <a:r>
              <a:rPr sz="3200" spc="-140" dirty="0">
                <a:latin typeface="Trebuchet MS"/>
                <a:cs typeface="Trebuchet MS"/>
              </a:rPr>
              <a:t>f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80" dirty="0">
                <a:latin typeface="Trebuchet MS"/>
                <a:cs typeface="Trebuchet MS"/>
              </a:rPr>
              <a:t>k</a:t>
            </a:r>
            <a:r>
              <a:rPr sz="3200" spc="-265" dirty="0">
                <a:latin typeface="Trebuchet MS"/>
                <a:cs typeface="Trebuchet MS"/>
              </a:rPr>
              <a:t>e</a:t>
            </a:r>
            <a:r>
              <a:rPr sz="3200" spc="-175" dirty="0">
                <a:latin typeface="Trebuchet MS"/>
                <a:cs typeface="Trebuchet MS"/>
              </a:rPr>
              <a:t>y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120" dirty="0">
                <a:latin typeface="Trebuchet MS"/>
                <a:cs typeface="Trebuchet MS"/>
              </a:rPr>
              <a:t>i</a:t>
            </a:r>
            <a:r>
              <a:rPr sz="3200" spc="-235" dirty="0">
                <a:latin typeface="Trebuchet MS"/>
                <a:cs typeface="Trebuchet MS"/>
              </a:rPr>
              <a:t>n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the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a</a:t>
            </a:r>
            <a:r>
              <a:rPr sz="3200" spc="-160" dirty="0">
                <a:latin typeface="Trebuchet MS"/>
                <a:cs typeface="Trebuchet MS"/>
              </a:rPr>
              <a:t>r</a:t>
            </a:r>
            <a:r>
              <a:rPr sz="3200" spc="25" dirty="0">
                <a:latin typeface="Trebuchet MS"/>
                <a:cs typeface="Trebuchet MS"/>
              </a:rPr>
              <a:t>r</a:t>
            </a:r>
            <a:r>
              <a:rPr sz="3200" spc="-445" dirty="0">
                <a:latin typeface="Trebuchet MS"/>
                <a:cs typeface="Trebuchet MS"/>
              </a:rPr>
              <a:t>a</a:t>
            </a:r>
            <a:r>
              <a:rPr sz="3200" spc="-175" dirty="0">
                <a:latin typeface="Trebuchet MS"/>
                <a:cs typeface="Trebuchet MS"/>
              </a:rPr>
              <a:t>y</a:t>
            </a:r>
            <a:endParaRPr sz="3200">
              <a:latin typeface="Trebuchet MS"/>
              <a:cs typeface="Trebuchet MS"/>
            </a:endParaRPr>
          </a:p>
          <a:p>
            <a:pPr marL="295910" marR="5080" indent="-283845" algn="just">
              <a:lnSpc>
                <a:spcPct val="100000"/>
              </a:lnSpc>
              <a:spcBef>
                <a:spcPts val="6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55" dirty="0">
                <a:solidFill>
                  <a:srgbClr val="FF0000"/>
                </a:solidFill>
                <a:latin typeface="Trebuchet MS"/>
                <a:cs typeface="Trebuchet MS"/>
              </a:rPr>
              <a:t>For </a:t>
            </a:r>
            <a:r>
              <a:rPr sz="3200" spc="-220" dirty="0">
                <a:solidFill>
                  <a:srgbClr val="FF0000"/>
                </a:solidFill>
                <a:latin typeface="Trebuchet MS"/>
                <a:cs typeface="Trebuchet MS"/>
              </a:rPr>
              <a:t>Example: </a:t>
            </a:r>
            <a:r>
              <a:rPr sz="3200" spc="-245" dirty="0">
                <a:latin typeface="Trebuchet MS"/>
                <a:cs typeface="Trebuchet MS"/>
              </a:rPr>
              <a:t>If </a:t>
            </a:r>
            <a:r>
              <a:rPr sz="3200" spc="-195" dirty="0">
                <a:latin typeface="Trebuchet MS"/>
                <a:cs typeface="Trebuchet MS"/>
              </a:rPr>
              <a:t>the </a:t>
            </a:r>
            <a:r>
              <a:rPr sz="3200" spc="-185" dirty="0">
                <a:latin typeface="Trebuchet MS"/>
                <a:cs typeface="Trebuchet MS"/>
              </a:rPr>
              <a:t>input </a:t>
            </a:r>
            <a:r>
              <a:rPr sz="3200" spc="-170" dirty="0">
                <a:latin typeface="Trebuchet MS"/>
                <a:cs typeface="Trebuchet MS"/>
              </a:rPr>
              <a:t>keys </a:t>
            </a:r>
            <a:r>
              <a:rPr sz="3200" spc="-200" dirty="0">
                <a:latin typeface="Trebuchet MS"/>
                <a:cs typeface="Trebuchet MS"/>
              </a:rPr>
              <a:t>are integers, </a:t>
            </a:r>
            <a:r>
              <a:rPr sz="3200" spc="-195" dirty="0">
                <a:latin typeface="Trebuchet MS"/>
                <a:cs typeface="Trebuchet MS"/>
              </a:rPr>
              <a:t> </a:t>
            </a:r>
            <a:r>
              <a:rPr sz="3200" spc="-180" dirty="0">
                <a:latin typeface="Trebuchet MS"/>
                <a:cs typeface="Trebuchet MS"/>
              </a:rPr>
              <a:t>then </a:t>
            </a:r>
            <a:r>
              <a:rPr sz="3200" spc="-185" dirty="0">
                <a:latin typeface="Trebuchet MS"/>
                <a:cs typeface="Trebuchet MS"/>
              </a:rPr>
              <a:t>simply </a:t>
            </a:r>
            <a:r>
              <a:rPr sz="3200" spc="-150" dirty="0">
                <a:latin typeface="Trebuchet MS"/>
                <a:cs typeface="Trebuchet MS"/>
              </a:rPr>
              <a:t>returning </a:t>
            </a:r>
            <a:r>
              <a:rPr sz="3200" b="1" spc="-25" dirty="0">
                <a:solidFill>
                  <a:srgbClr val="00AF50"/>
                </a:solidFill>
                <a:latin typeface="Trebuchet MS"/>
                <a:cs typeface="Trebuchet MS"/>
              </a:rPr>
              <a:t>Key </a:t>
            </a:r>
            <a:r>
              <a:rPr sz="3200" b="1" spc="130" dirty="0">
                <a:solidFill>
                  <a:srgbClr val="00AF50"/>
                </a:solidFill>
                <a:latin typeface="Trebuchet MS"/>
                <a:cs typeface="Trebuchet MS"/>
              </a:rPr>
              <a:t>mod </a:t>
            </a:r>
            <a:r>
              <a:rPr sz="3200" b="1" spc="-30" dirty="0">
                <a:solidFill>
                  <a:srgbClr val="00AF50"/>
                </a:solidFill>
                <a:latin typeface="Trebuchet MS"/>
                <a:cs typeface="Trebuchet MS"/>
              </a:rPr>
              <a:t>TableSize </a:t>
            </a:r>
            <a:r>
              <a:rPr sz="3200" b="1" spc="-2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3200" spc="-110" dirty="0">
                <a:latin typeface="Trebuchet MS"/>
                <a:cs typeface="Trebuchet MS"/>
              </a:rPr>
              <a:t>i</a:t>
            </a:r>
            <a:r>
              <a:rPr sz="3200" spc="-160" dirty="0">
                <a:latin typeface="Trebuchet MS"/>
                <a:cs typeface="Trebuchet MS"/>
              </a:rPr>
              <a:t>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gene</a:t>
            </a:r>
            <a:r>
              <a:rPr sz="3200" spc="-114" dirty="0">
                <a:latin typeface="Trebuchet MS"/>
                <a:cs typeface="Trebuchet MS"/>
              </a:rPr>
              <a:t>r</a:t>
            </a:r>
            <a:r>
              <a:rPr sz="3200" spc="-295" dirty="0">
                <a:latin typeface="Trebuchet MS"/>
                <a:cs typeface="Trebuchet MS"/>
              </a:rPr>
              <a:t>al</a:t>
            </a:r>
            <a:r>
              <a:rPr sz="3200" spc="-240" dirty="0">
                <a:latin typeface="Trebuchet MS"/>
                <a:cs typeface="Trebuchet MS"/>
              </a:rPr>
              <a:t>l</a:t>
            </a:r>
            <a:r>
              <a:rPr sz="3200" spc="-175" dirty="0">
                <a:latin typeface="Trebuchet MS"/>
                <a:cs typeface="Trebuchet MS"/>
              </a:rPr>
              <a:t>y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spc="-315" dirty="0">
                <a:latin typeface="Trebuchet MS"/>
                <a:cs typeface="Trebuchet MS"/>
              </a:rPr>
              <a:t>a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35" dirty="0">
                <a:latin typeface="Trebuchet MS"/>
                <a:cs typeface="Trebuchet MS"/>
              </a:rPr>
              <a:t>r</a:t>
            </a:r>
            <a:r>
              <a:rPr sz="3200" spc="-170" dirty="0">
                <a:latin typeface="Trebuchet MS"/>
                <a:cs typeface="Trebuchet MS"/>
              </a:rPr>
              <a:t>easona</a:t>
            </a:r>
            <a:r>
              <a:rPr sz="3200" spc="-180" dirty="0">
                <a:latin typeface="Trebuchet MS"/>
                <a:cs typeface="Trebuchet MS"/>
              </a:rPr>
              <a:t>b</a:t>
            </a:r>
            <a:r>
              <a:rPr sz="3200" spc="-165" dirty="0">
                <a:latin typeface="Trebuchet MS"/>
                <a:cs typeface="Trebuchet MS"/>
              </a:rPr>
              <a:t>l</a:t>
            </a:r>
            <a:r>
              <a:rPr sz="3200" spc="-295" dirty="0">
                <a:latin typeface="Trebuchet MS"/>
                <a:cs typeface="Trebuchet MS"/>
              </a:rPr>
              <a:t>e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strate</a:t>
            </a:r>
            <a:r>
              <a:rPr sz="3200" spc="-135" dirty="0">
                <a:latin typeface="Trebuchet MS"/>
                <a:cs typeface="Trebuchet MS"/>
              </a:rPr>
              <a:t>g</a:t>
            </a:r>
            <a:r>
              <a:rPr sz="3200" spc="-175" dirty="0">
                <a:latin typeface="Trebuchet MS"/>
                <a:cs typeface="Trebuchet MS"/>
              </a:rPr>
              <a:t>y</a:t>
            </a:r>
            <a:endParaRPr sz="3200">
              <a:latin typeface="Trebuchet MS"/>
              <a:cs typeface="Trebuchet MS"/>
            </a:endParaRPr>
          </a:p>
          <a:p>
            <a:pPr marL="2447290" algn="just">
              <a:lnSpc>
                <a:spcPct val="100000"/>
              </a:lnSpc>
              <a:spcBef>
                <a:spcPts val="1839"/>
              </a:spcBef>
            </a:pPr>
            <a:r>
              <a:rPr sz="3200" b="1" spc="130" dirty="0">
                <a:solidFill>
                  <a:srgbClr val="FF0000"/>
                </a:solidFill>
                <a:latin typeface="Trebuchet MS"/>
                <a:cs typeface="Trebuchet MS"/>
              </a:rPr>
              <a:t>K</a:t>
            </a:r>
            <a:r>
              <a:rPr sz="3200" b="1" spc="-130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3200" b="1" spc="-75" dirty="0">
                <a:solidFill>
                  <a:srgbClr val="FF0000"/>
                </a:solidFill>
                <a:latin typeface="Trebuchet MS"/>
                <a:cs typeface="Trebuchet MS"/>
              </a:rPr>
              <a:t>y </a:t>
            </a:r>
            <a:r>
              <a:rPr sz="3200" b="1" spc="114" dirty="0">
                <a:solidFill>
                  <a:srgbClr val="FF0000"/>
                </a:solidFill>
                <a:latin typeface="Trebuchet MS"/>
                <a:cs typeface="Trebuchet MS"/>
              </a:rPr>
              <a:t>%</a:t>
            </a:r>
            <a:r>
              <a:rPr sz="3200" b="1" spc="-5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b="1" spc="-100" dirty="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r>
              <a:rPr sz="3200" b="1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3200" b="1" spc="-30" dirty="0">
                <a:solidFill>
                  <a:srgbClr val="FF0000"/>
                </a:solidFill>
                <a:latin typeface="Trebuchet MS"/>
                <a:cs typeface="Trebuchet MS"/>
              </a:rPr>
              <a:t>b</a:t>
            </a:r>
            <a:r>
              <a:rPr sz="3200" b="1" spc="-75" dirty="0">
                <a:solidFill>
                  <a:srgbClr val="FF0000"/>
                </a:solidFill>
                <a:latin typeface="Trebuchet MS"/>
                <a:cs typeface="Trebuchet MS"/>
              </a:rPr>
              <a:t>le</a:t>
            </a:r>
            <a:r>
              <a:rPr sz="3200" b="1" spc="-1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b="1" spc="-35" dirty="0">
                <a:solidFill>
                  <a:srgbClr val="FF0000"/>
                </a:solidFill>
                <a:latin typeface="Trebuchet MS"/>
                <a:cs typeface="Trebuchet MS"/>
              </a:rPr>
              <a:t>si</a:t>
            </a:r>
            <a:r>
              <a:rPr sz="3200" b="1" spc="-114" dirty="0">
                <a:solidFill>
                  <a:srgbClr val="FF0000"/>
                </a:solidFill>
                <a:latin typeface="Trebuchet MS"/>
                <a:cs typeface="Trebuchet MS"/>
              </a:rPr>
              <a:t>z</a:t>
            </a:r>
            <a:r>
              <a:rPr sz="3200" b="1" spc="-75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35736" y="0"/>
            <a:ext cx="8208645" cy="6858000"/>
            <a:chOff x="935736" y="0"/>
            <a:chExt cx="8208645" cy="6858000"/>
          </a:xfrm>
        </p:grpSpPr>
        <p:sp>
          <p:nvSpPr>
            <p:cNvPr id="4" name="object 4"/>
            <p:cNvSpPr/>
            <p:nvPr/>
          </p:nvSpPr>
          <p:spPr>
            <a:xfrm>
              <a:off x="1014984" y="0"/>
              <a:ext cx="8129270" cy="6858000"/>
            </a:xfrm>
            <a:custGeom>
              <a:avLst/>
              <a:gdLst/>
              <a:ahLst/>
              <a:cxnLst/>
              <a:rect l="l" t="t" r="r" b="b"/>
              <a:pathLst>
                <a:path w="8129270" h="6858000">
                  <a:moveTo>
                    <a:pt x="8129016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29016" y="6858000"/>
                  </a:lnTo>
                  <a:lnTo>
                    <a:pt x="81290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14984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144392" y="107442"/>
            <a:ext cx="34988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00" dirty="0">
                <a:solidFill>
                  <a:srgbClr val="4F271C"/>
                </a:solidFill>
              </a:rPr>
              <a:t>Hash</a:t>
            </a:r>
            <a:r>
              <a:rPr sz="4400" spc="-200" dirty="0">
                <a:solidFill>
                  <a:srgbClr val="4F271C"/>
                </a:solidFill>
              </a:rPr>
              <a:t> </a:t>
            </a:r>
            <a:r>
              <a:rPr sz="4400" spc="-190" dirty="0">
                <a:solidFill>
                  <a:srgbClr val="4F271C"/>
                </a:solidFill>
              </a:rPr>
              <a:t>Functions</a:t>
            </a:r>
            <a:endParaRPr sz="4400"/>
          </a:p>
        </p:txBody>
      </p:sp>
      <p:sp>
        <p:nvSpPr>
          <p:cNvPr id="8" name="object 8"/>
          <p:cNvSpPr txBox="1"/>
          <p:nvPr/>
        </p:nvSpPr>
        <p:spPr>
          <a:xfrm>
            <a:off x="1266571" y="1067815"/>
            <a:ext cx="54146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  <a:tab pos="922655" algn="l"/>
              </a:tabLst>
            </a:pPr>
            <a:r>
              <a:rPr sz="2400" spc="-135" dirty="0">
                <a:latin typeface="Trebuchet MS"/>
                <a:cs typeface="Trebuchet MS"/>
              </a:rPr>
              <a:t>Le</a:t>
            </a:r>
            <a:r>
              <a:rPr sz="2400" spc="-100" dirty="0">
                <a:latin typeface="Trebuchet MS"/>
                <a:cs typeface="Trebuchet MS"/>
              </a:rPr>
              <a:t>t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80" dirty="0">
                <a:latin typeface="Trebuchet MS"/>
                <a:cs typeface="Trebuchet MS"/>
              </a:rPr>
              <a:t>us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consider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f(</a:t>
            </a:r>
            <a:r>
              <a:rPr sz="2400" spc="-155" dirty="0">
                <a:latin typeface="Trebuchet MS"/>
                <a:cs typeface="Trebuchet MS"/>
              </a:rPr>
              <a:t>x</a:t>
            </a:r>
            <a:r>
              <a:rPr sz="2400" spc="-110" dirty="0">
                <a:latin typeface="Trebuchet MS"/>
                <a:cs typeface="Trebuchet MS"/>
              </a:rPr>
              <a:t>)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140" dirty="0">
                <a:latin typeface="Trebuchet MS"/>
                <a:cs typeface="Trebuchet MS"/>
              </a:rPr>
              <a:t>=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3600" b="1" spc="-5" dirty="0">
                <a:solidFill>
                  <a:srgbClr val="00AF50"/>
                </a:solidFill>
                <a:latin typeface="Trebuchet MS"/>
                <a:cs typeface="Trebuchet MS"/>
              </a:rPr>
              <a:t>x</a:t>
            </a:r>
            <a:r>
              <a:rPr sz="3600" b="1" spc="-8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3600" b="1" spc="125" dirty="0">
                <a:solidFill>
                  <a:srgbClr val="00AF50"/>
                </a:solidFill>
                <a:latin typeface="Trebuchet MS"/>
                <a:cs typeface="Trebuchet MS"/>
              </a:rPr>
              <a:t>%</a:t>
            </a:r>
            <a:r>
              <a:rPr sz="3600" b="1" spc="-9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3600" b="1" spc="-125" dirty="0">
                <a:solidFill>
                  <a:srgbClr val="00AF50"/>
                </a:solidFill>
                <a:latin typeface="Trebuchet MS"/>
                <a:cs typeface="Trebuchet MS"/>
              </a:rPr>
              <a:t>1</a:t>
            </a:r>
            <a:r>
              <a:rPr sz="3600" b="1" spc="-114" dirty="0">
                <a:solidFill>
                  <a:srgbClr val="00AF50"/>
                </a:solidFill>
                <a:latin typeface="Trebuchet MS"/>
                <a:cs typeface="Trebuchet MS"/>
              </a:rPr>
              <a:t>5</a:t>
            </a:r>
            <a:r>
              <a:rPr sz="2400" spc="-360" dirty="0">
                <a:latin typeface="Trebuchet MS"/>
                <a:cs typeface="Trebuchet MS"/>
              </a:rPr>
              <a:t>.</a:t>
            </a:r>
            <a:r>
              <a:rPr sz="2400" spc="70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Then,</a:t>
            </a:r>
            <a:endParaRPr sz="2400" dirty="0">
              <a:latin typeface="Trebuchet MS"/>
              <a:cs typeface="Trebuchet MS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590421" y="2022562"/>
          <a:ext cx="5002529" cy="7195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7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75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1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11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9931">
                <a:tc>
                  <a:txBody>
                    <a:bodyPr/>
                    <a:lstStyle/>
                    <a:p>
                      <a:pPr marR="312420" algn="r">
                        <a:lnSpc>
                          <a:spcPts val="2710"/>
                        </a:lnSpc>
                        <a:tabLst>
                          <a:tab pos="503555" algn="l"/>
                        </a:tabLst>
                      </a:pPr>
                      <a:r>
                        <a:rPr sz="2400" b="1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x	</a:t>
                      </a:r>
                      <a:r>
                        <a:rPr sz="2400" b="1" spc="-5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=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18745" algn="r">
                        <a:lnSpc>
                          <a:spcPts val="2710"/>
                        </a:lnSpc>
                      </a:pPr>
                      <a:r>
                        <a:rPr sz="2400" b="1" spc="-85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25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2710"/>
                        </a:lnSpc>
                      </a:pPr>
                      <a:r>
                        <a:rPr sz="2400" b="1" spc="-90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129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ts val="2710"/>
                        </a:lnSpc>
                      </a:pPr>
                      <a:r>
                        <a:rPr sz="2400" b="1" spc="-90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35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2710"/>
                        </a:lnSpc>
                      </a:pPr>
                      <a:r>
                        <a:rPr sz="2400" b="1" spc="-85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26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ts val="2710"/>
                        </a:lnSpc>
                        <a:tabLst>
                          <a:tab pos="630555" algn="l"/>
                        </a:tabLst>
                      </a:pPr>
                      <a:r>
                        <a:rPr sz="2400" b="1" spc="-85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47	36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578">
                <a:tc>
                  <a:txBody>
                    <a:bodyPr/>
                    <a:lstStyle/>
                    <a:p>
                      <a:pPr marR="323850" algn="r">
                        <a:lnSpc>
                          <a:spcPts val="2730"/>
                        </a:lnSpc>
                        <a:tabLst>
                          <a:tab pos="655320" algn="l"/>
                        </a:tabLst>
                      </a:pPr>
                      <a:r>
                        <a:rPr sz="2400" spc="-130" dirty="0">
                          <a:latin typeface="Trebuchet MS"/>
                          <a:cs typeface="Trebuchet MS"/>
                        </a:rPr>
                        <a:t>f(x)	</a:t>
                      </a:r>
                      <a:r>
                        <a:rPr sz="2400" spc="140" dirty="0">
                          <a:latin typeface="Trebuchet MS"/>
                          <a:cs typeface="Trebuchet MS"/>
                        </a:rPr>
                        <a:t>=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50495" algn="r">
                        <a:lnSpc>
                          <a:spcPts val="2730"/>
                        </a:lnSpc>
                      </a:pPr>
                      <a:r>
                        <a:rPr sz="2400" spc="-60" dirty="0">
                          <a:latin typeface="Trebuchet MS"/>
                          <a:cs typeface="Trebuchet MS"/>
                        </a:rPr>
                        <a:t>10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9535" algn="ctr">
                        <a:lnSpc>
                          <a:spcPts val="2730"/>
                        </a:lnSpc>
                      </a:pPr>
                      <a:r>
                        <a:rPr sz="2400" dirty="0">
                          <a:latin typeface="Trebuchet MS"/>
                          <a:cs typeface="Trebuchet MS"/>
                        </a:rPr>
                        <a:t>9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ts val="2730"/>
                        </a:lnSpc>
                      </a:pPr>
                      <a:r>
                        <a:rPr sz="2400" dirty="0">
                          <a:latin typeface="Trebuchet MS"/>
                          <a:cs typeface="Trebuchet MS"/>
                        </a:rPr>
                        <a:t>5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1435" algn="ctr">
                        <a:lnSpc>
                          <a:spcPts val="2730"/>
                        </a:lnSpc>
                      </a:pPr>
                      <a:r>
                        <a:rPr sz="2400" spc="-60" dirty="0">
                          <a:latin typeface="Trebuchet MS"/>
                          <a:cs typeface="Trebuchet MS"/>
                        </a:rPr>
                        <a:t>11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98120">
                        <a:lnSpc>
                          <a:spcPts val="2730"/>
                        </a:lnSpc>
                        <a:tabLst>
                          <a:tab pos="603250" algn="l"/>
                        </a:tabLst>
                      </a:pPr>
                      <a:r>
                        <a:rPr sz="2400" spc="-60" dirty="0">
                          <a:latin typeface="Trebuchet MS"/>
                          <a:cs typeface="Trebuchet MS"/>
                        </a:rPr>
                        <a:t>2	6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1266571" y="3085846"/>
            <a:ext cx="61575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90" dirty="0">
                <a:latin typeface="Trebuchet MS"/>
                <a:cs typeface="Trebuchet MS"/>
              </a:rPr>
              <a:t>Storing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the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keys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in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the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array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is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straightforward: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66571" y="4915280"/>
            <a:ext cx="7147559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114" dirty="0">
                <a:latin typeface="Trebuchet MS"/>
                <a:cs typeface="Trebuchet MS"/>
              </a:rPr>
              <a:t>Thus,</a:t>
            </a:r>
            <a:r>
              <a:rPr sz="2400" spc="-300" dirty="0">
                <a:latin typeface="Trebuchet MS"/>
                <a:cs typeface="Trebuchet MS"/>
              </a:rPr>
              <a:t> </a:t>
            </a:r>
            <a:r>
              <a:rPr sz="2400" b="1" spc="170" dirty="0">
                <a:latin typeface="Trebuchet MS"/>
                <a:cs typeface="Trebuchet MS"/>
              </a:rPr>
              <a:t>D</a:t>
            </a:r>
            <a:r>
              <a:rPr sz="2400" b="1" spc="140" dirty="0">
                <a:latin typeface="Trebuchet MS"/>
                <a:cs typeface="Trebuchet MS"/>
              </a:rPr>
              <a:t>e</a:t>
            </a:r>
            <a:r>
              <a:rPr sz="2400" b="1" spc="-35" dirty="0">
                <a:latin typeface="Trebuchet MS"/>
                <a:cs typeface="Trebuchet MS"/>
              </a:rPr>
              <a:t>le</a:t>
            </a:r>
            <a:r>
              <a:rPr sz="2400" b="1" spc="-40" dirty="0">
                <a:latin typeface="Trebuchet MS"/>
                <a:cs typeface="Trebuchet MS"/>
              </a:rPr>
              <a:t>t</a:t>
            </a:r>
            <a:r>
              <a:rPr sz="2400" b="1" spc="-60" dirty="0">
                <a:latin typeface="Trebuchet MS"/>
                <a:cs typeface="Trebuchet MS"/>
              </a:rPr>
              <a:t>e</a:t>
            </a:r>
            <a:r>
              <a:rPr sz="2400" b="1" spc="-45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and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b="1" spc="90" dirty="0" smtClean="0">
                <a:latin typeface="Trebuchet MS"/>
                <a:cs typeface="Trebuchet MS"/>
              </a:rPr>
              <a:t>FI</a:t>
            </a:r>
            <a:r>
              <a:rPr sz="2400" b="1" spc="405" dirty="0" smtClean="0">
                <a:latin typeface="Trebuchet MS"/>
                <a:cs typeface="Trebuchet MS"/>
              </a:rPr>
              <a:t>N</a:t>
            </a:r>
            <a:r>
              <a:rPr sz="2400" b="1" spc="395" dirty="0" smtClean="0">
                <a:latin typeface="Trebuchet MS"/>
                <a:cs typeface="Trebuchet MS"/>
              </a:rPr>
              <a:t>D</a:t>
            </a:r>
            <a:r>
              <a:rPr sz="2400" b="1" spc="-60" dirty="0" smtClean="0">
                <a:latin typeface="Trebuchet MS"/>
                <a:cs typeface="Trebuchet MS"/>
              </a:rPr>
              <a:t> </a:t>
            </a:r>
            <a:r>
              <a:rPr sz="2400" spc="-165" dirty="0">
                <a:latin typeface="Trebuchet MS"/>
                <a:cs typeface="Trebuchet MS"/>
              </a:rPr>
              <a:t>can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be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d</a:t>
            </a:r>
            <a:r>
              <a:rPr sz="2400" spc="-50" dirty="0">
                <a:latin typeface="Trebuchet MS"/>
                <a:cs typeface="Trebuchet MS"/>
              </a:rPr>
              <a:t>o</a:t>
            </a:r>
            <a:r>
              <a:rPr sz="2400" spc="-140" dirty="0">
                <a:latin typeface="Trebuchet MS"/>
                <a:cs typeface="Trebuchet MS"/>
              </a:rPr>
              <a:t>ne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i</a:t>
            </a:r>
            <a:r>
              <a:rPr sz="2400" spc="-180" dirty="0">
                <a:latin typeface="Trebuchet MS"/>
                <a:cs typeface="Trebuchet MS"/>
              </a:rPr>
              <a:t>n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155" dirty="0">
                <a:latin typeface="Trebuchet MS"/>
                <a:cs typeface="Trebuchet MS"/>
              </a:rPr>
              <a:t>O</a:t>
            </a:r>
            <a:r>
              <a:rPr sz="2400" spc="90" dirty="0">
                <a:latin typeface="Trebuchet MS"/>
                <a:cs typeface="Trebuchet MS"/>
              </a:rPr>
              <a:t>(</a:t>
            </a:r>
            <a:r>
              <a:rPr sz="2400" spc="-175" dirty="0">
                <a:latin typeface="Trebuchet MS"/>
                <a:cs typeface="Trebuchet MS"/>
              </a:rPr>
              <a:t>1),</a:t>
            </a:r>
            <a:r>
              <a:rPr sz="2400" spc="-310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and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also  </a:t>
            </a:r>
            <a:r>
              <a:rPr sz="2400" spc="-135" dirty="0">
                <a:latin typeface="Trebuchet MS"/>
                <a:cs typeface="Trebuchet MS"/>
              </a:rPr>
              <a:t>insert,</a:t>
            </a:r>
            <a:endParaRPr sz="2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450" dirty="0">
              <a:latin typeface="Trebuchet MS"/>
              <a:cs typeface="Trebuchet MS"/>
            </a:endParaRPr>
          </a:p>
          <a:p>
            <a:pPr marL="1610995">
              <a:lnSpc>
                <a:spcPct val="100000"/>
              </a:lnSpc>
            </a:pPr>
            <a:r>
              <a:rPr sz="2400" spc="-90" dirty="0">
                <a:latin typeface="Trebuchet MS"/>
                <a:cs typeface="Trebuchet MS"/>
              </a:rPr>
              <a:t>But </a:t>
            </a:r>
            <a:r>
              <a:rPr sz="2400" spc="-95" dirty="0">
                <a:latin typeface="Trebuchet MS"/>
                <a:cs typeface="Trebuchet MS"/>
              </a:rPr>
              <a:t>Except???????????</a:t>
            </a:r>
            <a:endParaRPr sz="2400" dirty="0">
              <a:latin typeface="Trebuchet MS"/>
              <a:cs typeface="Trebuchet MS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1091501" y="3710685"/>
          <a:ext cx="7695559" cy="7416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30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3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3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3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30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307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307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1307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3911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0419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0419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0419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6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7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8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9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-6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-6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-6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-6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-6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47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35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36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600" spc="-40" dirty="0">
                          <a:latin typeface="Trebuchet MS"/>
                          <a:cs typeface="Trebuchet MS"/>
                        </a:rPr>
                        <a:t>129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25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26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object 13"/>
          <p:cNvSpPr/>
          <p:nvPr/>
        </p:nvSpPr>
        <p:spPr>
          <a:xfrm>
            <a:off x="1091501" y="3710685"/>
            <a:ext cx="0" cy="754380"/>
          </a:xfrm>
          <a:custGeom>
            <a:avLst/>
            <a:gdLst/>
            <a:ahLst/>
            <a:cxnLst/>
            <a:rect l="l" t="t" r="r" b="b"/>
            <a:pathLst>
              <a:path h="754379">
                <a:moveTo>
                  <a:pt x="0" y="0"/>
                </a:moveTo>
                <a:lnTo>
                  <a:pt x="0" y="75438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35736" y="0"/>
            <a:ext cx="8208645" cy="6858000"/>
            <a:chOff x="935736" y="0"/>
            <a:chExt cx="8208645" cy="6858000"/>
          </a:xfrm>
        </p:grpSpPr>
        <p:sp>
          <p:nvSpPr>
            <p:cNvPr id="4" name="object 4"/>
            <p:cNvSpPr/>
            <p:nvPr/>
          </p:nvSpPr>
          <p:spPr>
            <a:xfrm>
              <a:off x="1014984" y="0"/>
              <a:ext cx="8129270" cy="6858000"/>
            </a:xfrm>
            <a:custGeom>
              <a:avLst/>
              <a:gdLst/>
              <a:ahLst/>
              <a:cxnLst/>
              <a:rect l="l" t="t" r="r" b="b"/>
              <a:pathLst>
                <a:path w="8129270" h="6858000">
                  <a:moveTo>
                    <a:pt x="8129016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29016" y="6858000"/>
                  </a:lnTo>
                  <a:lnTo>
                    <a:pt x="81290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14984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231642" y="463041"/>
            <a:ext cx="34988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0" dirty="0">
                <a:solidFill>
                  <a:srgbClr val="4F271C"/>
                </a:solidFill>
              </a:rPr>
              <a:t>Hash</a:t>
            </a:r>
            <a:r>
              <a:rPr sz="4400" spc="-200" dirty="0">
                <a:solidFill>
                  <a:srgbClr val="4F271C"/>
                </a:solidFill>
              </a:rPr>
              <a:t> </a:t>
            </a:r>
            <a:r>
              <a:rPr sz="4400" spc="-190" dirty="0">
                <a:solidFill>
                  <a:srgbClr val="4F271C"/>
                </a:solidFill>
              </a:rPr>
              <a:t>Functions</a:t>
            </a:r>
            <a:endParaRPr sz="4400"/>
          </a:p>
        </p:txBody>
      </p:sp>
      <p:sp>
        <p:nvSpPr>
          <p:cNvPr id="8" name="object 8"/>
          <p:cNvSpPr txBox="1"/>
          <p:nvPr/>
        </p:nvSpPr>
        <p:spPr>
          <a:xfrm>
            <a:off x="1174800" y="1423238"/>
            <a:ext cx="72155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  <a:tab pos="6048375" algn="l"/>
              </a:tabLst>
            </a:pPr>
            <a:r>
              <a:rPr sz="2800" spc="-15" dirty="0">
                <a:latin typeface="Trebuchet MS"/>
                <a:cs typeface="Trebuchet MS"/>
              </a:rPr>
              <a:t>What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165" dirty="0">
                <a:latin typeface="Trebuchet MS"/>
                <a:cs typeface="Trebuchet MS"/>
              </a:rPr>
              <a:t>happens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when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you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try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to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spc="-160" dirty="0">
                <a:latin typeface="Trebuchet MS"/>
                <a:cs typeface="Trebuchet MS"/>
              </a:rPr>
              <a:t>insert:	</a:t>
            </a:r>
            <a:r>
              <a:rPr sz="2800" spc="-5" dirty="0">
                <a:latin typeface="Trebuchet MS"/>
                <a:cs typeface="Trebuchet MS"/>
              </a:rPr>
              <a:t>x</a:t>
            </a:r>
            <a:r>
              <a:rPr sz="2800" spc="-100" dirty="0">
                <a:latin typeface="Trebuchet MS"/>
                <a:cs typeface="Trebuchet MS"/>
              </a:rPr>
              <a:t> </a:t>
            </a:r>
            <a:r>
              <a:rPr sz="2800" spc="165" dirty="0">
                <a:latin typeface="Trebuchet MS"/>
                <a:cs typeface="Trebuchet MS"/>
              </a:rPr>
              <a:t>=</a:t>
            </a:r>
            <a:r>
              <a:rPr sz="2800" spc="-10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65</a:t>
            </a:r>
            <a:r>
              <a:rPr sz="2800" spc="-105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?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18330" y="1848738"/>
            <a:ext cx="91757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66750" algn="l"/>
              </a:tabLst>
            </a:pPr>
            <a:r>
              <a:rPr sz="3200" spc="-5" dirty="0">
                <a:latin typeface="Trebuchet MS"/>
                <a:cs typeface="Trebuchet MS"/>
              </a:rPr>
              <a:t>x	</a:t>
            </a:r>
            <a:r>
              <a:rPr sz="3200" spc="190" dirty="0">
                <a:latin typeface="Trebuchet MS"/>
                <a:cs typeface="Trebuchet MS"/>
              </a:rPr>
              <a:t>=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18330" y="2334895"/>
            <a:ext cx="94488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70" dirty="0">
                <a:latin typeface="Trebuchet MS"/>
                <a:cs typeface="Trebuchet MS"/>
              </a:rPr>
              <a:t>f(x)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190" dirty="0">
                <a:latin typeface="Trebuchet MS"/>
                <a:cs typeface="Trebuchet MS"/>
              </a:rPr>
              <a:t>=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76800" y="1828800"/>
            <a:ext cx="434340" cy="10001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3835"/>
              </a:lnSpc>
              <a:spcBef>
                <a:spcPts val="105"/>
              </a:spcBef>
            </a:pPr>
            <a:r>
              <a:rPr sz="3200" spc="-75" dirty="0">
                <a:latin typeface="Trebuchet MS"/>
                <a:cs typeface="Trebuchet MS"/>
              </a:rPr>
              <a:t>65</a:t>
            </a:r>
            <a:endParaRPr sz="3200" dirty="0">
              <a:latin typeface="Trebuchet MS"/>
              <a:cs typeface="Trebuchet MS"/>
            </a:endParaRPr>
          </a:p>
          <a:p>
            <a:pPr marL="125095">
              <a:lnSpc>
                <a:spcPts val="3835"/>
              </a:lnSpc>
            </a:pPr>
            <a:r>
              <a:rPr sz="3200" spc="-80" dirty="0">
                <a:latin typeface="Trebuchet MS"/>
                <a:cs typeface="Trebuchet MS"/>
              </a:rPr>
              <a:t>5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74800" y="5048250"/>
            <a:ext cx="395922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90" dirty="0">
                <a:latin typeface="Trebuchet MS"/>
                <a:cs typeface="Trebuchet MS"/>
              </a:rPr>
              <a:t>This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20" dirty="0">
                <a:latin typeface="Trebuchet MS"/>
                <a:cs typeface="Trebuchet MS"/>
              </a:rPr>
              <a:t>i</a:t>
            </a:r>
            <a:r>
              <a:rPr sz="3200" spc="-160" dirty="0">
                <a:latin typeface="Trebuchet MS"/>
                <a:cs typeface="Trebuchet MS"/>
              </a:rPr>
              <a:t>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290" dirty="0">
                <a:latin typeface="Trebuchet MS"/>
                <a:cs typeface="Trebuchet MS"/>
              </a:rPr>
              <a:t>ca</a:t>
            </a:r>
            <a:r>
              <a:rPr sz="3200" spc="-165" dirty="0">
                <a:latin typeface="Trebuchet MS"/>
                <a:cs typeface="Trebuchet MS"/>
              </a:rPr>
              <a:t>l</a:t>
            </a:r>
            <a:r>
              <a:rPr sz="3200" spc="-190" dirty="0">
                <a:latin typeface="Trebuchet MS"/>
                <a:cs typeface="Trebuchet MS"/>
              </a:rPr>
              <a:t>le</a:t>
            </a:r>
            <a:r>
              <a:rPr sz="3200" spc="-240" dirty="0">
                <a:latin typeface="Trebuchet MS"/>
                <a:cs typeface="Trebuchet MS"/>
              </a:rPr>
              <a:t>d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315" dirty="0">
                <a:latin typeface="Trebuchet MS"/>
                <a:cs typeface="Trebuchet MS"/>
              </a:rPr>
              <a:t>a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-175" dirty="0">
                <a:solidFill>
                  <a:srgbClr val="FF0000"/>
                </a:solidFill>
                <a:latin typeface="Trebuchet MS"/>
                <a:cs typeface="Trebuchet MS"/>
              </a:rPr>
              <a:t>coll</a:t>
            </a:r>
            <a:r>
              <a:rPr sz="3200" spc="-114" dirty="0">
                <a:solidFill>
                  <a:srgbClr val="FF0000"/>
                </a:solidFill>
                <a:latin typeface="Trebuchet MS"/>
                <a:cs typeface="Trebuchet MS"/>
              </a:rPr>
              <a:t>i</a:t>
            </a:r>
            <a:r>
              <a:rPr sz="3200" spc="-85" dirty="0">
                <a:solidFill>
                  <a:srgbClr val="FF0000"/>
                </a:solidFill>
                <a:latin typeface="Trebuchet MS"/>
                <a:cs typeface="Trebuchet MS"/>
              </a:rPr>
              <a:t>sio</a:t>
            </a:r>
            <a:r>
              <a:rPr sz="3200" spc="-120" dirty="0">
                <a:solidFill>
                  <a:srgbClr val="FF0000"/>
                </a:solidFill>
                <a:latin typeface="Trebuchet MS"/>
                <a:cs typeface="Trebuchet MS"/>
              </a:rPr>
              <a:t>n</a:t>
            </a:r>
            <a:r>
              <a:rPr sz="3200" spc="-475" dirty="0">
                <a:latin typeface="Trebuchet MS"/>
                <a:cs typeface="Trebuchet MS"/>
              </a:rPr>
              <a:t>.</a:t>
            </a:r>
            <a:endParaRPr sz="3200">
              <a:latin typeface="Trebuchet MS"/>
              <a:cs typeface="Trebuchet MS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4643" y="3118167"/>
            <a:ext cx="7694549" cy="865187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3707891" y="3933063"/>
            <a:ext cx="504190" cy="360045"/>
          </a:xfrm>
          <a:prstGeom prst="rect">
            <a:avLst/>
          </a:prstGeom>
          <a:solidFill>
            <a:srgbClr val="D3EBF0"/>
          </a:solidFill>
          <a:ln w="25400">
            <a:solidFill>
              <a:srgbClr val="A9D6E1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125730">
              <a:lnSpc>
                <a:spcPct val="100000"/>
              </a:lnSpc>
              <a:spcBef>
                <a:spcPts val="270"/>
              </a:spcBef>
            </a:pPr>
            <a:r>
              <a:rPr sz="1800" b="1" spc="-65" dirty="0">
                <a:solidFill>
                  <a:srgbClr val="00AF50"/>
                </a:solidFill>
                <a:latin typeface="Trebuchet MS"/>
                <a:cs typeface="Trebuchet MS"/>
              </a:rPr>
              <a:t>65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423" y="0"/>
            <a:ext cx="9142730" cy="6858000"/>
            <a:chOff x="1423" y="0"/>
            <a:chExt cx="9142730" cy="6858000"/>
          </a:xfrm>
        </p:grpSpPr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5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4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26435" y="6095"/>
              <a:ext cx="4625340" cy="1136903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3054223" y="140969"/>
            <a:ext cx="397065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75" dirty="0">
                <a:solidFill>
                  <a:srgbClr val="562213"/>
                </a:solidFill>
              </a:rPr>
              <a:t>Handli</a:t>
            </a:r>
            <a:r>
              <a:rPr sz="4000" spc="-190" dirty="0">
                <a:solidFill>
                  <a:srgbClr val="562213"/>
                </a:solidFill>
              </a:rPr>
              <a:t>n</a:t>
            </a:r>
            <a:r>
              <a:rPr sz="4000" spc="-305" dirty="0">
                <a:solidFill>
                  <a:srgbClr val="562213"/>
                </a:solidFill>
              </a:rPr>
              <a:t>g</a:t>
            </a:r>
            <a:r>
              <a:rPr sz="4000" spc="-95" dirty="0">
                <a:solidFill>
                  <a:srgbClr val="562213"/>
                </a:solidFill>
              </a:rPr>
              <a:t> Collisio</a:t>
            </a:r>
            <a:r>
              <a:rPr sz="4000" spc="-114" dirty="0">
                <a:solidFill>
                  <a:srgbClr val="562213"/>
                </a:solidFill>
              </a:rPr>
              <a:t>n</a:t>
            </a:r>
            <a:r>
              <a:rPr sz="4000" spc="-85" dirty="0">
                <a:solidFill>
                  <a:srgbClr val="562213"/>
                </a:solidFill>
              </a:rPr>
              <a:t>s</a:t>
            </a:r>
            <a:endParaRPr sz="4000"/>
          </a:p>
        </p:txBody>
      </p:sp>
      <p:sp>
        <p:nvSpPr>
          <p:cNvPr id="16" name="object 16"/>
          <p:cNvSpPr txBox="1"/>
          <p:nvPr/>
        </p:nvSpPr>
        <p:spPr>
          <a:xfrm>
            <a:off x="1276858" y="925195"/>
            <a:ext cx="7684134" cy="5307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5080" indent="-283845" algn="just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25" dirty="0">
                <a:latin typeface="Trebuchet MS"/>
                <a:cs typeface="Trebuchet MS"/>
              </a:rPr>
              <a:t>When </a:t>
            </a:r>
            <a:r>
              <a:rPr sz="3200" spc="-240" dirty="0">
                <a:latin typeface="Trebuchet MS"/>
                <a:cs typeface="Trebuchet MS"/>
              </a:rPr>
              <a:t>an</a:t>
            </a:r>
            <a:r>
              <a:rPr sz="3200" spc="-235" dirty="0">
                <a:latin typeface="Trebuchet MS"/>
                <a:cs typeface="Trebuchet MS"/>
              </a:rPr>
              <a:t> </a:t>
            </a:r>
            <a:r>
              <a:rPr sz="3200" spc="-204" dirty="0">
                <a:latin typeface="Trebuchet MS"/>
                <a:cs typeface="Trebuchet MS"/>
              </a:rPr>
              <a:t>element</a:t>
            </a:r>
            <a:r>
              <a:rPr sz="3200" spc="-200" dirty="0">
                <a:latin typeface="Trebuchet MS"/>
                <a:cs typeface="Trebuchet MS"/>
              </a:rPr>
              <a:t> </a:t>
            </a:r>
            <a:r>
              <a:rPr sz="3200" spc="-135" dirty="0">
                <a:latin typeface="Trebuchet MS"/>
                <a:cs typeface="Trebuchet MS"/>
              </a:rPr>
              <a:t>is </a:t>
            </a:r>
            <a:r>
              <a:rPr sz="3200" spc="-180" dirty="0">
                <a:latin typeface="Trebuchet MS"/>
                <a:cs typeface="Trebuchet MS"/>
              </a:rPr>
              <a:t>inserted, </a:t>
            </a:r>
            <a:r>
              <a:rPr sz="3200" spc="-204" dirty="0">
                <a:latin typeface="Trebuchet MS"/>
                <a:cs typeface="Trebuchet MS"/>
              </a:rPr>
              <a:t>it</a:t>
            </a:r>
            <a:r>
              <a:rPr sz="3200" spc="550" dirty="0">
                <a:latin typeface="Trebuchet MS"/>
                <a:cs typeface="Trebuchet MS"/>
              </a:rPr>
              <a:t> </a:t>
            </a:r>
            <a:r>
              <a:rPr sz="3200" spc="-160" dirty="0">
                <a:latin typeface="Trebuchet MS"/>
                <a:cs typeface="Trebuchet MS"/>
              </a:rPr>
              <a:t>hashes </a:t>
            </a:r>
            <a:r>
              <a:rPr sz="3200" spc="-80" dirty="0">
                <a:latin typeface="Trebuchet MS"/>
                <a:cs typeface="Trebuchet MS"/>
              </a:rPr>
              <a:t>to 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the</a:t>
            </a:r>
            <a:r>
              <a:rPr sz="3200" spc="585" dirty="0">
                <a:latin typeface="Trebuchet MS"/>
                <a:cs typeface="Trebuchet MS"/>
              </a:rPr>
              <a:t> </a:t>
            </a:r>
            <a:r>
              <a:rPr sz="3200" spc="-200" dirty="0">
                <a:latin typeface="Trebuchet MS"/>
                <a:cs typeface="Trebuchet MS"/>
              </a:rPr>
              <a:t>same</a:t>
            </a:r>
            <a:r>
              <a:rPr sz="3200" spc="-195" dirty="0">
                <a:latin typeface="Trebuchet MS"/>
                <a:cs typeface="Trebuchet MS"/>
              </a:rPr>
              <a:t> </a:t>
            </a:r>
            <a:r>
              <a:rPr sz="3200" spc="-220" dirty="0">
                <a:latin typeface="Trebuchet MS"/>
                <a:cs typeface="Trebuchet MS"/>
              </a:rPr>
              <a:t>value</a:t>
            </a:r>
            <a:r>
              <a:rPr sz="3200" spc="-215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as</a:t>
            </a:r>
            <a:r>
              <a:rPr sz="3200" spc="585" dirty="0">
                <a:latin typeface="Trebuchet MS"/>
                <a:cs typeface="Trebuchet MS"/>
              </a:rPr>
              <a:t> </a:t>
            </a:r>
            <a:r>
              <a:rPr sz="3200" spc="-240" dirty="0">
                <a:latin typeface="Trebuchet MS"/>
                <a:cs typeface="Trebuchet MS"/>
              </a:rPr>
              <a:t>an</a:t>
            </a:r>
            <a:r>
              <a:rPr sz="3200" spc="484" dirty="0">
                <a:latin typeface="Trebuchet MS"/>
                <a:cs typeface="Trebuchet MS"/>
              </a:rPr>
              <a:t> </a:t>
            </a:r>
            <a:r>
              <a:rPr sz="3200" spc="-210" dirty="0">
                <a:latin typeface="Trebuchet MS"/>
                <a:cs typeface="Trebuchet MS"/>
              </a:rPr>
              <a:t>already</a:t>
            </a:r>
            <a:r>
              <a:rPr sz="3200" spc="-204" dirty="0">
                <a:latin typeface="Trebuchet MS"/>
                <a:cs typeface="Trebuchet MS"/>
              </a:rPr>
              <a:t> </a:t>
            </a:r>
            <a:r>
              <a:rPr sz="3200" spc="-145" dirty="0">
                <a:latin typeface="Trebuchet MS"/>
                <a:cs typeface="Trebuchet MS"/>
              </a:rPr>
              <a:t>inserted </a:t>
            </a:r>
            <a:r>
              <a:rPr sz="3200" spc="-140" dirty="0">
                <a:latin typeface="Trebuchet MS"/>
                <a:cs typeface="Trebuchet MS"/>
              </a:rPr>
              <a:t> </a:t>
            </a:r>
            <a:r>
              <a:rPr sz="3200" spc="-240" dirty="0">
                <a:latin typeface="Trebuchet MS"/>
                <a:cs typeface="Trebuchet MS"/>
              </a:rPr>
              <a:t>element, </a:t>
            </a:r>
            <a:r>
              <a:rPr sz="3200" spc="-180" dirty="0">
                <a:latin typeface="Trebuchet MS"/>
                <a:cs typeface="Trebuchet MS"/>
              </a:rPr>
              <a:t>then we </a:t>
            </a:r>
            <a:r>
              <a:rPr sz="3200" spc="-254" dirty="0">
                <a:latin typeface="Trebuchet MS"/>
                <a:cs typeface="Trebuchet MS"/>
              </a:rPr>
              <a:t>have</a:t>
            </a:r>
            <a:r>
              <a:rPr sz="3200" spc="450" dirty="0">
                <a:latin typeface="Trebuchet MS"/>
                <a:cs typeface="Trebuchet MS"/>
              </a:rPr>
              <a:t> </a:t>
            </a:r>
            <a:r>
              <a:rPr sz="3200" spc="-315" dirty="0">
                <a:latin typeface="Trebuchet MS"/>
                <a:cs typeface="Trebuchet MS"/>
              </a:rPr>
              <a:t>a</a:t>
            </a:r>
            <a:r>
              <a:rPr sz="3200" spc="335" dirty="0">
                <a:latin typeface="Trebuchet MS"/>
                <a:cs typeface="Trebuchet MS"/>
              </a:rPr>
              <a:t> </a:t>
            </a:r>
            <a:r>
              <a:rPr sz="3200" spc="-135" dirty="0">
                <a:latin typeface="Trebuchet MS"/>
                <a:cs typeface="Trebuchet MS"/>
              </a:rPr>
              <a:t>collision </a:t>
            </a:r>
            <a:r>
              <a:rPr sz="3200" spc="-210" dirty="0">
                <a:latin typeface="Trebuchet MS"/>
                <a:cs typeface="Trebuchet MS"/>
              </a:rPr>
              <a:t>and </a:t>
            </a:r>
            <a:r>
              <a:rPr sz="3200" spc="-180" dirty="0">
                <a:latin typeface="Trebuchet MS"/>
                <a:cs typeface="Trebuchet MS"/>
              </a:rPr>
              <a:t>need </a:t>
            </a:r>
            <a:r>
              <a:rPr sz="3200" spc="-175" dirty="0">
                <a:latin typeface="Trebuchet MS"/>
                <a:cs typeface="Trebuchet MS"/>
              </a:rPr>
              <a:t> </a:t>
            </a:r>
            <a:r>
              <a:rPr sz="3200" spc="-80" dirty="0">
                <a:latin typeface="Trebuchet MS"/>
                <a:cs typeface="Trebuchet MS"/>
              </a:rPr>
              <a:t>to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135" dirty="0">
                <a:latin typeface="Trebuchet MS"/>
                <a:cs typeface="Trebuchet MS"/>
              </a:rPr>
              <a:t>resolve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295" dirty="0">
                <a:latin typeface="Trebuchet MS"/>
                <a:cs typeface="Trebuchet MS"/>
              </a:rPr>
              <a:t>it.</a:t>
            </a:r>
            <a:endParaRPr sz="3200">
              <a:latin typeface="Trebuchet MS"/>
              <a:cs typeface="Trebuchet MS"/>
            </a:endParaRPr>
          </a:p>
          <a:p>
            <a:pPr marL="295910" indent="-283845" algn="just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330" dirty="0">
                <a:latin typeface="Trebuchet MS"/>
                <a:cs typeface="Trebuchet MS"/>
              </a:rPr>
              <a:t>T</a:t>
            </a:r>
            <a:r>
              <a:rPr sz="3200" spc="-160" dirty="0">
                <a:latin typeface="Trebuchet MS"/>
                <a:cs typeface="Trebuchet MS"/>
              </a:rPr>
              <a:t>ypes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204" dirty="0">
                <a:latin typeface="Trebuchet MS"/>
                <a:cs typeface="Trebuchet MS"/>
              </a:rPr>
              <a:t>o</a:t>
            </a:r>
            <a:r>
              <a:rPr sz="3200" spc="-140" dirty="0">
                <a:latin typeface="Trebuchet MS"/>
                <a:cs typeface="Trebuchet MS"/>
              </a:rPr>
              <a:t>f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70" dirty="0">
                <a:latin typeface="Trebuchet MS"/>
                <a:cs typeface="Trebuchet MS"/>
              </a:rPr>
              <a:t>Hash</a:t>
            </a:r>
            <a:r>
              <a:rPr sz="3200" spc="-130" dirty="0">
                <a:latin typeface="Trebuchet MS"/>
                <a:cs typeface="Trebuchet MS"/>
              </a:rPr>
              <a:t>i</a:t>
            </a:r>
            <a:r>
              <a:rPr sz="3200" spc="-229" dirty="0">
                <a:latin typeface="Trebuchet MS"/>
                <a:cs typeface="Trebuchet MS"/>
              </a:rPr>
              <a:t>n</a:t>
            </a:r>
            <a:r>
              <a:rPr sz="3200" spc="-240" dirty="0">
                <a:latin typeface="Trebuchet MS"/>
                <a:cs typeface="Trebuchet MS"/>
              </a:rPr>
              <a:t>g</a:t>
            </a:r>
            <a:endParaRPr sz="3200">
              <a:latin typeface="Trebuchet MS"/>
              <a:cs typeface="Trebuchet MS"/>
            </a:endParaRPr>
          </a:p>
          <a:p>
            <a:pPr marL="570230" lvl="1" indent="-238760" algn="just">
              <a:lnSpc>
                <a:spcPct val="100000"/>
              </a:lnSpc>
              <a:spcBef>
                <a:spcPts val="620"/>
              </a:spcBef>
              <a:buClr>
                <a:srgbClr val="3891A7"/>
              </a:buClr>
              <a:buFont typeface="Verdana"/>
              <a:buChar char="◦"/>
              <a:tabLst>
                <a:tab pos="570865" algn="l"/>
              </a:tabLst>
            </a:pPr>
            <a:r>
              <a:rPr sz="2800" spc="130" dirty="0">
                <a:latin typeface="Trebuchet MS"/>
                <a:cs typeface="Trebuchet MS"/>
              </a:rPr>
              <a:t>O</a:t>
            </a:r>
            <a:r>
              <a:rPr sz="2800" spc="110" dirty="0">
                <a:latin typeface="Trebuchet MS"/>
                <a:cs typeface="Trebuchet MS"/>
              </a:rPr>
              <a:t>p</a:t>
            </a:r>
            <a:r>
              <a:rPr sz="2800" spc="-160" dirty="0">
                <a:latin typeface="Trebuchet MS"/>
                <a:cs typeface="Trebuchet MS"/>
              </a:rPr>
              <a:t>en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Hashi</a:t>
            </a:r>
            <a:r>
              <a:rPr sz="2800" spc="-105" dirty="0">
                <a:latin typeface="Trebuchet MS"/>
                <a:cs typeface="Trebuchet MS"/>
              </a:rPr>
              <a:t>n</a:t>
            </a:r>
            <a:r>
              <a:rPr sz="2800" spc="-170" dirty="0">
                <a:latin typeface="Trebuchet MS"/>
                <a:cs typeface="Trebuchet MS"/>
              </a:rPr>
              <a:t>g(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25" dirty="0">
                <a:solidFill>
                  <a:srgbClr val="FF0000"/>
                </a:solidFill>
                <a:latin typeface="Trebuchet MS"/>
                <a:cs typeface="Trebuchet MS"/>
              </a:rPr>
              <a:t>Clos</a:t>
            </a:r>
            <a:r>
              <a:rPr sz="2800" spc="-20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2800" spc="-135" dirty="0">
                <a:solidFill>
                  <a:srgbClr val="FF0000"/>
                </a:solidFill>
                <a:latin typeface="Trebuchet MS"/>
                <a:cs typeface="Trebuchet MS"/>
              </a:rPr>
              <a:t>d</a:t>
            </a:r>
            <a:r>
              <a:rPr sz="2800" spc="-3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spc="40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2800" spc="5" dirty="0">
                <a:solidFill>
                  <a:srgbClr val="FF0000"/>
                </a:solidFill>
                <a:latin typeface="Trebuchet MS"/>
                <a:cs typeface="Trebuchet MS"/>
              </a:rPr>
              <a:t>d</a:t>
            </a:r>
            <a:r>
              <a:rPr sz="2800" spc="-70" dirty="0">
                <a:solidFill>
                  <a:srgbClr val="FF0000"/>
                </a:solidFill>
                <a:latin typeface="Trebuchet MS"/>
                <a:cs typeface="Trebuchet MS"/>
              </a:rPr>
              <a:t>d</a:t>
            </a:r>
            <a:r>
              <a:rPr sz="2800" spc="-114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2800" spc="-110" dirty="0">
                <a:solidFill>
                  <a:srgbClr val="FF0000"/>
                </a:solidFill>
                <a:latin typeface="Trebuchet MS"/>
                <a:cs typeface="Trebuchet MS"/>
              </a:rPr>
              <a:t>es</a:t>
            </a:r>
            <a:r>
              <a:rPr sz="2800" spc="-90" dirty="0">
                <a:solidFill>
                  <a:srgbClr val="FF0000"/>
                </a:solidFill>
                <a:latin typeface="Trebuchet MS"/>
                <a:cs typeface="Trebuchet MS"/>
              </a:rPr>
              <a:t>s</a:t>
            </a:r>
            <a:r>
              <a:rPr sz="2800" spc="-175" dirty="0">
                <a:solidFill>
                  <a:srgbClr val="FF0000"/>
                </a:solidFill>
                <a:latin typeface="Trebuchet MS"/>
                <a:cs typeface="Trebuchet MS"/>
              </a:rPr>
              <a:t>in</a:t>
            </a:r>
            <a:r>
              <a:rPr sz="2800" spc="-190" dirty="0">
                <a:solidFill>
                  <a:srgbClr val="FF0000"/>
                </a:solidFill>
                <a:latin typeface="Trebuchet MS"/>
                <a:cs typeface="Trebuchet MS"/>
              </a:rPr>
              <a:t>g</a:t>
            </a:r>
            <a:r>
              <a:rPr sz="2800" spc="-125" dirty="0">
                <a:latin typeface="Trebuchet MS"/>
                <a:cs typeface="Trebuchet MS"/>
              </a:rPr>
              <a:t>)</a:t>
            </a:r>
            <a:endParaRPr sz="2800">
              <a:latin typeface="Trebuchet MS"/>
              <a:cs typeface="Trebuchet MS"/>
            </a:endParaRPr>
          </a:p>
          <a:p>
            <a:pPr marL="588645">
              <a:lnSpc>
                <a:spcPct val="100000"/>
              </a:lnSpc>
              <a:spcBef>
                <a:spcPts val="590"/>
              </a:spcBef>
            </a:pPr>
            <a:r>
              <a:rPr sz="2400" spc="-1535" dirty="0">
                <a:solidFill>
                  <a:srgbClr val="FDB809"/>
                </a:solidFill>
                <a:latin typeface="Segoe UI Symbol"/>
                <a:cs typeface="Segoe UI Symbol"/>
              </a:rPr>
              <a:t>🞄</a:t>
            </a:r>
            <a:r>
              <a:rPr sz="2400" spc="270" dirty="0">
                <a:solidFill>
                  <a:srgbClr val="FDB809"/>
                </a:solidFill>
                <a:latin typeface="Segoe UI Symbol"/>
                <a:cs typeface="Segoe UI Symbol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Separ</a:t>
            </a:r>
            <a:r>
              <a:rPr sz="2400" spc="-155" dirty="0">
                <a:latin typeface="Trebuchet MS"/>
                <a:cs typeface="Trebuchet MS"/>
              </a:rPr>
              <a:t>ate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Chaining</a:t>
            </a:r>
            <a:endParaRPr sz="2400">
              <a:latin typeface="Trebuchet MS"/>
              <a:cs typeface="Trebuchet MS"/>
            </a:endParaRPr>
          </a:p>
          <a:p>
            <a:pPr marL="570230" lvl="1" indent="-238760" algn="just">
              <a:lnSpc>
                <a:spcPct val="100000"/>
              </a:lnSpc>
              <a:spcBef>
                <a:spcPts val="585"/>
              </a:spcBef>
              <a:buClr>
                <a:srgbClr val="3891A7"/>
              </a:buClr>
              <a:buFont typeface="Verdana"/>
              <a:buChar char="◦"/>
              <a:tabLst>
                <a:tab pos="570865" algn="l"/>
              </a:tabLst>
            </a:pPr>
            <a:r>
              <a:rPr sz="2800" spc="-25" dirty="0">
                <a:latin typeface="Trebuchet MS"/>
                <a:cs typeface="Trebuchet MS"/>
              </a:rPr>
              <a:t>Clos</a:t>
            </a:r>
            <a:r>
              <a:rPr sz="2800" spc="-20" dirty="0">
                <a:latin typeface="Trebuchet MS"/>
                <a:cs typeface="Trebuchet MS"/>
              </a:rPr>
              <a:t>e</a:t>
            </a:r>
            <a:r>
              <a:rPr sz="2800" spc="-135" dirty="0">
                <a:latin typeface="Trebuchet MS"/>
                <a:cs typeface="Trebuchet MS"/>
              </a:rPr>
              <a:t>d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Hashi</a:t>
            </a:r>
            <a:r>
              <a:rPr sz="2800" spc="-105" dirty="0">
                <a:latin typeface="Trebuchet MS"/>
                <a:cs typeface="Trebuchet MS"/>
              </a:rPr>
              <a:t>n</a:t>
            </a:r>
            <a:r>
              <a:rPr sz="2800" spc="-195" dirty="0">
                <a:latin typeface="Trebuchet MS"/>
                <a:cs typeface="Trebuchet MS"/>
              </a:rPr>
              <a:t>g</a:t>
            </a:r>
            <a:r>
              <a:rPr sz="2800" spc="-155" dirty="0">
                <a:latin typeface="Trebuchet MS"/>
                <a:cs typeface="Trebuchet MS"/>
              </a:rPr>
              <a:t>(</a:t>
            </a:r>
            <a:r>
              <a:rPr sz="2800" spc="130" dirty="0">
                <a:solidFill>
                  <a:srgbClr val="FF0000"/>
                </a:solidFill>
                <a:latin typeface="Trebuchet MS"/>
                <a:cs typeface="Trebuchet MS"/>
              </a:rPr>
              <a:t>O</a:t>
            </a:r>
            <a:r>
              <a:rPr sz="2800" spc="110" dirty="0">
                <a:solidFill>
                  <a:srgbClr val="FF0000"/>
                </a:solidFill>
                <a:latin typeface="Trebuchet MS"/>
                <a:cs typeface="Trebuchet MS"/>
              </a:rPr>
              <a:t>p</a:t>
            </a:r>
            <a:r>
              <a:rPr sz="2800" spc="-160" dirty="0">
                <a:solidFill>
                  <a:srgbClr val="FF0000"/>
                </a:solidFill>
                <a:latin typeface="Trebuchet MS"/>
                <a:cs typeface="Trebuchet MS"/>
              </a:rPr>
              <a:t>en</a:t>
            </a:r>
            <a:r>
              <a:rPr sz="2800" spc="-3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spc="40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2800" spc="5" dirty="0">
                <a:solidFill>
                  <a:srgbClr val="FF0000"/>
                </a:solidFill>
                <a:latin typeface="Trebuchet MS"/>
                <a:cs typeface="Trebuchet MS"/>
              </a:rPr>
              <a:t>d</a:t>
            </a:r>
            <a:r>
              <a:rPr sz="2800" spc="-70" dirty="0">
                <a:solidFill>
                  <a:srgbClr val="FF0000"/>
                </a:solidFill>
                <a:latin typeface="Trebuchet MS"/>
                <a:cs typeface="Trebuchet MS"/>
              </a:rPr>
              <a:t>d</a:t>
            </a:r>
            <a:r>
              <a:rPr sz="2800" spc="-114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2800" spc="-110" dirty="0">
                <a:solidFill>
                  <a:srgbClr val="FF0000"/>
                </a:solidFill>
                <a:latin typeface="Trebuchet MS"/>
                <a:cs typeface="Trebuchet MS"/>
              </a:rPr>
              <a:t>es</a:t>
            </a:r>
            <a:r>
              <a:rPr sz="2800" spc="-90" dirty="0">
                <a:solidFill>
                  <a:srgbClr val="FF0000"/>
                </a:solidFill>
                <a:latin typeface="Trebuchet MS"/>
                <a:cs typeface="Trebuchet MS"/>
              </a:rPr>
              <a:t>s</a:t>
            </a:r>
            <a:r>
              <a:rPr sz="2800" spc="-175" dirty="0">
                <a:solidFill>
                  <a:srgbClr val="FF0000"/>
                </a:solidFill>
                <a:latin typeface="Trebuchet MS"/>
                <a:cs typeface="Trebuchet MS"/>
              </a:rPr>
              <a:t>in</a:t>
            </a:r>
            <a:r>
              <a:rPr sz="2800" spc="-190" dirty="0">
                <a:solidFill>
                  <a:srgbClr val="FF0000"/>
                </a:solidFill>
                <a:latin typeface="Trebuchet MS"/>
                <a:cs typeface="Trebuchet MS"/>
              </a:rPr>
              <a:t>g</a:t>
            </a:r>
            <a:r>
              <a:rPr sz="2800" spc="-125" dirty="0">
                <a:latin typeface="Trebuchet MS"/>
                <a:cs typeface="Trebuchet MS"/>
              </a:rPr>
              <a:t>)</a:t>
            </a:r>
            <a:endParaRPr sz="2800">
              <a:latin typeface="Trebuchet MS"/>
              <a:cs typeface="Trebuchet MS"/>
            </a:endParaRPr>
          </a:p>
          <a:p>
            <a:pPr marL="588645">
              <a:lnSpc>
                <a:spcPct val="100000"/>
              </a:lnSpc>
              <a:spcBef>
                <a:spcPts val="595"/>
              </a:spcBef>
            </a:pPr>
            <a:r>
              <a:rPr sz="2400" spc="-1535" dirty="0">
                <a:solidFill>
                  <a:srgbClr val="FDB809"/>
                </a:solidFill>
                <a:latin typeface="Segoe UI Symbol"/>
                <a:cs typeface="Segoe UI Symbol"/>
              </a:rPr>
              <a:t>🞄</a:t>
            </a:r>
            <a:r>
              <a:rPr sz="2400" spc="275" dirty="0">
                <a:solidFill>
                  <a:srgbClr val="FDB809"/>
                </a:solidFill>
                <a:latin typeface="Segoe UI Symbol"/>
                <a:cs typeface="Segoe UI Symbol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Linea</a:t>
            </a:r>
            <a:r>
              <a:rPr sz="2400" spc="-100" dirty="0">
                <a:latin typeface="Trebuchet MS"/>
                <a:cs typeface="Trebuchet MS"/>
              </a:rPr>
              <a:t>r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P</a:t>
            </a:r>
            <a:r>
              <a:rPr sz="2400" spc="-105" dirty="0">
                <a:latin typeface="Trebuchet MS"/>
                <a:cs typeface="Trebuchet MS"/>
              </a:rPr>
              <a:t>r</a:t>
            </a:r>
            <a:r>
              <a:rPr sz="2400" spc="-114" dirty="0">
                <a:latin typeface="Trebuchet MS"/>
                <a:cs typeface="Trebuchet MS"/>
              </a:rPr>
              <a:t>obing</a:t>
            </a:r>
            <a:endParaRPr sz="2400">
              <a:latin typeface="Trebuchet MS"/>
              <a:cs typeface="Trebuchet MS"/>
            </a:endParaRPr>
          </a:p>
          <a:p>
            <a:pPr marL="588645">
              <a:lnSpc>
                <a:spcPct val="100000"/>
              </a:lnSpc>
              <a:spcBef>
                <a:spcPts val="575"/>
              </a:spcBef>
            </a:pPr>
            <a:r>
              <a:rPr sz="2400" spc="-1535" dirty="0">
                <a:solidFill>
                  <a:srgbClr val="FDB809"/>
                </a:solidFill>
                <a:latin typeface="Segoe UI Symbol"/>
                <a:cs typeface="Segoe UI Symbol"/>
              </a:rPr>
              <a:t>🞄</a:t>
            </a:r>
            <a:r>
              <a:rPr sz="2400" spc="270" dirty="0">
                <a:solidFill>
                  <a:srgbClr val="FDB809"/>
                </a:solidFill>
                <a:latin typeface="Segoe UI Symbol"/>
                <a:cs typeface="Segoe UI Symbol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Quad</a:t>
            </a:r>
            <a:r>
              <a:rPr sz="2400" spc="-30" dirty="0">
                <a:latin typeface="Trebuchet MS"/>
                <a:cs typeface="Trebuchet MS"/>
              </a:rPr>
              <a:t>r</a:t>
            </a:r>
            <a:r>
              <a:rPr sz="2400" spc="-175" dirty="0">
                <a:latin typeface="Trebuchet MS"/>
                <a:cs typeface="Trebuchet MS"/>
              </a:rPr>
              <a:t>atic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P</a:t>
            </a:r>
            <a:r>
              <a:rPr sz="2400" spc="-110" dirty="0">
                <a:latin typeface="Trebuchet MS"/>
                <a:cs typeface="Trebuchet MS"/>
              </a:rPr>
              <a:t>r</a:t>
            </a:r>
            <a:r>
              <a:rPr sz="2400" spc="-50" dirty="0">
                <a:latin typeface="Trebuchet MS"/>
                <a:cs typeface="Trebuchet MS"/>
              </a:rPr>
              <a:t>o</a:t>
            </a:r>
            <a:r>
              <a:rPr sz="2400" spc="-60" dirty="0">
                <a:latin typeface="Trebuchet MS"/>
                <a:cs typeface="Trebuchet MS"/>
              </a:rPr>
              <a:t>b</a:t>
            </a:r>
            <a:r>
              <a:rPr sz="2400" spc="-155" dirty="0">
                <a:latin typeface="Trebuchet MS"/>
                <a:cs typeface="Trebuchet MS"/>
              </a:rPr>
              <a:t>ing</a:t>
            </a:r>
            <a:endParaRPr sz="2400">
              <a:latin typeface="Trebuchet MS"/>
              <a:cs typeface="Trebuchet MS"/>
            </a:endParaRPr>
          </a:p>
          <a:p>
            <a:pPr marL="588645">
              <a:lnSpc>
                <a:spcPct val="100000"/>
              </a:lnSpc>
              <a:spcBef>
                <a:spcPts val="580"/>
              </a:spcBef>
            </a:pPr>
            <a:r>
              <a:rPr sz="2400" spc="-1535" dirty="0">
                <a:solidFill>
                  <a:srgbClr val="FDB809"/>
                </a:solidFill>
                <a:latin typeface="Segoe UI Symbol"/>
                <a:cs typeface="Segoe UI Symbol"/>
              </a:rPr>
              <a:t>🞄</a:t>
            </a:r>
            <a:r>
              <a:rPr sz="2400" spc="275" dirty="0">
                <a:solidFill>
                  <a:srgbClr val="FDB809"/>
                </a:solidFill>
                <a:latin typeface="Segoe UI Symbol"/>
                <a:cs typeface="Segoe UI Symbol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Double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Hashing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95400" y="76200"/>
            <a:ext cx="709993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0" dirty="0">
                <a:solidFill>
                  <a:srgbClr val="562213"/>
                </a:solidFill>
              </a:rPr>
              <a:t>Ope</a:t>
            </a:r>
            <a:r>
              <a:rPr sz="4000" spc="-25" dirty="0">
                <a:solidFill>
                  <a:srgbClr val="562213"/>
                </a:solidFill>
              </a:rPr>
              <a:t>n</a:t>
            </a:r>
            <a:r>
              <a:rPr sz="4000" spc="-105" dirty="0">
                <a:solidFill>
                  <a:srgbClr val="562213"/>
                </a:solidFill>
              </a:rPr>
              <a:t> </a:t>
            </a:r>
            <a:r>
              <a:rPr sz="4000" spc="-165" dirty="0">
                <a:solidFill>
                  <a:srgbClr val="562213"/>
                </a:solidFill>
              </a:rPr>
              <a:t>Hashing</a:t>
            </a:r>
            <a:r>
              <a:rPr sz="4000" spc="-55" dirty="0">
                <a:solidFill>
                  <a:srgbClr val="562213"/>
                </a:solidFill>
              </a:rPr>
              <a:t> </a:t>
            </a:r>
            <a:r>
              <a:rPr sz="4000" spc="-180" dirty="0">
                <a:solidFill>
                  <a:srgbClr val="562213"/>
                </a:solidFill>
              </a:rPr>
              <a:t>-</a:t>
            </a:r>
            <a:r>
              <a:rPr sz="4000" spc="-100" dirty="0">
                <a:solidFill>
                  <a:srgbClr val="562213"/>
                </a:solidFill>
              </a:rPr>
              <a:t> </a:t>
            </a:r>
            <a:r>
              <a:rPr sz="4000" spc="-195" dirty="0">
                <a:solidFill>
                  <a:srgbClr val="562213"/>
                </a:solidFill>
              </a:rPr>
              <a:t>Se</a:t>
            </a:r>
            <a:r>
              <a:rPr sz="4000" spc="-200" dirty="0">
                <a:solidFill>
                  <a:srgbClr val="562213"/>
                </a:solidFill>
              </a:rPr>
              <a:t>p</a:t>
            </a:r>
            <a:r>
              <a:rPr sz="4000" spc="-260" dirty="0">
                <a:solidFill>
                  <a:srgbClr val="562213"/>
                </a:solidFill>
              </a:rPr>
              <a:t>arate</a:t>
            </a:r>
            <a:r>
              <a:rPr sz="4000" spc="-95" dirty="0">
                <a:solidFill>
                  <a:srgbClr val="562213"/>
                </a:solidFill>
              </a:rPr>
              <a:t> </a:t>
            </a:r>
            <a:r>
              <a:rPr sz="4000" spc="440" dirty="0" smtClean="0">
                <a:solidFill>
                  <a:srgbClr val="562213"/>
                </a:solidFill>
              </a:rPr>
              <a:t>C</a:t>
            </a:r>
            <a:r>
              <a:rPr sz="4000" spc="-240" dirty="0" smtClean="0">
                <a:solidFill>
                  <a:srgbClr val="562213"/>
                </a:solidFill>
              </a:rPr>
              <a:t>haini</a:t>
            </a:r>
            <a:r>
              <a:rPr sz="4000" spc="-290" dirty="0" smtClean="0">
                <a:solidFill>
                  <a:srgbClr val="562213"/>
                </a:solidFill>
              </a:rPr>
              <a:t>n</a:t>
            </a:r>
            <a:r>
              <a:rPr sz="4000" spc="-305" dirty="0" smtClean="0">
                <a:solidFill>
                  <a:srgbClr val="562213"/>
                </a:solidFill>
              </a:rPr>
              <a:t>g</a:t>
            </a:r>
            <a:endParaRPr sz="4000" dirty="0"/>
          </a:p>
        </p:txBody>
      </p:sp>
      <p:sp>
        <p:nvSpPr>
          <p:cNvPr id="7" name="object 7"/>
          <p:cNvSpPr txBox="1"/>
          <p:nvPr/>
        </p:nvSpPr>
        <p:spPr>
          <a:xfrm>
            <a:off x="1295400" y="838200"/>
            <a:ext cx="7680325" cy="22050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5910" marR="5080" indent="-283845">
              <a:lnSpc>
                <a:spcPct val="100000"/>
              </a:lnSpc>
              <a:spcBef>
                <a:spcPts val="95"/>
              </a:spcBef>
              <a:buClr>
                <a:srgbClr val="3891A7"/>
              </a:buClr>
              <a:buSzPct val="80357"/>
              <a:buFont typeface="Segoe UI Symbol"/>
              <a:buChar char="⚫"/>
              <a:tabLst>
                <a:tab pos="296545" algn="l"/>
                <a:tab pos="992505" algn="l"/>
                <a:tab pos="1539875" algn="l"/>
                <a:tab pos="3007360" algn="l"/>
                <a:tab pos="4149090" algn="l"/>
                <a:tab pos="4846955" algn="l"/>
                <a:tab pos="6371590" algn="l"/>
              </a:tabLst>
            </a:pPr>
            <a:r>
              <a:rPr sz="2800" spc="-160" dirty="0">
                <a:latin typeface="Trebuchet MS"/>
                <a:cs typeface="Trebuchet MS"/>
              </a:rPr>
              <a:t>Le</a:t>
            </a:r>
            <a:r>
              <a:rPr sz="2800" spc="-114" dirty="0">
                <a:latin typeface="Trebuchet MS"/>
                <a:cs typeface="Trebuchet MS"/>
              </a:rPr>
              <a:t>t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105" dirty="0">
                <a:latin typeface="Trebuchet MS"/>
                <a:cs typeface="Trebuchet MS"/>
              </a:rPr>
              <a:t>u</a:t>
            </a:r>
            <a:r>
              <a:rPr sz="2800" spc="-85" dirty="0">
                <a:latin typeface="Trebuchet MS"/>
                <a:cs typeface="Trebuchet MS"/>
              </a:rPr>
              <a:t>s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180" dirty="0">
                <a:latin typeface="Trebuchet MS"/>
                <a:cs typeface="Trebuchet MS"/>
              </a:rPr>
              <a:t>c</a:t>
            </a:r>
            <a:r>
              <a:rPr sz="2800" spc="-50" dirty="0">
                <a:latin typeface="Trebuchet MS"/>
                <a:cs typeface="Trebuchet MS"/>
              </a:rPr>
              <a:t>o</a:t>
            </a:r>
            <a:r>
              <a:rPr sz="2800" spc="-45" dirty="0">
                <a:latin typeface="Trebuchet MS"/>
                <a:cs typeface="Trebuchet MS"/>
              </a:rPr>
              <a:t>n</a:t>
            </a:r>
            <a:r>
              <a:rPr sz="2800" spc="-135" dirty="0">
                <a:latin typeface="Trebuchet MS"/>
                <a:cs typeface="Trebuchet MS"/>
              </a:rPr>
              <a:t>sid</a:t>
            </a:r>
            <a:r>
              <a:rPr sz="2800" spc="-170" dirty="0">
                <a:latin typeface="Trebuchet MS"/>
                <a:cs typeface="Trebuchet MS"/>
              </a:rPr>
              <a:t>e</a:t>
            </a:r>
            <a:r>
              <a:rPr sz="2800" spc="15" dirty="0">
                <a:latin typeface="Trebuchet MS"/>
                <a:cs typeface="Trebuchet MS"/>
              </a:rPr>
              <a:t>r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125" dirty="0">
                <a:latin typeface="Trebuchet MS"/>
                <a:cs typeface="Trebuchet MS"/>
              </a:rPr>
              <a:t>w</a:t>
            </a:r>
            <a:r>
              <a:rPr sz="2800" spc="-85" dirty="0">
                <a:latin typeface="Trebuchet MS"/>
                <a:cs typeface="Trebuchet MS"/>
              </a:rPr>
              <a:t>h</a:t>
            </a:r>
            <a:r>
              <a:rPr sz="2800" spc="-100" dirty="0">
                <a:latin typeface="Trebuchet MS"/>
                <a:cs typeface="Trebuchet MS"/>
              </a:rPr>
              <a:t>e</a:t>
            </a:r>
            <a:r>
              <a:rPr sz="2800" spc="-135" dirty="0">
                <a:latin typeface="Trebuchet MS"/>
                <a:cs typeface="Trebuchet MS"/>
              </a:rPr>
              <a:t>r</a:t>
            </a:r>
            <a:r>
              <a:rPr sz="2800" spc="-190" dirty="0">
                <a:latin typeface="Trebuchet MS"/>
                <a:cs typeface="Trebuchet MS"/>
              </a:rPr>
              <a:t>e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135" dirty="0">
                <a:latin typeface="Trebuchet MS"/>
                <a:cs typeface="Trebuchet MS"/>
              </a:rPr>
              <a:t>t</a:t>
            </a:r>
            <a:r>
              <a:rPr sz="2800" spc="-200" dirty="0">
                <a:latin typeface="Trebuchet MS"/>
                <a:cs typeface="Trebuchet MS"/>
              </a:rPr>
              <a:t>h</a:t>
            </a:r>
            <a:r>
              <a:rPr sz="2800" spc="-190" dirty="0">
                <a:latin typeface="Trebuchet MS"/>
                <a:cs typeface="Trebuchet MS"/>
              </a:rPr>
              <a:t>e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370" dirty="0">
                <a:latin typeface="Trebuchet MS"/>
                <a:cs typeface="Trebuchet MS"/>
              </a:rPr>
              <a:t>f</a:t>
            </a:r>
            <a:r>
              <a:rPr sz="2800" spc="-80" dirty="0">
                <a:latin typeface="Trebuchet MS"/>
                <a:cs typeface="Trebuchet MS"/>
              </a:rPr>
              <a:t>oll</a:t>
            </a:r>
            <a:r>
              <a:rPr sz="2800" spc="-135" dirty="0">
                <a:latin typeface="Trebuchet MS"/>
                <a:cs typeface="Trebuchet MS"/>
              </a:rPr>
              <a:t>owi</a:t>
            </a:r>
            <a:r>
              <a:rPr sz="2800" spc="-155" dirty="0">
                <a:latin typeface="Trebuchet MS"/>
                <a:cs typeface="Trebuchet MS"/>
              </a:rPr>
              <a:t>n</a:t>
            </a:r>
            <a:r>
              <a:rPr sz="2800" spc="-215" dirty="0">
                <a:latin typeface="Trebuchet MS"/>
                <a:cs typeface="Trebuchet MS"/>
              </a:rPr>
              <a:t>g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180" dirty="0">
                <a:latin typeface="Trebuchet MS"/>
                <a:cs typeface="Trebuchet MS"/>
              </a:rPr>
              <a:t>el</a:t>
            </a:r>
            <a:r>
              <a:rPr sz="2800" spc="-229" dirty="0">
                <a:latin typeface="Trebuchet MS"/>
                <a:cs typeface="Trebuchet MS"/>
              </a:rPr>
              <a:t>e</a:t>
            </a:r>
            <a:r>
              <a:rPr sz="2800" spc="-220" dirty="0">
                <a:latin typeface="Trebuchet MS"/>
                <a:cs typeface="Trebuchet MS"/>
              </a:rPr>
              <a:t>m</a:t>
            </a:r>
            <a:r>
              <a:rPr sz="2800" spc="-140" dirty="0">
                <a:latin typeface="Trebuchet MS"/>
                <a:cs typeface="Trebuchet MS"/>
              </a:rPr>
              <a:t>e</a:t>
            </a:r>
            <a:r>
              <a:rPr sz="2800" spc="-110" dirty="0">
                <a:latin typeface="Trebuchet MS"/>
                <a:cs typeface="Trebuchet MS"/>
              </a:rPr>
              <a:t>nts  </a:t>
            </a:r>
            <a:r>
              <a:rPr sz="2800" spc="-60" dirty="0">
                <a:latin typeface="Trebuchet MS"/>
                <a:cs typeface="Trebuchet MS"/>
              </a:rPr>
              <a:t>st</a:t>
            </a:r>
            <a:r>
              <a:rPr sz="2800" spc="-75" dirty="0">
                <a:latin typeface="Trebuchet MS"/>
                <a:cs typeface="Trebuchet MS"/>
              </a:rPr>
              <a:t>o</a:t>
            </a:r>
            <a:r>
              <a:rPr sz="2800" spc="-50" dirty="0">
                <a:latin typeface="Trebuchet MS"/>
                <a:cs typeface="Trebuchet MS"/>
              </a:rPr>
              <a:t>r</a:t>
            </a:r>
            <a:r>
              <a:rPr sz="2800" spc="-165" dirty="0">
                <a:latin typeface="Trebuchet MS"/>
                <a:cs typeface="Trebuchet MS"/>
              </a:rPr>
              <a:t>ed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-114" dirty="0" smtClean="0">
                <a:latin typeface="Trebuchet MS"/>
                <a:cs typeface="Trebuchet MS"/>
              </a:rPr>
              <a:t>i</a:t>
            </a:r>
            <a:r>
              <a:rPr sz="2800" spc="-210" dirty="0" smtClean="0">
                <a:latin typeface="Trebuchet MS"/>
                <a:cs typeface="Trebuchet MS"/>
              </a:rPr>
              <a:t>n</a:t>
            </a:r>
            <a:r>
              <a:rPr lang="en-US" sz="2800" b="1" spc="-2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b="1" spc="-100" dirty="0" smtClean="0">
                <a:solidFill>
                  <a:srgbClr val="FF0000"/>
                </a:solidFill>
                <a:latin typeface="Trebuchet MS"/>
                <a:cs typeface="Trebuchet MS"/>
              </a:rPr>
              <a:t>16</a:t>
            </a:r>
            <a:r>
              <a:rPr sz="2800" b="1" spc="-275" dirty="0" smtClean="0">
                <a:solidFill>
                  <a:srgbClr val="FF0000"/>
                </a:solidFill>
                <a:latin typeface="Trebuchet MS"/>
                <a:cs typeface="Trebuchet MS"/>
              </a:rPr>
              <a:t>,</a:t>
            </a:r>
            <a:r>
              <a:rPr sz="2800" b="1" spc="-100" dirty="0" smtClean="0">
                <a:solidFill>
                  <a:srgbClr val="FF0000"/>
                </a:solidFill>
                <a:latin typeface="Trebuchet MS"/>
                <a:cs typeface="Trebuchet MS"/>
              </a:rPr>
              <a:t>14</a:t>
            </a:r>
            <a:r>
              <a:rPr sz="2800" b="1" spc="-270" dirty="0">
                <a:solidFill>
                  <a:srgbClr val="FF0000"/>
                </a:solidFill>
                <a:latin typeface="Trebuchet MS"/>
                <a:cs typeface="Trebuchet MS"/>
              </a:rPr>
              <a:t>,</a:t>
            </a:r>
            <a:r>
              <a:rPr sz="2800" b="1" spc="-3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lang="en-US" sz="2800" b="1" spc="-100" dirty="0" smtClean="0">
                <a:solidFill>
                  <a:srgbClr val="FF0000"/>
                </a:solidFill>
                <a:latin typeface="Trebuchet MS"/>
                <a:cs typeface="Trebuchet MS"/>
              </a:rPr>
              <a:t>29,</a:t>
            </a:r>
            <a:r>
              <a:rPr sz="2800" b="1" spc="-100" dirty="0" smtClean="0">
                <a:solidFill>
                  <a:srgbClr val="FF0000"/>
                </a:solidFill>
                <a:latin typeface="Trebuchet MS"/>
                <a:cs typeface="Trebuchet MS"/>
              </a:rPr>
              <a:t>99</a:t>
            </a:r>
            <a:r>
              <a:rPr sz="2800" b="1" spc="-275" dirty="0" smtClean="0">
                <a:solidFill>
                  <a:srgbClr val="FF0000"/>
                </a:solidFill>
                <a:latin typeface="Trebuchet MS"/>
                <a:cs typeface="Trebuchet MS"/>
              </a:rPr>
              <a:t>,</a:t>
            </a:r>
            <a:r>
              <a:rPr sz="2800" b="1" spc="-100" dirty="0" smtClean="0">
                <a:solidFill>
                  <a:srgbClr val="FF0000"/>
                </a:solidFill>
                <a:latin typeface="Trebuchet MS"/>
                <a:cs typeface="Trebuchet MS"/>
              </a:rPr>
              <a:t>12</a:t>
            </a:r>
            <a:r>
              <a:rPr lang="en-US" sz="2800" b="1" spc="-100" dirty="0" smtClean="0">
                <a:solidFill>
                  <a:srgbClr val="FF0000"/>
                </a:solidFill>
                <a:latin typeface="Trebuchet MS"/>
                <a:cs typeface="Trebuchet MS"/>
              </a:rPr>
              <a:t>9</a:t>
            </a:r>
          </a:p>
          <a:p>
            <a:pPr marL="295910" marR="5080" indent="-283845">
              <a:lnSpc>
                <a:spcPct val="100000"/>
              </a:lnSpc>
              <a:spcBef>
                <a:spcPts val="95"/>
              </a:spcBef>
              <a:buClr>
                <a:srgbClr val="3891A7"/>
              </a:buClr>
              <a:buSzPct val="80357"/>
              <a:buFont typeface="Segoe UI Symbol"/>
              <a:buChar char="⚫"/>
              <a:tabLst>
                <a:tab pos="296545" algn="l"/>
                <a:tab pos="992505" algn="l"/>
                <a:tab pos="1539875" algn="l"/>
                <a:tab pos="3007360" algn="l"/>
                <a:tab pos="4149090" algn="l"/>
                <a:tab pos="4846955" algn="l"/>
                <a:tab pos="6371590" algn="l"/>
              </a:tabLst>
            </a:pPr>
            <a:endParaRPr lang="en-US" sz="2800" b="1" spc="-100" dirty="0" smtClean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12065" marR="5080">
              <a:lnSpc>
                <a:spcPct val="100000"/>
              </a:lnSpc>
              <a:spcBef>
                <a:spcPts val="95"/>
              </a:spcBef>
              <a:buClr>
                <a:srgbClr val="3891A7"/>
              </a:buClr>
              <a:buSzPct val="80357"/>
              <a:tabLst>
                <a:tab pos="296545" algn="l"/>
                <a:tab pos="992505" algn="l"/>
                <a:tab pos="1539875" algn="l"/>
                <a:tab pos="3007360" algn="l"/>
                <a:tab pos="4149090" algn="l"/>
                <a:tab pos="4846955" algn="l"/>
                <a:tab pos="6371590" algn="l"/>
              </a:tabLst>
            </a:pPr>
            <a:endParaRPr lang="en-US" sz="2800" b="1" spc="-100" dirty="0" smtClean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12065" marR="5080">
              <a:lnSpc>
                <a:spcPct val="100000"/>
              </a:lnSpc>
              <a:spcBef>
                <a:spcPts val="95"/>
              </a:spcBef>
              <a:buClr>
                <a:srgbClr val="3891A7"/>
              </a:buClr>
              <a:buSzPct val="80357"/>
              <a:tabLst>
                <a:tab pos="296545" algn="l"/>
                <a:tab pos="992505" algn="l"/>
                <a:tab pos="1539875" algn="l"/>
                <a:tab pos="3007360" algn="l"/>
                <a:tab pos="4149090" algn="l"/>
                <a:tab pos="4846955" algn="l"/>
                <a:tab pos="6371590" algn="l"/>
              </a:tabLst>
            </a:pPr>
            <a:endParaRPr sz="2800" dirty="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24000" y="6172200"/>
            <a:ext cx="73393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95"/>
              </a:spcBef>
              <a:buClr>
                <a:srgbClr val="3891A7"/>
              </a:buClr>
              <a:buSzPct val="80357"/>
              <a:buFont typeface="Segoe UI Symbol"/>
              <a:buChar char="⚫"/>
              <a:tabLst>
                <a:tab pos="296545" algn="l"/>
              </a:tabLst>
            </a:pPr>
            <a:r>
              <a:rPr sz="2800" spc="110" dirty="0">
                <a:latin typeface="Trebuchet MS"/>
                <a:cs typeface="Trebuchet MS"/>
              </a:rPr>
              <a:t>N</a:t>
            </a:r>
            <a:r>
              <a:rPr sz="2800" spc="50" dirty="0">
                <a:latin typeface="Trebuchet MS"/>
                <a:cs typeface="Trebuchet MS"/>
              </a:rPr>
              <a:t>e</a:t>
            </a:r>
            <a:r>
              <a:rPr sz="2800" spc="-75" dirty="0">
                <a:latin typeface="Trebuchet MS"/>
                <a:cs typeface="Trebuchet MS"/>
              </a:rPr>
              <a:t>w </a:t>
            </a:r>
            <a:r>
              <a:rPr sz="2800" spc="-155" dirty="0">
                <a:latin typeface="Trebuchet MS"/>
                <a:cs typeface="Trebuchet MS"/>
              </a:rPr>
              <a:t>k</a:t>
            </a:r>
            <a:r>
              <a:rPr sz="2800" spc="-235" dirty="0">
                <a:latin typeface="Trebuchet MS"/>
                <a:cs typeface="Trebuchet MS"/>
              </a:rPr>
              <a:t>e</a:t>
            </a:r>
            <a:r>
              <a:rPr sz="2800" spc="-110" dirty="0">
                <a:latin typeface="Trebuchet MS"/>
                <a:cs typeface="Trebuchet MS"/>
              </a:rPr>
              <a:t>ys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g</a:t>
            </a:r>
            <a:r>
              <a:rPr sz="2800" spc="-90" dirty="0">
                <a:latin typeface="Trebuchet MS"/>
                <a:cs typeface="Trebuchet MS"/>
              </a:rPr>
              <a:t>o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spc="-275" dirty="0">
                <a:latin typeface="Trebuchet MS"/>
                <a:cs typeface="Trebuchet MS"/>
              </a:rPr>
              <a:t>a</a:t>
            </a:r>
            <a:r>
              <a:rPr sz="2800" spc="-200" dirty="0">
                <a:latin typeface="Trebuchet MS"/>
                <a:cs typeface="Trebuchet MS"/>
              </a:rPr>
              <a:t>t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t</a:t>
            </a:r>
            <a:r>
              <a:rPr sz="2800" spc="-180" dirty="0">
                <a:latin typeface="Trebuchet MS"/>
                <a:cs typeface="Trebuchet MS"/>
              </a:rPr>
              <a:t>h</a:t>
            </a:r>
            <a:r>
              <a:rPr sz="2800" spc="-190" dirty="0">
                <a:latin typeface="Trebuchet MS"/>
                <a:cs typeface="Trebuchet MS"/>
              </a:rPr>
              <a:t>e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155" dirty="0">
                <a:latin typeface="Trebuchet MS"/>
                <a:cs typeface="Trebuchet MS"/>
              </a:rPr>
              <a:t>f</a:t>
            </a:r>
            <a:r>
              <a:rPr sz="2800" spc="-245" dirty="0">
                <a:latin typeface="Trebuchet MS"/>
                <a:cs typeface="Trebuchet MS"/>
              </a:rPr>
              <a:t>r</a:t>
            </a:r>
            <a:r>
              <a:rPr sz="2800" spc="-50" dirty="0">
                <a:latin typeface="Trebuchet MS"/>
                <a:cs typeface="Trebuchet MS"/>
              </a:rPr>
              <a:t>o</a:t>
            </a:r>
            <a:r>
              <a:rPr sz="2800" spc="-45" dirty="0">
                <a:latin typeface="Trebuchet MS"/>
                <a:cs typeface="Trebuchet MS"/>
              </a:rPr>
              <a:t>n</a:t>
            </a:r>
            <a:r>
              <a:rPr sz="2800" spc="-180" dirty="0">
                <a:latin typeface="Trebuchet MS"/>
                <a:cs typeface="Trebuchet MS"/>
              </a:rPr>
              <a:t>t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spc="-175" dirty="0">
                <a:latin typeface="Trebuchet MS"/>
                <a:cs typeface="Trebuchet MS"/>
              </a:rPr>
              <a:t>o</a:t>
            </a:r>
            <a:r>
              <a:rPr sz="2800" spc="-125" dirty="0">
                <a:latin typeface="Trebuchet MS"/>
                <a:cs typeface="Trebuchet MS"/>
              </a:rPr>
              <a:t>f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t</a:t>
            </a:r>
            <a:r>
              <a:rPr sz="2800" spc="-180" dirty="0">
                <a:latin typeface="Trebuchet MS"/>
                <a:cs typeface="Trebuchet MS"/>
              </a:rPr>
              <a:t>h</a:t>
            </a:r>
            <a:r>
              <a:rPr sz="2800" spc="-190" dirty="0">
                <a:latin typeface="Trebuchet MS"/>
                <a:cs typeface="Trebuchet MS"/>
              </a:rPr>
              <a:t>e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r</a:t>
            </a:r>
            <a:r>
              <a:rPr sz="2800" spc="-130" dirty="0">
                <a:latin typeface="Trebuchet MS"/>
                <a:cs typeface="Trebuchet MS"/>
              </a:rPr>
              <a:t>es</a:t>
            </a:r>
            <a:r>
              <a:rPr sz="2800" spc="-145" dirty="0">
                <a:latin typeface="Trebuchet MS"/>
                <a:cs typeface="Trebuchet MS"/>
              </a:rPr>
              <a:t>p</a:t>
            </a:r>
            <a:r>
              <a:rPr sz="2800" spc="-195" dirty="0">
                <a:latin typeface="Trebuchet MS"/>
                <a:cs typeface="Trebuchet MS"/>
              </a:rPr>
              <a:t>ec</a:t>
            </a:r>
            <a:r>
              <a:rPr sz="2800" spc="-145" dirty="0">
                <a:latin typeface="Trebuchet MS"/>
                <a:cs typeface="Trebuchet MS"/>
              </a:rPr>
              <a:t>t</a:t>
            </a:r>
            <a:r>
              <a:rPr sz="2800" spc="-130" dirty="0">
                <a:latin typeface="Trebuchet MS"/>
                <a:cs typeface="Trebuchet MS"/>
              </a:rPr>
              <a:t>i</a:t>
            </a:r>
            <a:r>
              <a:rPr sz="2800" spc="-275" dirty="0">
                <a:latin typeface="Trebuchet MS"/>
                <a:cs typeface="Trebuchet MS"/>
              </a:rPr>
              <a:t>v</a:t>
            </a:r>
            <a:r>
              <a:rPr sz="2800" spc="-190" dirty="0">
                <a:latin typeface="Trebuchet MS"/>
                <a:cs typeface="Trebuchet MS"/>
              </a:rPr>
              <a:t>e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175" dirty="0">
                <a:latin typeface="Trebuchet MS"/>
                <a:cs typeface="Trebuchet MS"/>
              </a:rPr>
              <a:t>chai</a:t>
            </a:r>
            <a:r>
              <a:rPr sz="2800" spc="-200" dirty="0">
                <a:latin typeface="Trebuchet MS"/>
                <a:cs typeface="Trebuchet MS"/>
              </a:rPr>
              <a:t>n</a:t>
            </a:r>
            <a:r>
              <a:rPr sz="2800" spc="-420" dirty="0">
                <a:latin typeface="Trebuchet MS"/>
                <a:cs typeface="Trebuchet MS"/>
              </a:rPr>
              <a:t>.</a:t>
            </a:r>
            <a:endParaRPr sz="2800" dirty="0">
              <a:latin typeface="Trebuchet MS"/>
              <a:cs typeface="Trebuchet MS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531847"/>
              </p:ext>
            </p:extLst>
          </p:nvPr>
        </p:nvGraphicFramePr>
        <p:xfrm>
          <a:off x="1192046" y="4192001"/>
          <a:ext cx="7700006" cy="8817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30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3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3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3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73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371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1371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0482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44088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6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7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8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9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spc="-6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spc="-6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spc="-6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spc="-6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spc="-6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8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16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47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35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36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127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600" spc="-40" dirty="0">
                          <a:latin typeface="Trebuchet MS"/>
                          <a:cs typeface="Trebuchet MS"/>
                        </a:rPr>
                        <a:t>99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25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26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45" dirty="0">
                          <a:latin typeface="Trebuchet MS"/>
                          <a:cs typeface="Trebuchet MS"/>
                        </a:rPr>
                        <a:t>14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8565362" y="4949626"/>
            <a:ext cx="99695" cy="685490"/>
          </a:xfrm>
          <a:custGeom>
            <a:avLst/>
            <a:gdLst/>
            <a:ahLst/>
            <a:cxnLst/>
            <a:rect l="l" t="t" r="r" b="b"/>
            <a:pathLst>
              <a:path w="99695" h="576579">
                <a:moveTo>
                  <a:pt x="5333" y="485013"/>
                </a:moveTo>
                <a:lnTo>
                  <a:pt x="3048" y="486283"/>
                </a:lnTo>
                <a:lnTo>
                  <a:pt x="761" y="487679"/>
                </a:lnTo>
                <a:lnTo>
                  <a:pt x="0" y="490600"/>
                </a:lnTo>
                <a:lnTo>
                  <a:pt x="1270" y="492887"/>
                </a:lnTo>
                <a:lnTo>
                  <a:pt x="49910" y="576072"/>
                </a:lnTo>
                <a:lnTo>
                  <a:pt x="55391" y="566674"/>
                </a:lnTo>
                <a:lnTo>
                  <a:pt x="45084" y="566674"/>
                </a:lnTo>
                <a:lnTo>
                  <a:pt x="45084" y="549021"/>
                </a:lnTo>
                <a:lnTo>
                  <a:pt x="9525" y="488061"/>
                </a:lnTo>
                <a:lnTo>
                  <a:pt x="8127" y="485775"/>
                </a:lnTo>
                <a:lnTo>
                  <a:pt x="5333" y="485013"/>
                </a:lnTo>
                <a:close/>
              </a:path>
              <a:path w="99695" h="576579">
                <a:moveTo>
                  <a:pt x="45085" y="549021"/>
                </a:moveTo>
                <a:lnTo>
                  <a:pt x="45084" y="566674"/>
                </a:lnTo>
                <a:lnTo>
                  <a:pt x="54609" y="566674"/>
                </a:lnTo>
                <a:lnTo>
                  <a:pt x="54609" y="564261"/>
                </a:lnTo>
                <a:lnTo>
                  <a:pt x="45720" y="564261"/>
                </a:lnTo>
                <a:lnTo>
                  <a:pt x="49847" y="557185"/>
                </a:lnTo>
                <a:lnTo>
                  <a:pt x="45085" y="549021"/>
                </a:lnTo>
                <a:close/>
              </a:path>
              <a:path w="99695" h="576579">
                <a:moveTo>
                  <a:pt x="94487" y="485013"/>
                </a:moveTo>
                <a:lnTo>
                  <a:pt x="91566" y="485775"/>
                </a:lnTo>
                <a:lnTo>
                  <a:pt x="90170" y="488061"/>
                </a:lnTo>
                <a:lnTo>
                  <a:pt x="54609" y="549021"/>
                </a:lnTo>
                <a:lnTo>
                  <a:pt x="54609" y="566674"/>
                </a:lnTo>
                <a:lnTo>
                  <a:pt x="55391" y="566674"/>
                </a:lnTo>
                <a:lnTo>
                  <a:pt x="98425" y="492887"/>
                </a:lnTo>
                <a:lnTo>
                  <a:pt x="99695" y="490600"/>
                </a:lnTo>
                <a:lnTo>
                  <a:pt x="98932" y="487679"/>
                </a:lnTo>
                <a:lnTo>
                  <a:pt x="96647" y="486283"/>
                </a:lnTo>
                <a:lnTo>
                  <a:pt x="94487" y="485013"/>
                </a:lnTo>
                <a:close/>
              </a:path>
              <a:path w="99695" h="576579">
                <a:moveTo>
                  <a:pt x="49847" y="557185"/>
                </a:moveTo>
                <a:lnTo>
                  <a:pt x="45720" y="564261"/>
                </a:lnTo>
                <a:lnTo>
                  <a:pt x="53975" y="564261"/>
                </a:lnTo>
                <a:lnTo>
                  <a:pt x="49847" y="557185"/>
                </a:lnTo>
                <a:close/>
              </a:path>
              <a:path w="99695" h="576579">
                <a:moveTo>
                  <a:pt x="54609" y="549021"/>
                </a:moveTo>
                <a:lnTo>
                  <a:pt x="49847" y="557185"/>
                </a:lnTo>
                <a:lnTo>
                  <a:pt x="53975" y="564261"/>
                </a:lnTo>
                <a:lnTo>
                  <a:pt x="54609" y="564261"/>
                </a:lnTo>
                <a:lnTo>
                  <a:pt x="54609" y="549021"/>
                </a:lnTo>
                <a:close/>
              </a:path>
              <a:path w="99695" h="576579">
                <a:moveTo>
                  <a:pt x="54609" y="0"/>
                </a:moveTo>
                <a:lnTo>
                  <a:pt x="45084" y="0"/>
                </a:lnTo>
                <a:lnTo>
                  <a:pt x="45085" y="549021"/>
                </a:lnTo>
                <a:lnTo>
                  <a:pt x="49847" y="557185"/>
                </a:lnTo>
                <a:lnTo>
                  <a:pt x="54609" y="549021"/>
                </a:lnTo>
                <a:lnTo>
                  <a:pt x="54609" y="0"/>
                </a:lnTo>
                <a:close/>
              </a:path>
            </a:pathLst>
          </a:custGeom>
          <a:solidFill>
            <a:srgbClr val="3891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471254" y="5652896"/>
            <a:ext cx="432434" cy="360045"/>
          </a:xfrm>
          <a:prstGeom prst="rect">
            <a:avLst/>
          </a:prstGeom>
          <a:solidFill>
            <a:srgbClr val="3891A7"/>
          </a:solidFill>
          <a:ln w="25400">
            <a:solidFill>
              <a:srgbClr val="256979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270"/>
              </a:spcBef>
            </a:pP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29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973038" y="4967915"/>
            <a:ext cx="100330" cy="685490"/>
          </a:xfrm>
          <a:custGeom>
            <a:avLst/>
            <a:gdLst/>
            <a:ahLst/>
            <a:cxnLst/>
            <a:rect l="l" t="t" r="r" b="b"/>
            <a:pathLst>
              <a:path w="100329" h="576579">
                <a:moveTo>
                  <a:pt x="5333" y="485013"/>
                </a:moveTo>
                <a:lnTo>
                  <a:pt x="761" y="487552"/>
                </a:lnTo>
                <a:lnTo>
                  <a:pt x="0" y="490474"/>
                </a:lnTo>
                <a:lnTo>
                  <a:pt x="1269" y="492760"/>
                </a:lnTo>
                <a:lnTo>
                  <a:pt x="49910" y="576072"/>
                </a:lnTo>
                <a:lnTo>
                  <a:pt x="55457" y="566547"/>
                </a:lnTo>
                <a:lnTo>
                  <a:pt x="45084" y="566547"/>
                </a:lnTo>
                <a:lnTo>
                  <a:pt x="45084" y="549021"/>
                </a:lnTo>
                <a:lnTo>
                  <a:pt x="9525" y="488061"/>
                </a:lnTo>
                <a:lnTo>
                  <a:pt x="8254" y="485775"/>
                </a:lnTo>
                <a:lnTo>
                  <a:pt x="5333" y="485013"/>
                </a:lnTo>
                <a:close/>
              </a:path>
              <a:path w="100329" h="576579">
                <a:moveTo>
                  <a:pt x="45085" y="549021"/>
                </a:moveTo>
                <a:lnTo>
                  <a:pt x="45084" y="566547"/>
                </a:lnTo>
                <a:lnTo>
                  <a:pt x="54609" y="566547"/>
                </a:lnTo>
                <a:lnTo>
                  <a:pt x="54609" y="564261"/>
                </a:lnTo>
                <a:lnTo>
                  <a:pt x="45719" y="564261"/>
                </a:lnTo>
                <a:lnTo>
                  <a:pt x="49847" y="557185"/>
                </a:lnTo>
                <a:lnTo>
                  <a:pt x="45085" y="549021"/>
                </a:lnTo>
                <a:close/>
              </a:path>
              <a:path w="100329" h="576579">
                <a:moveTo>
                  <a:pt x="94487" y="485013"/>
                </a:moveTo>
                <a:lnTo>
                  <a:pt x="91566" y="485775"/>
                </a:lnTo>
                <a:lnTo>
                  <a:pt x="90169" y="488061"/>
                </a:lnTo>
                <a:lnTo>
                  <a:pt x="54609" y="549021"/>
                </a:lnTo>
                <a:lnTo>
                  <a:pt x="54609" y="566547"/>
                </a:lnTo>
                <a:lnTo>
                  <a:pt x="55457" y="566547"/>
                </a:lnTo>
                <a:lnTo>
                  <a:pt x="98425" y="492760"/>
                </a:lnTo>
                <a:lnTo>
                  <a:pt x="99821" y="490474"/>
                </a:lnTo>
                <a:lnTo>
                  <a:pt x="99059" y="487552"/>
                </a:lnTo>
                <a:lnTo>
                  <a:pt x="94487" y="485013"/>
                </a:lnTo>
                <a:close/>
              </a:path>
              <a:path w="100329" h="576579">
                <a:moveTo>
                  <a:pt x="49847" y="557185"/>
                </a:moveTo>
                <a:lnTo>
                  <a:pt x="45719" y="564261"/>
                </a:lnTo>
                <a:lnTo>
                  <a:pt x="53975" y="564261"/>
                </a:lnTo>
                <a:lnTo>
                  <a:pt x="49847" y="557185"/>
                </a:lnTo>
                <a:close/>
              </a:path>
              <a:path w="100329" h="576579">
                <a:moveTo>
                  <a:pt x="54609" y="549021"/>
                </a:moveTo>
                <a:lnTo>
                  <a:pt x="49847" y="557185"/>
                </a:lnTo>
                <a:lnTo>
                  <a:pt x="53975" y="564261"/>
                </a:lnTo>
                <a:lnTo>
                  <a:pt x="54609" y="564261"/>
                </a:lnTo>
                <a:lnTo>
                  <a:pt x="54609" y="549021"/>
                </a:lnTo>
                <a:close/>
              </a:path>
              <a:path w="100329" h="576579">
                <a:moveTo>
                  <a:pt x="54609" y="0"/>
                </a:moveTo>
                <a:lnTo>
                  <a:pt x="45084" y="0"/>
                </a:lnTo>
                <a:lnTo>
                  <a:pt x="45085" y="549021"/>
                </a:lnTo>
                <a:lnTo>
                  <a:pt x="49847" y="557185"/>
                </a:lnTo>
                <a:lnTo>
                  <a:pt x="54609" y="549021"/>
                </a:lnTo>
                <a:lnTo>
                  <a:pt x="54609" y="0"/>
                </a:lnTo>
                <a:close/>
              </a:path>
            </a:pathLst>
          </a:custGeom>
          <a:solidFill>
            <a:srgbClr val="3891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662903" y="5624957"/>
            <a:ext cx="648335" cy="360045"/>
          </a:xfrm>
          <a:prstGeom prst="rect">
            <a:avLst/>
          </a:prstGeom>
          <a:solidFill>
            <a:srgbClr val="3891A7"/>
          </a:solidFill>
          <a:ln w="25400">
            <a:solidFill>
              <a:srgbClr val="256979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153035">
              <a:lnSpc>
                <a:spcPct val="100000"/>
              </a:lnSpc>
              <a:spcBef>
                <a:spcPts val="270"/>
              </a:spcBef>
            </a:pP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129</a:t>
            </a:r>
            <a:endParaRPr sz="1800">
              <a:latin typeface="Trebuchet MS"/>
              <a:cs typeface="Trebuchet MS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7710304"/>
              </p:ext>
            </p:extLst>
          </p:nvPr>
        </p:nvGraphicFramePr>
        <p:xfrm>
          <a:off x="1752600" y="2819400"/>
          <a:ext cx="6096000" cy="1036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6548507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89472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280833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773883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49201704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793515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spc="-100" dirty="0" smtClean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en-US" sz="2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>
                          <a:solidFill>
                            <a:srgbClr val="FF0000"/>
                          </a:solidFill>
                        </a:rPr>
                        <a:t>14</a:t>
                      </a:r>
                      <a:endParaRPr lang="en-US" sz="2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>
                          <a:solidFill>
                            <a:srgbClr val="FF0000"/>
                          </a:solidFill>
                        </a:rPr>
                        <a:t>16</a:t>
                      </a:r>
                      <a:endParaRPr lang="en-US" sz="2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>
                          <a:solidFill>
                            <a:srgbClr val="FF0000"/>
                          </a:solidFill>
                        </a:rPr>
                        <a:t>29</a:t>
                      </a:r>
                      <a:endParaRPr lang="en-US" sz="2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>
                          <a:solidFill>
                            <a:srgbClr val="FF0000"/>
                          </a:solidFill>
                        </a:rPr>
                        <a:t>99</a:t>
                      </a:r>
                      <a:endParaRPr lang="en-US" sz="2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>
                          <a:solidFill>
                            <a:srgbClr val="FF0000"/>
                          </a:solidFill>
                        </a:rPr>
                        <a:t>129</a:t>
                      </a:r>
                      <a:endParaRPr lang="en-US" sz="2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0970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spc="-100" dirty="0" smtClean="0"/>
                        <a:t>f(x)</a:t>
                      </a:r>
                      <a:endParaRPr lang="en-US" sz="2800" b="1" spc="-100" dirty="0" smtClean="0">
                        <a:solidFill>
                          <a:schemeClr val="tx1"/>
                        </a:solidFill>
                        <a:latin typeface="Trebuchet MS"/>
                        <a:cs typeface="Trebuchet M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14</a:t>
                      </a:r>
                      <a:endParaRPr 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</a:t>
                      </a:r>
                      <a:endParaRPr 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14</a:t>
                      </a:r>
                      <a:endParaRPr 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9</a:t>
                      </a:r>
                      <a:endParaRPr 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9</a:t>
                      </a:r>
                      <a:endParaRPr 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1238767"/>
                  </a:ext>
                </a:extLst>
              </a:tr>
            </a:tbl>
          </a:graphicData>
        </a:graphic>
      </p:graphicFrame>
      <p:sp>
        <p:nvSpPr>
          <p:cNvPr id="15" name="object 8"/>
          <p:cNvSpPr txBox="1"/>
          <p:nvPr/>
        </p:nvSpPr>
        <p:spPr>
          <a:xfrm>
            <a:off x="1371600" y="1981200"/>
            <a:ext cx="54146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  <a:tab pos="922655" algn="l"/>
              </a:tabLst>
            </a:pPr>
            <a:r>
              <a:rPr sz="2400" spc="-135" dirty="0">
                <a:latin typeface="Trebuchet MS"/>
                <a:cs typeface="Trebuchet MS"/>
              </a:rPr>
              <a:t>Le</a:t>
            </a:r>
            <a:r>
              <a:rPr sz="2400" spc="-100" dirty="0">
                <a:latin typeface="Trebuchet MS"/>
                <a:cs typeface="Trebuchet MS"/>
              </a:rPr>
              <a:t>t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80" dirty="0">
                <a:latin typeface="Trebuchet MS"/>
                <a:cs typeface="Trebuchet MS"/>
              </a:rPr>
              <a:t>us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consider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f(</a:t>
            </a:r>
            <a:r>
              <a:rPr sz="2400" spc="-155" dirty="0">
                <a:latin typeface="Trebuchet MS"/>
                <a:cs typeface="Trebuchet MS"/>
              </a:rPr>
              <a:t>x</a:t>
            </a:r>
            <a:r>
              <a:rPr sz="2400" spc="-110" dirty="0">
                <a:latin typeface="Trebuchet MS"/>
                <a:cs typeface="Trebuchet MS"/>
              </a:rPr>
              <a:t>)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140" dirty="0">
                <a:latin typeface="Trebuchet MS"/>
                <a:cs typeface="Trebuchet MS"/>
              </a:rPr>
              <a:t>=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3600" b="1" spc="-5" dirty="0">
                <a:solidFill>
                  <a:srgbClr val="00AF50"/>
                </a:solidFill>
                <a:latin typeface="Trebuchet MS"/>
                <a:cs typeface="Trebuchet MS"/>
              </a:rPr>
              <a:t>x</a:t>
            </a:r>
            <a:r>
              <a:rPr sz="3600" b="1" spc="-8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3600" b="1" spc="125" dirty="0">
                <a:solidFill>
                  <a:srgbClr val="00AF50"/>
                </a:solidFill>
                <a:latin typeface="Trebuchet MS"/>
                <a:cs typeface="Trebuchet MS"/>
              </a:rPr>
              <a:t>%</a:t>
            </a:r>
            <a:r>
              <a:rPr sz="3600" b="1" spc="-9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3600" b="1" spc="-125" dirty="0">
                <a:solidFill>
                  <a:srgbClr val="00AF50"/>
                </a:solidFill>
                <a:latin typeface="Trebuchet MS"/>
                <a:cs typeface="Trebuchet MS"/>
              </a:rPr>
              <a:t>1</a:t>
            </a:r>
            <a:r>
              <a:rPr sz="3600" b="1" spc="-114" dirty="0">
                <a:solidFill>
                  <a:srgbClr val="00AF50"/>
                </a:solidFill>
                <a:latin typeface="Trebuchet MS"/>
                <a:cs typeface="Trebuchet MS"/>
              </a:rPr>
              <a:t>5</a:t>
            </a:r>
            <a:r>
              <a:rPr sz="2400" spc="-360" dirty="0">
                <a:latin typeface="Trebuchet MS"/>
                <a:cs typeface="Trebuchet MS"/>
              </a:rPr>
              <a:t>.</a:t>
            </a:r>
            <a:r>
              <a:rPr sz="2400" spc="70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Then,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2286000" y="5181600"/>
            <a:ext cx="1981200" cy="838200"/>
          </a:xfrm>
          <a:prstGeom prst="ellipse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Create linked list</a:t>
            </a:r>
            <a:endParaRPr lang="en-US" sz="2000" b="1" dirty="0">
              <a:solidFill>
                <a:schemeClr val="tx1"/>
              </a:solidFill>
            </a:endParaRPr>
          </a:p>
        </p:txBody>
      </p:sp>
      <p:cxnSp>
        <p:nvCxnSpPr>
          <p:cNvPr id="18" name="Elbow Connector 17"/>
          <p:cNvCxnSpPr>
            <a:stCxn id="13" idx="1"/>
            <a:endCxn id="16" idx="6"/>
          </p:cNvCxnSpPr>
          <p:nvPr/>
        </p:nvCxnSpPr>
        <p:spPr>
          <a:xfrm rot="10800000">
            <a:off x="4267201" y="5600700"/>
            <a:ext cx="1395703" cy="204280"/>
          </a:xfrm>
          <a:prstGeom prst="bentConnector3">
            <a:avLst>
              <a:gd name="adj1" fmla="val 50000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784" y="216408"/>
            <a:ext cx="7478268" cy="113690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66571" y="352424"/>
            <a:ext cx="68230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95" dirty="0">
                <a:solidFill>
                  <a:srgbClr val="562213"/>
                </a:solidFill>
              </a:rPr>
              <a:t>Se</a:t>
            </a:r>
            <a:r>
              <a:rPr sz="4000" spc="-200" dirty="0">
                <a:solidFill>
                  <a:srgbClr val="562213"/>
                </a:solidFill>
              </a:rPr>
              <a:t>p</a:t>
            </a:r>
            <a:r>
              <a:rPr sz="4000" spc="-260" dirty="0">
                <a:solidFill>
                  <a:srgbClr val="562213"/>
                </a:solidFill>
              </a:rPr>
              <a:t>arate</a:t>
            </a:r>
            <a:r>
              <a:rPr sz="4000" spc="-95" dirty="0">
                <a:solidFill>
                  <a:srgbClr val="562213"/>
                </a:solidFill>
              </a:rPr>
              <a:t> </a:t>
            </a:r>
            <a:r>
              <a:rPr sz="4000" spc="440" dirty="0">
                <a:solidFill>
                  <a:srgbClr val="562213"/>
                </a:solidFill>
              </a:rPr>
              <a:t>C</a:t>
            </a:r>
            <a:r>
              <a:rPr sz="4000" spc="-240" dirty="0">
                <a:solidFill>
                  <a:srgbClr val="562213"/>
                </a:solidFill>
              </a:rPr>
              <a:t>haini</a:t>
            </a:r>
            <a:r>
              <a:rPr sz="4000" spc="-290" dirty="0">
                <a:solidFill>
                  <a:srgbClr val="562213"/>
                </a:solidFill>
              </a:rPr>
              <a:t>n</a:t>
            </a:r>
            <a:r>
              <a:rPr sz="4000" spc="-450" dirty="0">
                <a:solidFill>
                  <a:srgbClr val="562213"/>
                </a:solidFill>
              </a:rPr>
              <a:t>g:</a:t>
            </a:r>
            <a:r>
              <a:rPr sz="4000" spc="-490" dirty="0">
                <a:solidFill>
                  <a:srgbClr val="562213"/>
                </a:solidFill>
              </a:rPr>
              <a:t> </a:t>
            </a:r>
            <a:r>
              <a:rPr sz="4000" spc="-165" dirty="0">
                <a:solidFill>
                  <a:srgbClr val="562213"/>
                </a:solidFill>
              </a:rPr>
              <a:t>Disadvan</a:t>
            </a:r>
            <a:r>
              <a:rPr sz="4000" spc="-130" dirty="0">
                <a:solidFill>
                  <a:srgbClr val="562213"/>
                </a:solidFill>
              </a:rPr>
              <a:t>t</a:t>
            </a:r>
            <a:r>
              <a:rPr sz="4000" spc="-265" dirty="0">
                <a:solidFill>
                  <a:srgbClr val="562213"/>
                </a:solidFill>
              </a:rPr>
              <a:t>ages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1348866" y="1281893"/>
            <a:ext cx="7399655" cy="472059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69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65" dirty="0">
                <a:latin typeface="Trebuchet MS"/>
                <a:cs typeface="Trebuchet MS"/>
              </a:rPr>
              <a:t>Pa</a:t>
            </a:r>
            <a:r>
              <a:rPr sz="3200" spc="-65" dirty="0">
                <a:latin typeface="Trebuchet MS"/>
                <a:cs typeface="Trebuchet MS"/>
              </a:rPr>
              <a:t>r</a:t>
            </a:r>
            <a:r>
              <a:rPr sz="3200" spc="-140" dirty="0">
                <a:latin typeface="Trebuchet MS"/>
                <a:cs typeface="Trebuchet MS"/>
              </a:rPr>
              <a:t>t</a:t>
            </a:r>
            <a:r>
              <a:rPr sz="3200" spc="-135" dirty="0">
                <a:latin typeface="Trebuchet MS"/>
                <a:cs typeface="Trebuchet MS"/>
              </a:rPr>
              <a:t>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of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185" dirty="0">
                <a:latin typeface="Trebuchet MS"/>
                <a:cs typeface="Trebuchet MS"/>
              </a:rPr>
              <a:t>th</a:t>
            </a:r>
            <a:r>
              <a:rPr sz="3200" spc="-204" dirty="0">
                <a:latin typeface="Trebuchet MS"/>
                <a:cs typeface="Trebuchet MS"/>
              </a:rPr>
              <a:t>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a</a:t>
            </a:r>
            <a:r>
              <a:rPr sz="3200" spc="-160" dirty="0">
                <a:latin typeface="Trebuchet MS"/>
                <a:cs typeface="Trebuchet MS"/>
              </a:rPr>
              <a:t>r</a:t>
            </a:r>
            <a:r>
              <a:rPr sz="3200" spc="25" dirty="0">
                <a:latin typeface="Trebuchet MS"/>
                <a:cs typeface="Trebuchet MS"/>
              </a:rPr>
              <a:t>r</a:t>
            </a:r>
            <a:r>
              <a:rPr sz="3200" spc="-445" dirty="0">
                <a:latin typeface="Trebuchet MS"/>
                <a:cs typeface="Trebuchet MS"/>
              </a:rPr>
              <a:t>a</a:t>
            </a:r>
            <a:r>
              <a:rPr sz="3200" spc="-175" dirty="0">
                <a:latin typeface="Trebuchet MS"/>
                <a:cs typeface="Trebuchet MS"/>
              </a:rPr>
              <a:t>y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m</a:t>
            </a:r>
            <a:r>
              <a:rPr sz="3200" spc="-450" dirty="0">
                <a:latin typeface="Trebuchet MS"/>
                <a:cs typeface="Trebuchet MS"/>
              </a:rPr>
              <a:t>a</a:t>
            </a:r>
            <a:r>
              <a:rPr sz="3200" spc="-175" dirty="0">
                <a:latin typeface="Trebuchet MS"/>
                <a:cs typeface="Trebuchet MS"/>
              </a:rPr>
              <a:t>y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80" dirty="0">
                <a:latin typeface="Trebuchet MS"/>
                <a:cs typeface="Trebuchet MS"/>
              </a:rPr>
              <a:t>n</a:t>
            </a:r>
            <a:r>
              <a:rPr sz="3200" spc="-225" dirty="0">
                <a:latin typeface="Trebuchet MS"/>
                <a:cs typeface="Trebuchet MS"/>
              </a:rPr>
              <a:t>e</a:t>
            </a:r>
            <a:r>
              <a:rPr sz="3200" spc="-229" dirty="0">
                <a:latin typeface="Trebuchet MS"/>
                <a:cs typeface="Trebuchet MS"/>
              </a:rPr>
              <a:t>v</a:t>
            </a:r>
            <a:r>
              <a:rPr sz="3200" spc="-95" dirty="0">
                <a:latin typeface="Trebuchet MS"/>
                <a:cs typeface="Trebuchet MS"/>
              </a:rPr>
              <a:t>er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200" dirty="0">
                <a:latin typeface="Trebuchet MS"/>
                <a:cs typeface="Trebuchet MS"/>
              </a:rPr>
              <a:t>be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145" dirty="0">
                <a:latin typeface="Trebuchet MS"/>
                <a:cs typeface="Trebuchet MS"/>
              </a:rPr>
              <a:t>u</a:t>
            </a:r>
            <a:r>
              <a:rPr sz="3200" spc="-225" dirty="0">
                <a:latin typeface="Trebuchet MS"/>
                <a:cs typeface="Trebuchet MS"/>
              </a:rPr>
              <a:t>sed.</a:t>
            </a:r>
            <a:endParaRPr sz="3200">
              <a:latin typeface="Trebuchet MS"/>
              <a:cs typeface="Trebuchet MS"/>
            </a:endParaRPr>
          </a:p>
          <a:p>
            <a:pPr marL="295910" marR="140970" indent="-283845">
              <a:lnSpc>
                <a:spcPct val="100000"/>
              </a:lnSpc>
              <a:spcBef>
                <a:spcPts val="6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90" dirty="0">
                <a:latin typeface="Trebuchet MS"/>
                <a:cs typeface="Trebuchet MS"/>
              </a:rPr>
              <a:t>As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180" dirty="0">
                <a:latin typeface="Trebuchet MS"/>
                <a:cs typeface="Trebuchet MS"/>
              </a:rPr>
              <a:t>chains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220" dirty="0">
                <a:latin typeface="Trebuchet MS"/>
                <a:cs typeface="Trebuchet MS"/>
              </a:rPr>
              <a:t>get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65" dirty="0">
                <a:latin typeface="Trebuchet MS"/>
                <a:cs typeface="Trebuchet MS"/>
              </a:rPr>
              <a:t>longe</a:t>
            </a:r>
            <a:r>
              <a:rPr sz="3200" spc="-295" dirty="0">
                <a:latin typeface="Trebuchet MS"/>
                <a:cs typeface="Trebuchet MS"/>
              </a:rPr>
              <a:t>r</a:t>
            </a:r>
            <a:r>
              <a:rPr sz="3200" spc="-475" dirty="0">
                <a:latin typeface="Trebuchet MS"/>
                <a:cs typeface="Trebuchet MS"/>
              </a:rPr>
              <a:t>,</a:t>
            </a:r>
            <a:r>
              <a:rPr sz="3200" spc="-430" dirty="0">
                <a:latin typeface="Trebuchet MS"/>
                <a:cs typeface="Trebuchet MS"/>
              </a:rPr>
              <a:t> </a:t>
            </a:r>
            <a:r>
              <a:rPr sz="3200" spc="-150" dirty="0">
                <a:latin typeface="Trebuchet MS"/>
                <a:cs typeface="Trebuchet MS"/>
              </a:rPr>
              <a:t>sea</a:t>
            </a:r>
            <a:r>
              <a:rPr sz="3200" spc="-200" dirty="0">
                <a:latin typeface="Trebuchet MS"/>
                <a:cs typeface="Trebuchet MS"/>
              </a:rPr>
              <a:t>r</a:t>
            </a:r>
            <a:r>
              <a:rPr sz="3200" spc="-165" dirty="0">
                <a:latin typeface="Trebuchet MS"/>
                <a:cs typeface="Trebuchet MS"/>
              </a:rPr>
              <a:t>ch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204" dirty="0">
                <a:latin typeface="Trebuchet MS"/>
                <a:cs typeface="Trebuchet MS"/>
              </a:rPr>
              <a:t>tim</a:t>
            </a:r>
            <a:r>
              <a:rPr sz="3200" spc="-215" dirty="0">
                <a:latin typeface="Trebuchet MS"/>
                <a:cs typeface="Trebuchet MS"/>
              </a:rPr>
              <a:t>e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130" dirty="0">
                <a:latin typeface="Trebuchet MS"/>
                <a:cs typeface="Trebuchet MS"/>
              </a:rPr>
              <a:t>i</a:t>
            </a:r>
            <a:r>
              <a:rPr sz="3200" spc="-229" dirty="0">
                <a:latin typeface="Trebuchet MS"/>
                <a:cs typeface="Trebuchet MS"/>
              </a:rPr>
              <a:t>n</a:t>
            </a:r>
            <a:r>
              <a:rPr sz="3200" spc="-90" dirty="0">
                <a:latin typeface="Trebuchet MS"/>
                <a:cs typeface="Trebuchet MS"/>
              </a:rPr>
              <a:t>c</a:t>
            </a:r>
            <a:r>
              <a:rPr sz="3200" spc="-130" dirty="0">
                <a:latin typeface="Trebuchet MS"/>
                <a:cs typeface="Trebuchet MS"/>
              </a:rPr>
              <a:t>r</a:t>
            </a:r>
            <a:r>
              <a:rPr sz="3200" spc="-155" dirty="0">
                <a:latin typeface="Trebuchet MS"/>
                <a:cs typeface="Trebuchet MS"/>
              </a:rPr>
              <a:t>eases  </a:t>
            </a:r>
            <a:r>
              <a:rPr sz="3200" spc="-70" dirty="0">
                <a:latin typeface="Trebuchet MS"/>
                <a:cs typeface="Trebuchet MS"/>
              </a:rPr>
              <a:t>t</a:t>
            </a:r>
            <a:r>
              <a:rPr sz="3200" spc="-90" dirty="0">
                <a:latin typeface="Trebuchet MS"/>
                <a:cs typeface="Trebuchet MS"/>
              </a:rPr>
              <a:t>o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10" dirty="0">
                <a:latin typeface="Trebuchet MS"/>
                <a:cs typeface="Trebuchet MS"/>
              </a:rPr>
              <a:t>O(n)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130" dirty="0">
                <a:latin typeface="Trebuchet MS"/>
                <a:cs typeface="Trebuchet MS"/>
              </a:rPr>
              <a:t>i</a:t>
            </a:r>
            <a:r>
              <a:rPr sz="3200" spc="-235" dirty="0">
                <a:latin typeface="Trebuchet MS"/>
                <a:cs typeface="Trebuchet MS"/>
              </a:rPr>
              <a:t>n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85" dirty="0">
                <a:latin typeface="Trebuchet MS"/>
                <a:cs typeface="Trebuchet MS"/>
              </a:rPr>
              <a:t>th</a:t>
            </a:r>
            <a:r>
              <a:rPr sz="3200" spc="-204" dirty="0">
                <a:latin typeface="Trebuchet MS"/>
                <a:cs typeface="Trebuchet MS"/>
              </a:rPr>
              <a:t>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150" dirty="0">
                <a:latin typeface="Trebuchet MS"/>
                <a:cs typeface="Trebuchet MS"/>
              </a:rPr>
              <a:t>w</a:t>
            </a:r>
            <a:r>
              <a:rPr sz="3200" spc="-50" dirty="0">
                <a:latin typeface="Trebuchet MS"/>
                <a:cs typeface="Trebuchet MS"/>
              </a:rPr>
              <a:t>orst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cas</a:t>
            </a:r>
            <a:r>
              <a:rPr sz="3200" spc="-155" dirty="0">
                <a:latin typeface="Trebuchet MS"/>
                <a:cs typeface="Trebuchet MS"/>
              </a:rPr>
              <a:t>e</a:t>
            </a:r>
            <a:r>
              <a:rPr sz="3200" spc="-475" dirty="0">
                <a:latin typeface="Trebuchet MS"/>
                <a:cs typeface="Trebuchet MS"/>
              </a:rPr>
              <a:t>.</a:t>
            </a:r>
            <a:endParaRPr sz="3200">
              <a:latin typeface="Trebuchet MS"/>
              <a:cs typeface="Trebuchet MS"/>
            </a:endParaRPr>
          </a:p>
          <a:p>
            <a:pPr marL="295910" marR="155575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20" dirty="0">
                <a:latin typeface="Trebuchet MS"/>
                <a:cs typeface="Trebuchet MS"/>
              </a:rPr>
              <a:t>Constru</a:t>
            </a:r>
            <a:r>
              <a:rPr sz="3200" spc="-215" dirty="0">
                <a:latin typeface="Trebuchet MS"/>
                <a:cs typeface="Trebuchet MS"/>
              </a:rPr>
              <a:t>c</a:t>
            </a:r>
            <a:r>
              <a:rPr sz="3200" spc="-185" dirty="0">
                <a:latin typeface="Trebuchet MS"/>
                <a:cs typeface="Trebuchet MS"/>
              </a:rPr>
              <a:t>t</a:t>
            </a:r>
            <a:r>
              <a:rPr sz="3200" spc="-195" dirty="0">
                <a:latin typeface="Trebuchet MS"/>
                <a:cs typeface="Trebuchet MS"/>
              </a:rPr>
              <a:t>in</a:t>
            </a:r>
            <a:r>
              <a:rPr sz="3200" spc="-225" dirty="0">
                <a:latin typeface="Trebuchet MS"/>
                <a:cs typeface="Trebuchet MS"/>
              </a:rPr>
              <a:t>g</a:t>
            </a:r>
            <a:r>
              <a:rPr sz="3200" spc="-130" dirty="0">
                <a:latin typeface="Trebuchet MS"/>
                <a:cs typeface="Trebuchet MS"/>
              </a:rPr>
              <a:t> </a:t>
            </a:r>
            <a:r>
              <a:rPr sz="3200" spc="-180" dirty="0">
                <a:latin typeface="Trebuchet MS"/>
                <a:cs typeface="Trebuchet MS"/>
              </a:rPr>
              <a:t>n</a:t>
            </a:r>
            <a:r>
              <a:rPr sz="3200" spc="-225" dirty="0">
                <a:latin typeface="Trebuchet MS"/>
                <a:cs typeface="Trebuchet MS"/>
              </a:rPr>
              <a:t>e</a:t>
            </a:r>
            <a:r>
              <a:rPr sz="3200" spc="-80" dirty="0">
                <a:latin typeface="Trebuchet MS"/>
                <a:cs typeface="Trebuchet MS"/>
              </a:rPr>
              <a:t>w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245" dirty="0">
                <a:latin typeface="Trebuchet MS"/>
                <a:cs typeface="Trebuchet MS"/>
              </a:rPr>
              <a:t>cha</a:t>
            </a:r>
            <a:r>
              <a:rPr sz="3200" spc="-130" dirty="0">
                <a:latin typeface="Trebuchet MS"/>
                <a:cs typeface="Trebuchet MS"/>
              </a:rPr>
              <a:t>i</a:t>
            </a:r>
            <a:r>
              <a:rPr sz="3200" spc="-150" dirty="0">
                <a:latin typeface="Trebuchet MS"/>
                <a:cs typeface="Trebuchet MS"/>
              </a:rPr>
              <a:t>n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05" dirty="0">
                <a:latin typeface="Trebuchet MS"/>
                <a:cs typeface="Trebuchet MS"/>
              </a:rPr>
              <a:t>nodes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20" dirty="0">
                <a:latin typeface="Trebuchet MS"/>
                <a:cs typeface="Trebuchet MS"/>
              </a:rPr>
              <a:t>i</a:t>
            </a:r>
            <a:r>
              <a:rPr sz="3200" spc="-160" dirty="0">
                <a:latin typeface="Trebuchet MS"/>
                <a:cs typeface="Trebuchet MS"/>
              </a:rPr>
              <a:t>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30" dirty="0">
                <a:latin typeface="Trebuchet MS"/>
                <a:cs typeface="Trebuchet MS"/>
              </a:rPr>
              <a:t>r</a:t>
            </a:r>
            <a:r>
              <a:rPr sz="3200" spc="-254" dirty="0">
                <a:latin typeface="Trebuchet MS"/>
                <a:cs typeface="Trebuchet MS"/>
              </a:rPr>
              <a:t>elat</a:t>
            </a:r>
            <a:r>
              <a:rPr sz="3200" spc="-155" dirty="0">
                <a:latin typeface="Trebuchet MS"/>
                <a:cs typeface="Trebuchet MS"/>
              </a:rPr>
              <a:t>i</a:t>
            </a:r>
            <a:r>
              <a:rPr sz="3200" spc="-240" dirty="0">
                <a:latin typeface="Trebuchet MS"/>
                <a:cs typeface="Trebuchet MS"/>
              </a:rPr>
              <a:t>v</a:t>
            </a:r>
            <a:r>
              <a:rPr sz="3200" spc="-295" dirty="0">
                <a:latin typeface="Trebuchet MS"/>
                <a:cs typeface="Trebuchet MS"/>
              </a:rPr>
              <a:t>e</a:t>
            </a:r>
            <a:r>
              <a:rPr sz="3200" spc="-190" dirty="0">
                <a:latin typeface="Trebuchet MS"/>
                <a:cs typeface="Trebuchet MS"/>
              </a:rPr>
              <a:t>l</a:t>
            </a:r>
            <a:r>
              <a:rPr sz="3200" spc="-130" dirty="0">
                <a:latin typeface="Trebuchet MS"/>
                <a:cs typeface="Trebuchet MS"/>
              </a:rPr>
              <a:t>y  ex</a:t>
            </a:r>
            <a:r>
              <a:rPr sz="3200" spc="-135" dirty="0">
                <a:latin typeface="Trebuchet MS"/>
                <a:cs typeface="Trebuchet MS"/>
              </a:rPr>
              <a:t>p</a:t>
            </a:r>
            <a:r>
              <a:rPr sz="3200" spc="-180" dirty="0">
                <a:latin typeface="Trebuchet MS"/>
                <a:cs typeface="Trebuchet MS"/>
              </a:rPr>
              <a:t>ens</a:t>
            </a:r>
            <a:r>
              <a:rPr sz="3200" spc="-100" dirty="0">
                <a:latin typeface="Trebuchet MS"/>
                <a:cs typeface="Trebuchet MS"/>
              </a:rPr>
              <a:t>i</a:t>
            </a:r>
            <a:r>
              <a:rPr sz="3200" spc="-229" dirty="0">
                <a:latin typeface="Trebuchet MS"/>
                <a:cs typeface="Trebuchet MS"/>
              </a:rPr>
              <a:t>v</a:t>
            </a:r>
            <a:r>
              <a:rPr sz="3200" spc="-210" dirty="0">
                <a:latin typeface="Trebuchet MS"/>
                <a:cs typeface="Trebuchet MS"/>
              </a:rPr>
              <a:t>e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spc="-185" dirty="0">
                <a:latin typeface="Trebuchet MS"/>
                <a:cs typeface="Trebuchet MS"/>
              </a:rPr>
              <a:t>(sti</a:t>
            </a:r>
            <a:r>
              <a:rPr sz="3200" spc="-140" dirty="0">
                <a:latin typeface="Trebuchet MS"/>
                <a:cs typeface="Trebuchet MS"/>
              </a:rPr>
              <a:t>l</a:t>
            </a:r>
            <a:r>
              <a:rPr sz="3200" spc="-245" dirty="0">
                <a:latin typeface="Trebuchet MS"/>
                <a:cs typeface="Trebuchet MS"/>
              </a:rPr>
              <a:t>l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150" dirty="0">
                <a:latin typeface="Trebuchet MS"/>
                <a:cs typeface="Trebuchet MS"/>
              </a:rPr>
              <a:t>constant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-200" dirty="0">
                <a:latin typeface="Trebuchet MS"/>
                <a:cs typeface="Trebuchet MS"/>
              </a:rPr>
              <a:t>tim</a:t>
            </a:r>
            <a:r>
              <a:rPr sz="3200" spc="-155" dirty="0">
                <a:latin typeface="Trebuchet MS"/>
                <a:cs typeface="Trebuchet MS"/>
              </a:rPr>
              <a:t>e</a:t>
            </a:r>
            <a:r>
              <a:rPr sz="3200" spc="-475" dirty="0">
                <a:latin typeface="Trebuchet MS"/>
                <a:cs typeface="Trebuchet MS"/>
              </a:rPr>
              <a:t>,</a:t>
            </a:r>
            <a:r>
              <a:rPr sz="3200" spc="-420" dirty="0">
                <a:latin typeface="Trebuchet MS"/>
                <a:cs typeface="Trebuchet MS"/>
              </a:rPr>
              <a:t> </a:t>
            </a:r>
            <a:r>
              <a:rPr sz="3200" spc="-180" dirty="0">
                <a:latin typeface="Trebuchet MS"/>
                <a:cs typeface="Trebuchet MS"/>
              </a:rPr>
              <a:t>but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165" dirty="0">
                <a:latin typeface="Trebuchet MS"/>
                <a:cs typeface="Trebuchet MS"/>
              </a:rPr>
              <a:t>the  </a:t>
            </a:r>
            <a:r>
              <a:rPr sz="3200" spc="-145" dirty="0">
                <a:latin typeface="Trebuchet MS"/>
                <a:cs typeface="Trebuchet MS"/>
              </a:rPr>
              <a:t>consta</a:t>
            </a:r>
            <a:r>
              <a:rPr sz="3200" spc="-155" dirty="0">
                <a:latin typeface="Trebuchet MS"/>
                <a:cs typeface="Trebuchet MS"/>
              </a:rPr>
              <a:t>n</a:t>
            </a:r>
            <a:r>
              <a:rPr sz="3200" spc="-204" dirty="0">
                <a:latin typeface="Trebuchet MS"/>
                <a:cs typeface="Trebuchet MS"/>
              </a:rPr>
              <a:t>t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spc="-120" dirty="0">
                <a:latin typeface="Trebuchet MS"/>
                <a:cs typeface="Trebuchet MS"/>
              </a:rPr>
              <a:t>i</a:t>
            </a:r>
            <a:r>
              <a:rPr sz="3200" spc="-160" dirty="0">
                <a:latin typeface="Trebuchet MS"/>
                <a:cs typeface="Trebuchet MS"/>
              </a:rPr>
              <a:t>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180" dirty="0">
                <a:latin typeface="Trebuchet MS"/>
                <a:cs typeface="Trebuchet MS"/>
              </a:rPr>
              <a:t>hig</a:t>
            </a:r>
            <a:r>
              <a:rPr sz="3200" spc="-215" dirty="0">
                <a:latin typeface="Trebuchet MS"/>
                <a:cs typeface="Trebuchet MS"/>
              </a:rPr>
              <a:t>h</a:t>
            </a:r>
            <a:r>
              <a:rPr sz="3200" spc="-315" dirty="0">
                <a:latin typeface="Trebuchet MS"/>
                <a:cs typeface="Trebuchet MS"/>
              </a:rPr>
              <a:t>).</a:t>
            </a:r>
            <a:endParaRPr sz="3200">
              <a:latin typeface="Trebuchet MS"/>
              <a:cs typeface="Trebuchet MS"/>
            </a:endParaRPr>
          </a:p>
          <a:p>
            <a:pPr marL="295910" marR="5080" indent="-283845" algn="just">
              <a:lnSpc>
                <a:spcPct val="100000"/>
              </a:lnSpc>
              <a:spcBef>
                <a:spcPts val="6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80" dirty="0">
                <a:latin typeface="Trebuchet MS"/>
                <a:cs typeface="Trebuchet MS"/>
              </a:rPr>
              <a:t>Is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150" dirty="0">
                <a:latin typeface="Trebuchet MS"/>
                <a:cs typeface="Trebuchet MS"/>
              </a:rPr>
              <a:t>t</a:t>
            </a:r>
            <a:r>
              <a:rPr sz="3200" spc="-200" dirty="0">
                <a:latin typeface="Trebuchet MS"/>
                <a:cs typeface="Trebuchet MS"/>
              </a:rPr>
              <a:t>h</a:t>
            </a:r>
            <a:r>
              <a:rPr sz="3200" spc="-110" dirty="0">
                <a:latin typeface="Trebuchet MS"/>
                <a:cs typeface="Trebuchet MS"/>
              </a:rPr>
              <a:t>e</a:t>
            </a:r>
            <a:r>
              <a:rPr sz="3200" spc="-135" dirty="0">
                <a:latin typeface="Trebuchet MS"/>
                <a:cs typeface="Trebuchet MS"/>
              </a:rPr>
              <a:t>r</a:t>
            </a:r>
            <a:r>
              <a:rPr sz="3200" spc="-215" dirty="0">
                <a:latin typeface="Trebuchet MS"/>
                <a:cs typeface="Trebuchet MS"/>
              </a:rPr>
              <a:t>e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315" dirty="0">
                <a:latin typeface="Trebuchet MS"/>
                <a:cs typeface="Trebuchet MS"/>
              </a:rPr>
              <a:t>a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85" dirty="0">
                <a:latin typeface="Trebuchet MS"/>
                <a:cs typeface="Trebuchet MS"/>
              </a:rPr>
              <a:t>w</a:t>
            </a:r>
            <a:r>
              <a:rPr sz="3200" spc="-450" dirty="0">
                <a:latin typeface="Trebuchet MS"/>
                <a:cs typeface="Trebuchet MS"/>
              </a:rPr>
              <a:t>a</a:t>
            </a:r>
            <a:r>
              <a:rPr sz="3200" spc="-175" dirty="0">
                <a:latin typeface="Trebuchet MS"/>
                <a:cs typeface="Trebuchet MS"/>
              </a:rPr>
              <a:t>y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70" dirty="0">
                <a:latin typeface="Trebuchet MS"/>
                <a:cs typeface="Trebuchet MS"/>
              </a:rPr>
              <a:t>t</a:t>
            </a:r>
            <a:r>
              <a:rPr sz="3200" spc="-90" dirty="0">
                <a:latin typeface="Trebuchet MS"/>
                <a:cs typeface="Trebuchet MS"/>
              </a:rPr>
              <a:t>o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140" dirty="0">
                <a:latin typeface="Trebuchet MS"/>
                <a:cs typeface="Trebuchet MS"/>
              </a:rPr>
              <a:t>use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85" dirty="0">
                <a:latin typeface="Trebuchet MS"/>
                <a:cs typeface="Trebuchet MS"/>
              </a:rPr>
              <a:t>th</a:t>
            </a:r>
            <a:r>
              <a:rPr sz="3200" spc="-204" dirty="0">
                <a:latin typeface="Trebuchet MS"/>
                <a:cs typeface="Trebuchet MS"/>
              </a:rPr>
              <a:t>e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b="1" spc="-40" dirty="0">
                <a:solidFill>
                  <a:srgbClr val="FF0000"/>
                </a:solidFill>
                <a:latin typeface="Trebuchet MS"/>
                <a:cs typeface="Trebuchet MS"/>
              </a:rPr>
              <a:t>“u</a:t>
            </a:r>
            <a:r>
              <a:rPr sz="3200" b="1" spc="-75" dirty="0">
                <a:solidFill>
                  <a:srgbClr val="FF0000"/>
                </a:solidFill>
                <a:latin typeface="Trebuchet MS"/>
                <a:cs typeface="Trebuchet MS"/>
              </a:rPr>
              <a:t>n</a:t>
            </a:r>
            <a:r>
              <a:rPr sz="3200" b="1" spc="-40" dirty="0">
                <a:solidFill>
                  <a:srgbClr val="FF0000"/>
                </a:solidFill>
                <a:latin typeface="Trebuchet MS"/>
                <a:cs typeface="Trebuchet MS"/>
              </a:rPr>
              <a:t>used”</a:t>
            </a:r>
            <a:r>
              <a:rPr sz="3200" b="1" spc="-1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space  </a:t>
            </a:r>
            <a:r>
              <a:rPr sz="3200" spc="-130" dirty="0">
                <a:latin typeface="Trebuchet MS"/>
                <a:cs typeface="Trebuchet MS"/>
              </a:rPr>
              <a:t>i</a:t>
            </a:r>
            <a:r>
              <a:rPr sz="3200" spc="-235" dirty="0">
                <a:latin typeface="Trebuchet MS"/>
                <a:cs typeface="Trebuchet MS"/>
              </a:rPr>
              <a:t>n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85" dirty="0">
                <a:latin typeface="Trebuchet MS"/>
                <a:cs typeface="Trebuchet MS"/>
              </a:rPr>
              <a:t>th</a:t>
            </a:r>
            <a:r>
              <a:rPr sz="3200" spc="-204" dirty="0">
                <a:latin typeface="Trebuchet MS"/>
                <a:cs typeface="Trebuchet MS"/>
              </a:rPr>
              <a:t>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a</a:t>
            </a:r>
            <a:r>
              <a:rPr sz="3200" spc="-165" dirty="0">
                <a:latin typeface="Trebuchet MS"/>
                <a:cs typeface="Trebuchet MS"/>
              </a:rPr>
              <a:t>r</a:t>
            </a:r>
            <a:r>
              <a:rPr sz="3200" spc="25" dirty="0">
                <a:latin typeface="Trebuchet MS"/>
                <a:cs typeface="Trebuchet MS"/>
              </a:rPr>
              <a:t>r</a:t>
            </a:r>
            <a:r>
              <a:rPr sz="3200" spc="-445" dirty="0">
                <a:latin typeface="Trebuchet MS"/>
                <a:cs typeface="Trebuchet MS"/>
              </a:rPr>
              <a:t>a</a:t>
            </a:r>
            <a:r>
              <a:rPr sz="3200" spc="-175" dirty="0">
                <a:latin typeface="Trebuchet MS"/>
                <a:cs typeface="Trebuchet MS"/>
              </a:rPr>
              <a:t>y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spc="-130" dirty="0">
                <a:latin typeface="Trebuchet MS"/>
                <a:cs typeface="Trebuchet MS"/>
              </a:rPr>
              <a:t>i</a:t>
            </a:r>
            <a:r>
              <a:rPr sz="3200" spc="-229" dirty="0">
                <a:latin typeface="Trebuchet MS"/>
                <a:cs typeface="Trebuchet MS"/>
              </a:rPr>
              <a:t>n</a:t>
            </a:r>
            <a:r>
              <a:rPr sz="3200" spc="-190" dirty="0">
                <a:latin typeface="Trebuchet MS"/>
                <a:cs typeface="Trebuchet MS"/>
              </a:rPr>
              <a:t>stead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of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65" dirty="0">
                <a:latin typeface="Trebuchet MS"/>
                <a:cs typeface="Trebuchet MS"/>
              </a:rPr>
              <a:t>us</a:t>
            </a:r>
            <a:r>
              <a:rPr sz="3200" spc="-90" dirty="0">
                <a:latin typeface="Trebuchet MS"/>
                <a:cs typeface="Trebuchet MS"/>
              </a:rPr>
              <a:t>i</a:t>
            </a:r>
            <a:r>
              <a:rPr sz="3200" spc="-195" dirty="0">
                <a:latin typeface="Trebuchet MS"/>
                <a:cs typeface="Trebuchet MS"/>
              </a:rPr>
              <a:t>ng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245" dirty="0">
                <a:latin typeface="Trebuchet MS"/>
                <a:cs typeface="Trebuchet MS"/>
              </a:rPr>
              <a:t>cha</a:t>
            </a:r>
            <a:r>
              <a:rPr sz="3200" spc="-130" dirty="0">
                <a:latin typeface="Trebuchet MS"/>
                <a:cs typeface="Trebuchet MS"/>
              </a:rPr>
              <a:t>i</a:t>
            </a:r>
            <a:r>
              <a:rPr sz="3200" spc="-105" dirty="0">
                <a:latin typeface="Trebuchet MS"/>
                <a:cs typeface="Trebuchet MS"/>
              </a:rPr>
              <a:t>ns </a:t>
            </a:r>
            <a:r>
              <a:rPr sz="3200" spc="-70" dirty="0">
                <a:latin typeface="Trebuchet MS"/>
                <a:cs typeface="Trebuchet MS"/>
              </a:rPr>
              <a:t>t</a:t>
            </a:r>
            <a:r>
              <a:rPr sz="3200" spc="-90" dirty="0">
                <a:latin typeface="Trebuchet MS"/>
                <a:cs typeface="Trebuchet MS"/>
              </a:rPr>
              <a:t>o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215" dirty="0">
                <a:latin typeface="Trebuchet MS"/>
                <a:cs typeface="Trebuchet MS"/>
              </a:rPr>
              <a:t>ma</a:t>
            </a:r>
            <a:r>
              <a:rPr sz="3200" spc="-260" dirty="0">
                <a:latin typeface="Trebuchet MS"/>
                <a:cs typeface="Trebuchet MS"/>
              </a:rPr>
              <a:t>k</a:t>
            </a:r>
            <a:r>
              <a:rPr sz="3200" spc="-150" dirty="0">
                <a:latin typeface="Trebuchet MS"/>
                <a:cs typeface="Trebuchet MS"/>
              </a:rPr>
              <a:t>e  </a:t>
            </a:r>
            <a:r>
              <a:rPr sz="3200" spc="-100" dirty="0">
                <a:latin typeface="Trebuchet MS"/>
                <a:cs typeface="Trebuchet MS"/>
              </a:rPr>
              <a:t>more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-180" dirty="0">
                <a:latin typeface="Trebuchet MS"/>
                <a:cs typeface="Trebuchet MS"/>
              </a:rPr>
              <a:t>space?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423" y="0"/>
            <a:ext cx="9142730" cy="6858000"/>
            <a:chOff x="1423" y="0"/>
            <a:chExt cx="9142730" cy="6858000"/>
          </a:xfrm>
        </p:grpSpPr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5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4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869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Closed</a:t>
            </a:r>
            <a:r>
              <a:rPr spc="-110" dirty="0"/>
              <a:t> </a:t>
            </a:r>
            <a:r>
              <a:rPr spc="-90" dirty="0"/>
              <a:t>Hashing(</a:t>
            </a:r>
            <a:r>
              <a:rPr spc="-90" dirty="0">
                <a:solidFill>
                  <a:srgbClr val="FF0000"/>
                </a:solidFill>
              </a:rPr>
              <a:t>Open</a:t>
            </a:r>
            <a:r>
              <a:rPr spc="-135" dirty="0">
                <a:solidFill>
                  <a:srgbClr val="FF0000"/>
                </a:solidFill>
              </a:rPr>
              <a:t> </a:t>
            </a:r>
            <a:r>
              <a:rPr spc="-100" dirty="0">
                <a:solidFill>
                  <a:srgbClr val="FF0000"/>
                </a:solidFill>
              </a:rPr>
              <a:t>Addressing</a:t>
            </a:r>
            <a:r>
              <a:rPr spc="-100" dirty="0"/>
              <a:t>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276858" y="835217"/>
            <a:ext cx="7463790" cy="110934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81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30" dirty="0">
                <a:latin typeface="Trebuchet MS"/>
                <a:cs typeface="Trebuchet MS"/>
              </a:rPr>
              <a:t>Li</a:t>
            </a:r>
            <a:r>
              <a:rPr sz="3200" spc="-165" dirty="0">
                <a:latin typeface="Trebuchet MS"/>
                <a:cs typeface="Trebuchet MS"/>
              </a:rPr>
              <a:t>n</a:t>
            </a:r>
            <a:r>
              <a:rPr sz="3200" spc="-170" dirty="0">
                <a:latin typeface="Trebuchet MS"/>
                <a:cs typeface="Trebuchet MS"/>
              </a:rPr>
              <a:t>ear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75" dirty="0">
                <a:latin typeface="Trebuchet MS"/>
                <a:cs typeface="Trebuchet MS"/>
              </a:rPr>
              <a:t>P</a:t>
            </a:r>
            <a:r>
              <a:rPr sz="3200" spc="-140" dirty="0">
                <a:latin typeface="Trebuchet MS"/>
                <a:cs typeface="Trebuchet MS"/>
              </a:rPr>
              <a:t>r</a:t>
            </a:r>
            <a:r>
              <a:rPr sz="3200" spc="-120" dirty="0">
                <a:latin typeface="Trebuchet MS"/>
                <a:cs typeface="Trebuchet MS"/>
              </a:rPr>
              <a:t>obi</a:t>
            </a:r>
            <a:r>
              <a:rPr sz="3200" spc="-130" dirty="0">
                <a:latin typeface="Trebuchet MS"/>
                <a:cs typeface="Trebuchet MS"/>
              </a:rPr>
              <a:t>n</a:t>
            </a:r>
            <a:r>
              <a:rPr sz="3200" spc="-240" dirty="0">
                <a:latin typeface="Trebuchet MS"/>
                <a:cs typeface="Trebuchet MS"/>
              </a:rPr>
              <a:t>g</a:t>
            </a:r>
            <a:endParaRPr sz="32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20"/>
              </a:spcBef>
              <a:buClr>
                <a:srgbClr val="3891A7"/>
              </a:buClr>
              <a:buSzPct val="80357"/>
              <a:buFont typeface="Segoe UI Symbol"/>
              <a:buChar char="⚫"/>
              <a:tabLst>
                <a:tab pos="296545" algn="l"/>
              </a:tabLst>
            </a:pPr>
            <a:r>
              <a:rPr sz="2800" spc="-145" dirty="0">
                <a:latin typeface="Trebuchet MS"/>
                <a:cs typeface="Trebuchet MS"/>
              </a:rPr>
              <a:t>Let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Key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Trebuchet MS"/>
                <a:cs typeface="Trebuchet MS"/>
              </a:rPr>
              <a:t>x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175" dirty="0">
                <a:latin typeface="Trebuchet MS"/>
                <a:cs typeface="Trebuchet MS"/>
              </a:rPr>
              <a:t>be</a:t>
            </a:r>
            <a:r>
              <a:rPr sz="2800" spc="-8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stored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165" dirty="0">
                <a:latin typeface="Trebuchet MS"/>
                <a:cs typeface="Trebuchet MS"/>
              </a:rPr>
              <a:t>in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180" dirty="0">
                <a:latin typeface="Trebuchet MS"/>
                <a:cs typeface="Trebuchet MS"/>
              </a:rPr>
              <a:t>element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f(x)=t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of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spc="-170" dirty="0">
                <a:latin typeface="Trebuchet MS"/>
                <a:cs typeface="Trebuchet MS"/>
              </a:rPr>
              <a:t>the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-170" dirty="0">
                <a:latin typeface="Trebuchet MS"/>
                <a:cs typeface="Trebuchet MS"/>
              </a:rPr>
              <a:t>array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76858" y="3684270"/>
            <a:ext cx="7680959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1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  <a:tab pos="707390" algn="l"/>
                <a:tab pos="1446530" algn="l"/>
                <a:tab pos="2391410" algn="l"/>
                <a:tab pos="3393440" algn="l"/>
                <a:tab pos="3845560" algn="l"/>
                <a:tab pos="4615180" algn="l"/>
                <a:tab pos="5304790" algn="l"/>
                <a:tab pos="5716270" algn="l"/>
                <a:tab pos="7310755" algn="l"/>
              </a:tabLst>
            </a:pPr>
            <a:r>
              <a:rPr sz="3200" spc="-240" dirty="0">
                <a:latin typeface="Trebuchet MS"/>
                <a:cs typeface="Trebuchet MS"/>
              </a:rPr>
              <a:t>If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215" dirty="0">
                <a:latin typeface="Trebuchet MS"/>
                <a:cs typeface="Trebuchet MS"/>
              </a:rPr>
              <a:t>t</a:t>
            </a:r>
            <a:r>
              <a:rPr sz="3200" spc="-180" dirty="0">
                <a:latin typeface="Trebuchet MS"/>
                <a:cs typeface="Trebuchet MS"/>
              </a:rPr>
              <a:t>he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170" dirty="0">
                <a:latin typeface="Trebuchet MS"/>
                <a:cs typeface="Trebuchet MS"/>
              </a:rPr>
              <a:t>hash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215" dirty="0">
                <a:latin typeface="Trebuchet MS"/>
                <a:cs typeface="Trebuchet MS"/>
              </a:rPr>
              <a:t>t</a:t>
            </a:r>
            <a:r>
              <a:rPr sz="3200" spc="-240" dirty="0">
                <a:latin typeface="Trebuchet MS"/>
                <a:cs typeface="Trebuchet MS"/>
              </a:rPr>
              <a:t>able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110" dirty="0">
                <a:latin typeface="Trebuchet MS"/>
                <a:cs typeface="Trebuchet MS"/>
              </a:rPr>
              <a:t>i</a:t>
            </a:r>
            <a:r>
              <a:rPr sz="3200" spc="-160" dirty="0">
                <a:latin typeface="Trebuchet MS"/>
                <a:cs typeface="Trebuchet MS"/>
              </a:rPr>
              <a:t>s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100" dirty="0">
                <a:latin typeface="Trebuchet MS"/>
                <a:cs typeface="Trebuchet MS"/>
              </a:rPr>
              <a:t>not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254" dirty="0">
                <a:latin typeface="Trebuchet MS"/>
                <a:cs typeface="Trebuchet MS"/>
              </a:rPr>
              <a:t>full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425" dirty="0">
                <a:latin typeface="Trebuchet MS"/>
                <a:cs typeface="Trebuchet MS"/>
              </a:rPr>
              <a:t>–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25" dirty="0">
                <a:latin typeface="Trebuchet MS"/>
                <a:cs typeface="Trebuchet MS"/>
              </a:rPr>
              <a:t>A</a:t>
            </a:r>
            <a:r>
              <a:rPr sz="3200" dirty="0">
                <a:latin typeface="Trebuchet MS"/>
                <a:cs typeface="Trebuchet MS"/>
              </a:rPr>
              <a:t>t</a:t>
            </a:r>
            <a:r>
              <a:rPr sz="3200" spc="-215" dirty="0">
                <a:latin typeface="Trebuchet MS"/>
                <a:cs typeface="Trebuchet MS"/>
              </a:rPr>
              <a:t>t</a:t>
            </a:r>
            <a:r>
              <a:rPr sz="3200" spc="-195" dirty="0">
                <a:latin typeface="Trebuchet MS"/>
                <a:cs typeface="Trebuchet MS"/>
              </a:rPr>
              <a:t>empt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95" dirty="0">
                <a:latin typeface="Trebuchet MS"/>
                <a:cs typeface="Trebuchet MS"/>
              </a:rPr>
              <a:t>to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60322" y="4172203"/>
            <a:ext cx="3500754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25550" algn="l"/>
                <a:tab pos="1865630" algn="l"/>
                <a:tab pos="2749550" algn="l"/>
              </a:tabLst>
            </a:pPr>
            <a:r>
              <a:rPr sz="3200" spc="-65" dirty="0">
                <a:latin typeface="Trebuchet MS"/>
                <a:cs typeface="Trebuchet MS"/>
              </a:rPr>
              <a:t>st</a:t>
            </a:r>
            <a:r>
              <a:rPr sz="3200" spc="-105" dirty="0">
                <a:latin typeface="Trebuchet MS"/>
                <a:cs typeface="Trebuchet MS"/>
              </a:rPr>
              <a:t>o</a:t>
            </a:r>
            <a:r>
              <a:rPr sz="3200" spc="-35" dirty="0">
                <a:latin typeface="Trebuchet MS"/>
                <a:cs typeface="Trebuchet MS"/>
              </a:rPr>
              <a:t>r</a:t>
            </a:r>
            <a:r>
              <a:rPr sz="3200" spc="-215" dirty="0">
                <a:latin typeface="Trebuchet MS"/>
                <a:cs typeface="Trebuchet MS"/>
              </a:rPr>
              <a:t>e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135" dirty="0">
                <a:latin typeface="Trebuchet MS"/>
                <a:cs typeface="Trebuchet MS"/>
              </a:rPr>
              <a:t>i</a:t>
            </a:r>
            <a:r>
              <a:rPr sz="3200" spc="-235" dirty="0">
                <a:latin typeface="Trebuchet MS"/>
                <a:cs typeface="Trebuchet MS"/>
              </a:rPr>
              <a:t>n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190" dirty="0">
                <a:latin typeface="Trebuchet MS"/>
                <a:cs typeface="Trebuchet MS"/>
              </a:rPr>
              <a:t>the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140" dirty="0">
                <a:latin typeface="Trebuchet MS"/>
                <a:cs typeface="Trebuchet MS"/>
              </a:rPr>
              <a:t>next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84672" y="4172203"/>
            <a:ext cx="357568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84910" algn="l"/>
                <a:tab pos="2992120" algn="l"/>
              </a:tabLst>
            </a:pPr>
            <a:r>
              <a:rPr sz="3200" spc="-330" dirty="0">
                <a:latin typeface="Trebuchet MS"/>
                <a:cs typeface="Trebuchet MS"/>
              </a:rPr>
              <a:t>a</a:t>
            </a:r>
            <a:r>
              <a:rPr sz="3200" spc="-10" dirty="0">
                <a:latin typeface="Trebuchet MS"/>
                <a:cs typeface="Trebuchet MS"/>
              </a:rPr>
              <a:t>r</a:t>
            </a:r>
            <a:r>
              <a:rPr sz="3200" spc="25" dirty="0">
                <a:latin typeface="Trebuchet MS"/>
                <a:cs typeface="Trebuchet MS"/>
              </a:rPr>
              <a:t>r</a:t>
            </a:r>
            <a:r>
              <a:rPr sz="3200" spc="-470" dirty="0">
                <a:latin typeface="Trebuchet MS"/>
                <a:cs typeface="Trebuchet MS"/>
              </a:rPr>
              <a:t>a</a:t>
            </a:r>
            <a:r>
              <a:rPr sz="3200" spc="-175" dirty="0">
                <a:latin typeface="Trebuchet MS"/>
                <a:cs typeface="Trebuchet MS"/>
              </a:rPr>
              <a:t>y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180" dirty="0" smtClean="0">
                <a:latin typeface="Trebuchet MS"/>
                <a:cs typeface="Trebuchet MS"/>
              </a:rPr>
              <a:t>ele</a:t>
            </a:r>
            <a:r>
              <a:rPr sz="3200" spc="-315" dirty="0" smtClean="0">
                <a:latin typeface="Trebuchet MS"/>
                <a:cs typeface="Trebuchet MS"/>
              </a:rPr>
              <a:t>m</a:t>
            </a:r>
            <a:r>
              <a:rPr sz="3200" spc="-225" dirty="0" smtClean="0">
                <a:latin typeface="Trebuchet MS"/>
                <a:cs typeface="Trebuchet MS"/>
              </a:rPr>
              <a:t>e</a:t>
            </a:r>
            <a:r>
              <a:rPr sz="3200" spc="-165" dirty="0" smtClean="0">
                <a:latin typeface="Trebuchet MS"/>
                <a:cs typeface="Trebuchet MS"/>
              </a:rPr>
              <a:t>nt</a:t>
            </a:r>
            <a:r>
              <a:rPr lang="en-US" sz="3200" spc="-165" dirty="0" smtClean="0">
                <a:latin typeface="Trebuchet MS"/>
                <a:cs typeface="Trebuchet MS"/>
              </a:rPr>
              <a:t> 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47800" y="5029200"/>
            <a:ext cx="7439659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803400" algn="l"/>
              </a:tabLst>
            </a:pPr>
            <a:r>
              <a:rPr sz="3200" spc="-220" dirty="0">
                <a:latin typeface="Trebuchet MS"/>
                <a:cs typeface="Trebuchet MS"/>
              </a:rPr>
              <a:t>Example:	</a:t>
            </a:r>
            <a:r>
              <a:rPr sz="3200" i="1" spc="-100" dirty="0">
                <a:solidFill>
                  <a:srgbClr val="FF0000"/>
                </a:solidFill>
                <a:latin typeface="Trebuchet MS"/>
                <a:cs typeface="Trebuchet MS"/>
              </a:rPr>
              <a:t>(t+1)%N,</a:t>
            </a:r>
            <a:r>
              <a:rPr sz="3200" i="1" spc="13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i="1" spc="-100" dirty="0">
                <a:solidFill>
                  <a:srgbClr val="FF0000"/>
                </a:solidFill>
                <a:latin typeface="Trebuchet MS"/>
                <a:cs typeface="Trebuchet MS"/>
              </a:rPr>
              <a:t>(t+2)%N,</a:t>
            </a:r>
            <a:r>
              <a:rPr sz="3200" i="1" spc="1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i="1" spc="-40" dirty="0">
                <a:solidFill>
                  <a:srgbClr val="FF0000"/>
                </a:solidFill>
                <a:latin typeface="Trebuchet MS"/>
                <a:cs typeface="Trebuchet MS"/>
              </a:rPr>
              <a:t>(t+3)%N</a:t>
            </a:r>
            <a:r>
              <a:rPr sz="3200" i="1" spc="4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i="1" spc="380" dirty="0">
                <a:solidFill>
                  <a:srgbClr val="FF0000"/>
                </a:solidFill>
                <a:latin typeface="Trebuchet MS"/>
                <a:cs typeface="Trebuchet MS"/>
              </a:rPr>
              <a:t>……. </a:t>
            </a:r>
            <a:r>
              <a:rPr sz="3200" i="1" spc="-9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i="1" spc="-315" dirty="0">
                <a:solidFill>
                  <a:srgbClr val="FF0000"/>
                </a:solidFill>
                <a:latin typeface="Trebuchet MS"/>
                <a:cs typeface="Trebuchet MS"/>
              </a:rPr>
              <a:t>Unt</a:t>
            </a:r>
            <a:r>
              <a:rPr sz="3200" i="1" spc="-195" dirty="0">
                <a:solidFill>
                  <a:srgbClr val="FF0000"/>
                </a:solidFill>
                <a:latin typeface="Trebuchet MS"/>
                <a:cs typeface="Trebuchet MS"/>
              </a:rPr>
              <a:t>i</a:t>
            </a:r>
            <a:r>
              <a:rPr sz="3200" i="1" spc="-425" dirty="0">
                <a:solidFill>
                  <a:srgbClr val="FF0000"/>
                </a:solidFill>
                <a:latin typeface="Trebuchet MS"/>
                <a:cs typeface="Trebuchet MS"/>
              </a:rPr>
              <a:t>ll</a:t>
            </a:r>
            <a:r>
              <a:rPr sz="3200" i="1" spc="-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i="1" spc="-484" dirty="0">
                <a:solidFill>
                  <a:srgbClr val="FF0000"/>
                </a:solidFill>
                <a:latin typeface="Trebuchet MS"/>
                <a:cs typeface="Trebuchet MS"/>
              </a:rPr>
              <a:t>f</a:t>
            </a:r>
            <a:r>
              <a:rPr sz="3200" i="1" spc="-355" dirty="0">
                <a:solidFill>
                  <a:srgbClr val="FF0000"/>
                </a:solidFill>
                <a:latin typeface="Trebuchet MS"/>
                <a:cs typeface="Trebuchet MS"/>
              </a:rPr>
              <a:t>ind</a:t>
            </a:r>
            <a:r>
              <a:rPr sz="3200" i="1" spc="-240" dirty="0">
                <a:solidFill>
                  <a:srgbClr val="FF0000"/>
                </a:solidFill>
                <a:latin typeface="Trebuchet MS"/>
                <a:cs typeface="Trebuchet MS"/>
              </a:rPr>
              <a:t>i</a:t>
            </a:r>
            <a:r>
              <a:rPr sz="3200" i="1" spc="-260" dirty="0">
                <a:solidFill>
                  <a:srgbClr val="FF0000"/>
                </a:solidFill>
                <a:latin typeface="Trebuchet MS"/>
                <a:cs typeface="Trebuchet MS"/>
              </a:rPr>
              <a:t>n</a:t>
            </a:r>
            <a:r>
              <a:rPr sz="3200" i="1" spc="-235" dirty="0">
                <a:solidFill>
                  <a:srgbClr val="FF0000"/>
                </a:solidFill>
                <a:latin typeface="Trebuchet MS"/>
                <a:cs typeface="Trebuchet MS"/>
              </a:rPr>
              <a:t>g</a:t>
            </a:r>
            <a:r>
              <a:rPr sz="3200" i="1" spc="-9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i="1" spc="-215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3200" i="1" spc="-220" dirty="0">
                <a:solidFill>
                  <a:srgbClr val="FF0000"/>
                </a:solidFill>
                <a:latin typeface="Trebuchet MS"/>
                <a:cs typeface="Trebuchet MS"/>
              </a:rPr>
              <a:t>n</a:t>
            </a:r>
            <a:r>
              <a:rPr sz="3200" i="1" spc="-8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i="1" spc="-330" dirty="0">
                <a:solidFill>
                  <a:srgbClr val="FF0000"/>
                </a:solidFill>
                <a:latin typeface="Trebuchet MS"/>
                <a:cs typeface="Trebuchet MS"/>
              </a:rPr>
              <a:t>empty</a:t>
            </a:r>
            <a:r>
              <a:rPr sz="3200" i="1" spc="-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i="1" spc="-330" dirty="0">
                <a:solidFill>
                  <a:srgbClr val="FF0000"/>
                </a:solidFill>
                <a:latin typeface="Trebuchet MS"/>
                <a:cs typeface="Trebuchet MS"/>
              </a:rPr>
              <a:t>slot</a:t>
            </a:r>
            <a:endParaRPr sz="3200" dirty="0">
              <a:latin typeface="Trebuchet MS"/>
              <a:cs typeface="Trebuchet MS"/>
            </a:endParaRPr>
          </a:p>
        </p:txBody>
      </p:sp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59636" y="2401379"/>
            <a:ext cx="7694549" cy="858837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3851909" y="3356990"/>
            <a:ext cx="432434" cy="288290"/>
          </a:xfrm>
          <a:prstGeom prst="rect">
            <a:avLst/>
          </a:prstGeom>
          <a:solidFill>
            <a:srgbClr val="3891A7"/>
          </a:solidFill>
          <a:ln w="25400">
            <a:solidFill>
              <a:srgbClr val="25697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1600">
              <a:lnSpc>
                <a:spcPts val="2150"/>
              </a:lnSpc>
            </a:pP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65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79365" y="3340989"/>
            <a:ext cx="177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5" dirty="0">
                <a:latin typeface="Trebuchet MS"/>
                <a:cs typeface="Trebuchet MS"/>
              </a:rPr>
              <a:t>??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8019" y="204977"/>
            <a:ext cx="266763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Microsoft Sans Serif"/>
                <a:cs typeface="Microsoft Sans Serif"/>
              </a:rPr>
              <a:t>Linear</a:t>
            </a:r>
            <a:r>
              <a:rPr spc="-20" dirty="0">
                <a:latin typeface="Microsoft Sans Serif"/>
                <a:cs typeface="Microsoft Sans Serif"/>
              </a:rPr>
              <a:t> </a:t>
            </a:r>
            <a:r>
              <a:rPr spc="-5" dirty="0">
                <a:latin typeface="Microsoft Sans Serif"/>
                <a:cs typeface="Microsoft Sans Serif"/>
              </a:rPr>
              <a:t>Probing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95400" y="838200"/>
            <a:ext cx="5955665" cy="13304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95"/>
              </a:spcBef>
              <a:buClr>
                <a:srgbClr val="3891A7"/>
              </a:buClr>
              <a:buSzPct val="80357"/>
              <a:buFont typeface="Segoe UI Symbol"/>
              <a:buChar char="⚫"/>
              <a:tabLst>
                <a:tab pos="296545" algn="l"/>
              </a:tabLst>
            </a:pPr>
            <a:r>
              <a:rPr sz="2800" spc="-215" dirty="0">
                <a:latin typeface="Trebuchet MS"/>
                <a:cs typeface="Trebuchet MS"/>
              </a:rPr>
              <a:t>F</a:t>
            </a:r>
            <a:r>
              <a:rPr sz="2800" spc="25" dirty="0">
                <a:latin typeface="Trebuchet MS"/>
                <a:cs typeface="Trebuchet MS"/>
              </a:rPr>
              <a:t>or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-60" dirty="0" smtClean="0">
                <a:latin typeface="Trebuchet MS"/>
                <a:cs typeface="Trebuchet MS"/>
              </a:rPr>
              <a:t>E</a:t>
            </a:r>
            <a:r>
              <a:rPr sz="2800" spc="-50" dirty="0" smtClean="0">
                <a:latin typeface="Trebuchet MS"/>
                <a:cs typeface="Trebuchet MS"/>
              </a:rPr>
              <a:t>x</a:t>
            </a:r>
            <a:r>
              <a:rPr sz="2800" spc="-204" dirty="0" smtClean="0">
                <a:latin typeface="Trebuchet MS"/>
                <a:cs typeface="Trebuchet MS"/>
              </a:rPr>
              <a:t>ample</a:t>
            </a:r>
            <a:r>
              <a:rPr sz="2800" spc="-270" dirty="0" smtClean="0">
                <a:latin typeface="Trebuchet MS"/>
                <a:cs typeface="Trebuchet MS"/>
              </a:rPr>
              <a:t>:</a:t>
            </a:r>
            <a:r>
              <a:rPr lang="en-US" sz="2800" spc="-270" dirty="0" smtClean="0">
                <a:latin typeface="Trebuchet MS"/>
                <a:cs typeface="Trebuchet MS"/>
              </a:rPr>
              <a:t> </a:t>
            </a:r>
            <a:r>
              <a:rPr sz="2800" spc="240" dirty="0" smtClean="0">
                <a:solidFill>
                  <a:srgbClr val="FF0000"/>
                </a:solidFill>
                <a:latin typeface="Trebuchet MS"/>
                <a:cs typeface="Trebuchet MS"/>
              </a:rPr>
              <a:t>W</a:t>
            </a:r>
            <a:r>
              <a:rPr sz="2800" spc="155" dirty="0" smtClean="0">
                <a:solidFill>
                  <a:srgbClr val="FF0000"/>
                </a:solidFill>
                <a:latin typeface="Trebuchet MS"/>
                <a:cs typeface="Trebuchet MS"/>
              </a:rPr>
              <a:t>h</a:t>
            </a:r>
            <a:r>
              <a:rPr sz="2800" spc="-100" dirty="0" smtClean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2800" spc="-135" dirty="0" smtClean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2800" spc="-190" dirty="0" smtClean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2800" spc="-70" dirty="0" smtClean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spc="-50" dirty="0">
                <a:solidFill>
                  <a:srgbClr val="FF0000"/>
                </a:solidFill>
                <a:latin typeface="Trebuchet MS"/>
                <a:cs typeface="Trebuchet MS"/>
              </a:rPr>
              <a:t>do</a:t>
            </a:r>
            <a:r>
              <a:rPr sz="2800" spc="-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spc="-225" dirty="0">
                <a:solidFill>
                  <a:srgbClr val="FF0000"/>
                </a:solidFill>
                <a:latin typeface="Trebuchet MS"/>
                <a:cs typeface="Trebuchet MS"/>
              </a:rPr>
              <a:t>y</a:t>
            </a:r>
            <a:r>
              <a:rPr sz="2800" spc="-50" dirty="0">
                <a:solidFill>
                  <a:srgbClr val="FF0000"/>
                </a:solidFill>
                <a:latin typeface="Trebuchet MS"/>
                <a:cs typeface="Trebuchet MS"/>
              </a:rPr>
              <a:t>ou</a:t>
            </a:r>
            <a:r>
              <a:rPr sz="2800" spc="-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spc="-120" dirty="0">
                <a:solidFill>
                  <a:srgbClr val="FF0000"/>
                </a:solidFill>
                <a:latin typeface="Trebuchet MS"/>
                <a:cs typeface="Trebuchet MS"/>
              </a:rPr>
              <a:t>s</a:t>
            </a:r>
            <a:r>
              <a:rPr sz="2800" spc="-114" dirty="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r>
              <a:rPr sz="2800" spc="30" dirty="0">
                <a:solidFill>
                  <a:srgbClr val="FF0000"/>
                </a:solidFill>
                <a:latin typeface="Trebuchet MS"/>
                <a:cs typeface="Trebuchet MS"/>
              </a:rPr>
              <a:t>o</a:t>
            </a:r>
            <a:r>
              <a:rPr sz="2800" spc="-40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2800" spc="-190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2800" spc="-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spc="-65" dirty="0" smtClean="0">
                <a:solidFill>
                  <a:srgbClr val="FF0000"/>
                </a:solidFill>
                <a:latin typeface="Trebuchet MS"/>
                <a:cs typeface="Trebuchet MS"/>
              </a:rPr>
              <a:t>6</a:t>
            </a:r>
            <a:r>
              <a:rPr sz="2800" spc="-75" dirty="0" smtClean="0">
                <a:solidFill>
                  <a:srgbClr val="FF0000"/>
                </a:solidFill>
                <a:latin typeface="Trebuchet MS"/>
                <a:cs typeface="Trebuchet MS"/>
              </a:rPr>
              <a:t>5</a:t>
            </a:r>
            <a:r>
              <a:rPr sz="2800" spc="-100" dirty="0" smtClean="0">
                <a:solidFill>
                  <a:srgbClr val="FF0000"/>
                </a:solidFill>
                <a:latin typeface="Trebuchet MS"/>
                <a:cs typeface="Trebuchet MS"/>
              </a:rPr>
              <a:t>?</a:t>
            </a:r>
            <a:endParaRPr lang="en-US" sz="2800" spc="-100" dirty="0" smtClean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12065" algn="ctr">
              <a:spcBef>
                <a:spcPts val="95"/>
              </a:spcBef>
              <a:buClr>
                <a:srgbClr val="3891A7"/>
              </a:buClr>
              <a:buSzPct val="80357"/>
              <a:tabLst>
                <a:tab pos="296545" algn="l"/>
              </a:tabLst>
            </a:pPr>
            <a:r>
              <a:rPr lang="en-US" sz="2800" spc="-100" dirty="0" smtClean="0">
                <a:solidFill>
                  <a:srgbClr val="FF0000"/>
                </a:solidFill>
                <a:latin typeface="Trebuchet MS"/>
                <a:cs typeface="Trebuchet MS"/>
              </a:rPr>
              <a:t>  65%15=5</a:t>
            </a:r>
            <a:endParaRPr lang="en-US" sz="2800" dirty="0" smtClean="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95"/>
              </a:spcBef>
              <a:buClr>
                <a:srgbClr val="3891A7"/>
              </a:buClr>
              <a:buSzPct val="80357"/>
              <a:buFont typeface="Segoe UI Symbol"/>
              <a:buChar char="⚫"/>
              <a:tabLst>
                <a:tab pos="296545" algn="l"/>
              </a:tabLst>
            </a:pPr>
            <a:r>
              <a:rPr lang="en-US" sz="2800" spc="-100" dirty="0" smtClean="0">
                <a:solidFill>
                  <a:srgbClr val="FF0000"/>
                </a:solidFill>
                <a:latin typeface="Trebuchet MS"/>
                <a:cs typeface="Trebuchet MS"/>
              </a:rPr>
              <a:t>  </a:t>
            </a: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76858" y="3684270"/>
            <a:ext cx="6760845" cy="1515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1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235" dirty="0">
                <a:latin typeface="Trebuchet MS"/>
                <a:cs typeface="Trebuchet MS"/>
              </a:rPr>
              <a:t>F</a:t>
            </a:r>
            <a:r>
              <a:rPr sz="3200" spc="35" dirty="0">
                <a:latin typeface="Trebuchet MS"/>
                <a:cs typeface="Trebuchet MS"/>
              </a:rPr>
              <a:t>or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60" dirty="0">
                <a:latin typeface="Trebuchet MS"/>
                <a:cs typeface="Trebuchet MS"/>
              </a:rPr>
              <a:t>E</a:t>
            </a:r>
            <a:r>
              <a:rPr sz="3200" spc="-50" dirty="0">
                <a:latin typeface="Trebuchet MS"/>
                <a:cs typeface="Trebuchet MS"/>
              </a:rPr>
              <a:t>x</a:t>
            </a:r>
            <a:r>
              <a:rPr sz="3200" spc="-229" dirty="0">
                <a:latin typeface="Trebuchet MS"/>
                <a:cs typeface="Trebuchet MS"/>
              </a:rPr>
              <a:t>ample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-315" dirty="0">
                <a:latin typeface="Trebuchet MS"/>
                <a:cs typeface="Trebuchet MS"/>
              </a:rPr>
              <a:t>:</a:t>
            </a:r>
            <a:r>
              <a:rPr sz="3200" spc="75" dirty="0">
                <a:solidFill>
                  <a:srgbClr val="FF0000"/>
                </a:solidFill>
                <a:latin typeface="Trebuchet MS"/>
                <a:cs typeface="Trebuchet MS"/>
              </a:rPr>
              <a:t>Whe</a:t>
            </a:r>
            <a:r>
              <a:rPr sz="3200" spc="-10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3200" spc="-215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3200" spc="-9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60" dirty="0">
                <a:solidFill>
                  <a:srgbClr val="FF0000"/>
                </a:solidFill>
                <a:latin typeface="Trebuchet MS"/>
                <a:cs typeface="Trebuchet MS"/>
              </a:rPr>
              <a:t>d</a:t>
            </a:r>
            <a:r>
              <a:rPr sz="3200" spc="-50" dirty="0">
                <a:solidFill>
                  <a:srgbClr val="FF0000"/>
                </a:solidFill>
                <a:latin typeface="Trebuchet MS"/>
                <a:cs typeface="Trebuchet MS"/>
              </a:rPr>
              <a:t>o</a:t>
            </a:r>
            <a:r>
              <a:rPr sz="3200" spc="-8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240" dirty="0">
                <a:solidFill>
                  <a:srgbClr val="FF0000"/>
                </a:solidFill>
                <a:latin typeface="Trebuchet MS"/>
                <a:cs typeface="Trebuchet MS"/>
              </a:rPr>
              <a:t>y</a:t>
            </a:r>
            <a:r>
              <a:rPr sz="3200" spc="-50" dirty="0">
                <a:solidFill>
                  <a:srgbClr val="FF0000"/>
                </a:solidFill>
                <a:latin typeface="Trebuchet MS"/>
                <a:cs typeface="Trebuchet MS"/>
              </a:rPr>
              <a:t>ou</a:t>
            </a:r>
            <a:r>
              <a:rPr sz="3200" spc="-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50" dirty="0">
                <a:solidFill>
                  <a:srgbClr val="FF0000"/>
                </a:solidFill>
                <a:latin typeface="Trebuchet MS"/>
                <a:cs typeface="Trebuchet MS"/>
              </a:rPr>
              <a:t>sto</a:t>
            </a:r>
            <a:r>
              <a:rPr sz="3200" spc="-105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3200" spc="-215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3200" spc="-10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75" dirty="0">
                <a:solidFill>
                  <a:srgbClr val="FF0000"/>
                </a:solidFill>
                <a:latin typeface="Trebuchet MS"/>
                <a:cs typeface="Trebuchet MS"/>
              </a:rPr>
              <a:t>1</a:t>
            </a:r>
            <a:r>
              <a:rPr sz="3200" spc="-80" dirty="0">
                <a:solidFill>
                  <a:srgbClr val="FF0000"/>
                </a:solidFill>
                <a:latin typeface="Trebuchet MS"/>
                <a:cs typeface="Trebuchet MS"/>
              </a:rPr>
              <a:t>6</a:t>
            </a:r>
            <a:r>
              <a:rPr sz="3200" spc="-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110" dirty="0" smtClean="0">
                <a:solidFill>
                  <a:srgbClr val="FF0000"/>
                </a:solidFill>
                <a:latin typeface="Trebuchet MS"/>
                <a:cs typeface="Trebuchet MS"/>
              </a:rPr>
              <a:t>?</a:t>
            </a:r>
            <a:endParaRPr lang="en-US" sz="3200" spc="-110" dirty="0" smtClean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12065" algn="ctr">
              <a:spcBef>
                <a:spcPts val="100"/>
              </a:spcBef>
              <a:buClr>
                <a:srgbClr val="3891A7"/>
              </a:buClr>
              <a:buSzPct val="79687"/>
              <a:tabLst>
                <a:tab pos="296545" algn="l"/>
              </a:tabLst>
            </a:pPr>
            <a:r>
              <a:rPr lang="en-US" sz="3200" spc="-100" dirty="0" smtClean="0">
                <a:solidFill>
                  <a:srgbClr val="FF0000"/>
                </a:solidFill>
                <a:latin typeface="Trebuchet MS"/>
                <a:cs typeface="Trebuchet MS"/>
              </a:rPr>
              <a:t>16%15=1</a:t>
            </a:r>
            <a:endParaRPr lang="en-US" sz="3200" dirty="0" smtClean="0">
              <a:latin typeface="Trebuchet MS"/>
              <a:cs typeface="Trebuchet MS"/>
            </a:endParaRPr>
          </a:p>
          <a:p>
            <a:pPr marL="12065">
              <a:lnSpc>
                <a:spcPct val="100000"/>
              </a:lnSpc>
              <a:spcBef>
                <a:spcPts val="100"/>
              </a:spcBef>
              <a:buClr>
                <a:srgbClr val="3891A7"/>
              </a:buClr>
              <a:buSzPct val="79687"/>
              <a:tabLst>
                <a:tab pos="296545" algn="l"/>
              </a:tabLst>
            </a:pPr>
            <a:endParaRPr sz="3200" dirty="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8481" y="1700847"/>
            <a:ext cx="7694549" cy="85883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860035" y="2130183"/>
            <a:ext cx="504190" cy="310515"/>
          </a:xfrm>
          <a:prstGeom prst="rect">
            <a:avLst/>
          </a:prstGeom>
          <a:solidFill>
            <a:srgbClr val="3891A7"/>
          </a:solidFill>
          <a:ln w="25400">
            <a:solidFill>
              <a:srgbClr val="256979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70"/>
              </a:spcBef>
            </a:pP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65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0995" y="4725098"/>
            <a:ext cx="7694549" cy="85883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806315" y="5154561"/>
            <a:ext cx="504190" cy="310515"/>
          </a:xfrm>
          <a:prstGeom prst="rect">
            <a:avLst/>
          </a:prstGeom>
          <a:solidFill>
            <a:srgbClr val="3891A7"/>
          </a:solidFill>
          <a:ln w="25400">
            <a:solidFill>
              <a:srgbClr val="256979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75"/>
              </a:spcBef>
            </a:pP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65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91639" y="5154561"/>
            <a:ext cx="504190" cy="310515"/>
          </a:xfrm>
          <a:prstGeom prst="rect">
            <a:avLst/>
          </a:prstGeom>
          <a:solidFill>
            <a:srgbClr val="3891A7"/>
          </a:solidFill>
          <a:ln w="25400">
            <a:solidFill>
              <a:srgbClr val="256979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75"/>
              </a:spcBef>
            </a:pP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16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38800" y="2895600"/>
            <a:ext cx="28194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5" dirty="0">
                <a:latin typeface="Trebuchet MS"/>
                <a:cs typeface="Trebuchet MS"/>
              </a:rPr>
              <a:t>Nu</a:t>
            </a:r>
            <a:r>
              <a:rPr sz="1800" spc="30" dirty="0">
                <a:latin typeface="Trebuchet MS"/>
                <a:cs typeface="Trebuchet MS"/>
              </a:rPr>
              <a:t>m</a:t>
            </a:r>
            <a:r>
              <a:rPr sz="1800" spc="-70" dirty="0">
                <a:latin typeface="Trebuchet MS"/>
                <a:cs typeface="Trebuchet MS"/>
              </a:rPr>
              <a:t>ber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95" dirty="0" smtClean="0">
                <a:latin typeface="Trebuchet MS"/>
                <a:cs typeface="Trebuchet MS"/>
              </a:rPr>
              <a:t>of</a:t>
            </a:r>
            <a:r>
              <a:rPr lang="en-US" dirty="0">
                <a:latin typeface="Trebuchet MS"/>
                <a:cs typeface="Trebuchet MS"/>
              </a:rPr>
              <a:t> </a:t>
            </a:r>
            <a:r>
              <a:rPr sz="1800" spc="-95" dirty="0" smtClean="0">
                <a:latin typeface="Trebuchet MS"/>
                <a:cs typeface="Trebuchet MS"/>
              </a:rPr>
              <a:t>P</a:t>
            </a:r>
            <a:r>
              <a:rPr sz="1800" spc="-45" dirty="0" smtClean="0">
                <a:latin typeface="Trebuchet MS"/>
                <a:cs typeface="Trebuchet MS"/>
              </a:rPr>
              <a:t>r</a:t>
            </a:r>
            <a:r>
              <a:rPr sz="1800" spc="-100" dirty="0" smtClean="0">
                <a:latin typeface="Trebuchet MS"/>
                <a:cs typeface="Trebuchet MS"/>
              </a:rPr>
              <a:t>obes</a:t>
            </a:r>
            <a:r>
              <a:rPr sz="1800" spc="-100" dirty="0">
                <a:latin typeface="Trebuchet MS"/>
                <a:cs typeface="Trebuchet MS"/>
              </a:rPr>
              <a:t>:</a:t>
            </a:r>
            <a:r>
              <a:rPr sz="1800" spc="-225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3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35267" y="5758383"/>
            <a:ext cx="10553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rebuchet MS"/>
                <a:cs typeface="Trebuchet MS"/>
              </a:rPr>
              <a:t>Number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of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95" dirty="0">
                <a:latin typeface="Trebuchet MS"/>
                <a:cs typeface="Trebuchet MS"/>
              </a:rPr>
              <a:t>P</a:t>
            </a:r>
            <a:r>
              <a:rPr sz="1800" spc="-45" dirty="0">
                <a:latin typeface="Trebuchet MS"/>
                <a:cs typeface="Trebuchet MS"/>
              </a:rPr>
              <a:t>r</a:t>
            </a:r>
            <a:r>
              <a:rPr sz="1800" spc="-100" dirty="0">
                <a:latin typeface="Trebuchet MS"/>
                <a:cs typeface="Trebuchet MS"/>
              </a:rPr>
              <a:t>obes:</a:t>
            </a:r>
            <a:r>
              <a:rPr sz="1800" spc="-229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 flipV="1">
            <a:off x="1905000" y="5486400"/>
            <a:ext cx="0" cy="5334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886200" y="2971800"/>
            <a:ext cx="304800" cy="304800"/>
          </a:xfrm>
          <a:prstGeom prst="ellipse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1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4419600" y="2971800"/>
            <a:ext cx="304800" cy="304800"/>
          </a:xfrm>
          <a:prstGeom prst="ellipse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4953000" y="2971800"/>
            <a:ext cx="304800" cy="304800"/>
          </a:xfrm>
          <a:prstGeom prst="ellipse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0" name="Oval 19"/>
          <p:cNvSpPr/>
          <p:nvPr/>
        </p:nvSpPr>
        <p:spPr>
          <a:xfrm>
            <a:off x="1752600" y="6019800"/>
            <a:ext cx="304800" cy="304800"/>
          </a:xfrm>
          <a:prstGeom prst="ellipse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1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4038600" y="2438400"/>
            <a:ext cx="0" cy="5334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4572000" y="2438400"/>
            <a:ext cx="0" cy="5334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5105400" y="2438400"/>
            <a:ext cx="0" cy="5334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423" y="0"/>
            <a:ext cx="9142730" cy="6858000"/>
            <a:chOff x="1423" y="0"/>
            <a:chExt cx="9142730" cy="6858000"/>
          </a:xfrm>
        </p:grpSpPr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5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4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726307" y="276809"/>
            <a:ext cx="266636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latin typeface="Microsoft Sans Serif"/>
                <a:cs typeface="Microsoft Sans Serif"/>
              </a:rPr>
              <a:t>Linear</a:t>
            </a:r>
            <a:r>
              <a:rPr spc="-55" dirty="0">
                <a:latin typeface="Microsoft Sans Serif"/>
                <a:cs typeface="Microsoft Sans Serif"/>
              </a:rPr>
              <a:t> </a:t>
            </a:r>
            <a:r>
              <a:rPr spc="-5" dirty="0">
                <a:latin typeface="Microsoft Sans Serif"/>
                <a:cs typeface="Microsoft Sans Serif"/>
              </a:rPr>
              <a:t>Probing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276858" y="925195"/>
            <a:ext cx="6760845" cy="151644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235" dirty="0">
                <a:latin typeface="Trebuchet MS"/>
                <a:cs typeface="Trebuchet MS"/>
              </a:rPr>
              <a:t>F</a:t>
            </a:r>
            <a:r>
              <a:rPr sz="3200" spc="35" dirty="0">
                <a:latin typeface="Trebuchet MS"/>
                <a:cs typeface="Trebuchet MS"/>
              </a:rPr>
              <a:t>or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60" dirty="0" smtClean="0">
                <a:latin typeface="Trebuchet MS"/>
                <a:cs typeface="Trebuchet MS"/>
              </a:rPr>
              <a:t>E</a:t>
            </a:r>
            <a:r>
              <a:rPr sz="3200" spc="-50" dirty="0" smtClean="0">
                <a:latin typeface="Trebuchet MS"/>
                <a:cs typeface="Trebuchet MS"/>
              </a:rPr>
              <a:t>x</a:t>
            </a:r>
            <a:r>
              <a:rPr sz="3200" spc="-229" dirty="0" smtClean="0">
                <a:latin typeface="Trebuchet MS"/>
                <a:cs typeface="Trebuchet MS"/>
              </a:rPr>
              <a:t>ample</a:t>
            </a:r>
            <a:r>
              <a:rPr sz="3200" spc="-315" dirty="0" smtClean="0">
                <a:latin typeface="Trebuchet MS"/>
                <a:cs typeface="Trebuchet MS"/>
              </a:rPr>
              <a:t>:</a:t>
            </a:r>
            <a:r>
              <a:rPr lang="en-US" sz="3200" spc="-315" dirty="0" smtClean="0">
                <a:latin typeface="Trebuchet MS"/>
                <a:cs typeface="Trebuchet MS"/>
              </a:rPr>
              <a:t> </a:t>
            </a:r>
            <a:r>
              <a:rPr sz="3200" spc="75" dirty="0" smtClean="0">
                <a:solidFill>
                  <a:srgbClr val="FF0000"/>
                </a:solidFill>
                <a:latin typeface="Trebuchet MS"/>
                <a:cs typeface="Trebuchet MS"/>
              </a:rPr>
              <a:t>Whe</a:t>
            </a:r>
            <a:r>
              <a:rPr sz="3200" spc="-10" dirty="0" smtClean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3200" spc="-215" dirty="0" smtClean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3200" spc="-90" dirty="0" smtClean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60" dirty="0">
                <a:solidFill>
                  <a:srgbClr val="FF0000"/>
                </a:solidFill>
                <a:latin typeface="Trebuchet MS"/>
                <a:cs typeface="Trebuchet MS"/>
              </a:rPr>
              <a:t>d</a:t>
            </a:r>
            <a:r>
              <a:rPr sz="3200" spc="-50" dirty="0">
                <a:solidFill>
                  <a:srgbClr val="FF0000"/>
                </a:solidFill>
                <a:latin typeface="Trebuchet MS"/>
                <a:cs typeface="Trebuchet MS"/>
              </a:rPr>
              <a:t>o</a:t>
            </a:r>
            <a:r>
              <a:rPr sz="3200" spc="-8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240" dirty="0">
                <a:solidFill>
                  <a:srgbClr val="FF0000"/>
                </a:solidFill>
                <a:latin typeface="Trebuchet MS"/>
                <a:cs typeface="Trebuchet MS"/>
              </a:rPr>
              <a:t>y</a:t>
            </a:r>
            <a:r>
              <a:rPr sz="3200" spc="-50" dirty="0">
                <a:solidFill>
                  <a:srgbClr val="FF0000"/>
                </a:solidFill>
                <a:latin typeface="Trebuchet MS"/>
                <a:cs typeface="Trebuchet MS"/>
              </a:rPr>
              <a:t>ou</a:t>
            </a:r>
            <a:r>
              <a:rPr sz="3200" spc="-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50" dirty="0">
                <a:solidFill>
                  <a:srgbClr val="FF0000"/>
                </a:solidFill>
                <a:latin typeface="Trebuchet MS"/>
                <a:cs typeface="Trebuchet MS"/>
              </a:rPr>
              <a:t>sto</a:t>
            </a:r>
            <a:r>
              <a:rPr sz="3200" spc="-105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3200" spc="-215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3200" spc="-10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75" dirty="0">
                <a:solidFill>
                  <a:srgbClr val="FF0000"/>
                </a:solidFill>
                <a:latin typeface="Trebuchet MS"/>
                <a:cs typeface="Trebuchet MS"/>
              </a:rPr>
              <a:t>2</a:t>
            </a:r>
            <a:r>
              <a:rPr sz="3200" spc="-80" dirty="0">
                <a:solidFill>
                  <a:srgbClr val="FF0000"/>
                </a:solidFill>
                <a:latin typeface="Trebuchet MS"/>
                <a:cs typeface="Trebuchet MS"/>
              </a:rPr>
              <a:t>9</a:t>
            </a:r>
            <a:r>
              <a:rPr sz="3200" spc="-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110" dirty="0" smtClean="0">
                <a:solidFill>
                  <a:srgbClr val="FF0000"/>
                </a:solidFill>
                <a:latin typeface="Trebuchet MS"/>
                <a:cs typeface="Trebuchet MS"/>
              </a:rPr>
              <a:t>?</a:t>
            </a:r>
            <a:endParaRPr lang="en-US" sz="3200" spc="-110" dirty="0" smtClean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12065" algn="ctr">
              <a:spcBef>
                <a:spcPts val="105"/>
              </a:spcBef>
              <a:buClr>
                <a:srgbClr val="3891A7"/>
              </a:buClr>
              <a:buSzPct val="79687"/>
              <a:tabLst>
                <a:tab pos="296545" algn="l"/>
              </a:tabLst>
            </a:pPr>
            <a:r>
              <a:rPr lang="en-US" sz="3200" spc="-100" dirty="0" smtClean="0">
                <a:solidFill>
                  <a:srgbClr val="FF0000"/>
                </a:solidFill>
                <a:latin typeface="Trebuchet MS"/>
                <a:cs typeface="Trebuchet MS"/>
              </a:rPr>
              <a:t>29%15=14</a:t>
            </a:r>
            <a:endParaRPr lang="en-US" sz="3200" dirty="0" smtClean="0">
              <a:latin typeface="Trebuchet MS"/>
              <a:cs typeface="Trebuchet MS"/>
            </a:endParaRPr>
          </a:p>
          <a:p>
            <a:pPr marL="12065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79687"/>
              <a:tabLst>
                <a:tab pos="296545" algn="l"/>
              </a:tabLst>
            </a:pPr>
            <a:endParaRPr sz="3200" dirty="0">
              <a:latin typeface="Trebuchet MS"/>
              <a:cs typeface="Trebuchet MS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50607" y="1844865"/>
            <a:ext cx="7694549" cy="858837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4845939" y="2260866"/>
            <a:ext cx="504190" cy="310515"/>
          </a:xfrm>
          <a:prstGeom prst="rect">
            <a:avLst/>
          </a:prstGeom>
          <a:solidFill>
            <a:srgbClr val="3891A7"/>
          </a:solidFill>
          <a:ln w="25400">
            <a:solidFill>
              <a:srgbClr val="256979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70"/>
              </a:spcBef>
            </a:pP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65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63648" y="2260866"/>
            <a:ext cx="504190" cy="310515"/>
          </a:xfrm>
          <a:prstGeom prst="rect">
            <a:avLst/>
          </a:prstGeom>
          <a:solidFill>
            <a:srgbClr val="3891A7"/>
          </a:solidFill>
          <a:ln w="25400">
            <a:solidFill>
              <a:srgbClr val="256979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137160">
              <a:lnSpc>
                <a:spcPct val="100000"/>
              </a:lnSpc>
              <a:spcBef>
                <a:spcPts val="70"/>
              </a:spcBef>
            </a:pP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16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460485" y="2260866"/>
            <a:ext cx="485140" cy="310515"/>
          </a:xfrm>
          <a:prstGeom prst="rect">
            <a:avLst/>
          </a:prstGeom>
          <a:solidFill>
            <a:srgbClr val="3891A7"/>
          </a:solidFill>
          <a:ln w="25400">
            <a:solidFill>
              <a:srgbClr val="256979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70"/>
              </a:spcBef>
            </a:pP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29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221232" y="4196778"/>
            <a:ext cx="7694930" cy="859155"/>
            <a:chOff x="1221232" y="4196778"/>
            <a:chExt cx="7694930" cy="859155"/>
          </a:xfrm>
        </p:grpSpPr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21232" y="4196778"/>
              <a:ext cx="7694549" cy="85883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729994" y="4590427"/>
              <a:ext cx="504190" cy="310515"/>
            </a:xfrm>
            <a:custGeom>
              <a:avLst/>
              <a:gdLst/>
              <a:ahLst/>
              <a:cxnLst/>
              <a:rect l="l" t="t" r="r" b="b"/>
              <a:pathLst>
                <a:path w="504189" h="310514">
                  <a:moveTo>
                    <a:pt x="504050" y="0"/>
                  </a:moveTo>
                  <a:lnTo>
                    <a:pt x="0" y="0"/>
                  </a:lnTo>
                  <a:lnTo>
                    <a:pt x="0" y="310121"/>
                  </a:lnTo>
                  <a:lnTo>
                    <a:pt x="504050" y="310121"/>
                  </a:lnTo>
                  <a:lnTo>
                    <a:pt x="504050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729994" y="4590427"/>
              <a:ext cx="504190" cy="310515"/>
            </a:xfrm>
            <a:custGeom>
              <a:avLst/>
              <a:gdLst/>
              <a:ahLst/>
              <a:cxnLst/>
              <a:rect l="l" t="t" r="r" b="b"/>
              <a:pathLst>
                <a:path w="504189" h="310514">
                  <a:moveTo>
                    <a:pt x="0" y="310121"/>
                  </a:moveTo>
                  <a:lnTo>
                    <a:pt x="504050" y="310121"/>
                  </a:lnTo>
                  <a:lnTo>
                    <a:pt x="504050" y="0"/>
                  </a:lnTo>
                  <a:lnTo>
                    <a:pt x="0" y="0"/>
                  </a:lnTo>
                  <a:lnTo>
                    <a:pt x="0" y="310121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814061" y="4590427"/>
            <a:ext cx="504190" cy="310515"/>
          </a:xfrm>
          <a:prstGeom prst="rect">
            <a:avLst/>
          </a:prstGeom>
          <a:solidFill>
            <a:srgbClr val="3891A7"/>
          </a:solidFill>
          <a:ln w="25400">
            <a:solidFill>
              <a:srgbClr val="256979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75"/>
              </a:spcBef>
            </a:pP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65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370443" y="4626241"/>
            <a:ext cx="485140" cy="310515"/>
          </a:xfrm>
          <a:prstGeom prst="rect">
            <a:avLst/>
          </a:prstGeom>
          <a:solidFill>
            <a:srgbClr val="3891A7"/>
          </a:solidFill>
          <a:ln w="25400">
            <a:solidFill>
              <a:srgbClr val="256979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75"/>
              </a:spcBef>
            </a:pP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29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208532" y="4584204"/>
            <a:ext cx="529590" cy="335915"/>
            <a:chOff x="1208532" y="4584204"/>
            <a:chExt cx="529590" cy="335915"/>
          </a:xfrm>
        </p:grpSpPr>
        <p:sp>
          <p:nvSpPr>
            <p:cNvPr id="27" name="object 27"/>
            <p:cNvSpPr/>
            <p:nvPr/>
          </p:nvSpPr>
          <p:spPr>
            <a:xfrm>
              <a:off x="1221232" y="4596904"/>
              <a:ext cx="504190" cy="310515"/>
            </a:xfrm>
            <a:custGeom>
              <a:avLst/>
              <a:gdLst/>
              <a:ahLst/>
              <a:cxnLst/>
              <a:rect l="l" t="t" r="r" b="b"/>
              <a:pathLst>
                <a:path w="504189" h="310514">
                  <a:moveTo>
                    <a:pt x="504050" y="0"/>
                  </a:moveTo>
                  <a:lnTo>
                    <a:pt x="0" y="0"/>
                  </a:lnTo>
                  <a:lnTo>
                    <a:pt x="0" y="310121"/>
                  </a:lnTo>
                  <a:lnTo>
                    <a:pt x="504050" y="310121"/>
                  </a:lnTo>
                  <a:lnTo>
                    <a:pt x="504050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221232" y="4596904"/>
              <a:ext cx="504190" cy="310515"/>
            </a:xfrm>
            <a:custGeom>
              <a:avLst/>
              <a:gdLst/>
              <a:ahLst/>
              <a:cxnLst/>
              <a:rect l="l" t="t" r="r" b="b"/>
              <a:pathLst>
                <a:path w="504189" h="310514">
                  <a:moveTo>
                    <a:pt x="0" y="310121"/>
                  </a:moveTo>
                  <a:lnTo>
                    <a:pt x="504050" y="310121"/>
                  </a:lnTo>
                  <a:lnTo>
                    <a:pt x="504050" y="0"/>
                  </a:lnTo>
                  <a:lnTo>
                    <a:pt x="0" y="0"/>
                  </a:lnTo>
                  <a:lnTo>
                    <a:pt x="0" y="310121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346072" y="4594097"/>
            <a:ext cx="763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14	</a:t>
            </a:r>
            <a:r>
              <a:rPr sz="2700" spc="-67" baseline="1543" dirty="0">
                <a:solidFill>
                  <a:srgbClr val="FFFFFF"/>
                </a:solidFill>
                <a:latin typeface="Trebuchet MS"/>
                <a:cs typeface="Trebuchet MS"/>
              </a:rPr>
              <a:t>16</a:t>
            </a:r>
            <a:endParaRPr sz="2700" baseline="1543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524000" y="2743200"/>
            <a:ext cx="7315200" cy="17594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92775" marR="29845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rebuchet MS"/>
                <a:cs typeface="Trebuchet MS"/>
              </a:rPr>
              <a:t>Number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of  </a:t>
            </a:r>
            <a:r>
              <a:rPr sz="1800" spc="-95" dirty="0">
                <a:latin typeface="Trebuchet MS"/>
                <a:cs typeface="Trebuchet MS"/>
              </a:rPr>
              <a:t>P</a:t>
            </a:r>
            <a:r>
              <a:rPr sz="1800" spc="-45" dirty="0">
                <a:latin typeface="Trebuchet MS"/>
                <a:cs typeface="Trebuchet MS"/>
              </a:rPr>
              <a:t>r</a:t>
            </a:r>
            <a:r>
              <a:rPr sz="1800" spc="-65" dirty="0">
                <a:latin typeface="Trebuchet MS"/>
                <a:cs typeface="Trebuchet MS"/>
              </a:rPr>
              <a:t>obe</a:t>
            </a:r>
            <a:r>
              <a:rPr sz="1800" spc="-45" dirty="0">
                <a:latin typeface="Trebuchet MS"/>
                <a:cs typeface="Trebuchet MS"/>
              </a:rPr>
              <a:t>s</a:t>
            </a:r>
            <a:r>
              <a:rPr sz="1800" spc="-270" dirty="0">
                <a:latin typeface="Trebuchet MS"/>
                <a:cs typeface="Trebuchet MS"/>
              </a:rPr>
              <a:t>:</a:t>
            </a:r>
            <a:r>
              <a:rPr sz="1800" spc="-229" dirty="0">
                <a:latin typeface="Trebuchet MS"/>
                <a:cs typeface="Trebuchet MS"/>
              </a:rPr>
              <a:t> </a:t>
            </a:r>
            <a:r>
              <a:rPr sz="1800" spc="-45" dirty="0" smtClean="0">
                <a:latin typeface="Trebuchet MS"/>
                <a:cs typeface="Trebuchet MS"/>
              </a:rPr>
              <a:t>1</a:t>
            </a:r>
            <a:endParaRPr sz="1800" dirty="0">
              <a:latin typeface="Trebuchet MS"/>
              <a:cs typeface="Trebuchet MS"/>
            </a:endParaRPr>
          </a:p>
          <a:p>
            <a:pPr marL="295910" indent="-283845">
              <a:lnSpc>
                <a:spcPts val="3095"/>
              </a:lnSpc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235" dirty="0">
                <a:latin typeface="Trebuchet MS"/>
                <a:cs typeface="Trebuchet MS"/>
              </a:rPr>
              <a:t>F</a:t>
            </a:r>
            <a:r>
              <a:rPr sz="3200" spc="35" dirty="0">
                <a:latin typeface="Trebuchet MS"/>
                <a:cs typeface="Trebuchet MS"/>
              </a:rPr>
              <a:t>or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60" dirty="0" smtClean="0">
                <a:latin typeface="Trebuchet MS"/>
                <a:cs typeface="Trebuchet MS"/>
              </a:rPr>
              <a:t>E</a:t>
            </a:r>
            <a:r>
              <a:rPr sz="3200" spc="-50" dirty="0" smtClean="0">
                <a:latin typeface="Trebuchet MS"/>
                <a:cs typeface="Trebuchet MS"/>
              </a:rPr>
              <a:t>x</a:t>
            </a:r>
            <a:r>
              <a:rPr sz="3200" spc="-229" dirty="0" smtClean="0">
                <a:latin typeface="Trebuchet MS"/>
                <a:cs typeface="Trebuchet MS"/>
              </a:rPr>
              <a:t>ample</a:t>
            </a:r>
            <a:r>
              <a:rPr sz="3200" spc="-315" dirty="0" smtClean="0">
                <a:latin typeface="Trebuchet MS"/>
                <a:cs typeface="Trebuchet MS"/>
              </a:rPr>
              <a:t>:</a:t>
            </a:r>
            <a:r>
              <a:rPr lang="en-US" sz="3200" spc="-315" dirty="0" smtClean="0">
                <a:latin typeface="Trebuchet MS"/>
                <a:cs typeface="Trebuchet MS"/>
              </a:rPr>
              <a:t> </a:t>
            </a:r>
            <a:r>
              <a:rPr sz="3200" spc="75" dirty="0" smtClean="0">
                <a:solidFill>
                  <a:srgbClr val="FF0000"/>
                </a:solidFill>
                <a:latin typeface="Trebuchet MS"/>
                <a:cs typeface="Trebuchet MS"/>
              </a:rPr>
              <a:t>Whe</a:t>
            </a:r>
            <a:r>
              <a:rPr sz="3200" spc="-10" dirty="0" smtClean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3200" spc="-215" dirty="0" smtClean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3200" spc="-90" dirty="0" smtClean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60" dirty="0">
                <a:solidFill>
                  <a:srgbClr val="FF0000"/>
                </a:solidFill>
                <a:latin typeface="Trebuchet MS"/>
                <a:cs typeface="Trebuchet MS"/>
              </a:rPr>
              <a:t>d</a:t>
            </a:r>
            <a:r>
              <a:rPr sz="3200" spc="-50" dirty="0">
                <a:solidFill>
                  <a:srgbClr val="FF0000"/>
                </a:solidFill>
                <a:latin typeface="Trebuchet MS"/>
                <a:cs typeface="Trebuchet MS"/>
              </a:rPr>
              <a:t>o</a:t>
            </a:r>
            <a:r>
              <a:rPr sz="3200" spc="-8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240" dirty="0">
                <a:solidFill>
                  <a:srgbClr val="FF0000"/>
                </a:solidFill>
                <a:latin typeface="Trebuchet MS"/>
                <a:cs typeface="Trebuchet MS"/>
              </a:rPr>
              <a:t>y</a:t>
            </a:r>
            <a:r>
              <a:rPr sz="3200" spc="-50" dirty="0">
                <a:solidFill>
                  <a:srgbClr val="FF0000"/>
                </a:solidFill>
                <a:latin typeface="Trebuchet MS"/>
                <a:cs typeface="Trebuchet MS"/>
              </a:rPr>
              <a:t>ou</a:t>
            </a:r>
            <a:r>
              <a:rPr sz="3200" spc="-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50" dirty="0">
                <a:solidFill>
                  <a:srgbClr val="FF0000"/>
                </a:solidFill>
                <a:latin typeface="Trebuchet MS"/>
                <a:cs typeface="Trebuchet MS"/>
              </a:rPr>
              <a:t>sto</a:t>
            </a:r>
            <a:r>
              <a:rPr sz="3200" spc="-105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3200" spc="-215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3200" spc="-10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75" dirty="0">
                <a:solidFill>
                  <a:srgbClr val="FF0000"/>
                </a:solidFill>
                <a:latin typeface="Trebuchet MS"/>
                <a:cs typeface="Trebuchet MS"/>
              </a:rPr>
              <a:t>1</a:t>
            </a:r>
            <a:r>
              <a:rPr sz="3200" spc="-80" dirty="0">
                <a:solidFill>
                  <a:srgbClr val="FF0000"/>
                </a:solidFill>
                <a:latin typeface="Trebuchet MS"/>
                <a:cs typeface="Trebuchet MS"/>
              </a:rPr>
              <a:t>4</a:t>
            </a:r>
            <a:r>
              <a:rPr sz="3200" spc="-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110" dirty="0" smtClean="0">
                <a:solidFill>
                  <a:srgbClr val="FF0000"/>
                </a:solidFill>
                <a:latin typeface="Trebuchet MS"/>
                <a:cs typeface="Trebuchet MS"/>
              </a:rPr>
              <a:t>?</a:t>
            </a:r>
            <a:r>
              <a:rPr lang="en-US" sz="3200" spc="-110" dirty="0" smtClean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lang="en-US" sz="3200" spc="-100" dirty="0" smtClean="0">
                <a:solidFill>
                  <a:srgbClr val="FF0000"/>
                </a:solidFill>
                <a:latin typeface="Trebuchet MS"/>
                <a:cs typeface="Trebuchet MS"/>
              </a:rPr>
              <a:t>14%15=14</a:t>
            </a:r>
            <a:endParaRPr lang="en-US" sz="3200" dirty="0" smtClean="0">
              <a:latin typeface="Trebuchet MS"/>
              <a:cs typeface="Trebuchet MS"/>
            </a:endParaRPr>
          </a:p>
          <a:p>
            <a:pPr marL="295910" indent="-283845">
              <a:lnSpc>
                <a:spcPts val="3095"/>
              </a:lnSpc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endParaRPr sz="3200" dirty="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785229" y="5542279"/>
            <a:ext cx="10553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rebuchet MS"/>
                <a:cs typeface="Trebuchet MS"/>
              </a:rPr>
              <a:t>Number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of  </a:t>
            </a:r>
            <a:r>
              <a:rPr sz="1800" spc="-95" dirty="0">
                <a:latin typeface="Trebuchet MS"/>
                <a:cs typeface="Trebuchet MS"/>
              </a:rPr>
              <a:t>P</a:t>
            </a:r>
            <a:r>
              <a:rPr sz="1800" spc="-45" dirty="0">
                <a:latin typeface="Trebuchet MS"/>
                <a:cs typeface="Trebuchet MS"/>
              </a:rPr>
              <a:t>r</a:t>
            </a:r>
            <a:r>
              <a:rPr sz="1800" spc="-65" dirty="0">
                <a:latin typeface="Trebuchet MS"/>
                <a:cs typeface="Trebuchet MS"/>
              </a:rPr>
              <a:t>obe</a:t>
            </a:r>
            <a:r>
              <a:rPr sz="1800" spc="-45" dirty="0">
                <a:latin typeface="Trebuchet MS"/>
                <a:cs typeface="Trebuchet MS"/>
              </a:rPr>
              <a:t>s</a:t>
            </a:r>
            <a:r>
              <a:rPr sz="1800" spc="-270" dirty="0">
                <a:latin typeface="Trebuchet MS"/>
                <a:cs typeface="Trebuchet MS"/>
              </a:rPr>
              <a:t>:</a:t>
            </a:r>
            <a:r>
              <a:rPr sz="1800" spc="-229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</p:txBody>
      </p:sp>
      <p:cxnSp>
        <p:nvCxnSpPr>
          <p:cNvPr id="34" name="Straight Arrow Connector 33"/>
          <p:cNvCxnSpPr/>
          <p:nvPr/>
        </p:nvCxnSpPr>
        <p:spPr>
          <a:xfrm flipV="1">
            <a:off x="8610600" y="2667000"/>
            <a:ext cx="0" cy="5334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8686800" y="4953000"/>
            <a:ext cx="0" cy="5334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V="1">
            <a:off x="1447800" y="4953000"/>
            <a:ext cx="0" cy="5334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458200" y="3200400"/>
            <a:ext cx="304800" cy="304800"/>
          </a:xfrm>
          <a:prstGeom prst="ellipse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1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9" name="Oval 38"/>
          <p:cNvSpPr/>
          <p:nvPr/>
        </p:nvSpPr>
        <p:spPr>
          <a:xfrm>
            <a:off x="8534400" y="5486400"/>
            <a:ext cx="304800" cy="304800"/>
          </a:xfrm>
          <a:prstGeom prst="ellipse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1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0" name="Oval 39"/>
          <p:cNvSpPr/>
          <p:nvPr/>
        </p:nvSpPr>
        <p:spPr>
          <a:xfrm>
            <a:off x="1295400" y="5486400"/>
            <a:ext cx="304800" cy="304800"/>
          </a:xfrm>
          <a:prstGeom prst="ellipse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423" y="0"/>
            <a:ext cx="9142730" cy="6858000"/>
            <a:chOff x="1423" y="0"/>
            <a:chExt cx="9142730" cy="6858000"/>
          </a:xfrm>
        </p:grpSpPr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5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4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726307" y="276809"/>
            <a:ext cx="266636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latin typeface="Microsoft Sans Serif"/>
                <a:cs typeface="Microsoft Sans Serif"/>
              </a:rPr>
              <a:t>Linear</a:t>
            </a:r>
            <a:r>
              <a:rPr spc="-55" dirty="0">
                <a:latin typeface="Microsoft Sans Serif"/>
                <a:cs typeface="Microsoft Sans Serif"/>
              </a:rPr>
              <a:t> </a:t>
            </a:r>
            <a:r>
              <a:rPr spc="-5" dirty="0">
                <a:latin typeface="Microsoft Sans Serif"/>
                <a:cs typeface="Microsoft Sans Serif"/>
              </a:rPr>
              <a:t>Probing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276858" y="925195"/>
            <a:ext cx="6760845" cy="151644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235" dirty="0">
                <a:latin typeface="Trebuchet MS"/>
                <a:cs typeface="Trebuchet MS"/>
              </a:rPr>
              <a:t>F</a:t>
            </a:r>
            <a:r>
              <a:rPr sz="3200" spc="35" dirty="0">
                <a:latin typeface="Trebuchet MS"/>
                <a:cs typeface="Trebuchet MS"/>
              </a:rPr>
              <a:t>or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60" dirty="0">
                <a:latin typeface="Trebuchet MS"/>
                <a:cs typeface="Trebuchet MS"/>
              </a:rPr>
              <a:t>E</a:t>
            </a:r>
            <a:r>
              <a:rPr sz="3200" spc="-50" dirty="0">
                <a:latin typeface="Trebuchet MS"/>
                <a:cs typeface="Trebuchet MS"/>
              </a:rPr>
              <a:t>x</a:t>
            </a:r>
            <a:r>
              <a:rPr sz="3200" spc="-229" dirty="0">
                <a:latin typeface="Trebuchet MS"/>
                <a:cs typeface="Trebuchet MS"/>
              </a:rPr>
              <a:t>ample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-315" dirty="0">
                <a:latin typeface="Trebuchet MS"/>
                <a:cs typeface="Trebuchet MS"/>
              </a:rPr>
              <a:t>:</a:t>
            </a:r>
            <a:r>
              <a:rPr sz="3200" spc="75" dirty="0">
                <a:solidFill>
                  <a:srgbClr val="FF0000"/>
                </a:solidFill>
                <a:latin typeface="Trebuchet MS"/>
                <a:cs typeface="Trebuchet MS"/>
              </a:rPr>
              <a:t>Whe</a:t>
            </a:r>
            <a:r>
              <a:rPr sz="3200" spc="-10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3200" spc="-215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3200" spc="-9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60" dirty="0">
                <a:solidFill>
                  <a:srgbClr val="FF0000"/>
                </a:solidFill>
                <a:latin typeface="Trebuchet MS"/>
                <a:cs typeface="Trebuchet MS"/>
              </a:rPr>
              <a:t>d</a:t>
            </a:r>
            <a:r>
              <a:rPr sz="3200" spc="-50" dirty="0">
                <a:solidFill>
                  <a:srgbClr val="FF0000"/>
                </a:solidFill>
                <a:latin typeface="Trebuchet MS"/>
                <a:cs typeface="Trebuchet MS"/>
              </a:rPr>
              <a:t>o</a:t>
            </a:r>
            <a:r>
              <a:rPr sz="3200" spc="-8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240" dirty="0">
                <a:solidFill>
                  <a:srgbClr val="FF0000"/>
                </a:solidFill>
                <a:latin typeface="Trebuchet MS"/>
                <a:cs typeface="Trebuchet MS"/>
              </a:rPr>
              <a:t>y</a:t>
            </a:r>
            <a:r>
              <a:rPr sz="3200" spc="-50" dirty="0">
                <a:solidFill>
                  <a:srgbClr val="FF0000"/>
                </a:solidFill>
                <a:latin typeface="Trebuchet MS"/>
                <a:cs typeface="Trebuchet MS"/>
              </a:rPr>
              <a:t>ou</a:t>
            </a:r>
            <a:r>
              <a:rPr sz="3200" spc="-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50" dirty="0">
                <a:solidFill>
                  <a:srgbClr val="FF0000"/>
                </a:solidFill>
                <a:latin typeface="Trebuchet MS"/>
                <a:cs typeface="Trebuchet MS"/>
              </a:rPr>
              <a:t>sto</a:t>
            </a:r>
            <a:r>
              <a:rPr sz="3200" spc="-105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3200" spc="-215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3200" spc="-10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75" dirty="0">
                <a:solidFill>
                  <a:srgbClr val="FF0000"/>
                </a:solidFill>
                <a:latin typeface="Trebuchet MS"/>
                <a:cs typeface="Trebuchet MS"/>
              </a:rPr>
              <a:t>9</a:t>
            </a:r>
            <a:r>
              <a:rPr sz="3200" spc="-80" dirty="0">
                <a:solidFill>
                  <a:srgbClr val="FF0000"/>
                </a:solidFill>
                <a:latin typeface="Trebuchet MS"/>
                <a:cs typeface="Trebuchet MS"/>
              </a:rPr>
              <a:t>9</a:t>
            </a:r>
            <a:r>
              <a:rPr sz="3200" spc="-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110" dirty="0" smtClean="0">
                <a:solidFill>
                  <a:srgbClr val="FF0000"/>
                </a:solidFill>
                <a:latin typeface="Trebuchet MS"/>
                <a:cs typeface="Trebuchet MS"/>
              </a:rPr>
              <a:t>?</a:t>
            </a:r>
            <a:endParaRPr lang="en-US" sz="3200" spc="-110" dirty="0" smtClean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12065" algn="ctr">
              <a:spcBef>
                <a:spcPts val="105"/>
              </a:spcBef>
              <a:buClr>
                <a:srgbClr val="3891A7"/>
              </a:buClr>
              <a:buSzPct val="79687"/>
              <a:tabLst>
                <a:tab pos="296545" algn="l"/>
              </a:tabLst>
            </a:pPr>
            <a:r>
              <a:rPr lang="en-US" sz="3200" spc="-100" dirty="0" smtClean="0">
                <a:solidFill>
                  <a:srgbClr val="FF0000"/>
                </a:solidFill>
                <a:latin typeface="Trebuchet MS"/>
                <a:cs typeface="Trebuchet MS"/>
              </a:rPr>
              <a:t>99%15=9</a:t>
            </a:r>
            <a:endParaRPr lang="en-US" sz="3200" dirty="0" smtClean="0">
              <a:latin typeface="Trebuchet MS"/>
              <a:cs typeface="Trebuchet MS"/>
            </a:endParaRPr>
          </a:p>
          <a:p>
            <a:pPr marL="12065" algn="ctr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79687"/>
              <a:tabLst>
                <a:tab pos="296545" algn="l"/>
              </a:tabLst>
            </a:pPr>
            <a:endParaRPr sz="3200" dirty="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19200" y="3657600"/>
            <a:ext cx="6964045" cy="1515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1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235" dirty="0">
                <a:latin typeface="Trebuchet MS"/>
                <a:cs typeface="Trebuchet MS"/>
              </a:rPr>
              <a:t>F</a:t>
            </a:r>
            <a:r>
              <a:rPr sz="3200" spc="35" dirty="0">
                <a:latin typeface="Trebuchet MS"/>
                <a:cs typeface="Trebuchet MS"/>
              </a:rPr>
              <a:t>or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60" dirty="0">
                <a:latin typeface="Trebuchet MS"/>
                <a:cs typeface="Trebuchet MS"/>
              </a:rPr>
              <a:t>E</a:t>
            </a:r>
            <a:r>
              <a:rPr sz="3200" spc="-50" dirty="0">
                <a:latin typeface="Trebuchet MS"/>
                <a:cs typeface="Trebuchet MS"/>
              </a:rPr>
              <a:t>x</a:t>
            </a:r>
            <a:r>
              <a:rPr sz="3200" spc="-229" dirty="0">
                <a:latin typeface="Trebuchet MS"/>
                <a:cs typeface="Trebuchet MS"/>
              </a:rPr>
              <a:t>ample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-315" dirty="0">
                <a:latin typeface="Trebuchet MS"/>
                <a:cs typeface="Trebuchet MS"/>
              </a:rPr>
              <a:t>:</a:t>
            </a:r>
            <a:r>
              <a:rPr sz="3200" spc="75" dirty="0">
                <a:solidFill>
                  <a:srgbClr val="FF0000"/>
                </a:solidFill>
                <a:latin typeface="Trebuchet MS"/>
                <a:cs typeface="Trebuchet MS"/>
              </a:rPr>
              <a:t>Whe</a:t>
            </a:r>
            <a:r>
              <a:rPr sz="3200" spc="-10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3200" spc="-215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3200" spc="-9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60" dirty="0">
                <a:solidFill>
                  <a:srgbClr val="FF0000"/>
                </a:solidFill>
                <a:latin typeface="Trebuchet MS"/>
                <a:cs typeface="Trebuchet MS"/>
              </a:rPr>
              <a:t>d</a:t>
            </a:r>
            <a:r>
              <a:rPr sz="3200" spc="-50" dirty="0">
                <a:solidFill>
                  <a:srgbClr val="FF0000"/>
                </a:solidFill>
                <a:latin typeface="Trebuchet MS"/>
                <a:cs typeface="Trebuchet MS"/>
              </a:rPr>
              <a:t>o</a:t>
            </a:r>
            <a:r>
              <a:rPr sz="3200" spc="-8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240" dirty="0">
                <a:solidFill>
                  <a:srgbClr val="FF0000"/>
                </a:solidFill>
                <a:latin typeface="Trebuchet MS"/>
                <a:cs typeface="Trebuchet MS"/>
              </a:rPr>
              <a:t>y</a:t>
            </a:r>
            <a:r>
              <a:rPr sz="3200" spc="-50" dirty="0">
                <a:solidFill>
                  <a:srgbClr val="FF0000"/>
                </a:solidFill>
                <a:latin typeface="Trebuchet MS"/>
                <a:cs typeface="Trebuchet MS"/>
              </a:rPr>
              <a:t>ou</a:t>
            </a:r>
            <a:r>
              <a:rPr sz="3200" spc="-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50" dirty="0">
                <a:solidFill>
                  <a:srgbClr val="FF0000"/>
                </a:solidFill>
                <a:latin typeface="Trebuchet MS"/>
                <a:cs typeface="Trebuchet MS"/>
              </a:rPr>
              <a:t>sto</a:t>
            </a:r>
            <a:r>
              <a:rPr sz="3200" spc="-105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3200" spc="-215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3200" spc="-10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75" dirty="0">
                <a:solidFill>
                  <a:srgbClr val="FF0000"/>
                </a:solidFill>
                <a:latin typeface="Trebuchet MS"/>
                <a:cs typeface="Trebuchet MS"/>
              </a:rPr>
              <a:t>12</a:t>
            </a:r>
            <a:r>
              <a:rPr sz="3200" spc="-80" dirty="0">
                <a:solidFill>
                  <a:srgbClr val="FF0000"/>
                </a:solidFill>
                <a:latin typeface="Trebuchet MS"/>
                <a:cs typeface="Trebuchet MS"/>
              </a:rPr>
              <a:t>7</a:t>
            </a:r>
            <a:r>
              <a:rPr sz="3200" spc="-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110" dirty="0" smtClean="0">
                <a:solidFill>
                  <a:srgbClr val="FF0000"/>
                </a:solidFill>
                <a:latin typeface="Trebuchet MS"/>
                <a:cs typeface="Trebuchet MS"/>
              </a:rPr>
              <a:t>?</a:t>
            </a:r>
            <a:endParaRPr lang="en-US" sz="3200" spc="-110" dirty="0" smtClean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295910" indent="-283845">
              <a:spcBef>
                <a:spcPts val="1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lang="en-US" sz="3200" spc="-100" dirty="0" smtClean="0">
                <a:solidFill>
                  <a:srgbClr val="FF0000"/>
                </a:solidFill>
                <a:latin typeface="Trebuchet MS"/>
                <a:cs typeface="Trebuchet MS"/>
              </a:rPr>
              <a:t>127%15=7</a:t>
            </a:r>
            <a:endParaRPr lang="en-US" sz="3200" dirty="0" smtClean="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1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endParaRPr sz="3200" dirty="0">
              <a:latin typeface="Trebuchet MS"/>
              <a:cs typeface="Trebuchet MS"/>
            </a:endParaRPr>
          </a:p>
        </p:txBody>
      </p:sp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50607" y="1844865"/>
            <a:ext cx="7694549" cy="858837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845939" y="2260866"/>
            <a:ext cx="504190" cy="310515"/>
          </a:xfrm>
          <a:prstGeom prst="rect">
            <a:avLst/>
          </a:prstGeom>
          <a:solidFill>
            <a:srgbClr val="3891A7"/>
          </a:solidFill>
          <a:ln w="25400">
            <a:solidFill>
              <a:srgbClr val="256979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70"/>
              </a:spcBef>
            </a:pP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65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763648" y="2260866"/>
            <a:ext cx="504190" cy="310515"/>
          </a:xfrm>
          <a:prstGeom prst="rect">
            <a:avLst/>
          </a:prstGeom>
          <a:solidFill>
            <a:srgbClr val="3891A7"/>
          </a:solidFill>
          <a:ln w="25400">
            <a:solidFill>
              <a:srgbClr val="256979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137160">
              <a:lnSpc>
                <a:spcPct val="100000"/>
              </a:lnSpc>
              <a:spcBef>
                <a:spcPts val="70"/>
              </a:spcBef>
            </a:pP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16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460485" y="2260866"/>
            <a:ext cx="485140" cy="310515"/>
          </a:xfrm>
          <a:prstGeom prst="rect">
            <a:avLst/>
          </a:prstGeom>
          <a:solidFill>
            <a:srgbClr val="3891A7"/>
          </a:solidFill>
          <a:ln w="25400">
            <a:solidFill>
              <a:srgbClr val="256979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70"/>
              </a:spcBef>
            </a:pP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29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112126" y="2209990"/>
            <a:ext cx="7698105" cy="3239770"/>
            <a:chOff x="1112126" y="2209990"/>
            <a:chExt cx="7698105" cy="3239770"/>
          </a:xfrm>
        </p:grpSpPr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21663" y="2209990"/>
              <a:ext cx="523875" cy="49371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15618" y="4590478"/>
              <a:ext cx="7694548" cy="85883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12126" y="4934521"/>
              <a:ext cx="523875" cy="493712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7452359" y="2258199"/>
            <a:ext cx="504190" cy="310515"/>
          </a:xfrm>
          <a:prstGeom prst="rect">
            <a:avLst/>
          </a:prstGeom>
          <a:solidFill>
            <a:srgbClr val="3891A7"/>
          </a:solidFill>
          <a:ln w="25400">
            <a:solidFill>
              <a:srgbClr val="256979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138430">
              <a:lnSpc>
                <a:spcPct val="100000"/>
              </a:lnSpc>
              <a:spcBef>
                <a:spcPts val="75"/>
              </a:spcBef>
            </a:pP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99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848600" y="2971800"/>
            <a:ext cx="10553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rebuchet MS"/>
                <a:cs typeface="Trebuchet MS"/>
              </a:rPr>
              <a:t>Number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of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95" dirty="0">
                <a:latin typeface="Trebuchet MS"/>
                <a:cs typeface="Trebuchet MS"/>
              </a:rPr>
              <a:t>P</a:t>
            </a:r>
            <a:r>
              <a:rPr sz="1800" spc="-45" dirty="0">
                <a:latin typeface="Trebuchet MS"/>
                <a:cs typeface="Trebuchet MS"/>
              </a:rPr>
              <a:t>r</a:t>
            </a:r>
            <a:r>
              <a:rPr sz="1800" spc="-100" dirty="0">
                <a:latin typeface="Trebuchet MS"/>
                <a:cs typeface="Trebuchet MS"/>
              </a:rPr>
              <a:t>obes:</a:t>
            </a:r>
            <a:r>
              <a:rPr sz="1800" spc="-229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4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622933" y="4975999"/>
            <a:ext cx="504190" cy="310515"/>
          </a:xfrm>
          <a:prstGeom prst="rect">
            <a:avLst/>
          </a:prstGeom>
          <a:solidFill>
            <a:srgbClr val="3891A7"/>
          </a:solidFill>
          <a:ln w="25400">
            <a:solidFill>
              <a:srgbClr val="256979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137160">
              <a:lnSpc>
                <a:spcPct val="100000"/>
              </a:lnSpc>
              <a:spcBef>
                <a:spcPts val="75"/>
              </a:spcBef>
            </a:pP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16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698238" y="5007114"/>
            <a:ext cx="529590" cy="335915"/>
            <a:chOff x="4698238" y="5007114"/>
            <a:chExt cx="529590" cy="335915"/>
          </a:xfrm>
        </p:grpSpPr>
        <p:sp>
          <p:nvSpPr>
            <p:cNvPr id="29" name="object 29"/>
            <p:cNvSpPr/>
            <p:nvPr/>
          </p:nvSpPr>
          <p:spPr>
            <a:xfrm>
              <a:off x="4710938" y="5019814"/>
              <a:ext cx="504190" cy="310515"/>
            </a:xfrm>
            <a:custGeom>
              <a:avLst/>
              <a:gdLst/>
              <a:ahLst/>
              <a:cxnLst/>
              <a:rect l="l" t="t" r="r" b="b"/>
              <a:pathLst>
                <a:path w="504189" h="310514">
                  <a:moveTo>
                    <a:pt x="504050" y="0"/>
                  </a:moveTo>
                  <a:lnTo>
                    <a:pt x="0" y="0"/>
                  </a:lnTo>
                  <a:lnTo>
                    <a:pt x="0" y="310121"/>
                  </a:lnTo>
                  <a:lnTo>
                    <a:pt x="504050" y="310121"/>
                  </a:lnTo>
                  <a:lnTo>
                    <a:pt x="504050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710938" y="5019814"/>
              <a:ext cx="504190" cy="310515"/>
            </a:xfrm>
            <a:custGeom>
              <a:avLst/>
              <a:gdLst/>
              <a:ahLst/>
              <a:cxnLst/>
              <a:rect l="l" t="t" r="r" b="b"/>
              <a:pathLst>
                <a:path w="504189" h="310514">
                  <a:moveTo>
                    <a:pt x="0" y="310121"/>
                  </a:moveTo>
                  <a:lnTo>
                    <a:pt x="504050" y="310121"/>
                  </a:lnTo>
                  <a:lnTo>
                    <a:pt x="504050" y="0"/>
                  </a:lnTo>
                  <a:lnTo>
                    <a:pt x="0" y="0"/>
                  </a:lnTo>
                  <a:lnTo>
                    <a:pt x="0" y="310121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836414" y="5017134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65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295260" y="5019814"/>
            <a:ext cx="504190" cy="310515"/>
          </a:xfrm>
          <a:prstGeom prst="rect">
            <a:avLst/>
          </a:prstGeom>
          <a:solidFill>
            <a:srgbClr val="3891A7"/>
          </a:solidFill>
          <a:ln w="25400">
            <a:solidFill>
              <a:srgbClr val="256979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138430">
              <a:lnSpc>
                <a:spcPct val="100000"/>
              </a:lnSpc>
              <a:spcBef>
                <a:spcPts val="75"/>
              </a:spcBef>
            </a:pP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99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329294" y="4995430"/>
            <a:ext cx="485140" cy="310515"/>
          </a:xfrm>
          <a:prstGeom prst="rect">
            <a:avLst/>
          </a:prstGeom>
          <a:solidFill>
            <a:srgbClr val="3891A7"/>
          </a:solidFill>
          <a:ln w="25400">
            <a:solidFill>
              <a:srgbClr val="256979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75"/>
              </a:spcBef>
            </a:pP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29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5202301" y="5013718"/>
            <a:ext cx="510540" cy="335915"/>
            <a:chOff x="5202301" y="5013718"/>
            <a:chExt cx="510540" cy="335915"/>
          </a:xfrm>
        </p:grpSpPr>
        <p:sp>
          <p:nvSpPr>
            <p:cNvPr id="35" name="object 35"/>
            <p:cNvSpPr/>
            <p:nvPr/>
          </p:nvSpPr>
          <p:spPr>
            <a:xfrm>
              <a:off x="5215001" y="5026418"/>
              <a:ext cx="485140" cy="310515"/>
            </a:xfrm>
            <a:custGeom>
              <a:avLst/>
              <a:gdLst/>
              <a:ahLst/>
              <a:cxnLst/>
              <a:rect l="l" t="t" r="r" b="b"/>
              <a:pathLst>
                <a:path w="485139" h="310514">
                  <a:moveTo>
                    <a:pt x="484784" y="0"/>
                  </a:moveTo>
                  <a:lnTo>
                    <a:pt x="0" y="0"/>
                  </a:lnTo>
                  <a:lnTo>
                    <a:pt x="0" y="310121"/>
                  </a:lnTo>
                  <a:lnTo>
                    <a:pt x="484784" y="310121"/>
                  </a:lnTo>
                  <a:lnTo>
                    <a:pt x="484784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215001" y="5026418"/>
              <a:ext cx="485140" cy="310515"/>
            </a:xfrm>
            <a:custGeom>
              <a:avLst/>
              <a:gdLst/>
              <a:ahLst/>
              <a:cxnLst/>
              <a:rect l="l" t="t" r="r" b="b"/>
              <a:pathLst>
                <a:path w="485139" h="310514">
                  <a:moveTo>
                    <a:pt x="0" y="310121"/>
                  </a:moveTo>
                  <a:lnTo>
                    <a:pt x="484784" y="310121"/>
                  </a:lnTo>
                  <a:lnTo>
                    <a:pt x="484784" y="0"/>
                  </a:lnTo>
                  <a:lnTo>
                    <a:pt x="0" y="0"/>
                  </a:lnTo>
                  <a:lnTo>
                    <a:pt x="0" y="310121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5309996" y="5055489"/>
            <a:ext cx="2952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>127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144257" y="5686450"/>
            <a:ext cx="10553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rebuchet MS"/>
                <a:cs typeface="Trebuchet MS"/>
              </a:rPr>
              <a:t>Number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of  </a:t>
            </a:r>
            <a:r>
              <a:rPr sz="1800" spc="-95" dirty="0">
                <a:latin typeface="Trebuchet MS"/>
                <a:cs typeface="Trebuchet MS"/>
              </a:rPr>
              <a:t>P</a:t>
            </a:r>
            <a:r>
              <a:rPr sz="1800" spc="-45" dirty="0">
                <a:latin typeface="Trebuchet MS"/>
                <a:cs typeface="Trebuchet MS"/>
              </a:rPr>
              <a:t>r</a:t>
            </a:r>
            <a:r>
              <a:rPr sz="1800" spc="-65" dirty="0">
                <a:latin typeface="Trebuchet MS"/>
                <a:cs typeface="Trebuchet MS"/>
              </a:rPr>
              <a:t>obe</a:t>
            </a:r>
            <a:r>
              <a:rPr sz="1800" spc="-45" dirty="0">
                <a:latin typeface="Trebuchet MS"/>
                <a:cs typeface="Trebuchet MS"/>
              </a:rPr>
              <a:t>s</a:t>
            </a:r>
            <a:r>
              <a:rPr sz="1800" spc="-270" dirty="0">
                <a:latin typeface="Trebuchet MS"/>
                <a:cs typeface="Trebuchet MS"/>
              </a:rPr>
              <a:t>:</a:t>
            </a:r>
            <a:r>
              <a:rPr sz="1800" spc="-229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</p:txBody>
      </p:sp>
      <p:cxnSp>
        <p:nvCxnSpPr>
          <p:cNvPr id="39" name="Straight Arrow Connector 38"/>
          <p:cNvCxnSpPr/>
          <p:nvPr/>
        </p:nvCxnSpPr>
        <p:spPr>
          <a:xfrm flipV="1">
            <a:off x="6096000" y="2590800"/>
            <a:ext cx="0" cy="5334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V="1">
            <a:off x="6553200" y="2590800"/>
            <a:ext cx="0" cy="5334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V="1">
            <a:off x="7086600" y="2590800"/>
            <a:ext cx="0" cy="5334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V="1">
            <a:off x="7620000" y="2590800"/>
            <a:ext cx="0" cy="5334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flipV="1">
            <a:off x="4953000" y="5334000"/>
            <a:ext cx="0" cy="5334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V="1">
            <a:off x="5486400" y="5334000"/>
            <a:ext cx="0" cy="5334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5943600" y="3124200"/>
            <a:ext cx="304800" cy="304800"/>
          </a:xfrm>
          <a:prstGeom prst="ellipse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1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6" name="Oval 45"/>
          <p:cNvSpPr/>
          <p:nvPr/>
        </p:nvSpPr>
        <p:spPr>
          <a:xfrm>
            <a:off x="6400800" y="3124200"/>
            <a:ext cx="304800" cy="304800"/>
          </a:xfrm>
          <a:prstGeom prst="ellipse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7" name="Oval 46"/>
          <p:cNvSpPr/>
          <p:nvPr/>
        </p:nvSpPr>
        <p:spPr>
          <a:xfrm>
            <a:off x="6934200" y="3124200"/>
            <a:ext cx="304800" cy="304800"/>
          </a:xfrm>
          <a:prstGeom prst="ellipse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8" name="Oval 47"/>
          <p:cNvSpPr/>
          <p:nvPr/>
        </p:nvSpPr>
        <p:spPr>
          <a:xfrm>
            <a:off x="7467600" y="3124200"/>
            <a:ext cx="304800" cy="304800"/>
          </a:xfrm>
          <a:prstGeom prst="ellipse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9" name="Oval 48"/>
          <p:cNvSpPr/>
          <p:nvPr/>
        </p:nvSpPr>
        <p:spPr>
          <a:xfrm>
            <a:off x="4800600" y="5867400"/>
            <a:ext cx="304800" cy="304800"/>
          </a:xfrm>
          <a:prstGeom prst="ellipse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1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0" name="Oval 49"/>
          <p:cNvSpPr/>
          <p:nvPr/>
        </p:nvSpPr>
        <p:spPr>
          <a:xfrm>
            <a:off x="5334000" y="5867400"/>
            <a:ext cx="304800" cy="304800"/>
          </a:xfrm>
          <a:prstGeom prst="ellipse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7086600" y="2133600"/>
            <a:ext cx="533400" cy="304800"/>
          </a:xfrm>
          <a:prstGeom prst="ellipse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7994" y="203453"/>
            <a:ext cx="7753606" cy="1231106"/>
          </a:xfrm>
        </p:spPr>
        <p:txBody>
          <a:bodyPr/>
          <a:lstStyle/>
          <a:p>
            <a:pPr algn="just"/>
            <a:r>
              <a:rPr lang="en-US" sz="2000" b="1" i="1" dirty="0" smtClean="0">
                <a:solidFill>
                  <a:srgbClr val="FF0000"/>
                </a:solidFill>
              </a:rPr>
              <a:t>Example: </a:t>
            </a:r>
            <a:r>
              <a:rPr lang="en-US" sz="2000" i="1" dirty="0" smtClean="0"/>
              <a:t>Let </a:t>
            </a:r>
            <a:r>
              <a:rPr lang="en-US" sz="2000" i="1" dirty="0"/>
              <a:t>us consider a simple hash function as “key mod 7” and a sequence of keys as 50, 700, 76, 85, 92, 73, 101,</a:t>
            </a:r>
            <a:br>
              <a:rPr lang="en-US" sz="2000" i="1" dirty="0"/>
            </a:br>
            <a:r>
              <a:rPr lang="en-US" sz="2000" i="1" dirty="0" smtClean="0"/>
              <a:t>which </a:t>
            </a:r>
            <a:r>
              <a:rPr lang="en-US" sz="2000" i="1" dirty="0"/>
              <a:t>means hash(key</a:t>
            </a:r>
            <a:r>
              <a:rPr lang="en-US" sz="2000" i="1" dirty="0" smtClean="0"/>
              <a:t>)=</a:t>
            </a:r>
            <a:r>
              <a:rPr lang="en-US" sz="2000" i="1" dirty="0" err="1" smtClean="0"/>
              <a:t>key%S</a:t>
            </a:r>
            <a:r>
              <a:rPr lang="en-US" sz="2000" i="1" dirty="0"/>
              <a:t>, here S=size of the table =7,indexed from 0 to </a:t>
            </a:r>
            <a:r>
              <a:rPr lang="en-US" sz="2000" i="1" dirty="0" smtClean="0"/>
              <a:t>6.</a:t>
            </a:r>
            <a:endParaRPr lang="en-US" sz="2000" dirty="0"/>
          </a:p>
        </p:txBody>
      </p:sp>
      <p:pic>
        <p:nvPicPr>
          <p:cNvPr id="1026" name="Picture 2" descr="openAddress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752600"/>
            <a:ext cx="7696200" cy="4944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124200" y="1524000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50%7=1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29400" y="15240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85%7=1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724400" y="1295400"/>
            <a:ext cx="114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700%7=0</a:t>
            </a:r>
          </a:p>
          <a:p>
            <a:r>
              <a:rPr lang="en-US" b="1" dirty="0" smtClean="0">
                <a:solidFill>
                  <a:srgbClr val="C00000"/>
                </a:solidFill>
              </a:rPr>
              <a:t>76%7=6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2209800"/>
            <a:ext cx="1066800" cy="381000"/>
          </a:xfrm>
          <a:prstGeom prst="round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Collision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/>
          <p:cNvCxnSpPr>
            <a:stCxn id="8" idx="1"/>
          </p:cNvCxnSpPr>
          <p:nvPr/>
        </p:nvCxnSpPr>
        <p:spPr>
          <a:xfrm flipH="1" flipV="1">
            <a:off x="7543800" y="2286000"/>
            <a:ext cx="539496" cy="1143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urved Connector 15"/>
          <p:cNvCxnSpPr/>
          <p:nvPr/>
        </p:nvCxnSpPr>
        <p:spPr>
          <a:xfrm rot="5400000">
            <a:off x="7467600" y="2362200"/>
            <a:ext cx="228600" cy="228600"/>
          </a:xfrm>
          <a:prstGeom prst="curved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676400" y="4419600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92%7=1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2971800" y="4648200"/>
            <a:ext cx="1066800" cy="381000"/>
          </a:xfrm>
          <a:prstGeom prst="round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Collision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30" name="Straight Arrow Connector 29"/>
          <p:cNvCxnSpPr/>
          <p:nvPr/>
        </p:nvCxnSpPr>
        <p:spPr>
          <a:xfrm flipH="1">
            <a:off x="2209800" y="4876800"/>
            <a:ext cx="762000" cy="3048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867400" y="4191000"/>
            <a:ext cx="1295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73%7=3</a:t>
            </a:r>
          </a:p>
          <a:p>
            <a:r>
              <a:rPr lang="en-US" b="1" dirty="0" smtClean="0">
                <a:solidFill>
                  <a:srgbClr val="C00000"/>
                </a:solidFill>
              </a:rPr>
              <a:t>101%7=3</a:t>
            </a: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7049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35736" y="0"/>
            <a:ext cx="8208645" cy="6858000"/>
            <a:chOff x="935736" y="0"/>
            <a:chExt cx="8208645" cy="6858000"/>
          </a:xfrm>
        </p:grpSpPr>
        <p:sp>
          <p:nvSpPr>
            <p:cNvPr id="4" name="object 4"/>
            <p:cNvSpPr/>
            <p:nvPr/>
          </p:nvSpPr>
          <p:spPr>
            <a:xfrm>
              <a:off x="1014984" y="0"/>
              <a:ext cx="8129270" cy="6858000"/>
            </a:xfrm>
            <a:custGeom>
              <a:avLst/>
              <a:gdLst/>
              <a:ahLst/>
              <a:cxnLst/>
              <a:rect l="l" t="t" r="r" b="b"/>
              <a:pathLst>
                <a:path w="8129270" h="6858000">
                  <a:moveTo>
                    <a:pt x="8129016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29016" y="6858000"/>
                  </a:lnTo>
                  <a:lnTo>
                    <a:pt x="81290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14984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376421" y="71374"/>
            <a:ext cx="33058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25" dirty="0">
                <a:solidFill>
                  <a:srgbClr val="4F271C"/>
                </a:solidFill>
              </a:rPr>
              <a:t>Linea</a:t>
            </a:r>
            <a:r>
              <a:rPr sz="4400" spc="-175" dirty="0">
                <a:solidFill>
                  <a:srgbClr val="4F271C"/>
                </a:solidFill>
              </a:rPr>
              <a:t>r</a:t>
            </a:r>
            <a:r>
              <a:rPr sz="4400" spc="-105" dirty="0">
                <a:solidFill>
                  <a:srgbClr val="4F271C"/>
                </a:solidFill>
              </a:rPr>
              <a:t> </a:t>
            </a:r>
            <a:r>
              <a:rPr sz="4400" spc="-210" dirty="0">
                <a:solidFill>
                  <a:srgbClr val="4F271C"/>
                </a:solidFill>
              </a:rPr>
              <a:t>P</a:t>
            </a:r>
            <a:r>
              <a:rPr sz="4400" spc="-90" dirty="0">
                <a:solidFill>
                  <a:srgbClr val="4F271C"/>
                </a:solidFill>
              </a:rPr>
              <a:t>r</a:t>
            </a:r>
            <a:r>
              <a:rPr sz="4400" spc="-204" dirty="0">
                <a:solidFill>
                  <a:srgbClr val="4F271C"/>
                </a:solidFill>
              </a:rPr>
              <a:t>obing</a:t>
            </a:r>
            <a:endParaRPr sz="4400"/>
          </a:p>
        </p:txBody>
      </p:sp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xfrm>
            <a:off x="1295400" y="990600"/>
            <a:ext cx="7449184" cy="247567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12165" indent="-457200" algn="just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pc="-275" dirty="0"/>
              <a:t>Eliminates need for separate data structures (chains), and the cost of constructing </a:t>
            </a:r>
            <a:r>
              <a:rPr lang="en-US" spc="-275" dirty="0" smtClean="0"/>
              <a:t>nodes.</a:t>
            </a:r>
          </a:p>
          <a:p>
            <a:pPr marL="812165" indent="-457200" algn="just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pc="-275" dirty="0" smtClean="0"/>
              <a:t>Leads </a:t>
            </a:r>
            <a:r>
              <a:rPr lang="en-US" spc="-275" dirty="0"/>
              <a:t>to problem of clustering. Elements tend to cluster in dense intervals in the array.</a:t>
            </a:r>
            <a:endParaRPr spc="-275" dirty="0"/>
          </a:p>
        </p:txBody>
      </p:sp>
      <p:sp>
        <p:nvSpPr>
          <p:cNvPr id="12" name="object 12"/>
          <p:cNvSpPr txBox="1"/>
          <p:nvPr/>
        </p:nvSpPr>
        <p:spPr>
          <a:xfrm>
            <a:off x="1222044" y="5315203"/>
            <a:ext cx="6054725" cy="1003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155" dirty="0">
                <a:solidFill>
                  <a:srgbClr val="FF0000"/>
                </a:solidFill>
                <a:latin typeface="Trebuchet MS"/>
                <a:cs typeface="Trebuchet MS"/>
              </a:rPr>
              <a:t>Sea</a:t>
            </a:r>
            <a:r>
              <a:rPr sz="3200" spc="-204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3200" spc="-165" dirty="0">
                <a:solidFill>
                  <a:srgbClr val="FF0000"/>
                </a:solidFill>
                <a:latin typeface="Trebuchet MS"/>
                <a:cs typeface="Trebuchet MS"/>
              </a:rPr>
              <a:t>ch</a:t>
            </a:r>
            <a:r>
              <a:rPr sz="3200" spc="-1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325" dirty="0">
                <a:solidFill>
                  <a:srgbClr val="FF0000"/>
                </a:solidFill>
                <a:latin typeface="Trebuchet MS"/>
                <a:cs typeface="Trebuchet MS"/>
              </a:rPr>
              <a:t>eff</a:t>
            </a:r>
            <a:r>
              <a:rPr sz="3200" spc="-210" dirty="0">
                <a:solidFill>
                  <a:srgbClr val="FF0000"/>
                </a:solidFill>
                <a:latin typeface="Trebuchet MS"/>
                <a:cs typeface="Trebuchet MS"/>
              </a:rPr>
              <a:t>i</a:t>
            </a:r>
            <a:r>
              <a:rPr sz="3200" spc="-180" dirty="0">
                <a:solidFill>
                  <a:srgbClr val="FF0000"/>
                </a:solidFill>
                <a:latin typeface="Trebuchet MS"/>
                <a:cs typeface="Trebuchet MS"/>
              </a:rPr>
              <a:t>cie</a:t>
            </a:r>
            <a:r>
              <a:rPr sz="3200" spc="-215" dirty="0">
                <a:solidFill>
                  <a:srgbClr val="FF0000"/>
                </a:solidFill>
                <a:latin typeface="Trebuchet MS"/>
                <a:cs typeface="Trebuchet MS"/>
              </a:rPr>
              <a:t>n</a:t>
            </a:r>
            <a:r>
              <a:rPr sz="3200" spc="-180" dirty="0">
                <a:solidFill>
                  <a:srgbClr val="FF0000"/>
                </a:solidFill>
                <a:latin typeface="Trebuchet MS"/>
                <a:cs typeface="Trebuchet MS"/>
              </a:rPr>
              <a:t>cy</a:t>
            </a:r>
            <a:r>
              <a:rPr sz="3200" spc="-10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95" dirty="0">
                <a:solidFill>
                  <a:srgbClr val="FF0000"/>
                </a:solidFill>
                <a:latin typeface="Trebuchet MS"/>
                <a:cs typeface="Trebuchet MS"/>
              </a:rPr>
              <a:t>p</a:t>
            </a:r>
            <a:r>
              <a:rPr sz="3200" spc="-145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3200" spc="-155" dirty="0">
                <a:solidFill>
                  <a:srgbClr val="FF0000"/>
                </a:solidFill>
                <a:latin typeface="Trebuchet MS"/>
                <a:cs typeface="Trebuchet MS"/>
              </a:rPr>
              <a:t>oblem</a:t>
            </a:r>
            <a:r>
              <a:rPr sz="3200" spc="-12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35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3200" spc="-200" dirty="0">
                <a:solidFill>
                  <a:srgbClr val="FF0000"/>
                </a:solidFill>
                <a:latin typeface="Trebuchet MS"/>
                <a:cs typeface="Trebuchet MS"/>
              </a:rPr>
              <a:t>emain</a:t>
            </a:r>
            <a:r>
              <a:rPr sz="3200" spc="-135" dirty="0">
                <a:solidFill>
                  <a:srgbClr val="FF0000"/>
                </a:solidFill>
                <a:latin typeface="Trebuchet MS"/>
                <a:cs typeface="Trebuchet MS"/>
              </a:rPr>
              <a:t>s</a:t>
            </a:r>
            <a:r>
              <a:rPr sz="3200" spc="-475" dirty="0">
                <a:solidFill>
                  <a:srgbClr val="FF0000"/>
                </a:solidFill>
                <a:latin typeface="Trebuchet MS"/>
                <a:cs typeface="Trebuchet MS"/>
              </a:rPr>
              <a:t>.</a:t>
            </a:r>
            <a:endParaRPr sz="3200">
              <a:latin typeface="Trebuchet MS"/>
              <a:cs typeface="Trebuchet MS"/>
            </a:endParaRPr>
          </a:p>
          <a:p>
            <a:pPr marL="354965" indent="-342900">
              <a:lnSpc>
                <a:spcPct val="100000"/>
              </a:lnSpc>
              <a:spcBef>
                <a:spcPts val="1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114" dirty="0">
                <a:solidFill>
                  <a:srgbClr val="FF0000"/>
                </a:solidFill>
                <a:latin typeface="Trebuchet MS"/>
                <a:cs typeface="Trebuchet MS"/>
              </a:rPr>
              <a:t>Delet</a:t>
            </a:r>
            <a:r>
              <a:rPr sz="3200" spc="-65" dirty="0">
                <a:solidFill>
                  <a:srgbClr val="FF0000"/>
                </a:solidFill>
                <a:latin typeface="Trebuchet MS"/>
                <a:cs typeface="Trebuchet MS"/>
              </a:rPr>
              <a:t>i</a:t>
            </a:r>
            <a:r>
              <a:rPr sz="3200" spc="-50" dirty="0">
                <a:solidFill>
                  <a:srgbClr val="FF0000"/>
                </a:solidFill>
                <a:latin typeface="Trebuchet MS"/>
                <a:cs typeface="Trebuchet MS"/>
              </a:rPr>
              <a:t>on</a:t>
            </a:r>
            <a:r>
              <a:rPr sz="3200" spc="-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145" dirty="0">
                <a:solidFill>
                  <a:srgbClr val="FF0000"/>
                </a:solidFill>
                <a:latin typeface="Trebuchet MS"/>
                <a:cs typeface="Trebuchet MS"/>
              </a:rPr>
              <a:t>becomes</a:t>
            </a:r>
            <a:r>
              <a:rPr sz="3200" spc="-9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145" dirty="0">
                <a:solidFill>
                  <a:srgbClr val="FF0000"/>
                </a:solidFill>
                <a:latin typeface="Trebuchet MS"/>
                <a:cs typeface="Trebuchet MS"/>
              </a:rPr>
              <a:t>tr</a:t>
            </a:r>
            <a:r>
              <a:rPr sz="3200" spc="-100" dirty="0">
                <a:solidFill>
                  <a:srgbClr val="FF0000"/>
                </a:solidFill>
                <a:latin typeface="Trebuchet MS"/>
                <a:cs typeface="Trebuchet MS"/>
              </a:rPr>
              <a:t>i</a:t>
            </a:r>
            <a:r>
              <a:rPr sz="3200" spc="-135" dirty="0">
                <a:solidFill>
                  <a:srgbClr val="FF0000"/>
                </a:solidFill>
                <a:latin typeface="Trebuchet MS"/>
                <a:cs typeface="Trebuchet MS"/>
              </a:rPr>
              <a:t>ckier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90522" y="4005071"/>
            <a:ext cx="6858000" cy="762000"/>
          </a:xfrm>
          <a:prstGeom prst="rect">
            <a:avLst/>
          </a:prstGeom>
          <a:solidFill>
            <a:srgbClr val="3891A7"/>
          </a:solidFill>
          <a:ln w="9525">
            <a:solidFill>
              <a:srgbClr val="000000"/>
            </a:solidFill>
          </a:ln>
        </p:spPr>
        <p:txBody>
          <a:bodyPr vert="horz" wrap="square" lIns="0" tIns="16954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335"/>
              </a:spcBef>
              <a:tabLst>
                <a:tab pos="1251585" algn="l"/>
              </a:tabLst>
            </a:pPr>
            <a:r>
              <a:rPr sz="2400" dirty="0">
                <a:latin typeface="Symbol"/>
                <a:cs typeface="Symbol"/>
              </a:rPr>
              <a:t>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" dirty="0">
                <a:latin typeface="Courier New"/>
                <a:cs typeface="Courier New"/>
              </a:rPr>
              <a:t>---</a:t>
            </a:r>
            <a:r>
              <a:rPr sz="2400" spc="-5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Symbol"/>
                <a:cs typeface="Symbol"/>
              </a:rPr>
              <a:t></a:t>
            </a:r>
            <a:r>
              <a:rPr sz="2400" spc="-5" dirty="0">
                <a:latin typeface="Courier New"/>
                <a:cs typeface="Courier New"/>
              </a:rPr>
              <a:t>----</a:t>
            </a:r>
            <a:r>
              <a:rPr sz="2400" spc="-5" dirty="0">
                <a:latin typeface="Symbol"/>
                <a:cs typeface="Symbol"/>
              </a:rPr>
              <a:t></a:t>
            </a:r>
            <a:r>
              <a:rPr sz="2400" spc="-5" dirty="0">
                <a:latin typeface="Courier New"/>
                <a:cs typeface="Courier New"/>
              </a:rPr>
              <a:t>--</a:t>
            </a:r>
            <a:r>
              <a:rPr sz="2400" spc="-5" dirty="0">
                <a:latin typeface="Symbol"/>
                <a:cs typeface="Symbol"/>
              </a:rPr>
              <a:t></a:t>
            </a:r>
            <a:r>
              <a:rPr sz="2400" spc="-5" dirty="0">
                <a:latin typeface="Courier New"/>
                <a:cs typeface="Courier New"/>
              </a:rPr>
              <a:t>-</a:t>
            </a:r>
            <a:r>
              <a:rPr sz="2400" spc="-5" dirty="0">
                <a:latin typeface="Symbol"/>
                <a:cs typeface="Symbol"/>
              </a:rPr>
              <a:t></a:t>
            </a:r>
            <a:endParaRPr sz="2400">
              <a:latin typeface="Symbol"/>
              <a:cs typeface="Symbol"/>
            </a:endParaRPr>
          </a:p>
        </p:txBody>
      </p:sp>
    </p:spTree>
    <p:extLst>
      <p:ext uri="{BB962C8B-B14F-4D97-AF65-F5344CB8AC3E}">
        <p14:creationId xmlns:p14="http://schemas.microsoft.com/office/powerpoint/2010/main" val="829829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423" y="0"/>
            <a:ext cx="9142730" cy="6858000"/>
            <a:chOff x="1423" y="0"/>
            <a:chExt cx="9142730" cy="6858000"/>
          </a:xfrm>
        </p:grpSpPr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5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4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869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Closed</a:t>
            </a:r>
            <a:r>
              <a:rPr spc="-110" dirty="0"/>
              <a:t> </a:t>
            </a:r>
            <a:r>
              <a:rPr spc="-90" dirty="0"/>
              <a:t>Hashing(</a:t>
            </a:r>
            <a:r>
              <a:rPr spc="-90" dirty="0">
                <a:solidFill>
                  <a:srgbClr val="FF0000"/>
                </a:solidFill>
              </a:rPr>
              <a:t>Open</a:t>
            </a:r>
            <a:r>
              <a:rPr spc="-135" dirty="0">
                <a:solidFill>
                  <a:srgbClr val="FF0000"/>
                </a:solidFill>
              </a:rPr>
              <a:t> </a:t>
            </a:r>
            <a:r>
              <a:rPr spc="-100" dirty="0">
                <a:solidFill>
                  <a:srgbClr val="FF0000"/>
                </a:solidFill>
              </a:rPr>
              <a:t>Addressing</a:t>
            </a:r>
            <a:r>
              <a:rPr spc="-100" dirty="0"/>
              <a:t>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276858" y="835217"/>
            <a:ext cx="7463790" cy="1535036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81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b="1" spc="55" dirty="0">
                <a:solidFill>
                  <a:srgbClr val="00AF50"/>
                </a:solidFill>
                <a:latin typeface="Trebuchet MS"/>
                <a:cs typeface="Trebuchet MS"/>
              </a:rPr>
              <a:t>Quadratic</a:t>
            </a:r>
            <a:r>
              <a:rPr sz="3200" b="1" spc="-15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3200" b="1" spc="40" dirty="0">
                <a:solidFill>
                  <a:srgbClr val="00AF50"/>
                </a:solidFill>
                <a:latin typeface="Trebuchet MS"/>
                <a:cs typeface="Trebuchet MS"/>
              </a:rPr>
              <a:t>Probing</a:t>
            </a:r>
            <a:endParaRPr sz="3200" dirty="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20"/>
              </a:spcBef>
              <a:buClr>
                <a:srgbClr val="3891A7"/>
              </a:buClr>
              <a:buSzPct val="80357"/>
              <a:buFont typeface="Segoe UI Symbol"/>
              <a:buChar char="⚫"/>
              <a:tabLst>
                <a:tab pos="296545" algn="l"/>
              </a:tabLst>
            </a:pPr>
            <a:r>
              <a:rPr sz="2800" spc="-145" dirty="0">
                <a:latin typeface="Trebuchet MS"/>
                <a:cs typeface="Trebuchet MS"/>
              </a:rPr>
              <a:t>Let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Key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b="1" i="1" spc="-5" dirty="0">
                <a:latin typeface="Trebuchet MS"/>
                <a:cs typeface="Trebuchet MS"/>
              </a:rPr>
              <a:t>x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175" dirty="0">
                <a:latin typeface="Trebuchet MS"/>
                <a:cs typeface="Trebuchet MS"/>
              </a:rPr>
              <a:t>be</a:t>
            </a:r>
            <a:r>
              <a:rPr sz="2800" spc="-8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stored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165" dirty="0">
                <a:latin typeface="Trebuchet MS"/>
                <a:cs typeface="Trebuchet MS"/>
              </a:rPr>
              <a:t>in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180" dirty="0">
                <a:latin typeface="Trebuchet MS"/>
                <a:cs typeface="Trebuchet MS"/>
              </a:rPr>
              <a:t>element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b="1" i="1" spc="-5" dirty="0">
                <a:latin typeface="Trebuchet MS"/>
                <a:cs typeface="Trebuchet MS"/>
              </a:rPr>
              <a:t>f(x)=t </a:t>
            </a:r>
            <a:r>
              <a:rPr sz="2800" spc="-150" dirty="0">
                <a:latin typeface="Trebuchet MS"/>
                <a:cs typeface="Trebuchet MS"/>
              </a:rPr>
              <a:t>of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spc="-170" dirty="0">
                <a:latin typeface="Trebuchet MS"/>
                <a:cs typeface="Trebuchet MS"/>
              </a:rPr>
              <a:t>the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-170" dirty="0">
                <a:latin typeface="Trebuchet MS"/>
                <a:cs typeface="Trebuchet MS"/>
              </a:rPr>
              <a:t>array</a:t>
            </a:r>
            <a:endParaRPr sz="2800" dirty="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51458" y="3608425"/>
            <a:ext cx="7772400" cy="261747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21310" indent="-283845" algn="just">
              <a:lnSpc>
                <a:spcPct val="100000"/>
              </a:lnSpc>
              <a:spcBef>
                <a:spcPts val="7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321945" algn="l"/>
              </a:tabLst>
            </a:pPr>
            <a:r>
              <a:rPr sz="3200" spc="-15" dirty="0">
                <a:latin typeface="Trebuchet MS"/>
                <a:cs typeface="Trebuchet MS"/>
              </a:rPr>
              <a:t>What</a:t>
            </a:r>
            <a:r>
              <a:rPr sz="3200" spc="-120" dirty="0">
                <a:latin typeface="Trebuchet MS"/>
                <a:cs typeface="Trebuchet MS"/>
              </a:rPr>
              <a:t> </a:t>
            </a:r>
            <a:r>
              <a:rPr sz="3200" spc="-80" dirty="0">
                <a:latin typeface="Trebuchet MS"/>
                <a:cs typeface="Trebuchet MS"/>
              </a:rPr>
              <a:t>to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-80" dirty="0">
                <a:latin typeface="Trebuchet MS"/>
                <a:cs typeface="Trebuchet MS"/>
              </a:rPr>
              <a:t>do??</a:t>
            </a:r>
            <a:endParaRPr sz="3200" dirty="0">
              <a:latin typeface="Trebuchet MS"/>
              <a:cs typeface="Trebuchet MS"/>
            </a:endParaRPr>
          </a:p>
          <a:p>
            <a:pPr marL="321310" marR="67945" indent="-283845" algn="just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321945" algn="l"/>
              </a:tabLst>
            </a:pPr>
            <a:r>
              <a:rPr sz="3200" spc="-240" dirty="0">
                <a:latin typeface="Trebuchet MS"/>
                <a:cs typeface="Trebuchet MS"/>
              </a:rPr>
              <a:t>If</a:t>
            </a:r>
            <a:r>
              <a:rPr sz="3200" spc="-235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the</a:t>
            </a:r>
            <a:r>
              <a:rPr sz="3200" spc="-185" dirty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hash</a:t>
            </a:r>
            <a:r>
              <a:rPr sz="3200" spc="-165" dirty="0">
                <a:latin typeface="Trebuchet MS"/>
                <a:cs typeface="Trebuchet MS"/>
              </a:rPr>
              <a:t> </a:t>
            </a:r>
            <a:r>
              <a:rPr sz="3200" spc="-235" dirty="0">
                <a:latin typeface="Trebuchet MS"/>
                <a:cs typeface="Trebuchet MS"/>
              </a:rPr>
              <a:t>table</a:t>
            </a:r>
            <a:r>
              <a:rPr sz="3200" spc="-229" dirty="0">
                <a:latin typeface="Trebuchet MS"/>
                <a:cs typeface="Trebuchet MS"/>
              </a:rPr>
              <a:t> </a:t>
            </a:r>
            <a:r>
              <a:rPr sz="3200" spc="-135" dirty="0">
                <a:latin typeface="Trebuchet MS"/>
                <a:cs typeface="Trebuchet MS"/>
              </a:rPr>
              <a:t>is</a:t>
            </a:r>
            <a:r>
              <a:rPr sz="3200" spc="-130" dirty="0">
                <a:latin typeface="Trebuchet MS"/>
                <a:cs typeface="Trebuchet MS"/>
              </a:rPr>
              <a:t> </a:t>
            </a:r>
            <a:r>
              <a:rPr sz="3200" spc="-100" dirty="0">
                <a:latin typeface="Trebuchet MS"/>
                <a:cs typeface="Trebuchet MS"/>
              </a:rPr>
              <a:t>not </a:t>
            </a:r>
            <a:r>
              <a:rPr sz="3200" spc="-254" dirty="0">
                <a:latin typeface="Trebuchet MS"/>
                <a:cs typeface="Trebuchet MS"/>
              </a:rPr>
              <a:t>full</a:t>
            </a:r>
            <a:r>
              <a:rPr sz="3200" spc="-250" dirty="0">
                <a:latin typeface="Trebuchet MS"/>
                <a:cs typeface="Trebuchet MS"/>
              </a:rPr>
              <a:t> </a:t>
            </a:r>
            <a:r>
              <a:rPr sz="3200" spc="425" dirty="0">
                <a:latin typeface="Trebuchet MS"/>
                <a:cs typeface="Trebuchet MS"/>
              </a:rPr>
              <a:t>– </a:t>
            </a:r>
            <a:r>
              <a:rPr sz="3200" spc="-140" dirty="0">
                <a:latin typeface="Trebuchet MS"/>
                <a:cs typeface="Trebuchet MS"/>
              </a:rPr>
              <a:t>Attempt</a:t>
            </a:r>
            <a:r>
              <a:rPr sz="3200" spc="680" dirty="0">
                <a:latin typeface="Trebuchet MS"/>
                <a:cs typeface="Trebuchet MS"/>
              </a:rPr>
              <a:t> </a:t>
            </a:r>
            <a:r>
              <a:rPr sz="3200" spc="-95" dirty="0">
                <a:latin typeface="Trebuchet MS"/>
                <a:cs typeface="Trebuchet MS"/>
              </a:rPr>
              <a:t>to 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95" dirty="0">
                <a:latin typeface="Trebuchet MS"/>
                <a:cs typeface="Trebuchet MS"/>
              </a:rPr>
              <a:t>store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85" dirty="0">
                <a:latin typeface="Trebuchet MS"/>
                <a:cs typeface="Trebuchet MS"/>
              </a:rPr>
              <a:t>in</a:t>
            </a:r>
            <a:r>
              <a:rPr sz="3200" spc="-180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the</a:t>
            </a:r>
            <a:r>
              <a:rPr sz="3200" spc="585" dirty="0">
                <a:latin typeface="Trebuchet MS"/>
                <a:cs typeface="Trebuchet MS"/>
              </a:rPr>
              <a:t> </a:t>
            </a:r>
            <a:r>
              <a:rPr sz="3200" spc="-140" dirty="0">
                <a:latin typeface="Trebuchet MS"/>
                <a:cs typeface="Trebuchet MS"/>
              </a:rPr>
              <a:t>next</a:t>
            </a:r>
            <a:r>
              <a:rPr sz="3200" spc="-135" dirty="0">
                <a:latin typeface="Trebuchet MS"/>
                <a:cs typeface="Trebuchet MS"/>
              </a:rPr>
              <a:t> </a:t>
            </a:r>
            <a:r>
              <a:rPr sz="3200" spc="-195" dirty="0">
                <a:latin typeface="Trebuchet MS"/>
                <a:cs typeface="Trebuchet MS"/>
              </a:rPr>
              <a:t>array</a:t>
            </a:r>
            <a:r>
              <a:rPr sz="3200" spc="-190" dirty="0">
                <a:latin typeface="Trebuchet MS"/>
                <a:cs typeface="Trebuchet MS"/>
              </a:rPr>
              <a:t> </a:t>
            </a:r>
            <a:r>
              <a:rPr sz="3200" spc="-195" dirty="0">
                <a:latin typeface="Trebuchet MS"/>
                <a:cs typeface="Trebuchet MS"/>
              </a:rPr>
              <a:t>element(</a:t>
            </a:r>
            <a:r>
              <a:rPr sz="3200" spc="-190" dirty="0">
                <a:latin typeface="Trebuchet MS"/>
                <a:cs typeface="Trebuchet MS"/>
              </a:rPr>
              <a:t> </a:t>
            </a:r>
            <a:r>
              <a:rPr sz="3200" spc="-55" dirty="0">
                <a:latin typeface="Trebuchet MS"/>
                <a:cs typeface="Trebuchet MS"/>
              </a:rPr>
              <a:t>For 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-220" dirty="0">
                <a:latin typeface="Trebuchet MS"/>
                <a:cs typeface="Trebuchet MS"/>
              </a:rPr>
              <a:t>Example:</a:t>
            </a:r>
            <a:r>
              <a:rPr sz="3200" spc="245" dirty="0">
                <a:latin typeface="Trebuchet MS"/>
                <a:cs typeface="Trebuchet MS"/>
              </a:rPr>
              <a:t> </a:t>
            </a:r>
            <a:r>
              <a:rPr sz="3200" i="1" spc="-90" dirty="0">
                <a:solidFill>
                  <a:srgbClr val="FF0000"/>
                </a:solidFill>
                <a:latin typeface="Trebuchet MS"/>
                <a:cs typeface="Trebuchet MS"/>
              </a:rPr>
              <a:t>(t+1</a:t>
            </a:r>
            <a:r>
              <a:rPr sz="3150" i="1" spc="-135" baseline="25132" dirty="0">
                <a:solidFill>
                  <a:srgbClr val="FF0000"/>
                </a:solidFill>
                <a:latin typeface="Trebuchet MS"/>
                <a:cs typeface="Trebuchet MS"/>
              </a:rPr>
              <a:t>2</a:t>
            </a:r>
            <a:r>
              <a:rPr sz="3200" i="1" spc="-90" dirty="0">
                <a:solidFill>
                  <a:srgbClr val="FF0000"/>
                </a:solidFill>
                <a:latin typeface="Trebuchet MS"/>
                <a:cs typeface="Trebuchet MS"/>
              </a:rPr>
              <a:t>)%N,</a:t>
            </a:r>
            <a:r>
              <a:rPr sz="3200" i="1" spc="4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i="1" spc="-90" dirty="0">
                <a:solidFill>
                  <a:srgbClr val="FF0000"/>
                </a:solidFill>
                <a:latin typeface="Trebuchet MS"/>
                <a:cs typeface="Trebuchet MS"/>
              </a:rPr>
              <a:t>(t+2</a:t>
            </a:r>
            <a:r>
              <a:rPr sz="3150" i="1" spc="-135" baseline="25132" dirty="0">
                <a:solidFill>
                  <a:srgbClr val="FF0000"/>
                </a:solidFill>
                <a:latin typeface="Trebuchet MS"/>
                <a:cs typeface="Trebuchet MS"/>
              </a:rPr>
              <a:t>2</a:t>
            </a:r>
            <a:r>
              <a:rPr sz="3200" i="1" spc="-90" dirty="0">
                <a:solidFill>
                  <a:srgbClr val="FF0000"/>
                </a:solidFill>
                <a:latin typeface="Trebuchet MS"/>
                <a:cs typeface="Trebuchet MS"/>
              </a:rPr>
              <a:t>)%N,</a:t>
            </a:r>
            <a:r>
              <a:rPr sz="3200" i="1" spc="4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i="1" spc="-35" dirty="0">
                <a:solidFill>
                  <a:srgbClr val="FF0000"/>
                </a:solidFill>
                <a:latin typeface="Trebuchet MS"/>
                <a:cs typeface="Trebuchet MS"/>
              </a:rPr>
              <a:t>(t+3</a:t>
            </a:r>
            <a:r>
              <a:rPr sz="3150" i="1" spc="-52" baseline="25132" dirty="0">
                <a:solidFill>
                  <a:srgbClr val="FF0000"/>
                </a:solidFill>
                <a:latin typeface="Trebuchet MS"/>
                <a:cs typeface="Trebuchet MS"/>
              </a:rPr>
              <a:t>2</a:t>
            </a:r>
            <a:r>
              <a:rPr sz="3200" i="1" spc="-35" dirty="0">
                <a:solidFill>
                  <a:srgbClr val="FF0000"/>
                </a:solidFill>
                <a:latin typeface="Trebuchet MS"/>
                <a:cs typeface="Trebuchet MS"/>
              </a:rPr>
              <a:t>)%N</a:t>
            </a:r>
            <a:endParaRPr sz="3200" dirty="0">
              <a:latin typeface="Trebuchet MS"/>
              <a:cs typeface="Trebuchet MS"/>
            </a:endParaRPr>
          </a:p>
          <a:p>
            <a:pPr marL="321310" algn="just">
              <a:lnSpc>
                <a:spcPct val="100000"/>
              </a:lnSpc>
              <a:spcBef>
                <a:spcPts val="5"/>
              </a:spcBef>
            </a:pPr>
            <a:r>
              <a:rPr sz="3200" i="1" spc="850" dirty="0">
                <a:solidFill>
                  <a:srgbClr val="FF0000"/>
                </a:solidFill>
                <a:latin typeface="Trebuchet MS"/>
                <a:cs typeface="Trebuchet MS"/>
              </a:rPr>
              <a:t>……</a:t>
            </a:r>
            <a:r>
              <a:rPr sz="3200" i="1" spc="-540" dirty="0">
                <a:solidFill>
                  <a:srgbClr val="FF0000"/>
                </a:solidFill>
                <a:latin typeface="Trebuchet MS"/>
                <a:cs typeface="Trebuchet MS"/>
              </a:rPr>
              <a:t>.</a:t>
            </a:r>
            <a:r>
              <a:rPr sz="3200" i="1" spc="-4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i="1" spc="-315" dirty="0">
                <a:solidFill>
                  <a:srgbClr val="FF0000"/>
                </a:solidFill>
                <a:latin typeface="Trebuchet MS"/>
                <a:cs typeface="Trebuchet MS"/>
              </a:rPr>
              <a:t>Unt</a:t>
            </a:r>
            <a:r>
              <a:rPr sz="3200" i="1" spc="-195" dirty="0">
                <a:solidFill>
                  <a:srgbClr val="FF0000"/>
                </a:solidFill>
                <a:latin typeface="Trebuchet MS"/>
                <a:cs typeface="Trebuchet MS"/>
              </a:rPr>
              <a:t>i</a:t>
            </a:r>
            <a:r>
              <a:rPr sz="3200" i="1" spc="-425" dirty="0">
                <a:solidFill>
                  <a:srgbClr val="FF0000"/>
                </a:solidFill>
                <a:latin typeface="Trebuchet MS"/>
                <a:cs typeface="Trebuchet MS"/>
              </a:rPr>
              <a:t>ll</a:t>
            </a:r>
            <a:r>
              <a:rPr sz="3200" i="1" spc="-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i="1" spc="-484" dirty="0">
                <a:solidFill>
                  <a:srgbClr val="FF0000"/>
                </a:solidFill>
                <a:latin typeface="Trebuchet MS"/>
                <a:cs typeface="Trebuchet MS"/>
              </a:rPr>
              <a:t>f</a:t>
            </a:r>
            <a:r>
              <a:rPr sz="3200" i="1" spc="-355" dirty="0">
                <a:solidFill>
                  <a:srgbClr val="FF0000"/>
                </a:solidFill>
                <a:latin typeface="Trebuchet MS"/>
                <a:cs typeface="Trebuchet MS"/>
              </a:rPr>
              <a:t>ind</a:t>
            </a:r>
            <a:r>
              <a:rPr sz="3200" i="1" spc="-240" dirty="0">
                <a:solidFill>
                  <a:srgbClr val="FF0000"/>
                </a:solidFill>
                <a:latin typeface="Trebuchet MS"/>
                <a:cs typeface="Trebuchet MS"/>
              </a:rPr>
              <a:t>i</a:t>
            </a:r>
            <a:r>
              <a:rPr sz="3200" i="1" spc="-260" dirty="0">
                <a:solidFill>
                  <a:srgbClr val="FF0000"/>
                </a:solidFill>
                <a:latin typeface="Trebuchet MS"/>
                <a:cs typeface="Trebuchet MS"/>
              </a:rPr>
              <a:t>n</a:t>
            </a:r>
            <a:r>
              <a:rPr sz="3200" i="1" spc="-235" dirty="0">
                <a:solidFill>
                  <a:srgbClr val="FF0000"/>
                </a:solidFill>
                <a:latin typeface="Trebuchet MS"/>
                <a:cs typeface="Trebuchet MS"/>
              </a:rPr>
              <a:t>g</a:t>
            </a:r>
            <a:r>
              <a:rPr sz="3200" i="1" spc="-8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i="1" spc="-215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3200" i="1" spc="-220" dirty="0">
                <a:solidFill>
                  <a:srgbClr val="FF0000"/>
                </a:solidFill>
                <a:latin typeface="Trebuchet MS"/>
                <a:cs typeface="Trebuchet MS"/>
              </a:rPr>
              <a:t>n</a:t>
            </a:r>
            <a:r>
              <a:rPr sz="3200" i="1" spc="-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i="1" spc="-330" dirty="0">
                <a:solidFill>
                  <a:srgbClr val="FF0000"/>
                </a:solidFill>
                <a:latin typeface="Trebuchet MS"/>
                <a:cs typeface="Trebuchet MS"/>
              </a:rPr>
              <a:t>empty</a:t>
            </a:r>
            <a:r>
              <a:rPr sz="3200" i="1" spc="-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i="1" spc="-330" dirty="0">
                <a:solidFill>
                  <a:srgbClr val="FF0000"/>
                </a:solidFill>
                <a:latin typeface="Trebuchet MS"/>
                <a:cs typeface="Trebuchet MS"/>
              </a:rPr>
              <a:t>slot</a:t>
            </a:r>
            <a:endParaRPr sz="3200" dirty="0">
              <a:latin typeface="Trebuchet MS"/>
              <a:cs typeface="Trebuchet MS"/>
            </a:endParaRPr>
          </a:p>
        </p:txBody>
      </p:sp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59636" y="2401379"/>
            <a:ext cx="7694549" cy="858837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851909" y="3356990"/>
            <a:ext cx="432434" cy="288290"/>
          </a:xfrm>
          <a:prstGeom prst="rect">
            <a:avLst/>
          </a:prstGeom>
          <a:solidFill>
            <a:srgbClr val="3891A7"/>
          </a:solidFill>
          <a:ln w="25400">
            <a:solidFill>
              <a:srgbClr val="25697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1600">
              <a:lnSpc>
                <a:spcPts val="2150"/>
              </a:lnSpc>
            </a:pP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65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79365" y="3340989"/>
            <a:ext cx="177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5" dirty="0">
                <a:latin typeface="Trebuchet MS"/>
                <a:cs typeface="Trebuchet MS"/>
              </a:rPr>
              <a:t>??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9142730" cy="6858000"/>
            <a:chOff x="1423" y="0"/>
            <a:chExt cx="9142730" cy="6858000"/>
          </a:xfrm>
        </p:grpSpPr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5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4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352800" y="152400"/>
            <a:ext cx="329819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Microsoft Sans Serif"/>
                <a:cs typeface="Microsoft Sans Serif"/>
              </a:rPr>
              <a:t>Quadratic</a:t>
            </a:r>
            <a:r>
              <a:rPr spc="-40" dirty="0">
                <a:latin typeface="Microsoft Sans Serif"/>
                <a:cs typeface="Microsoft Sans Serif"/>
              </a:rPr>
              <a:t> </a:t>
            </a:r>
            <a:r>
              <a:rPr spc="-5" dirty="0">
                <a:latin typeface="Microsoft Sans Serif"/>
                <a:cs typeface="Microsoft Sans Serif"/>
              </a:rPr>
              <a:t>Probing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295400" y="762000"/>
            <a:ext cx="7162800" cy="8867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95"/>
              </a:spcBef>
              <a:buClr>
                <a:srgbClr val="3891A7"/>
              </a:buClr>
              <a:buSzPct val="80357"/>
              <a:buFont typeface="Segoe UI Symbol"/>
              <a:buChar char="⚫"/>
              <a:tabLst>
                <a:tab pos="296545" algn="l"/>
              </a:tabLst>
            </a:pPr>
            <a:r>
              <a:rPr sz="2800" spc="-215" dirty="0">
                <a:latin typeface="Trebuchet MS"/>
                <a:cs typeface="Trebuchet MS"/>
              </a:rPr>
              <a:t>F</a:t>
            </a:r>
            <a:r>
              <a:rPr sz="2800" spc="25" dirty="0">
                <a:latin typeface="Trebuchet MS"/>
                <a:cs typeface="Trebuchet MS"/>
              </a:rPr>
              <a:t>or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E</a:t>
            </a:r>
            <a:r>
              <a:rPr sz="2800" spc="-50" dirty="0">
                <a:latin typeface="Trebuchet MS"/>
                <a:cs typeface="Trebuchet MS"/>
              </a:rPr>
              <a:t>x</a:t>
            </a:r>
            <a:r>
              <a:rPr sz="2800" spc="-204" dirty="0">
                <a:latin typeface="Trebuchet MS"/>
                <a:cs typeface="Trebuchet MS"/>
              </a:rPr>
              <a:t>ample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270" dirty="0">
                <a:latin typeface="Trebuchet MS"/>
                <a:cs typeface="Trebuchet MS"/>
              </a:rPr>
              <a:t>:</a:t>
            </a:r>
            <a:r>
              <a:rPr sz="2800" spc="240" dirty="0">
                <a:solidFill>
                  <a:srgbClr val="FF0000"/>
                </a:solidFill>
                <a:latin typeface="Trebuchet MS"/>
                <a:cs typeface="Trebuchet MS"/>
              </a:rPr>
              <a:t>W</a:t>
            </a:r>
            <a:r>
              <a:rPr sz="2800" spc="155" dirty="0">
                <a:solidFill>
                  <a:srgbClr val="FF0000"/>
                </a:solidFill>
                <a:latin typeface="Trebuchet MS"/>
                <a:cs typeface="Trebuchet MS"/>
              </a:rPr>
              <a:t>h</a:t>
            </a:r>
            <a:r>
              <a:rPr sz="2800" spc="-100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2800" spc="-135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2800" spc="-190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2800" spc="-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spc="-50" dirty="0">
                <a:solidFill>
                  <a:srgbClr val="FF0000"/>
                </a:solidFill>
                <a:latin typeface="Trebuchet MS"/>
                <a:cs typeface="Trebuchet MS"/>
              </a:rPr>
              <a:t>do</a:t>
            </a:r>
            <a:r>
              <a:rPr sz="2800" spc="-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spc="-225" dirty="0">
                <a:solidFill>
                  <a:srgbClr val="FF0000"/>
                </a:solidFill>
                <a:latin typeface="Trebuchet MS"/>
                <a:cs typeface="Trebuchet MS"/>
              </a:rPr>
              <a:t>y</a:t>
            </a:r>
            <a:r>
              <a:rPr sz="2800" spc="-50" dirty="0">
                <a:solidFill>
                  <a:srgbClr val="FF0000"/>
                </a:solidFill>
                <a:latin typeface="Trebuchet MS"/>
                <a:cs typeface="Trebuchet MS"/>
              </a:rPr>
              <a:t>ou</a:t>
            </a:r>
            <a:r>
              <a:rPr sz="2800" spc="-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spc="-120" dirty="0">
                <a:solidFill>
                  <a:srgbClr val="FF0000"/>
                </a:solidFill>
                <a:latin typeface="Trebuchet MS"/>
                <a:cs typeface="Trebuchet MS"/>
              </a:rPr>
              <a:t>s</a:t>
            </a:r>
            <a:r>
              <a:rPr sz="2800" spc="-114" dirty="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r>
              <a:rPr sz="2800" spc="30" dirty="0">
                <a:solidFill>
                  <a:srgbClr val="FF0000"/>
                </a:solidFill>
                <a:latin typeface="Trebuchet MS"/>
                <a:cs typeface="Trebuchet MS"/>
              </a:rPr>
              <a:t>o</a:t>
            </a:r>
            <a:r>
              <a:rPr sz="2800" spc="-40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2800" spc="-190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2800" spc="-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spc="-65" dirty="0" smtClean="0">
                <a:solidFill>
                  <a:srgbClr val="FF0000"/>
                </a:solidFill>
                <a:latin typeface="Trebuchet MS"/>
                <a:cs typeface="Trebuchet MS"/>
              </a:rPr>
              <a:t>6</a:t>
            </a:r>
            <a:r>
              <a:rPr sz="2800" spc="-75" dirty="0" smtClean="0">
                <a:solidFill>
                  <a:srgbClr val="FF0000"/>
                </a:solidFill>
                <a:latin typeface="Trebuchet MS"/>
                <a:cs typeface="Trebuchet MS"/>
              </a:rPr>
              <a:t>5</a:t>
            </a:r>
            <a:r>
              <a:rPr sz="2800" spc="-100" dirty="0" smtClean="0">
                <a:solidFill>
                  <a:srgbClr val="FF0000"/>
                </a:solidFill>
                <a:latin typeface="Trebuchet MS"/>
                <a:cs typeface="Trebuchet MS"/>
              </a:rPr>
              <a:t>?</a:t>
            </a:r>
            <a:r>
              <a:rPr lang="en-US" sz="2800" spc="-100" dirty="0" smtClean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</a:p>
          <a:p>
            <a:pPr marL="12065" algn="ctr">
              <a:lnSpc>
                <a:spcPct val="100000"/>
              </a:lnSpc>
              <a:spcBef>
                <a:spcPts val="95"/>
              </a:spcBef>
              <a:buClr>
                <a:srgbClr val="3891A7"/>
              </a:buClr>
              <a:buSzPct val="80357"/>
              <a:tabLst>
                <a:tab pos="296545" algn="l"/>
              </a:tabLst>
            </a:pPr>
            <a:r>
              <a:rPr lang="en-US" sz="2800" spc="-100" dirty="0" smtClean="0">
                <a:solidFill>
                  <a:srgbClr val="FF0000"/>
                </a:solidFill>
                <a:latin typeface="Trebuchet MS"/>
                <a:cs typeface="Trebuchet MS"/>
              </a:rPr>
              <a:t>65%15=5 (t=5)</a:t>
            </a:r>
            <a:endParaRPr sz="2800" dirty="0">
              <a:latin typeface="Trebuchet MS"/>
              <a:cs typeface="Trebuchet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258481" y="1700847"/>
            <a:ext cx="7694930" cy="1216660"/>
            <a:chOff x="1258481" y="1700847"/>
            <a:chExt cx="7694930" cy="1216660"/>
          </a:xfrm>
        </p:grpSpPr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58481" y="1700847"/>
              <a:ext cx="7694549" cy="85883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996944" y="2382011"/>
              <a:ext cx="676910" cy="535305"/>
            </a:xfrm>
            <a:custGeom>
              <a:avLst/>
              <a:gdLst/>
              <a:ahLst/>
              <a:cxnLst/>
              <a:rect l="l" t="t" r="r" b="b"/>
              <a:pathLst>
                <a:path w="676910" h="535305">
                  <a:moveTo>
                    <a:pt x="99695" y="85598"/>
                  </a:moveTo>
                  <a:lnTo>
                    <a:pt x="98425" y="83312"/>
                  </a:lnTo>
                  <a:lnTo>
                    <a:pt x="55333" y="9525"/>
                  </a:lnTo>
                  <a:lnTo>
                    <a:pt x="49784" y="0"/>
                  </a:lnTo>
                  <a:lnTo>
                    <a:pt x="1270" y="83312"/>
                  </a:lnTo>
                  <a:lnTo>
                    <a:pt x="0" y="85598"/>
                  </a:lnTo>
                  <a:lnTo>
                    <a:pt x="762" y="88519"/>
                  </a:lnTo>
                  <a:lnTo>
                    <a:pt x="2921" y="89789"/>
                  </a:lnTo>
                  <a:lnTo>
                    <a:pt x="5207" y="91059"/>
                  </a:lnTo>
                  <a:lnTo>
                    <a:pt x="8128" y="90297"/>
                  </a:lnTo>
                  <a:lnTo>
                    <a:pt x="9525" y="88138"/>
                  </a:lnTo>
                  <a:lnTo>
                    <a:pt x="45085" y="27190"/>
                  </a:lnTo>
                  <a:lnTo>
                    <a:pt x="45085" y="504063"/>
                  </a:lnTo>
                  <a:lnTo>
                    <a:pt x="54610" y="504063"/>
                  </a:lnTo>
                  <a:lnTo>
                    <a:pt x="54610" y="27190"/>
                  </a:lnTo>
                  <a:lnTo>
                    <a:pt x="91440" y="90297"/>
                  </a:lnTo>
                  <a:lnTo>
                    <a:pt x="94361" y="91059"/>
                  </a:lnTo>
                  <a:lnTo>
                    <a:pt x="98933" y="88519"/>
                  </a:lnTo>
                  <a:lnTo>
                    <a:pt x="99695" y="85598"/>
                  </a:lnTo>
                  <a:close/>
                </a:path>
                <a:path w="676910" h="535305">
                  <a:moveTo>
                    <a:pt x="676529" y="116332"/>
                  </a:moveTo>
                  <a:lnTo>
                    <a:pt x="675132" y="114046"/>
                  </a:lnTo>
                  <a:lnTo>
                    <a:pt x="632091" y="40259"/>
                  </a:lnTo>
                  <a:lnTo>
                    <a:pt x="626618" y="30861"/>
                  </a:lnTo>
                  <a:lnTo>
                    <a:pt x="577977" y="114046"/>
                  </a:lnTo>
                  <a:lnTo>
                    <a:pt x="576707" y="116332"/>
                  </a:lnTo>
                  <a:lnTo>
                    <a:pt x="577469" y="119253"/>
                  </a:lnTo>
                  <a:lnTo>
                    <a:pt x="579755" y="120650"/>
                  </a:lnTo>
                  <a:lnTo>
                    <a:pt x="582041" y="121920"/>
                  </a:lnTo>
                  <a:lnTo>
                    <a:pt x="584962" y="121158"/>
                  </a:lnTo>
                  <a:lnTo>
                    <a:pt x="586232" y="118872"/>
                  </a:lnTo>
                  <a:lnTo>
                    <a:pt x="621792" y="57912"/>
                  </a:lnTo>
                  <a:lnTo>
                    <a:pt x="621792" y="534924"/>
                  </a:lnTo>
                  <a:lnTo>
                    <a:pt x="631317" y="534924"/>
                  </a:lnTo>
                  <a:lnTo>
                    <a:pt x="631317" y="57912"/>
                  </a:lnTo>
                  <a:lnTo>
                    <a:pt x="666877" y="118872"/>
                  </a:lnTo>
                  <a:lnTo>
                    <a:pt x="668274" y="121158"/>
                  </a:lnTo>
                  <a:lnTo>
                    <a:pt x="671195" y="121920"/>
                  </a:lnTo>
                  <a:lnTo>
                    <a:pt x="673481" y="120650"/>
                  </a:lnTo>
                  <a:lnTo>
                    <a:pt x="675767" y="119253"/>
                  </a:lnTo>
                  <a:lnTo>
                    <a:pt x="676529" y="116332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449056" y="2102751"/>
            <a:ext cx="504190" cy="310515"/>
          </a:xfrm>
          <a:prstGeom prst="rect">
            <a:avLst/>
          </a:prstGeom>
          <a:solidFill>
            <a:srgbClr val="3891A7"/>
          </a:solidFill>
          <a:ln w="25400">
            <a:solidFill>
              <a:srgbClr val="256979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138430">
              <a:lnSpc>
                <a:spcPct val="100000"/>
              </a:lnSpc>
              <a:spcBef>
                <a:spcPts val="70"/>
              </a:spcBef>
            </a:pP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65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034278" y="2441320"/>
            <a:ext cx="100330" cy="504190"/>
          </a:xfrm>
          <a:custGeom>
            <a:avLst/>
            <a:gdLst/>
            <a:ahLst/>
            <a:cxnLst/>
            <a:rect l="l" t="t" r="r" b="b"/>
            <a:pathLst>
              <a:path w="100329" h="504189">
                <a:moveTo>
                  <a:pt x="49847" y="18886"/>
                </a:moveTo>
                <a:lnTo>
                  <a:pt x="45085" y="27050"/>
                </a:lnTo>
                <a:lnTo>
                  <a:pt x="45085" y="504063"/>
                </a:lnTo>
                <a:lnTo>
                  <a:pt x="54610" y="504063"/>
                </a:lnTo>
                <a:lnTo>
                  <a:pt x="54610" y="27050"/>
                </a:lnTo>
                <a:lnTo>
                  <a:pt x="49847" y="18886"/>
                </a:lnTo>
                <a:close/>
              </a:path>
              <a:path w="100329" h="504189">
                <a:moveTo>
                  <a:pt x="49911" y="0"/>
                </a:moveTo>
                <a:lnTo>
                  <a:pt x="1270" y="83184"/>
                </a:lnTo>
                <a:lnTo>
                  <a:pt x="0" y="85470"/>
                </a:lnTo>
                <a:lnTo>
                  <a:pt x="762" y="88391"/>
                </a:lnTo>
                <a:lnTo>
                  <a:pt x="3048" y="89788"/>
                </a:lnTo>
                <a:lnTo>
                  <a:pt x="5334" y="91058"/>
                </a:lnTo>
                <a:lnTo>
                  <a:pt x="8255" y="90296"/>
                </a:lnTo>
                <a:lnTo>
                  <a:pt x="9525" y="88011"/>
                </a:lnTo>
                <a:lnTo>
                  <a:pt x="45085" y="27050"/>
                </a:lnTo>
                <a:lnTo>
                  <a:pt x="45085" y="9398"/>
                </a:lnTo>
                <a:lnTo>
                  <a:pt x="55391" y="9398"/>
                </a:lnTo>
                <a:lnTo>
                  <a:pt x="49911" y="0"/>
                </a:lnTo>
                <a:close/>
              </a:path>
              <a:path w="100329" h="504189">
                <a:moveTo>
                  <a:pt x="55391" y="9398"/>
                </a:moveTo>
                <a:lnTo>
                  <a:pt x="54610" y="9398"/>
                </a:lnTo>
                <a:lnTo>
                  <a:pt x="54610" y="27050"/>
                </a:lnTo>
                <a:lnTo>
                  <a:pt x="90170" y="88011"/>
                </a:lnTo>
                <a:lnTo>
                  <a:pt x="91567" y="90296"/>
                </a:lnTo>
                <a:lnTo>
                  <a:pt x="94487" y="91058"/>
                </a:lnTo>
                <a:lnTo>
                  <a:pt x="96774" y="89788"/>
                </a:lnTo>
                <a:lnTo>
                  <a:pt x="99060" y="88391"/>
                </a:lnTo>
                <a:lnTo>
                  <a:pt x="99822" y="85470"/>
                </a:lnTo>
                <a:lnTo>
                  <a:pt x="98425" y="83184"/>
                </a:lnTo>
                <a:lnTo>
                  <a:pt x="55391" y="9398"/>
                </a:lnTo>
                <a:close/>
              </a:path>
              <a:path w="100329" h="504189">
                <a:moveTo>
                  <a:pt x="54610" y="9398"/>
                </a:moveTo>
                <a:lnTo>
                  <a:pt x="45085" y="9398"/>
                </a:lnTo>
                <a:lnTo>
                  <a:pt x="45085" y="27050"/>
                </a:lnTo>
                <a:lnTo>
                  <a:pt x="49847" y="18886"/>
                </a:lnTo>
                <a:lnTo>
                  <a:pt x="45720" y="11811"/>
                </a:lnTo>
                <a:lnTo>
                  <a:pt x="54610" y="11811"/>
                </a:lnTo>
                <a:lnTo>
                  <a:pt x="54610" y="9398"/>
                </a:lnTo>
                <a:close/>
              </a:path>
              <a:path w="100329" h="504189">
                <a:moveTo>
                  <a:pt x="54610" y="11811"/>
                </a:moveTo>
                <a:lnTo>
                  <a:pt x="53975" y="11811"/>
                </a:lnTo>
                <a:lnTo>
                  <a:pt x="49847" y="18886"/>
                </a:lnTo>
                <a:lnTo>
                  <a:pt x="54610" y="27050"/>
                </a:lnTo>
                <a:lnTo>
                  <a:pt x="54610" y="11811"/>
                </a:lnTo>
                <a:close/>
              </a:path>
              <a:path w="100329" h="504189">
                <a:moveTo>
                  <a:pt x="53975" y="11811"/>
                </a:moveTo>
                <a:lnTo>
                  <a:pt x="45720" y="11811"/>
                </a:lnTo>
                <a:lnTo>
                  <a:pt x="49847" y="18886"/>
                </a:lnTo>
                <a:lnTo>
                  <a:pt x="53975" y="11811"/>
                </a:lnTo>
                <a:close/>
              </a:path>
            </a:pathLst>
          </a:custGeom>
          <a:solidFill>
            <a:srgbClr val="3891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276600" y="5334000"/>
            <a:ext cx="35814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latin typeface="Trebuchet MS"/>
                <a:cs typeface="Trebuchet MS"/>
              </a:rPr>
              <a:t>Number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of  </a:t>
            </a:r>
            <a:r>
              <a:rPr sz="2800" spc="-95" dirty="0">
                <a:latin typeface="Trebuchet MS"/>
                <a:cs typeface="Trebuchet MS"/>
              </a:rPr>
              <a:t>P</a:t>
            </a:r>
            <a:r>
              <a:rPr sz="2800" spc="-45" dirty="0">
                <a:latin typeface="Trebuchet MS"/>
                <a:cs typeface="Trebuchet MS"/>
              </a:rPr>
              <a:t>r</a:t>
            </a:r>
            <a:r>
              <a:rPr sz="2800" spc="-65" dirty="0">
                <a:latin typeface="Trebuchet MS"/>
                <a:cs typeface="Trebuchet MS"/>
              </a:rPr>
              <a:t>obe</a:t>
            </a:r>
            <a:r>
              <a:rPr sz="2800" spc="-45" dirty="0">
                <a:latin typeface="Trebuchet MS"/>
                <a:cs typeface="Trebuchet MS"/>
              </a:rPr>
              <a:t>s</a:t>
            </a:r>
            <a:r>
              <a:rPr sz="2800" spc="-270" dirty="0">
                <a:latin typeface="Trebuchet MS"/>
                <a:cs typeface="Trebuchet MS"/>
              </a:rPr>
              <a:t>: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4</a:t>
            </a:r>
            <a:endParaRPr sz="2800" dirty="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355085" y="2974594"/>
            <a:ext cx="18573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7335" marR="5080" indent="-255270">
              <a:lnSpc>
                <a:spcPct val="100000"/>
              </a:lnSpc>
              <a:spcBef>
                <a:spcPts val="100"/>
              </a:spcBef>
              <a:tabLst>
                <a:tab pos="1138555" algn="l"/>
              </a:tabLst>
            </a:pPr>
            <a:r>
              <a:rPr sz="1800" spc="-60" dirty="0">
                <a:latin typeface="Trebuchet MS"/>
                <a:cs typeface="Trebuchet MS"/>
              </a:rPr>
              <a:t>Atte</a:t>
            </a:r>
            <a:r>
              <a:rPr sz="1800" spc="-90" dirty="0">
                <a:latin typeface="Trebuchet MS"/>
                <a:cs typeface="Trebuchet MS"/>
              </a:rPr>
              <a:t>mpt1</a:t>
            </a:r>
            <a:r>
              <a:rPr sz="1800" spc="-229" dirty="0">
                <a:latin typeface="Trebuchet MS"/>
                <a:cs typeface="Trebuchet MS"/>
              </a:rPr>
              <a:t> </a:t>
            </a:r>
            <a:r>
              <a:rPr sz="2700" spc="-89" baseline="1543" dirty="0">
                <a:latin typeface="Trebuchet MS"/>
                <a:cs typeface="Trebuchet MS"/>
              </a:rPr>
              <a:t>Atte</a:t>
            </a:r>
            <a:r>
              <a:rPr sz="2700" spc="-135" baseline="1543" dirty="0">
                <a:latin typeface="Trebuchet MS"/>
                <a:cs typeface="Trebuchet MS"/>
              </a:rPr>
              <a:t>m</a:t>
            </a:r>
            <a:r>
              <a:rPr sz="2700" spc="-112" baseline="1543" dirty="0">
                <a:latin typeface="Trebuchet MS"/>
                <a:cs typeface="Trebuchet MS"/>
              </a:rPr>
              <a:t>pt2  </a:t>
            </a:r>
            <a:r>
              <a:rPr sz="1800" spc="-114" dirty="0">
                <a:latin typeface="Trebuchet MS"/>
                <a:cs typeface="Trebuchet MS"/>
              </a:rPr>
              <a:t>t	</a:t>
            </a:r>
            <a:r>
              <a:rPr sz="2400" spc="-30" baseline="1543" dirty="0" smtClean="0">
                <a:latin typeface="Trebuchet MS"/>
                <a:cs typeface="Trebuchet MS"/>
              </a:rPr>
              <a:t>t+</a:t>
            </a:r>
            <a:r>
              <a:rPr lang="en-US" sz="2400" spc="-30" baseline="1543" dirty="0">
                <a:latin typeface="Trebuchet MS"/>
                <a:cs typeface="Trebuchet MS"/>
              </a:rPr>
              <a:t>1</a:t>
            </a:r>
            <a:r>
              <a:rPr lang="en-US" sz="2400" spc="-30" baseline="30000" dirty="0" smtClean="0">
                <a:latin typeface="Trebuchet MS"/>
                <a:cs typeface="Trebuchet MS"/>
              </a:rPr>
              <a:t>2</a:t>
            </a:r>
            <a:endParaRPr sz="2400" baseline="30000" dirty="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987030" y="2970021"/>
            <a:ext cx="92138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9565" marR="5080" indent="-317500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latin typeface="Trebuchet MS"/>
                <a:cs typeface="Trebuchet MS"/>
              </a:rPr>
              <a:t>Atte</a:t>
            </a:r>
            <a:r>
              <a:rPr sz="1800" spc="-90" dirty="0">
                <a:latin typeface="Trebuchet MS"/>
                <a:cs typeface="Trebuchet MS"/>
              </a:rPr>
              <a:t>m</a:t>
            </a:r>
            <a:r>
              <a:rPr sz="1800" spc="-75" dirty="0">
                <a:latin typeface="Trebuchet MS"/>
                <a:cs typeface="Trebuchet MS"/>
              </a:rPr>
              <a:t>pt4  </a:t>
            </a:r>
            <a:r>
              <a:rPr sz="1800" spc="-20" dirty="0">
                <a:latin typeface="Trebuchet MS"/>
                <a:cs typeface="Trebuchet MS"/>
              </a:rPr>
              <a:t>t</a:t>
            </a:r>
            <a:r>
              <a:rPr sz="1800" spc="-20" dirty="0" smtClean="0">
                <a:latin typeface="Trebuchet MS"/>
                <a:cs typeface="Trebuchet MS"/>
              </a:rPr>
              <a:t>+</a:t>
            </a:r>
            <a:r>
              <a:rPr lang="en-US" spc="-30" baseline="1543" dirty="0">
                <a:latin typeface="Trebuchet MS"/>
                <a:cs typeface="Trebuchet MS"/>
              </a:rPr>
              <a:t> </a:t>
            </a:r>
            <a:r>
              <a:rPr lang="en-US" spc="-30" baseline="1543" dirty="0" smtClean="0">
                <a:latin typeface="Trebuchet MS"/>
                <a:cs typeface="Trebuchet MS"/>
              </a:rPr>
              <a:t>3</a:t>
            </a:r>
            <a:r>
              <a:rPr lang="en-US" spc="-30" baseline="30000" dirty="0" smtClean="0">
                <a:latin typeface="Trebuchet MS"/>
                <a:cs typeface="Trebuchet MS"/>
              </a:rPr>
              <a:t>2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587365" y="2974594"/>
            <a:ext cx="92138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0" marR="5080" indent="-190500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latin typeface="Trebuchet MS"/>
                <a:cs typeface="Trebuchet MS"/>
              </a:rPr>
              <a:t>Atte</a:t>
            </a:r>
            <a:r>
              <a:rPr sz="1800" spc="-90" dirty="0">
                <a:latin typeface="Trebuchet MS"/>
                <a:cs typeface="Trebuchet MS"/>
              </a:rPr>
              <a:t>m</a:t>
            </a:r>
            <a:r>
              <a:rPr sz="1800" spc="-75" dirty="0">
                <a:latin typeface="Trebuchet MS"/>
                <a:cs typeface="Trebuchet MS"/>
              </a:rPr>
              <a:t>pt3  </a:t>
            </a:r>
            <a:r>
              <a:rPr sz="1800" spc="-20" dirty="0">
                <a:latin typeface="Trebuchet MS"/>
                <a:cs typeface="Trebuchet MS"/>
              </a:rPr>
              <a:t>t</a:t>
            </a:r>
            <a:r>
              <a:rPr sz="1800" spc="-20" dirty="0" smtClean="0">
                <a:latin typeface="Trebuchet MS"/>
                <a:cs typeface="Trebuchet MS"/>
              </a:rPr>
              <a:t>+</a:t>
            </a:r>
            <a:r>
              <a:rPr lang="en-US" spc="-30" baseline="1543" dirty="0">
                <a:latin typeface="Trebuchet MS"/>
                <a:cs typeface="Trebuchet MS"/>
              </a:rPr>
              <a:t> </a:t>
            </a:r>
            <a:r>
              <a:rPr lang="en-US" spc="-30" baseline="1543" dirty="0" smtClean="0">
                <a:latin typeface="Trebuchet MS"/>
                <a:cs typeface="Trebuchet MS"/>
              </a:rPr>
              <a:t>2</a:t>
            </a:r>
            <a:r>
              <a:rPr lang="en-US" spc="-30" baseline="30000" dirty="0" smtClean="0">
                <a:latin typeface="Trebuchet MS"/>
                <a:cs typeface="Trebuchet MS"/>
              </a:rPr>
              <a:t>2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651113" y="2441320"/>
            <a:ext cx="100330" cy="475615"/>
          </a:xfrm>
          <a:custGeom>
            <a:avLst/>
            <a:gdLst/>
            <a:ahLst/>
            <a:cxnLst/>
            <a:rect l="l" t="t" r="r" b="b"/>
            <a:pathLst>
              <a:path w="100329" h="475614">
                <a:moveTo>
                  <a:pt x="49974" y="18886"/>
                </a:moveTo>
                <a:lnTo>
                  <a:pt x="45211" y="27051"/>
                </a:lnTo>
                <a:lnTo>
                  <a:pt x="45211" y="475614"/>
                </a:lnTo>
                <a:lnTo>
                  <a:pt x="54736" y="475614"/>
                </a:lnTo>
                <a:lnTo>
                  <a:pt x="54736" y="27051"/>
                </a:lnTo>
                <a:lnTo>
                  <a:pt x="49974" y="18886"/>
                </a:lnTo>
                <a:close/>
              </a:path>
              <a:path w="100329" h="475614">
                <a:moveTo>
                  <a:pt x="49910" y="0"/>
                </a:moveTo>
                <a:lnTo>
                  <a:pt x="1396" y="83184"/>
                </a:lnTo>
                <a:lnTo>
                  <a:pt x="0" y="85470"/>
                </a:lnTo>
                <a:lnTo>
                  <a:pt x="761" y="88391"/>
                </a:lnTo>
                <a:lnTo>
                  <a:pt x="3047" y="89788"/>
                </a:lnTo>
                <a:lnTo>
                  <a:pt x="5333" y="91058"/>
                </a:lnTo>
                <a:lnTo>
                  <a:pt x="8254" y="90296"/>
                </a:lnTo>
                <a:lnTo>
                  <a:pt x="9651" y="88011"/>
                </a:lnTo>
                <a:lnTo>
                  <a:pt x="45211" y="27051"/>
                </a:lnTo>
                <a:lnTo>
                  <a:pt x="45211" y="9398"/>
                </a:lnTo>
                <a:lnTo>
                  <a:pt x="55406" y="9398"/>
                </a:lnTo>
                <a:lnTo>
                  <a:pt x="49910" y="0"/>
                </a:lnTo>
                <a:close/>
              </a:path>
              <a:path w="100329" h="475614">
                <a:moveTo>
                  <a:pt x="55406" y="9398"/>
                </a:moveTo>
                <a:lnTo>
                  <a:pt x="54736" y="9398"/>
                </a:lnTo>
                <a:lnTo>
                  <a:pt x="54736" y="27051"/>
                </a:lnTo>
                <a:lnTo>
                  <a:pt x="90296" y="88011"/>
                </a:lnTo>
                <a:lnTo>
                  <a:pt x="91566" y="90296"/>
                </a:lnTo>
                <a:lnTo>
                  <a:pt x="94487" y="91058"/>
                </a:lnTo>
                <a:lnTo>
                  <a:pt x="96773" y="89788"/>
                </a:lnTo>
                <a:lnTo>
                  <a:pt x="99059" y="88391"/>
                </a:lnTo>
                <a:lnTo>
                  <a:pt x="99821" y="85470"/>
                </a:lnTo>
                <a:lnTo>
                  <a:pt x="98551" y="83184"/>
                </a:lnTo>
                <a:lnTo>
                  <a:pt x="55406" y="9398"/>
                </a:lnTo>
                <a:close/>
              </a:path>
              <a:path w="100329" h="475614">
                <a:moveTo>
                  <a:pt x="54736" y="9398"/>
                </a:moveTo>
                <a:lnTo>
                  <a:pt x="45211" y="9398"/>
                </a:lnTo>
                <a:lnTo>
                  <a:pt x="45211" y="27051"/>
                </a:lnTo>
                <a:lnTo>
                  <a:pt x="49974" y="18886"/>
                </a:lnTo>
                <a:lnTo>
                  <a:pt x="45846" y="11811"/>
                </a:lnTo>
                <a:lnTo>
                  <a:pt x="54736" y="11811"/>
                </a:lnTo>
                <a:lnTo>
                  <a:pt x="54736" y="9398"/>
                </a:lnTo>
                <a:close/>
              </a:path>
              <a:path w="100329" h="475614">
                <a:moveTo>
                  <a:pt x="54736" y="11811"/>
                </a:moveTo>
                <a:lnTo>
                  <a:pt x="54101" y="11811"/>
                </a:lnTo>
                <a:lnTo>
                  <a:pt x="49974" y="18886"/>
                </a:lnTo>
                <a:lnTo>
                  <a:pt x="54736" y="27051"/>
                </a:lnTo>
                <a:lnTo>
                  <a:pt x="54736" y="11811"/>
                </a:lnTo>
                <a:close/>
              </a:path>
              <a:path w="100329" h="475614">
                <a:moveTo>
                  <a:pt x="54101" y="11811"/>
                </a:moveTo>
                <a:lnTo>
                  <a:pt x="45846" y="11811"/>
                </a:lnTo>
                <a:lnTo>
                  <a:pt x="49974" y="18886"/>
                </a:lnTo>
                <a:lnTo>
                  <a:pt x="54101" y="11811"/>
                </a:lnTo>
                <a:close/>
              </a:path>
            </a:pathLst>
          </a:custGeom>
          <a:solidFill>
            <a:srgbClr val="3891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038600" y="3581400"/>
            <a:ext cx="12298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spc="-90" dirty="0">
                <a:solidFill>
                  <a:srgbClr val="FF0000"/>
                </a:solidFill>
                <a:latin typeface="Trebuchet MS"/>
                <a:cs typeface="Trebuchet MS"/>
              </a:rPr>
              <a:t>(t+1</a:t>
            </a:r>
            <a:r>
              <a:rPr lang="en-US" i="1" spc="-135" baseline="25132" dirty="0">
                <a:solidFill>
                  <a:srgbClr val="FF0000"/>
                </a:solidFill>
                <a:latin typeface="Trebuchet MS"/>
                <a:cs typeface="Trebuchet MS"/>
              </a:rPr>
              <a:t>2</a:t>
            </a:r>
            <a:r>
              <a:rPr lang="en-US" i="1" spc="-90" dirty="0">
                <a:solidFill>
                  <a:srgbClr val="FF0000"/>
                </a:solidFill>
                <a:latin typeface="Trebuchet MS"/>
                <a:cs typeface="Trebuchet MS"/>
              </a:rPr>
              <a:t>)%</a:t>
            </a:r>
            <a:r>
              <a:rPr lang="en-US" i="1" spc="-90" dirty="0" smtClean="0">
                <a:solidFill>
                  <a:srgbClr val="FF0000"/>
                </a:solidFill>
                <a:latin typeface="Trebuchet MS"/>
                <a:cs typeface="Trebuchet MS"/>
              </a:rPr>
              <a:t>N</a:t>
            </a:r>
          </a:p>
          <a:p>
            <a:r>
              <a:rPr lang="en-US" i="1" spc="-90" dirty="0" smtClean="0">
                <a:solidFill>
                  <a:srgbClr val="FF0000"/>
                </a:solidFill>
                <a:latin typeface="Trebuchet MS"/>
              </a:rPr>
              <a:t>(5+1)%15=6</a:t>
            </a:r>
            <a:endParaRPr lang="en-US" dirty="0"/>
          </a:p>
        </p:txBody>
      </p:sp>
      <p:sp>
        <p:nvSpPr>
          <p:cNvPr id="27" name="Rectangle 26"/>
          <p:cNvSpPr/>
          <p:nvPr/>
        </p:nvSpPr>
        <p:spPr>
          <a:xfrm>
            <a:off x="5486400" y="3581400"/>
            <a:ext cx="1219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spc="-90" dirty="0">
                <a:solidFill>
                  <a:srgbClr val="FF0000"/>
                </a:solidFill>
                <a:latin typeface="Trebuchet MS"/>
                <a:cs typeface="Trebuchet MS"/>
              </a:rPr>
              <a:t>(</a:t>
            </a:r>
            <a:r>
              <a:rPr lang="en-US" i="1" spc="-90" dirty="0" smtClean="0">
                <a:solidFill>
                  <a:srgbClr val="FF0000"/>
                </a:solidFill>
                <a:latin typeface="Trebuchet MS"/>
                <a:cs typeface="Trebuchet MS"/>
              </a:rPr>
              <a:t>t+2</a:t>
            </a:r>
            <a:r>
              <a:rPr lang="en-US" i="1" spc="-135" baseline="25132" dirty="0" smtClean="0">
                <a:solidFill>
                  <a:srgbClr val="FF0000"/>
                </a:solidFill>
                <a:latin typeface="Trebuchet MS"/>
                <a:cs typeface="Trebuchet MS"/>
              </a:rPr>
              <a:t>2</a:t>
            </a:r>
            <a:r>
              <a:rPr lang="en-US" i="1" spc="-90" dirty="0">
                <a:solidFill>
                  <a:srgbClr val="FF0000"/>
                </a:solidFill>
                <a:latin typeface="Trebuchet MS"/>
                <a:cs typeface="Trebuchet MS"/>
              </a:rPr>
              <a:t>)%</a:t>
            </a:r>
            <a:r>
              <a:rPr lang="en-US" i="1" spc="-90" dirty="0" smtClean="0">
                <a:solidFill>
                  <a:srgbClr val="FF0000"/>
                </a:solidFill>
                <a:latin typeface="Trebuchet MS"/>
                <a:cs typeface="Trebuchet MS"/>
              </a:rPr>
              <a:t>N</a:t>
            </a:r>
          </a:p>
          <a:p>
            <a:r>
              <a:rPr lang="en-US" i="1" spc="-90" dirty="0" smtClean="0">
                <a:solidFill>
                  <a:srgbClr val="FF0000"/>
                </a:solidFill>
                <a:latin typeface="Trebuchet MS"/>
              </a:rPr>
              <a:t>(5+4)%15=9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28" name="Rectangle 27"/>
          <p:cNvSpPr/>
          <p:nvPr/>
        </p:nvSpPr>
        <p:spPr>
          <a:xfrm>
            <a:off x="7803890" y="3581400"/>
            <a:ext cx="134011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spc="-90" dirty="0">
                <a:solidFill>
                  <a:srgbClr val="FF0000"/>
                </a:solidFill>
                <a:latin typeface="Trebuchet MS"/>
                <a:cs typeface="Trebuchet MS"/>
              </a:rPr>
              <a:t>(</a:t>
            </a:r>
            <a:r>
              <a:rPr lang="en-US" i="1" spc="-90" dirty="0" smtClean="0">
                <a:solidFill>
                  <a:srgbClr val="FF0000"/>
                </a:solidFill>
                <a:latin typeface="Trebuchet MS"/>
                <a:cs typeface="Trebuchet MS"/>
              </a:rPr>
              <a:t>t+3</a:t>
            </a:r>
            <a:r>
              <a:rPr lang="en-US" i="1" spc="-135" baseline="25132" dirty="0" smtClean="0">
                <a:solidFill>
                  <a:srgbClr val="FF0000"/>
                </a:solidFill>
                <a:latin typeface="Trebuchet MS"/>
                <a:cs typeface="Trebuchet MS"/>
              </a:rPr>
              <a:t>2</a:t>
            </a:r>
            <a:r>
              <a:rPr lang="en-US" i="1" spc="-90" dirty="0">
                <a:solidFill>
                  <a:srgbClr val="FF0000"/>
                </a:solidFill>
                <a:latin typeface="Trebuchet MS"/>
                <a:cs typeface="Trebuchet MS"/>
              </a:rPr>
              <a:t>)%</a:t>
            </a:r>
            <a:r>
              <a:rPr lang="en-US" i="1" spc="-90" dirty="0" smtClean="0">
                <a:solidFill>
                  <a:srgbClr val="FF0000"/>
                </a:solidFill>
                <a:latin typeface="Trebuchet MS"/>
                <a:cs typeface="Trebuchet MS"/>
              </a:rPr>
              <a:t>N</a:t>
            </a:r>
          </a:p>
          <a:p>
            <a:r>
              <a:rPr lang="en-US" i="1" spc="-90" dirty="0" smtClean="0">
                <a:solidFill>
                  <a:srgbClr val="FF0000"/>
                </a:solidFill>
                <a:latin typeface="Trebuchet MS"/>
              </a:rPr>
              <a:t>(5+9)%15=14</a:t>
            </a:r>
            <a:endParaRPr lang="en-US" dirty="0" smtClean="0"/>
          </a:p>
          <a:p>
            <a:endParaRPr lang="en-US" dirty="0"/>
          </a:p>
        </p:txBody>
      </p:sp>
      <p:cxnSp>
        <p:nvCxnSpPr>
          <p:cNvPr id="29" name="Straight Arrow Connector 28"/>
          <p:cNvCxnSpPr/>
          <p:nvPr/>
        </p:nvCxnSpPr>
        <p:spPr>
          <a:xfrm flipV="1">
            <a:off x="3657600" y="4191000"/>
            <a:ext cx="0" cy="5334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V="1">
            <a:off x="4572000" y="4191000"/>
            <a:ext cx="0" cy="5334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5943600" y="4191000"/>
            <a:ext cx="0" cy="5334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8382000" y="4191000"/>
            <a:ext cx="0" cy="5334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3505200" y="4724400"/>
            <a:ext cx="304800" cy="304800"/>
          </a:xfrm>
          <a:prstGeom prst="ellipse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1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4" name="Oval 33"/>
          <p:cNvSpPr/>
          <p:nvPr/>
        </p:nvSpPr>
        <p:spPr>
          <a:xfrm>
            <a:off x="4419600" y="4724400"/>
            <a:ext cx="304800" cy="304800"/>
          </a:xfrm>
          <a:prstGeom prst="ellipse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5" name="Oval 34"/>
          <p:cNvSpPr/>
          <p:nvPr/>
        </p:nvSpPr>
        <p:spPr>
          <a:xfrm>
            <a:off x="5791200" y="4724400"/>
            <a:ext cx="304800" cy="304800"/>
          </a:xfrm>
          <a:prstGeom prst="ellipse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3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6" name="Oval 35"/>
          <p:cNvSpPr/>
          <p:nvPr/>
        </p:nvSpPr>
        <p:spPr>
          <a:xfrm>
            <a:off x="8229600" y="4724400"/>
            <a:ext cx="304800" cy="304800"/>
          </a:xfrm>
          <a:prstGeom prst="ellipse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423" y="0"/>
            <a:ext cx="9142730" cy="6858000"/>
            <a:chOff x="1423" y="0"/>
            <a:chExt cx="9142730" cy="6858000"/>
          </a:xfrm>
        </p:grpSpPr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5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4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19200" y="152400"/>
            <a:ext cx="6761480" cy="998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indent="-283845" algn="ctr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235" dirty="0">
                <a:latin typeface="Trebuchet MS"/>
                <a:cs typeface="Trebuchet MS"/>
              </a:rPr>
              <a:t>F</a:t>
            </a:r>
            <a:r>
              <a:rPr sz="3200" spc="35" dirty="0">
                <a:latin typeface="Trebuchet MS"/>
                <a:cs typeface="Trebuchet MS"/>
              </a:rPr>
              <a:t>or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60" dirty="0">
                <a:latin typeface="Trebuchet MS"/>
                <a:cs typeface="Trebuchet MS"/>
              </a:rPr>
              <a:t>Exam</a:t>
            </a:r>
            <a:r>
              <a:rPr sz="3200" spc="-145" dirty="0">
                <a:latin typeface="Trebuchet MS"/>
                <a:cs typeface="Trebuchet MS"/>
              </a:rPr>
              <a:t>p</a:t>
            </a:r>
            <a:r>
              <a:rPr sz="3200" spc="-165" dirty="0">
                <a:latin typeface="Trebuchet MS"/>
                <a:cs typeface="Trebuchet MS"/>
              </a:rPr>
              <a:t>l</a:t>
            </a:r>
            <a:r>
              <a:rPr sz="3200" spc="-295" dirty="0">
                <a:latin typeface="Trebuchet MS"/>
                <a:cs typeface="Trebuchet MS"/>
              </a:rPr>
              <a:t>e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spc="-315" dirty="0">
                <a:latin typeface="Trebuchet MS"/>
                <a:cs typeface="Trebuchet MS"/>
              </a:rPr>
              <a:t>:</a:t>
            </a:r>
            <a:r>
              <a:rPr sz="3200" spc="75" dirty="0">
                <a:solidFill>
                  <a:srgbClr val="FF0000"/>
                </a:solidFill>
                <a:latin typeface="Trebuchet MS"/>
                <a:cs typeface="Trebuchet MS"/>
              </a:rPr>
              <a:t>Whe</a:t>
            </a:r>
            <a:r>
              <a:rPr sz="3200" spc="-15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3200" spc="-210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3200" spc="-9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55" dirty="0">
                <a:solidFill>
                  <a:srgbClr val="FF0000"/>
                </a:solidFill>
                <a:latin typeface="Trebuchet MS"/>
                <a:cs typeface="Trebuchet MS"/>
              </a:rPr>
              <a:t>d</a:t>
            </a:r>
            <a:r>
              <a:rPr sz="3200" spc="-50" dirty="0">
                <a:solidFill>
                  <a:srgbClr val="FF0000"/>
                </a:solidFill>
                <a:latin typeface="Trebuchet MS"/>
                <a:cs typeface="Trebuchet MS"/>
              </a:rPr>
              <a:t>o</a:t>
            </a:r>
            <a:r>
              <a:rPr sz="3200" spc="-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240" dirty="0">
                <a:solidFill>
                  <a:srgbClr val="FF0000"/>
                </a:solidFill>
                <a:latin typeface="Trebuchet MS"/>
                <a:cs typeface="Trebuchet MS"/>
              </a:rPr>
              <a:t>y</a:t>
            </a:r>
            <a:r>
              <a:rPr sz="3200" spc="-50" dirty="0">
                <a:solidFill>
                  <a:srgbClr val="FF0000"/>
                </a:solidFill>
                <a:latin typeface="Trebuchet MS"/>
                <a:cs typeface="Trebuchet MS"/>
              </a:rPr>
              <a:t>ou</a:t>
            </a:r>
            <a:r>
              <a:rPr sz="3200" spc="-9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50" dirty="0">
                <a:solidFill>
                  <a:srgbClr val="FF0000"/>
                </a:solidFill>
                <a:latin typeface="Trebuchet MS"/>
                <a:cs typeface="Trebuchet MS"/>
              </a:rPr>
              <a:t>sto</a:t>
            </a:r>
            <a:r>
              <a:rPr sz="3200" spc="-110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3200" spc="-210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3200" spc="-10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75" dirty="0" smtClean="0">
                <a:solidFill>
                  <a:srgbClr val="FF0000"/>
                </a:solidFill>
                <a:latin typeface="Trebuchet MS"/>
                <a:cs typeface="Trebuchet MS"/>
              </a:rPr>
              <a:t>99</a:t>
            </a:r>
            <a:r>
              <a:rPr sz="3200" spc="-110" dirty="0" smtClean="0">
                <a:solidFill>
                  <a:srgbClr val="FF0000"/>
                </a:solidFill>
                <a:latin typeface="Trebuchet MS"/>
                <a:cs typeface="Trebuchet MS"/>
              </a:rPr>
              <a:t>?</a:t>
            </a:r>
            <a:r>
              <a:rPr lang="en-US" sz="3200" spc="-110" dirty="0" smtClean="0">
                <a:solidFill>
                  <a:srgbClr val="FF0000"/>
                </a:solidFill>
                <a:latin typeface="Trebuchet MS"/>
                <a:cs typeface="Trebuchet MS"/>
              </a:rPr>
              <a:t> 99%15=9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76858" y="1969135"/>
            <a:ext cx="768286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  <a:tab pos="882650" algn="l"/>
                <a:tab pos="1695450" algn="l"/>
                <a:tab pos="2679700" algn="l"/>
                <a:tab pos="3284854" algn="l"/>
                <a:tab pos="4525645" algn="l"/>
                <a:tab pos="6185535" algn="l"/>
                <a:tab pos="6758305" algn="l"/>
              </a:tabLst>
            </a:pPr>
            <a:r>
              <a:rPr sz="3200" spc="-120" dirty="0">
                <a:latin typeface="Trebuchet MS"/>
                <a:cs typeface="Trebuchet MS"/>
              </a:rPr>
              <a:t>In	</a:t>
            </a:r>
            <a:r>
              <a:rPr sz="3200" spc="-190" dirty="0">
                <a:latin typeface="Trebuchet MS"/>
                <a:cs typeface="Trebuchet MS"/>
              </a:rPr>
              <a:t>the	</a:t>
            </a:r>
            <a:r>
              <a:rPr sz="3200" spc="-195" dirty="0">
                <a:latin typeface="Trebuchet MS"/>
                <a:cs typeface="Trebuchet MS"/>
              </a:rPr>
              <a:t>case	</a:t>
            </a:r>
            <a:r>
              <a:rPr sz="3200" spc="-170" dirty="0">
                <a:latin typeface="Trebuchet MS"/>
                <a:cs typeface="Trebuchet MS"/>
              </a:rPr>
              <a:t>of	</a:t>
            </a:r>
            <a:r>
              <a:rPr sz="3200" spc="-190" dirty="0">
                <a:latin typeface="Trebuchet MS"/>
                <a:cs typeface="Trebuchet MS"/>
              </a:rPr>
              <a:t>above	</a:t>
            </a:r>
            <a:r>
              <a:rPr sz="3200" spc="-135" dirty="0">
                <a:latin typeface="Trebuchet MS"/>
                <a:cs typeface="Trebuchet MS"/>
              </a:rPr>
              <a:t>scenario	</a:t>
            </a:r>
            <a:r>
              <a:rPr sz="3200" spc="-180" dirty="0">
                <a:latin typeface="Trebuchet MS"/>
                <a:cs typeface="Trebuchet MS"/>
              </a:rPr>
              <a:t>in	</a:t>
            </a:r>
            <a:r>
              <a:rPr sz="3200" spc="-190" dirty="0">
                <a:latin typeface="Trebuchet MS"/>
                <a:cs typeface="Trebuchet MS"/>
              </a:rPr>
              <a:t>linear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60322" y="2456814"/>
            <a:ext cx="127698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40" dirty="0">
                <a:latin typeface="Trebuchet MS"/>
                <a:cs typeface="Trebuchet MS"/>
              </a:rPr>
              <a:t>probing</a:t>
            </a:r>
            <a:endParaRPr sz="3200">
              <a:latin typeface="Trebuchet MS"/>
              <a:cs typeface="Trebuchet MS"/>
            </a:endParaRPr>
          </a:p>
        </p:txBody>
      </p:sp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50607" y="1124775"/>
            <a:ext cx="7694549" cy="858837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845939" y="1581670"/>
            <a:ext cx="504190" cy="310515"/>
          </a:xfrm>
          <a:prstGeom prst="rect">
            <a:avLst/>
          </a:prstGeom>
          <a:solidFill>
            <a:srgbClr val="3891A7"/>
          </a:solidFill>
          <a:ln w="25400">
            <a:solidFill>
              <a:srgbClr val="256979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70"/>
              </a:spcBef>
            </a:pP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65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729358" y="1554111"/>
            <a:ext cx="504190" cy="310515"/>
          </a:xfrm>
          <a:prstGeom prst="rect">
            <a:avLst/>
          </a:prstGeom>
          <a:solidFill>
            <a:srgbClr val="3891A7"/>
          </a:solidFill>
          <a:ln w="25400">
            <a:solidFill>
              <a:srgbClr val="256979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70"/>
              </a:spcBef>
            </a:pP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16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460485" y="1520583"/>
            <a:ext cx="485140" cy="310515"/>
          </a:xfrm>
          <a:prstGeom prst="rect">
            <a:avLst/>
          </a:prstGeom>
          <a:solidFill>
            <a:srgbClr val="3891A7"/>
          </a:solidFill>
          <a:ln w="25400">
            <a:solidFill>
              <a:srgbClr val="256979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70"/>
              </a:spcBef>
            </a:pP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29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187881" y="1489900"/>
            <a:ext cx="7697470" cy="3531235"/>
            <a:chOff x="1187881" y="1489900"/>
            <a:chExt cx="7697470" cy="3531235"/>
          </a:xfrm>
        </p:grpSpPr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21663" y="1489900"/>
              <a:ext cx="523875" cy="49371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90751" y="4160964"/>
              <a:ext cx="7694549" cy="85883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87881" y="4527105"/>
              <a:ext cx="523874" cy="493712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7452359" y="1520583"/>
            <a:ext cx="504190" cy="310515"/>
          </a:xfrm>
          <a:prstGeom prst="rect">
            <a:avLst/>
          </a:prstGeom>
          <a:solidFill>
            <a:srgbClr val="3891A7"/>
          </a:solidFill>
          <a:ln w="25400">
            <a:solidFill>
              <a:srgbClr val="256979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138430">
              <a:lnSpc>
                <a:spcPct val="100000"/>
              </a:lnSpc>
              <a:spcBef>
                <a:spcPts val="70"/>
              </a:spcBef>
            </a:pP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99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048000" y="2667000"/>
            <a:ext cx="30480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rebuchet MS"/>
                <a:cs typeface="Trebuchet MS"/>
              </a:rPr>
              <a:t>Number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95" dirty="0" smtClean="0">
                <a:latin typeface="Trebuchet MS"/>
                <a:cs typeface="Trebuchet MS"/>
              </a:rPr>
              <a:t>of</a:t>
            </a:r>
            <a:r>
              <a:rPr lang="en-US" dirty="0">
                <a:latin typeface="Trebuchet MS"/>
                <a:cs typeface="Trebuchet MS"/>
              </a:rPr>
              <a:t> </a:t>
            </a:r>
            <a:r>
              <a:rPr sz="1800" spc="-95" dirty="0" smtClean="0">
                <a:latin typeface="Trebuchet MS"/>
                <a:cs typeface="Trebuchet MS"/>
              </a:rPr>
              <a:t>P</a:t>
            </a:r>
            <a:r>
              <a:rPr sz="1800" spc="-45" dirty="0" smtClean="0">
                <a:latin typeface="Trebuchet MS"/>
                <a:cs typeface="Trebuchet MS"/>
              </a:rPr>
              <a:t>r</a:t>
            </a:r>
            <a:r>
              <a:rPr sz="1800" spc="-65" dirty="0" smtClean="0">
                <a:latin typeface="Trebuchet MS"/>
                <a:cs typeface="Trebuchet MS"/>
              </a:rPr>
              <a:t>obe</a:t>
            </a:r>
            <a:r>
              <a:rPr sz="1800" spc="-45" dirty="0" smtClean="0">
                <a:latin typeface="Trebuchet MS"/>
                <a:cs typeface="Trebuchet MS"/>
              </a:rPr>
              <a:t>s</a:t>
            </a:r>
            <a:r>
              <a:rPr sz="1800" spc="-270" dirty="0">
                <a:latin typeface="Trebuchet MS"/>
                <a:cs typeface="Trebuchet MS"/>
              </a:rPr>
              <a:t>:</a:t>
            </a:r>
            <a:r>
              <a:rPr sz="1800" spc="-229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4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209800" y="6096000"/>
            <a:ext cx="229349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rebuchet MS"/>
                <a:cs typeface="Trebuchet MS"/>
              </a:rPr>
              <a:t>Number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of  </a:t>
            </a:r>
            <a:r>
              <a:rPr sz="1800" spc="-95" dirty="0">
                <a:latin typeface="Trebuchet MS"/>
                <a:cs typeface="Trebuchet MS"/>
              </a:rPr>
              <a:t>P</a:t>
            </a:r>
            <a:r>
              <a:rPr sz="1800" spc="-45" dirty="0">
                <a:latin typeface="Trebuchet MS"/>
                <a:cs typeface="Trebuchet MS"/>
              </a:rPr>
              <a:t>r</a:t>
            </a:r>
            <a:r>
              <a:rPr sz="1800" spc="-65" dirty="0">
                <a:latin typeface="Trebuchet MS"/>
                <a:cs typeface="Trebuchet MS"/>
              </a:rPr>
              <a:t>obe</a:t>
            </a:r>
            <a:r>
              <a:rPr sz="1800" spc="-45" dirty="0">
                <a:latin typeface="Trebuchet MS"/>
                <a:cs typeface="Trebuchet MS"/>
              </a:rPr>
              <a:t>s</a:t>
            </a:r>
            <a:r>
              <a:rPr sz="1800" spc="-270" dirty="0">
                <a:latin typeface="Trebuchet MS"/>
                <a:cs typeface="Trebuchet MS"/>
              </a:rPr>
              <a:t>:</a:t>
            </a:r>
            <a:r>
              <a:rPr sz="1800" spc="-229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3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505200" y="3581400"/>
            <a:ext cx="34290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800" b="1" spc="30" dirty="0">
                <a:solidFill>
                  <a:srgbClr val="FF0000"/>
                </a:solidFill>
                <a:latin typeface="Trebuchet MS"/>
                <a:cs typeface="Trebuchet MS"/>
              </a:rPr>
              <a:t>Quadratic</a:t>
            </a:r>
            <a:r>
              <a:rPr sz="2800" b="1" spc="-12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b="1" spc="25" dirty="0">
                <a:solidFill>
                  <a:srgbClr val="FF0000"/>
                </a:solidFill>
                <a:latin typeface="Trebuchet MS"/>
                <a:cs typeface="Trebuchet MS"/>
              </a:rPr>
              <a:t>Probing</a:t>
            </a:r>
            <a:endParaRPr sz="2800" dirty="0">
              <a:solidFill>
                <a:srgbClr val="FF0000"/>
              </a:solidFill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711705" y="4590427"/>
            <a:ext cx="504190" cy="310515"/>
          </a:xfrm>
          <a:prstGeom prst="rect">
            <a:avLst/>
          </a:prstGeom>
          <a:solidFill>
            <a:srgbClr val="3891A7"/>
          </a:solidFill>
          <a:ln w="25400">
            <a:solidFill>
              <a:srgbClr val="256979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137160">
              <a:lnSpc>
                <a:spcPct val="100000"/>
              </a:lnSpc>
              <a:spcBef>
                <a:spcPts val="75"/>
              </a:spcBef>
            </a:pP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16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785995" y="4559947"/>
            <a:ext cx="504190" cy="310515"/>
          </a:xfrm>
          <a:prstGeom prst="rect">
            <a:avLst/>
          </a:prstGeom>
          <a:solidFill>
            <a:srgbClr val="3891A7"/>
          </a:solidFill>
          <a:ln w="25400">
            <a:solidFill>
              <a:srgbClr val="256979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75"/>
              </a:spcBef>
            </a:pP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65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400542" y="4559947"/>
            <a:ext cx="485140" cy="310515"/>
          </a:xfrm>
          <a:custGeom>
            <a:avLst/>
            <a:gdLst/>
            <a:ahLst/>
            <a:cxnLst/>
            <a:rect l="l" t="t" r="r" b="b"/>
            <a:pathLst>
              <a:path w="485140" h="310514">
                <a:moveTo>
                  <a:pt x="0" y="310121"/>
                </a:moveTo>
                <a:lnTo>
                  <a:pt x="484784" y="310121"/>
                </a:lnTo>
                <a:lnTo>
                  <a:pt x="484784" y="0"/>
                </a:lnTo>
                <a:lnTo>
                  <a:pt x="0" y="0"/>
                </a:lnTo>
                <a:lnTo>
                  <a:pt x="0" y="310121"/>
                </a:lnTo>
                <a:close/>
              </a:path>
            </a:pathLst>
          </a:custGeom>
          <a:ln w="25400">
            <a:solidFill>
              <a:srgbClr val="256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8413242" y="4571631"/>
            <a:ext cx="459740" cy="285115"/>
          </a:xfrm>
          <a:prstGeom prst="rect">
            <a:avLst/>
          </a:prstGeom>
          <a:solidFill>
            <a:srgbClr val="3891A7"/>
          </a:solidFill>
        </p:spPr>
        <p:txBody>
          <a:bodyPr vert="horz" wrap="square" lIns="0" tIns="0" rIns="0" bIns="0" rtlCol="0">
            <a:spAutoFit/>
          </a:bodyPr>
          <a:lstStyle/>
          <a:p>
            <a:pPr marL="116205">
              <a:lnSpc>
                <a:spcPts val="2145"/>
              </a:lnSpc>
            </a:pP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29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034278" y="4900548"/>
            <a:ext cx="100330" cy="544830"/>
          </a:xfrm>
          <a:custGeom>
            <a:avLst/>
            <a:gdLst/>
            <a:ahLst/>
            <a:cxnLst/>
            <a:rect l="l" t="t" r="r" b="b"/>
            <a:pathLst>
              <a:path w="100329" h="544829">
                <a:moveTo>
                  <a:pt x="49847" y="18886"/>
                </a:moveTo>
                <a:lnTo>
                  <a:pt x="45085" y="27050"/>
                </a:lnTo>
                <a:lnTo>
                  <a:pt x="45085" y="544703"/>
                </a:lnTo>
                <a:lnTo>
                  <a:pt x="54610" y="544703"/>
                </a:lnTo>
                <a:lnTo>
                  <a:pt x="54610" y="27050"/>
                </a:lnTo>
                <a:lnTo>
                  <a:pt x="49847" y="18886"/>
                </a:lnTo>
                <a:close/>
              </a:path>
              <a:path w="100329" h="544829">
                <a:moveTo>
                  <a:pt x="49911" y="0"/>
                </a:moveTo>
                <a:lnTo>
                  <a:pt x="1270" y="83184"/>
                </a:lnTo>
                <a:lnTo>
                  <a:pt x="0" y="85470"/>
                </a:lnTo>
                <a:lnTo>
                  <a:pt x="762" y="88392"/>
                </a:lnTo>
                <a:lnTo>
                  <a:pt x="3048" y="89788"/>
                </a:lnTo>
                <a:lnTo>
                  <a:pt x="5334" y="91058"/>
                </a:lnTo>
                <a:lnTo>
                  <a:pt x="8255" y="90296"/>
                </a:lnTo>
                <a:lnTo>
                  <a:pt x="9525" y="88011"/>
                </a:lnTo>
                <a:lnTo>
                  <a:pt x="45085" y="27050"/>
                </a:lnTo>
                <a:lnTo>
                  <a:pt x="45085" y="9398"/>
                </a:lnTo>
                <a:lnTo>
                  <a:pt x="55391" y="9398"/>
                </a:lnTo>
                <a:lnTo>
                  <a:pt x="49911" y="0"/>
                </a:lnTo>
                <a:close/>
              </a:path>
              <a:path w="100329" h="544829">
                <a:moveTo>
                  <a:pt x="55391" y="9398"/>
                </a:moveTo>
                <a:lnTo>
                  <a:pt x="54610" y="9398"/>
                </a:lnTo>
                <a:lnTo>
                  <a:pt x="54610" y="27050"/>
                </a:lnTo>
                <a:lnTo>
                  <a:pt x="90170" y="88011"/>
                </a:lnTo>
                <a:lnTo>
                  <a:pt x="91567" y="90296"/>
                </a:lnTo>
                <a:lnTo>
                  <a:pt x="94487" y="91058"/>
                </a:lnTo>
                <a:lnTo>
                  <a:pt x="96774" y="89788"/>
                </a:lnTo>
                <a:lnTo>
                  <a:pt x="99060" y="88392"/>
                </a:lnTo>
                <a:lnTo>
                  <a:pt x="99822" y="85470"/>
                </a:lnTo>
                <a:lnTo>
                  <a:pt x="98425" y="83184"/>
                </a:lnTo>
                <a:lnTo>
                  <a:pt x="55391" y="9398"/>
                </a:lnTo>
                <a:close/>
              </a:path>
              <a:path w="100329" h="544829">
                <a:moveTo>
                  <a:pt x="54610" y="9398"/>
                </a:moveTo>
                <a:lnTo>
                  <a:pt x="45085" y="9398"/>
                </a:lnTo>
                <a:lnTo>
                  <a:pt x="45085" y="27050"/>
                </a:lnTo>
                <a:lnTo>
                  <a:pt x="49847" y="18886"/>
                </a:lnTo>
                <a:lnTo>
                  <a:pt x="45720" y="11811"/>
                </a:lnTo>
                <a:lnTo>
                  <a:pt x="54610" y="11811"/>
                </a:lnTo>
                <a:lnTo>
                  <a:pt x="54610" y="9398"/>
                </a:lnTo>
                <a:close/>
              </a:path>
              <a:path w="100329" h="544829">
                <a:moveTo>
                  <a:pt x="54610" y="11811"/>
                </a:moveTo>
                <a:lnTo>
                  <a:pt x="53975" y="11811"/>
                </a:lnTo>
                <a:lnTo>
                  <a:pt x="49847" y="18886"/>
                </a:lnTo>
                <a:lnTo>
                  <a:pt x="54610" y="27050"/>
                </a:lnTo>
                <a:lnTo>
                  <a:pt x="54610" y="11811"/>
                </a:lnTo>
                <a:close/>
              </a:path>
              <a:path w="100329" h="544829">
                <a:moveTo>
                  <a:pt x="53975" y="11811"/>
                </a:moveTo>
                <a:lnTo>
                  <a:pt x="45720" y="11811"/>
                </a:lnTo>
                <a:lnTo>
                  <a:pt x="49847" y="18886"/>
                </a:lnTo>
                <a:lnTo>
                  <a:pt x="53975" y="11811"/>
                </a:lnTo>
                <a:close/>
              </a:path>
            </a:pathLst>
          </a:custGeom>
          <a:solidFill>
            <a:srgbClr val="3891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5410200" y="5486400"/>
            <a:ext cx="9213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 marR="5080" indent="-254635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latin typeface="Trebuchet MS"/>
                <a:cs typeface="Trebuchet MS"/>
              </a:rPr>
              <a:t>Atte</a:t>
            </a:r>
            <a:r>
              <a:rPr sz="1800" spc="-90" dirty="0">
                <a:latin typeface="Trebuchet MS"/>
                <a:cs typeface="Trebuchet MS"/>
              </a:rPr>
              <a:t>m</a:t>
            </a:r>
            <a:r>
              <a:rPr sz="1800" spc="-75" dirty="0">
                <a:latin typeface="Trebuchet MS"/>
                <a:cs typeface="Trebuchet MS"/>
              </a:rPr>
              <a:t>pt1  </a:t>
            </a:r>
            <a:r>
              <a:rPr sz="1800" spc="-114" dirty="0">
                <a:latin typeface="Trebuchet MS"/>
                <a:cs typeface="Trebuchet MS"/>
              </a:rPr>
              <a:t>t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538341" y="4900548"/>
            <a:ext cx="100330" cy="544830"/>
          </a:xfrm>
          <a:custGeom>
            <a:avLst/>
            <a:gdLst/>
            <a:ahLst/>
            <a:cxnLst/>
            <a:rect l="l" t="t" r="r" b="b"/>
            <a:pathLst>
              <a:path w="100329" h="544829">
                <a:moveTo>
                  <a:pt x="49847" y="18886"/>
                </a:moveTo>
                <a:lnTo>
                  <a:pt x="45084" y="27051"/>
                </a:lnTo>
                <a:lnTo>
                  <a:pt x="45084" y="544703"/>
                </a:lnTo>
                <a:lnTo>
                  <a:pt x="54609" y="544703"/>
                </a:lnTo>
                <a:lnTo>
                  <a:pt x="54609" y="27051"/>
                </a:lnTo>
                <a:lnTo>
                  <a:pt x="49847" y="18886"/>
                </a:lnTo>
                <a:close/>
              </a:path>
              <a:path w="100329" h="544829">
                <a:moveTo>
                  <a:pt x="49910" y="0"/>
                </a:moveTo>
                <a:lnTo>
                  <a:pt x="1269" y="83184"/>
                </a:lnTo>
                <a:lnTo>
                  <a:pt x="0" y="85470"/>
                </a:lnTo>
                <a:lnTo>
                  <a:pt x="761" y="88392"/>
                </a:lnTo>
                <a:lnTo>
                  <a:pt x="3048" y="89788"/>
                </a:lnTo>
                <a:lnTo>
                  <a:pt x="5333" y="91058"/>
                </a:lnTo>
                <a:lnTo>
                  <a:pt x="8254" y="90296"/>
                </a:lnTo>
                <a:lnTo>
                  <a:pt x="9525" y="88011"/>
                </a:lnTo>
                <a:lnTo>
                  <a:pt x="45084" y="27051"/>
                </a:lnTo>
                <a:lnTo>
                  <a:pt x="45084" y="9398"/>
                </a:lnTo>
                <a:lnTo>
                  <a:pt x="55391" y="9398"/>
                </a:lnTo>
                <a:lnTo>
                  <a:pt x="49910" y="0"/>
                </a:lnTo>
                <a:close/>
              </a:path>
              <a:path w="100329" h="544829">
                <a:moveTo>
                  <a:pt x="55391" y="9398"/>
                </a:moveTo>
                <a:lnTo>
                  <a:pt x="54609" y="9398"/>
                </a:lnTo>
                <a:lnTo>
                  <a:pt x="54609" y="27051"/>
                </a:lnTo>
                <a:lnTo>
                  <a:pt x="90169" y="88011"/>
                </a:lnTo>
                <a:lnTo>
                  <a:pt x="91566" y="90296"/>
                </a:lnTo>
                <a:lnTo>
                  <a:pt x="94487" y="91058"/>
                </a:lnTo>
                <a:lnTo>
                  <a:pt x="96774" y="89788"/>
                </a:lnTo>
                <a:lnTo>
                  <a:pt x="99059" y="88392"/>
                </a:lnTo>
                <a:lnTo>
                  <a:pt x="99822" y="85470"/>
                </a:lnTo>
                <a:lnTo>
                  <a:pt x="98425" y="83184"/>
                </a:lnTo>
                <a:lnTo>
                  <a:pt x="55391" y="9398"/>
                </a:lnTo>
                <a:close/>
              </a:path>
              <a:path w="100329" h="544829">
                <a:moveTo>
                  <a:pt x="54609" y="9398"/>
                </a:moveTo>
                <a:lnTo>
                  <a:pt x="45084" y="9398"/>
                </a:lnTo>
                <a:lnTo>
                  <a:pt x="45084" y="27051"/>
                </a:lnTo>
                <a:lnTo>
                  <a:pt x="49847" y="18886"/>
                </a:lnTo>
                <a:lnTo>
                  <a:pt x="45719" y="11811"/>
                </a:lnTo>
                <a:lnTo>
                  <a:pt x="54609" y="11811"/>
                </a:lnTo>
                <a:lnTo>
                  <a:pt x="54609" y="9398"/>
                </a:lnTo>
                <a:close/>
              </a:path>
              <a:path w="100329" h="544829">
                <a:moveTo>
                  <a:pt x="54609" y="11811"/>
                </a:moveTo>
                <a:lnTo>
                  <a:pt x="53975" y="11811"/>
                </a:lnTo>
                <a:lnTo>
                  <a:pt x="49847" y="18886"/>
                </a:lnTo>
                <a:lnTo>
                  <a:pt x="54609" y="27051"/>
                </a:lnTo>
                <a:lnTo>
                  <a:pt x="54609" y="11811"/>
                </a:lnTo>
                <a:close/>
              </a:path>
              <a:path w="100329" h="544829">
                <a:moveTo>
                  <a:pt x="53975" y="11811"/>
                </a:moveTo>
                <a:lnTo>
                  <a:pt x="45719" y="11811"/>
                </a:lnTo>
                <a:lnTo>
                  <a:pt x="49847" y="18886"/>
                </a:lnTo>
                <a:lnTo>
                  <a:pt x="53975" y="11811"/>
                </a:lnTo>
                <a:close/>
              </a:path>
            </a:pathLst>
          </a:custGeom>
          <a:solidFill>
            <a:srgbClr val="3891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6324600" y="5486400"/>
            <a:ext cx="9213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 marR="5080" indent="-254635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latin typeface="Trebuchet MS"/>
                <a:cs typeface="Trebuchet MS"/>
              </a:rPr>
              <a:t>Atte</a:t>
            </a:r>
            <a:r>
              <a:rPr sz="1800" spc="-90" dirty="0">
                <a:latin typeface="Trebuchet MS"/>
                <a:cs typeface="Trebuchet MS"/>
              </a:rPr>
              <a:t>m</a:t>
            </a:r>
            <a:r>
              <a:rPr sz="1800" spc="-75" dirty="0">
                <a:latin typeface="Trebuchet MS"/>
                <a:cs typeface="Trebuchet MS"/>
              </a:rPr>
              <a:t>pt2  </a:t>
            </a:r>
            <a:r>
              <a:rPr sz="1800" spc="-20" dirty="0">
                <a:latin typeface="Trebuchet MS"/>
                <a:cs typeface="Trebuchet MS"/>
              </a:rPr>
              <a:t>t+1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8122539" y="4900421"/>
            <a:ext cx="99695" cy="544830"/>
          </a:xfrm>
          <a:custGeom>
            <a:avLst/>
            <a:gdLst/>
            <a:ahLst/>
            <a:cxnLst/>
            <a:rect l="l" t="t" r="r" b="b"/>
            <a:pathLst>
              <a:path w="99695" h="544829">
                <a:moveTo>
                  <a:pt x="49847" y="18886"/>
                </a:moveTo>
                <a:lnTo>
                  <a:pt x="45084" y="27051"/>
                </a:lnTo>
                <a:lnTo>
                  <a:pt x="45084" y="544702"/>
                </a:lnTo>
                <a:lnTo>
                  <a:pt x="54609" y="544702"/>
                </a:lnTo>
                <a:lnTo>
                  <a:pt x="54609" y="27051"/>
                </a:lnTo>
                <a:lnTo>
                  <a:pt x="49847" y="18886"/>
                </a:lnTo>
                <a:close/>
              </a:path>
              <a:path w="99695" h="544829">
                <a:moveTo>
                  <a:pt x="49910" y="0"/>
                </a:moveTo>
                <a:lnTo>
                  <a:pt x="1269" y="83311"/>
                </a:lnTo>
                <a:lnTo>
                  <a:pt x="0" y="85597"/>
                </a:lnTo>
                <a:lnTo>
                  <a:pt x="761" y="88391"/>
                </a:lnTo>
                <a:lnTo>
                  <a:pt x="3047" y="89788"/>
                </a:lnTo>
                <a:lnTo>
                  <a:pt x="5333" y="91058"/>
                </a:lnTo>
                <a:lnTo>
                  <a:pt x="8254" y="90296"/>
                </a:lnTo>
                <a:lnTo>
                  <a:pt x="9525" y="88010"/>
                </a:lnTo>
                <a:lnTo>
                  <a:pt x="45084" y="27051"/>
                </a:lnTo>
                <a:lnTo>
                  <a:pt x="45084" y="9525"/>
                </a:lnTo>
                <a:lnTo>
                  <a:pt x="55457" y="9525"/>
                </a:lnTo>
                <a:lnTo>
                  <a:pt x="49910" y="0"/>
                </a:lnTo>
                <a:close/>
              </a:path>
              <a:path w="99695" h="544829">
                <a:moveTo>
                  <a:pt x="55457" y="9525"/>
                </a:moveTo>
                <a:lnTo>
                  <a:pt x="54609" y="9525"/>
                </a:lnTo>
                <a:lnTo>
                  <a:pt x="54609" y="27051"/>
                </a:lnTo>
                <a:lnTo>
                  <a:pt x="90169" y="88010"/>
                </a:lnTo>
                <a:lnTo>
                  <a:pt x="91566" y="90296"/>
                </a:lnTo>
                <a:lnTo>
                  <a:pt x="94487" y="91058"/>
                </a:lnTo>
                <a:lnTo>
                  <a:pt x="96646" y="89788"/>
                </a:lnTo>
                <a:lnTo>
                  <a:pt x="98932" y="88391"/>
                </a:lnTo>
                <a:lnTo>
                  <a:pt x="99694" y="85597"/>
                </a:lnTo>
                <a:lnTo>
                  <a:pt x="98425" y="83311"/>
                </a:lnTo>
                <a:lnTo>
                  <a:pt x="55457" y="9525"/>
                </a:lnTo>
                <a:close/>
              </a:path>
              <a:path w="99695" h="544829">
                <a:moveTo>
                  <a:pt x="54609" y="9525"/>
                </a:moveTo>
                <a:lnTo>
                  <a:pt x="45084" y="9525"/>
                </a:lnTo>
                <a:lnTo>
                  <a:pt x="45084" y="27051"/>
                </a:lnTo>
                <a:lnTo>
                  <a:pt x="49847" y="18886"/>
                </a:lnTo>
                <a:lnTo>
                  <a:pt x="45719" y="11810"/>
                </a:lnTo>
                <a:lnTo>
                  <a:pt x="54609" y="11810"/>
                </a:lnTo>
                <a:lnTo>
                  <a:pt x="54609" y="9525"/>
                </a:lnTo>
                <a:close/>
              </a:path>
              <a:path w="99695" h="544829">
                <a:moveTo>
                  <a:pt x="54609" y="11810"/>
                </a:moveTo>
                <a:lnTo>
                  <a:pt x="53975" y="11810"/>
                </a:lnTo>
                <a:lnTo>
                  <a:pt x="49847" y="18886"/>
                </a:lnTo>
                <a:lnTo>
                  <a:pt x="54609" y="27051"/>
                </a:lnTo>
                <a:lnTo>
                  <a:pt x="54609" y="11810"/>
                </a:lnTo>
                <a:close/>
              </a:path>
              <a:path w="99695" h="544829">
                <a:moveTo>
                  <a:pt x="53975" y="11810"/>
                </a:moveTo>
                <a:lnTo>
                  <a:pt x="45719" y="11810"/>
                </a:lnTo>
                <a:lnTo>
                  <a:pt x="49847" y="18886"/>
                </a:lnTo>
                <a:lnTo>
                  <a:pt x="53975" y="11810"/>
                </a:lnTo>
                <a:close/>
              </a:path>
            </a:pathLst>
          </a:custGeom>
          <a:solidFill>
            <a:srgbClr val="3891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7532369" y="5470347"/>
            <a:ext cx="9213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 marR="5080" indent="-254635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latin typeface="Trebuchet MS"/>
                <a:cs typeface="Trebuchet MS"/>
              </a:rPr>
              <a:t>Atte</a:t>
            </a:r>
            <a:r>
              <a:rPr sz="1800" spc="-90" dirty="0">
                <a:latin typeface="Trebuchet MS"/>
                <a:cs typeface="Trebuchet MS"/>
              </a:rPr>
              <a:t>m</a:t>
            </a:r>
            <a:r>
              <a:rPr sz="1800" spc="-75" dirty="0">
                <a:latin typeface="Trebuchet MS"/>
                <a:cs typeface="Trebuchet MS"/>
              </a:rPr>
              <a:t>pt3  </a:t>
            </a:r>
            <a:r>
              <a:rPr sz="1800" spc="-20" dirty="0">
                <a:latin typeface="Trebuchet MS"/>
                <a:cs typeface="Trebuchet MS"/>
              </a:rPr>
              <a:t>t+4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877809" y="4557915"/>
            <a:ext cx="504190" cy="310515"/>
          </a:xfrm>
          <a:custGeom>
            <a:avLst/>
            <a:gdLst/>
            <a:ahLst/>
            <a:cxnLst/>
            <a:rect l="l" t="t" r="r" b="b"/>
            <a:pathLst>
              <a:path w="504190" h="310514">
                <a:moveTo>
                  <a:pt x="0" y="310121"/>
                </a:moveTo>
                <a:lnTo>
                  <a:pt x="504050" y="310121"/>
                </a:lnTo>
                <a:lnTo>
                  <a:pt x="504050" y="0"/>
                </a:lnTo>
                <a:lnTo>
                  <a:pt x="0" y="0"/>
                </a:lnTo>
                <a:lnTo>
                  <a:pt x="0" y="310121"/>
                </a:lnTo>
                <a:close/>
              </a:path>
            </a:pathLst>
          </a:custGeom>
          <a:ln w="25399">
            <a:solidFill>
              <a:srgbClr val="256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7890509" y="4571631"/>
            <a:ext cx="478790" cy="285115"/>
          </a:xfrm>
          <a:prstGeom prst="rect">
            <a:avLst/>
          </a:prstGeom>
          <a:solidFill>
            <a:srgbClr val="3891A7"/>
          </a:solidFill>
        </p:spPr>
        <p:txBody>
          <a:bodyPr vert="horz" wrap="square" lIns="0" tIns="0" rIns="0" bIns="0" rtlCol="0">
            <a:spAutoFit/>
          </a:bodyPr>
          <a:lstStyle/>
          <a:p>
            <a:pPr marL="125730">
              <a:lnSpc>
                <a:spcPts val="2130"/>
              </a:lnSpc>
            </a:pP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99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096000" y="6019800"/>
            <a:ext cx="1447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spc="-90" dirty="0" smtClean="0">
                <a:solidFill>
                  <a:srgbClr val="FF0000"/>
                </a:solidFill>
                <a:latin typeface="Trebuchet MS"/>
                <a:cs typeface="Trebuchet MS"/>
              </a:rPr>
              <a:t>(t+1</a:t>
            </a:r>
            <a:r>
              <a:rPr lang="en-US" i="1" spc="-135" baseline="25132" dirty="0" smtClean="0">
                <a:solidFill>
                  <a:srgbClr val="FF0000"/>
                </a:solidFill>
                <a:latin typeface="Trebuchet MS"/>
                <a:cs typeface="Trebuchet MS"/>
              </a:rPr>
              <a:t>2</a:t>
            </a:r>
            <a:r>
              <a:rPr lang="en-US" i="1" spc="-90" dirty="0" smtClean="0">
                <a:solidFill>
                  <a:srgbClr val="FF0000"/>
                </a:solidFill>
                <a:latin typeface="Trebuchet MS"/>
                <a:cs typeface="Trebuchet MS"/>
              </a:rPr>
              <a:t>)%N</a:t>
            </a:r>
          </a:p>
          <a:p>
            <a:r>
              <a:rPr lang="en-US" i="1" spc="-90" dirty="0" smtClean="0">
                <a:solidFill>
                  <a:srgbClr val="FF0000"/>
                </a:solidFill>
                <a:latin typeface="Trebuchet MS"/>
              </a:rPr>
              <a:t>(9+1)%15=10</a:t>
            </a:r>
            <a:endParaRPr lang="en-US" dirty="0"/>
          </a:p>
        </p:txBody>
      </p:sp>
      <p:sp>
        <p:nvSpPr>
          <p:cNvPr id="43" name="Rectangle 42"/>
          <p:cNvSpPr/>
          <p:nvPr/>
        </p:nvSpPr>
        <p:spPr>
          <a:xfrm>
            <a:off x="7543800" y="6019800"/>
            <a:ext cx="1447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spc="-90" dirty="0" smtClean="0">
                <a:solidFill>
                  <a:srgbClr val="FF0000"/>
                </a:solidFill>
                <a:latin typeface="Trebuchet MS"/>
                <a:cs typeface="Trebuchet MS"/>
              </a:rPr>
              <a:t>(t+2</a:t>
            </a:r>
            <a:r>
              <a:rPr lang="en-US" i="1" spc="-135" baseline="25132" dirty="0" smtClean="0">
                <a:solidFill>
                  <a:srgbClr val="FF0000"/>
                </a:solidFill>
                <a:latin typeface="Trebuchet MS"/>
                <a:cs typeface="Trebuchet MS"/>
              </a:rPr>
              <a:t>2</a:t>
            </a:r>
            <a:r>
              <a:rPr lang="en-US" i="1" spc="-90" dirty="0" smtClean="0">
                <a:solidFill>
                  <a:srgbClr val="FF0000"/>
                </a:solidFill>
                <a:latin typeface="Trebuchet MS"/>
                <a:cs typeface="Trebuchet MS"/>
              </a:rPr>
              <a:t>)%N</a:t>
            </a:r>
          </a:p>
          <a:p>
            <a:r>
              <a:rPr lang="en-US" i="1" spc="-90" dirty="0" smtClean="0">
                <a:solidFill>
                  <a:srgbClr val="FF0000"/>
                </a:solidFill>
                <a:latin typeface="Trebuchet MS"/>
              </a:rPr>
              <a:t>(9+4)%15=13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35736" y="0"/>
            <a:ext cx="8208645" cy="6858000"/>
            <a:chOff x="935736" y="0"/>
            <a:chExt cx="8208645" cy="6858000"/>
          </a:xfrm>
        </p:grpSpPr>
        <p:sp>
          <p:nvSpPr>
            <p:cNvPr id="4" name="object 4"/>
            <p:cNvSpPr/>
            <p:nvPr/>
          </p:nvSpPr>
          <p:spPr>
            <a:xfrm>
              <a:off x="1014984" y="0"/>
              <a:ext cx="8129270" cy="6858000"/>
            </a:xfrm>
            <a:custGeom>
              <a:avLst/>
              <a:gdLst/>
              <a:ahLst/>
              <a:cxnLst/>
              <a:rect l="l" t="t" r="r" b="b"/>
              <a:pathLst>
                <a:path w="8129270" h="6858000">
                  <a:moveTo>
                    <a:pt x="8129016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29016" y="6858000"/>
                  </a:lnTo>
                  <a:lnTo>
                    <a:pt x="81290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14984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927985" y="143332"/>
            <a:ext cx="41757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60" dirty="0">
                <a:solidFill>
                  <a:srgbClr val="4F271C"/>
                </a:solidFill>
              </a:rPr>
              <a:t>Quadratic</a:t>
            </a:r>
            <a:r>
              <a:rPr sz="4400" spc="-150" dirty="0">
                <a:solidFill>
                  <a:srgbClr val="4F271C"/>
                </a:solidFill>
              </a:rPr>
              <a:t> </a:t>
            </a:r>
            <a:r>
              <a:rPr sz="4400" spc="-210" dirty="0">
                <a:solidFill>
                  <a:srgbClr val="4F271C"/>
                </a:solidFill>
              </a:rPr>
              <a:t>P</a:t>
            </a:r>
            <a:r>
              <a:rPr sz="4400" spc="-85" dirty="0">
                <a:solidFill>
                  <a:srgbClr val="4F271C"/>
                </a:solidFill>
              </a:rPr>
              <a:t>r</a:t>
            </a:r>
            <a:r>
              <a:rPr sz="4400" spc="-200" dirty="0">
                <a:solidFill>
                  <a:srgbClr val="4F271C"/>
                </a:solidFill>
              </a:rPr>
              <a:t>obing</a:t>
            </a:r>
            <a:endParaRPr sz="4400"/>
          </a:p>
        </p:txBody>
      </p:sp>
      <p:sp>
        <p:nvSpPr>
          <p:cNvPr id="8" name="object 8"/>
          <p:cNvSpPr txBox="1"/>
          <p:nvPr/>
        </p:nvSpPr>
        <p:spPr>
          <a:xfrm>
            <a:off x="1266571" y="997152"/>
            <a:ext cx="7622540" cy="376833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sz="3200" spc="-195" dirty="0">
                <a:latin typeface="Trebuchet MS"/>
                <a:cs typeface="Trebuchet MS"/>
              </a:rPr>
              <a:t>Tends </a:t>
            </a:r>
            <a:r>
              <a:rPr sz="3200" spc="-75" dirty="0">
                <a:latin typeface="Trebuchet MS"/>
                <a:cs typeface="Trebuchet MS"/>
              </a:rPr>
              <a:t>to </a:t>
            </a:r>
            <a:r>
              <a:rPr sz="3200" spc="-160" dirty="0">
                <a:latin typeface="Trebuchet MS"/>
                <a:cs typeface="Trebuchet MS"/>
              </a:rPr>
              <a:t>distribute </a:t>
            </a:r>
            <a:r>
              <a:rPr sz="3200" spc="-170" dirty="0">
                <a:latin typeface="Trebuchet MS"/>
                <a:cs typeface="Trebuchet MS"/>
              </a:rPr>
              <a:t>keys </a:t>
            </a:r>
            <a:r>
              <a:rPr sz="3200" spc="-165" dirty="0">
                <a:solidFill>
                  <a:srgbClr val="00AF50"/>
                </a:solidFill>
                <a:latin typeface="Trebuchet MS"/>
                <a:cs typeface="Trebuchet MS"/>
              </a:rPr>
              <a:t>better </a:t>
            </a:r>
            <a:r>
              <a:rPr sz="3200" spc="-204" dirty="0">
                <a:solidFill>
                  <a:srgbClr val="00AF50"/>
                </a:solidFill>
                <a:latin typeface="Trebuchet MS"/>
                <a:cs typeface="Trebuchet MS"/>
              </a:rPr>
              <a:t>than </a:t>
            </a:r>
            <a:r>
              <a:rPr sz="3200" spc="-190" dirty="0">
                <a:solidFill>
                  <a:srgbClr val="00AF50"/>
                </a:solidFill>
                <a:latin typeface="Trebuchet MS"/>
                <a:cs typeface="Trebuchet MS"/>
              </a:rPr>
              <a:t>linear </a:t>
            </a:r>
            <a:r>
              <a:rPr sz="3200" spc="-18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3200" spc="-140" dirty="0">
                <a:solidFill>
                  <a:srgbClr val="00AF50"/>
                </a:solidFill>
                <a:latin typeface="Trebuchet MS"/>
                <a:cs typeface="Trebuchet MS"/>
              </a:rPr>
              <a:t>probing</a:t>
            </a:r>
            <a:endParaRPr sz="3200" dirty="0">
              <a:latin typeface="Trebuchet MS"/>
              <a:cs typeface="Trebuchet MS"/>
            </a:endParaRPr>
          </a:p>
          <a:p>
            <a:pPr marL="355600" indent="-342900" algn="just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3200" spc="-114" dirty="0">
                <a:latin typeface="Trebuchet MS"/>
                <a:cs typeface="Trebuchet MS"/>
              </a:rPr>
              <a:t>Resolves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the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45" dirty="0">
                <a:latin typeface="Trebuchet MS"/>
                <a:cs typeface="Trebuchet MS"/>
              </a:rPr>
              <a:t>problem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of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165" dirty="0">
                <a:latin typeface="Trebuchet MS"/>
                <a:cs typeface="Trebuchet MS"/>
              </a:rPr>
              <a:t>clustering</a:t>
            </a:r>
            <a:endParaRPr sz="3200" dirty="0">
              <a:latin typeface="Trebuchet MS"/>
              <a:cs typeface="Trebuchet MS"/>
            </a:endParaRPr>
          </a:p>
          <a:p>
            <a:pPr marL="355600" marR="7620" indent="-342900" algn="just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3200" spc="-70" dirty="0">
                <a:latin typeface="Trebuchet MS"/>
                <a:cs typeface="Trebuchet MS"/>
              </a:rPr>
              <a:t>Runs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the</a:t>
            </a:r>
            <a:r>
              <a:rPr sz="3200" spc="585" dirty="0">
                <a:latin typeface="Trebuchet MS"/>
                <a:cs typeface="Trebuchet MS"/>
              </a:rPr>
              <a:t> </a:t>
            </a:r>
            <a:r>
              <a:rPr sz="3200" spc="-90" dirty="0">
                <a:latin typeface="Trebuchet MS"/>
                <a:cs typeface="Trebuchet MS"/>
              </a:rPr>
              <a:t>risk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of</a:t>
            </a:r>
            <a:r>
              <a:rPr sz="3200" spc="-165" dirty="0">
                <a:latin typeface="Trebuchet MS"/>
                <a:cs typeface="Trebuchet MS"/>
              </a:rPr>
              <a:t> </a:t>
            </a:r>
            <a:r>
              <a:rPr sz="3200" spc="-240" dirty="0">
                <a:latin typeface="Trebuchet MS"/>
                <a:cs typeface="Trebuchet MS"/>
              </a:rPr>
              <a:t>an</a:t>
            </a:r>
            <a:r>
              <a:rPr sz="3200" spc="484" dirty="0">
                <a:latin typeface="Trebuchet MS"/>
                <a:cs typeface="Trebuchet MS"/>
              </a:rPr>
              <a:t> </a:t>
            </a:r>
            <a:r>
              <a:rPr sz="3200" spc="-220" dirty="0">
                <a:latin typeface="Trebuchet MS"/>
                <a:cs typeface="Trebuchet MS"/>
              </a:rPr>
              <a:t>infinite</a:t>
            </a:r>
            <a:r>
              <a:rPr sz="3200" spc="-215" dirty="0">
                <a:latin typeface="Trebuchet MS"/>
                <a:cs typeface="Trebuchet MS"/>
              </a:rPr>
              <a:t> </a:t>
            </a:r>
            <a:r>
              <a:rPr sz="3200" spc="-90" dirty="0">
                <a:latin typeface="Trebuchet MS"/>
                <a:cs typeface="Trebuchet MS"/>
              </a:rPr>
              <a:t>loop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70" dirty="0">
                <a:latin typeface="Trebuchet MS"/>
                <a:cs typeface="Trebuchet MS"/>
              </a:rPr>
              <a:t>on 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-130" dirty="0">
                <a:latin typeface="Trebuchet MS"/>
                <a:cs typeface="Trebuchet MS"/>
              </a:rPr>
              <a:t>i</a:t>
            </a:r>
            <a:r>
              <a:rPr sz="3200" spc="-229" dirty="0">
                <a:latin typeface="Trebuchet MS"/>
                <a:cs typeface="Trebuchet MS"/>
              </a:rPr>
              <a:t>n</a:t>
            </a:r>
            <a:r>
              <a:rPr sz="3200" spc="-90" dirty="0">
                <a:latin typeface="Trebuchet MS"/>
                <a:cs typeface="Trebuchet MS"/>
              </a:rPr>
              <a:t>se</a:t>
            </a:r>
            <a:r>
              <a:rPr sz="3200" spc="-15" dirty="0">
                <a:latin typeface="Trebuchet MS"/>
                <a:cs typeface="Trebuchet MS"/>
              </a:rPr>
              <a:t>r</a:t>
            </a:r>
            <a:r>
              <a:rPr sz="3200" spc="-200" dirty="0">
                <a:latin typeface="Trebuchet MS"/>
                <a:cs typeface="Trebuchet MS"/>
              </a:rPr>
              <a:t>tion,</a:t>
            </a:r>
            <a:r>
              <a:rPr sz="3200" spc="-430" dirty="0">
                <a:latin typeface="Trebuchet MS"/>
                <a:cs typeface="Trebuchet MS"/>
              </a:rPr>
              <a:t> </a:t>
            </a:r>
            <a:r>
              <a:rPr sz="3200" spc="-150" dirty="0">
                <a:latin typeface="Trebuchet MS"/>
                <a:cs typeface="Trebuchet MS"/>
              </a:rPr>
              <a:t>u</a:t>
            </a:r>
            <a:r>
              <a:rPr sz="3200" spc="-145" dirty="0">
                <a:latin typeface="Trebuchet MS"/>
                <a:cs typeface="Trebuchet MS"/>
              </a:rPr>
              <a:t>n</a:t>
            </a:r>
            <a:r>
              <a:rPr sz="3200" spc="-180" dirty="0">
                <a:latin typeface="Trebuchet MS"/>
                <a:cs typeface="Trebuchet MS"/>
              </a:rPr>
              <a:t>le</a:t>
            </a:r>
            <a:r>
              <a:rPr sz="3200" spc="-165" dirty="0">
                <a:latin typeface="Trebuchet MS"/>
                <a:cs typeface="Trebuchet MS"/>
              </a:rPr>
              <a:t>s</a:t>
            </a:r>
            <a:r>
              <a:rPr sz="3200" spc="-65" dirty="0">
                <a:latin typeface="Trebuchet MS"/>
                <a:cs typeface="Trebuchet MS"/>
              </a:rPr>
              <a:t>s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95" dirty="0">
                <a:latin typeface="Trebuchet MS"/>
                <a:cs typeface="Trebuchet MS"/>
              </a:rPr>
              <a:t>p</a:t>
            </a:r>
            <a:r>
              <a:rPr sz="3200" spc="-120" dirty="0">
                <a:latin typeface="Trebuchet MS"/>
                <a:cs typeface="Trebuchet MS"/>
              </a:rPr>
              <a:t>r</a:t>
            </a:r>
            <a:r>
              <a:rPr sz="3200" spc="-160" dirty="0">
                <a:latin typeface="Trebuchet MS"/>
                <a:cs typeface="Trebuchet MS"/>
              </a:rPr>
              <a:t>ecautions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a</a:t>
            </a:r>
            <a:r>
              <a:rPr sz="3200" spc="-185" dirty="0">
                <a:latin typeface="Trebuchet MS"/>
                <a:cs typeface="Trebuchet MS"/>
              </a:rPr>
              <a:t>r</a:t>
            </a:r>
            <a:r>
              <a:rPr sz="3200" spc="-215" dirty="0">
                <a:latin typeface="Trebuchet MS"/>
                <a:cs typeface="Trebuchet MS"/>
              </a:rPr>
              <a:t>e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195" dirty="0">
                <a:latin typeface="Trebuchet MS"/>
                <a:cs typeface="Trebuchet MS"/>
              </a:rPr>
              <a:t>ta</a:t>
            </a:r>
            <a:r>
              <a:rPr sz="3200" spc="-310" dirty="0">
                <a:latin typeface="Trebuchet MS"/>
                <a:cs typeface="Trebuchet MS"/>
              </a:rPr>
              <a:t>k</a:t>
            </a:r>
            <a:r>
              <a:rPr sz="3200" spc="-180" dirty="0">
                <a:latin typeface="Trebuchet MS"/>
                <a:cs typeface="Trebuchet MS"/>
              </a:rPr>
              <a:t>e</a:t>
            </a:r>
            <a:r>
              <a:rPr sz="3200" spc="-175" dirty="0">
                <a:latin typeface="Trebuchet MS"/>
                <a:cs typeface="Trebuchet MS"/>
              </a:rPr>
              <a:t>n</a:t>
            </a:r>
            <a:r>
              <a:rPr sz="3200" spc="-475" dirty="0">
                <a:latin typeface="Trebuchet MS"/>
                <a:cs typeface="Trebuchet MS"/>
              </a:rPr>
              <a:t>.</a:t>
            </a:r>
            <a:endParaRPr sz="3200" dirty="0">
              <a:latin typeface="Trebuchet MS"/>
              <a:cs typeface="Trebuchet MS"/>
            </a:endParaRPr>
          </a:p>
          <a:p>
            <a:pPr marL="756285" marR="5080" indent="-287020" algn="just">
              <a:lnSpc>
                <a:spcPct val="100000"/>
              </a:lnSpc>
              <a:spcBef>
                <a:spcPts val="20"/>
              </a:spcBef>
            </a:pPr>
            <a:r>
              <a:rPr sz="2800" spc="365" dirty="0">
                <a:latin typeface="Trebuchet MS"/>
                <a:cs typeface="Trebuchet MS"/>
              </a:rPr>
              <a:t>– </a:t>
            </a:r>
            <a:r>
              <a:rPr sz="2800" spc="-50" dirty="0">
                <a:latin typeface="Trebuchet MS"/>
                <a:cs typeface="Trebuchet MS"/>
              </a:rPr>
              <a:t>For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spc="-190" dirty="0">
                <a:latin typeface="Trebuchet MS"/>
                <a:cs typeface="Trebuchet MS"/>
              </a:rPr>
              <a:t>Example:</a:t>
            </a:r>
            <a:r>
              <a:rPr sz="2800" spc="-185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Consider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spc="-140" dirty="0">
                <a:latin typeface="Trebuchet MS"/>
                <a:cs typeface="Trebuchet MS"/>
              </a:rPr>
              <a:t>inserting</a:t>
            </a:r>
            <a:r>
              <a:rPr sz="2800" spc="-135" dirty="0">
                <a:latin typeface="Trebuchet MS"/>
                <a:cs typeface="Trebuchet MS"/>
              </a:rPr>
              <a:t> </a:t>
            </a:r>
            <a:r>
              <a:rPr sz="2800" spc="-165" dirty="0">
                <a:latin typeface="Trebuchet MS"/>
                <a:cs typeface="Trebuchet MS"/>
              </a:rPr>
              <a:t>the</a:t>
            </a:r>
            <a:r>
              <a:rPr sz="2800" spc="-160" dirty="0">
                <a:latin typeface="Trebuchet MS"/>
                <a:cs typeface="Trebuchet MS"/>
              </a:rPr>
              <a:t> </a:t>
            </a:r>
            <a:r>
              <a:rPr sz="2800" spc="-190" dirty="0">
                <a:latin typeface="Trebuchet MS"/>
                <a:cs typeface="Trebuchet MS"/>
              </a:rPr>
              <a:t>key</a:t>
            </a:r>
            <a:r>
              <a:rPr sz="2800" spc="459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16 </a:t>
            </a:r>
            <a:r>
              <a:rPr sz="2800" spc="-830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into </a:t>
            </a:r>
            <a:r>
              <a:rPr sz="2800" spc="-280" dirty="0">
                <a:latin typeface="Trebuchet MS"/>
                <a:cs typeface="Trebuchet MS"/>
              </a:rPr>
              <a:t>a </a:t>
            </a:r>
            <a:r>
              <a:rPr sz="2800" spc="-204" dirty="0">
                <a:latin typeface="Trebuchet MS"/>
                <a:cs typeface="Trebuchet MS"/>
              </a:rPr>
              <a:t>table </a:t>
            </a:r>
            <a:r>
              <a:rPr sz="2800" spc="-150" dirty="0">
                <a:latin typeface="Trebuchet MS"/>
                <a:cs typeface="Trebuchet MS"/>
              </a:rPr>
              <a:t>of size </a:t>
            </a:r>
            <a:r>
              <a:rPr sz="2800" spc="-190" dirty="0">
                <a:latin typeface="Trebuchet MS"/>
                <a:cs typeface="Trebuchet MS"/>
              </a:rPr>
              <a:t>16, </a:t>
            </a:r>
            <a:r>
              <a:rPr sz="2800" spc="-145" dirty="0">
                <a:latin typeface="Trebuchet MS"/>
                <a:cs typeface="Trebuchet MS"/>
              </a:rPr>
              <a:t>with </a:t>
            </a:r>
            <a:r>
              <a:rPr sz="2800" spc="-100" dirty="0">
                <a:latin typeface="Trebuchet MS"/>
                <a:cs typeface="Trebuchet MS"/>
              </a:rPr>
              <a:t>positions </a:t>
            </a:r>
            <a:r>
              <a:rPr sz="2800" spc="-245" dirty="0">
                <a:latin typeface="Trebuchet MS"/>
                <a:cs typeface="Trebuchet MS"/>
              </a:rPr>
              <a:t>0, </a:t>
            </a:r>
            <a:r>
              <a:rPr sz="2800" spc="-250" dirty="0">
                <a:latin typeface="Trebuchet MS"/>
                <a:cs typeface="Trebuchet MS"/>
              </a:rPr>
              <a:t>1, </a:t>
            </a:r>
            <a:r>
              <a:rPr sz="2800" spc="-75" dirty="0">
                <a:latin typeface="Trebuchet MS"/>
                <a:cs typeface="Trebuchet MS"/>
              </a:rPr>
              <a:t>4 </a:t>
            </a:r>
            <a:r>
              <a:rPr sz="2800" spc="-185" dirty="0">
                <a:latin typeface="Trebuchet MS"/>
                <a:cs typeface="Trebuchet MS"/>
              </a:rPr>
              <a:t>and </a:t>
            </a:r>
            <a:r>
              <a:rPr sz="2800" spc="-18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9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160" dirty="0">
                <a:latin typeface="Trebuchet MS"/>
                <a:cs typeface="Trebuchet MS"/>
              </a:rPr>
              <a:t>al</a:t>
            </a:r>
            <a:r>
              <a:rPr sz="2800" spc="-225" dirty="0">
                <a:latin typeface="Trebuchet MS"/>
                <a:cs typeface="Trebuchet MS"/>
              </a:rPr>
              <a:t>r</a:t>
            </a:r>
            <a:r>
              <a:rPr sz="2800" spc="-190" dirty="0">
                <a:latin typeface="Trebuchet MS"/>
                <a:cs typeface="Trebuchet MS"/>
              </a:rPr>
              <a:t>eady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occu</a:t>
            </a:r>
            <a:r>
              <a:rPr sz="2800" spc="-165" dirty="0">
                <a:latin typeface="Trebuchet MS"/>
                <a:cs typeface="Trebuchet MS"/>
              </a:rPr>
              <a:t>pi</a:t>
            </a:r>
            <a:r>
              <a:rPr sz="2800" spc="-210" dirty="0">
                <a:latin typeface="Trebuchet MS"/>
                <a:cs typeface="Trebuchet MS"/>
              </a:rPr>
              <a:t>e</a:t>
            </a:r>
            <a:r>
              <a:rPr sz="2800" spc="-130" dirty="0">
                <a:latin typeface="Trebuchet MS"/>
                <a:cs typeface="Trebuchet MS"/>
              </a:rPr>
              <a:t>d</a:t>
            </a:r>
            <a:r>
              <a:rPr sz="2800" spc="-420" dirty="0" smtClean="0">
                <a:latin typeface="Trebuchet MS"/>
                <a:cs typeface="Trebuchet MS"/>
              </a:rPr>
              <a:t>.</a:t>
            </a:r>
            <a:endParaRPr sz="28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423" y="0"/>
            <a:ext cx="9142730" cy="6858000"/>
            <a:chOff x="1423" y="0"/>
            <a:chExt cx="9142730" cy="6858000"/>
          </a:xfrm>
        </p:grpSpPr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5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4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869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Closed</a:t>
            </a:r>
            <a:r>
              <a:rPr spc="-110" dirty="0"/>
              <a:t> </a:t>
            </a:r>
            <a:r>
              <a:rPr spc="-90" dirty="0"/>
              <a:t>Hashing(</a:t>
            </a:r>
            <a:r>
              <a:rPr spc="-90" dirty="0">
                <a:solidFill>
                  <a:srgbClr val="FF0000"/>
                </a:solidFill>
              </a:rPr>
              <a:t>Open</a:t>
            </a:r>
            <a:r>
              <a:rPr spc="-135" dirty="0">
                <a:solidFill>
                  <a:srgbClr val="FF0000"/>
                </a:solidFill>
              </a:rPr>
              <a:t> </a:t>
            </a:r>
            <a:r>
              <a:rPr spc="-100" dirty="0">
                <a:solidFill>
                  <a:srgbClr val="FF0000"/>
                </a:solidFill>
              </a:rPr>
              <a:t>Addressing</a:t>
            </a:r>
            <a:r>
              <a:rPr spc="-100" dirty="0"/>
              <a:t>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276858" y="837316"/>
            <a:ext cx="7638542" cy="1041311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800"/>
              </a:spcBef>
              <a:buClr>
                <a:srgbClr val="3891A7"/>
              </a:buClr>
              <a:buSzPct val="80000"/>
              <a:buFont typeface="Segoe UI Symbol"/>
              <a:buChar char="⚫"/>
              <a:tabLst>
                <a:tab pos="296545" algn="l"/>
              </a:tabLst>
            </a:pPr>
            <a:r>
              <a:rPr sz="3000" b="1" spc="60" dirty="0">
                <a:solidFill>
                  <a:srgbClr val="00AF50"/>
                </a:solidFill>
                <a:latin typeface="Trebuchet MS"/>
                <a:cs typeface="Trebuchet MS"/>
              </a:rPr>
              <a:t>Double</a:t>
            </a:r>
            <a:r>
              <a:rPr sz="3000" b="1" spc="-12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3000" b="1" spc="60" dirty="0">
                <a:solidFill>
                  <a:srgbClr val="00AF50"/>
                </a:solidFill>
                <a:latin typeface="Trebuchet MS"/>
                <a:cs typeface="Trebuchet MS"/>
              </a:rPr>
              <a:t>Hashing</a:t>
            </a:r>
            <a:endParaRPr sz="3000" dirty="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20"/>
              </a:spcBef>
              <a:buClr>
                <a:srgbClr val="3891A7"/>
              </a:buClr>
              <a:buSzPct val="78846"/>
              <a:buFont typeface="Segoe UI Symbol"/>
              <a:buChar char="⚫"/>
              <a:tabLst>
                <a:tab pos="295910" algn="l"/>
                <a:tab pos="296545" algn="l"/>
              </a:tabLst>
            </a:pPr>
            <a:r>
              <a:rPr sz="2600" spc="-140" dirty="0">
                <a:latin typeface="Trebuchet MS"/>
                <a:cs typeface="Trebuchet MS"/>
              </a:rPr>
              <a:t>Le</a:t>
            </a:r>
            <a:r>
              <a:rPr sz="2600" spc="-105" dirty="0">
                <a:latin typeface="Trebuchet MS"/>
                <a:cs typeface="Trebuchet MS"/>
              </a:rPr>
              <a:t>t</a:t>
            </a:r>
            <a:r>
              <a:rPr sz="2600" spc="-65" dirty="0">
                <a:latin typeface="Trebuchet MS"/>
                <a:cs typeface="Trebuchet MS"/>
              </a:rPr>
              <a:t> </a:t>
            </a:r>
            <a:r>
              <a:rPr sz="2600" spc="45" dirty="0">
                <a:latin typeface="Trebuchet MS"/>
                <a:cs typeface="Trebuchet MS"/>
              </a:rPr>
              <a:t>K</a:t>
            </a:r>
            <a:r>
              <a:rPr sz="2600" spc="-210" dirty="0">
                <a:latin typeface="Trebuchet MS"/>
                <a:cs typeface="Trebuchet MS"/>
              </a:rPr>
              <a:t>e</a:t>
            </a:r>
            <a:r>
              <a:rPr sz="2600" spc="-145" dirty="0">
                <a:latin typeface="Trebuchet MS"/>
                <a:cs typeface="Trebuchet MS"/>
              </a:rPr>
              <a:t>y</a:t>
            </a:r>
            <a:r>
              <a:rPr sz="2600" spc="-75" dirty="0">
                <a:latin typeface="Trebuchet MS"/>
                <a:cs typeface="Trebuchet MS"/>
              </a:rPr>
              <a:t> </a:t>
            </a:r>
            <a:r>
              <a:rPr sz="2600" b="1" i="1" dirty="0">
                <a:latin typeface="Trebuchet MS"/>
                <a:cs typeface="Trebuchet MS"/>
              </a:rPr>
              <a:t>x</a:t>
            </a:r>
            <a:r>
              <a:rPr sz="2600" spc="-60" dirty="0">
                <a:latin typeface="Trebuchet MS"/>
                <a:cs typeface="Trebuchet MS"/>
              </a:rPr>
              <a:t> </a:t>
            </a:r>
            <a:r>
              <a:rPr sz="2600" spc="-160" dirty="0">
                <a:latin typeface="Trebuchet MS"/>
                <a:cs typeface="Trebuchet MS"/>
              </a:rPr>
              <a:t>be</a:t>
            </a:r>
            <a:r>
              <a:rPr sz="2600" spc="-65" dirty="0">
                <a:latin typeface="Trebuchet MS"/>
                <a:cs typeface="Trebuchet MS"/>
              </a:rPr>
              <a:t> </a:t>
            </a:r>
            <a:r>
              <a:rPr sz="2600" spc="-110" dirty="0">
                <a:latin typeface="Trebuchet MS"/>
                <a:cs typeface="Trebuchet MS"/>
              </a:rPr>
              <a:t>s</a:t>
            </a:r>
            <a:r>
              <a:rPr sz="2600" spc="-120" dirty="0">
                <a:latin typeface="Trebuchet MS"/>
                <a:cs typeface="Trebuchet MS"/>
              </a:rPr>
              <a:t>t</a:t>
            </a:r>
            <a:r>
              <a:rPr sz="2600" spc="35" dirty="0">
                <a:latin typeface="Trebuchet MS"/>
                <a:cs typeface="Trebuchet MS"/>
              </a:rPr>
              <a:t>o</a:t>
            </a:r>
            <a:r>
              <a:rPr sz="2600" spc="-25" dirty="0">
                <a:latin typeface="Trebuchet MS"/>
                <a:cs typeface="Trebuchet MS"/>
              </a:rPr>
              <a:t>r</a:t>
            </a:r>
            <a:r>
              <a:rPr sz="2600" spc="-145" dirty="0">
                <a:latin typeface="Trebuchet MS"/>
                <a:cs typeface="Trebuchet MS"/>
              </a:rPr>
              <a:t>ed</a:t>
            </a:r>
            <a:r>
              <a:rPr sz="2600" spc="-75" dirty="0">
                <a:latin typeface="Trebuchet MS"/>
                <a:cs typeface="Trebuchet MS"/>
              </a:rPr>
              <a:t> </a:t>
            </a:r>
            <a:r>
              <a:rPr sz="2600" spc="-145" dirty="0">
                <a:latin typeface="Trebuchet MS"/>
                <a:cs typeface="Trebuchet MS"/>
              </a:rPr>
              <a:t>in</a:t>
            </a:r>
            <a:r>
              <a:rPr sz="2600" spc="-60" dirty="0">
                <a:latin typeface="Trebuchet MS"/>
                <a:cs typeface="Trebuchet MS"/>
              </a:rPr>
              <a:t> </a:t>
            </a:r>
            <a:r>
              <a:rPr sz="2600" spc="-165" dirty="0">
                <a:latin typeface="Trebuchet MS"/>
                <a:cs typeface="Trebuchet MS"/>
              </a:rPr>
              <a:t>element</a:t>
            </a:r>
            <a:r>
              <a:rPr sz="2600" spc="-65" dirty="0">
                <a:latin typeface="Trebuchet MS"/>
                <a:cs typeface="Trebuchet MS"/>
              </a:rPr>
              <a:t> </a:t>
            </a:r>
            <a:r>
              <a:rPr sz="2600" b="1" i="1" dirty="0">
                <a:latin typeface="Trebuchet MS"/>
                <a:cs typeface="Trebuchet MS"/>
              </a:rPr>
              <a:t>f(x)=t </a:t>
            </a:r>
            <a:r>
              <a:rPr sz="2600" spc="-135" dirty="0">
                <a:latin typeface="Trebuchet MS"/>
                <a:cs typeface="Trebuchet MS"/>
              </a:rPr>
              <a:t>of</a:t>
            </a:r>
            <a:r>
              <a:rPr sz="2600" spc="-70" dirty="0">
                <a:latin typeface="Trebuchet MS"/>
                <a:cs typeface="Trebuchet MS"/>
              </a:rPr>
              <a:t> </a:t>
            </a:r>
            <a:r>
              <a:rPr sz="2600" spc="-150" dirty="0">
                <a:latin typeface="Trebuchet MS"/>
                <a:cs typeface="Trebuchet MS"/>
              </a:rPr>
              <a:t>the</a:t>
            </a:r>
            <a:r>
              <a:rPr sz="2600" spc="-65" dirty="0">
                <a:latin typeface="Trebuchet MS"/>
                <a:cs typeface="Trebuchet MS"/>
              </a:rPr>
              <a:t> </a:t>
            </a:r>
            <a:r>
              <a:rPr sz="2600" spc="-135" dirty="0">
                <a:latin typeface="Trebuchet MS"/>
                <a:cs typeface="Trebuchet MS"/>
              </a:rPr>
              <a:t>a</a:t>
            </a:r>
            <a:r>
              <a:rPr sz="2600" spc="-125" dirty="0">
                <a:latin typeface="Trebuchet MS"/>
                <a:cs typeface="Trebuchet MS"/>
              </a:rPr>
              <a:t>r</a:t>
            </a:r>
            <a:r>
              <a:rPr sz="2600" spc="20" dirty="0">
                <a:latin typeface="Trebuchet MS"/>
                <a:cs typeface="Trebuchet MS"/>
              </a:rPr>
              <a:t>r</a:t>
            </a:r>
            <a:r>
              <a:rPr sz="2600" spc="-360" dirty="0">
                <a:latin typeface="Trebuchet MS"/>
                <a:cs typeface="Trebuchet MS"/>
              </a:rPr>
              <a:t>a</a:t>
            </a:r>
            <a:r>
              <a:rPr sz="2600" spc="-145" dirty="0">
                <a:latin typeface="Trebuchet MS"/>
                <a:cs typeface="Trebuchet MS"/>
              </a:rPr>
              <a:t>y</a:t>
            </a:r>
            <a:endParaRPr sz="2600" dirty="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38758" y="3533394"/>
            <a:ext cx="7805420" cy="30598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4010" indent="-283845" algn="just">
              <a:lnSpc>
                <a:spcPct val="100000"/>
              </a:lnSpc>
              <a:spcBef>
                <a:spcPts val="100"/>
              </a:spcBef>
              <a:buClr>
                <a:srgbClr val="3891A7"/>
              </a:buClr>
              <a:buSzPct val="80000"/>
              <a:buFont typeface="Segoe UI Symbol"/>
              <a:buChar char="⚫"/>
              <a:tabLst>
                <a:tab pos="334645" algn="l"/>
              </a:tabLst>
            </a:pPr>
            <a:r>
              <a:rPr sz="3000" spc="-15" dirty="0">
                <a:latin typeface="Trebuchet MS"/>
                <a:cs typeface="Trebuchet MS"/>
              </a:rPr>
              <a:t>What</a:t>
            </a:r>
            <a:r>
              <a:rPr sz="3000" spc="-100" dirty="0">
                <a:latin typeface="Trebuchet MS"/>
                <a:cs typeface="Trebuchet MS"/>
              </a:rPr>
              <a:t> </a:t>
            </a:r>
            <a:r>
              <a:rPr sz="3000" spc="-75" dirty="0">
                <a:latin typeface="Trebuchet MS"/>
                <a:cs typeface="Trebuchet MS"/>
              </a:rPr>
              <a:t>to</a:t>
            </a:r>
            <a:r>
              <a:rPr sz="3000" spc="-105" dirty="0">
                <a:latin typeface="Trebuchet MS"/>
                <a:cs typeface="Trebuchet MS"/>
              </a:rPr>
              <a:t> </a:t>
            </a:r>
            <a:r>
              <a:rPr sz="3000" spc="-80" dirty="0">
                <a:latin typeface="Trebuchet MS"/>
                <a:cs typeface="Trebuchet MS"/>
              </a:rPr>
              <a:t>do??</a:t>
            </a:r>
            <a:endParaRPr sz="3000" dirty="0">
              <a:latin typeface="Trebuchet MS"/>
              <a:cs typeface="Trebuchet MS"/>
            </a:endParaRPr>
          </a:p>
          <a:p>
            <a:pPr marL="608330" marR="55880" lvl="1" indent="-238125" algn="just">
              <a:lnSpc>
                <a:spcPct val="100000"/>
              </a:lnSpc>
              <a:spcBef>
                <a:spcPts val="15"/>
              </a:spcBef>
              <a:buClr>
                <a:srgbClr val="3891A7"/>
              </a:buClr>
              <a:buFont typeface="Verdana"/>
              <a:buChar char="◦"/>
              <a:tabLst>
                <a:tab pos="608965" algn="l"/>
              </a:tabLst>
            </a:pPr>
            <a:r>
              <a:rPr sz="2600" i="1" spc="-220" dirty="0">
                <a:solidFill>
                  <a:srgbClr val="FF0000"/>
                </a:solidFill>
                <a:latin typeface="Trebuchet MS"/>
                <a:cs typeface="Trebuchet MS"/>
              </a:rPr>
              <a:t>Define </a:t>
            </a:r>
            <a:r>
              <a:rPr sz="2600" i="1" spc="-145" dirty="0">
                <a:solidFill>
                  <a:srgbClr val="FF0000"/>
                </a:solidFill>
                <a:latin typeface="Trebuchet MS"/>
                <a:cs typeface="Trebuchet MS"/>
              </a:rPr>
              <a:t>a </a:t>
            </a:r>
            <a:r>
              <a:rPr sz="2600" b="1" i="1" spc="-95" dirty="0">
                <a:solidFill>
                  <a:srgbClr val="00AF50"/>
                </a:solidFill>
                <a:latin typeface="Trebuchet MS"/>
                <a:cs typeface="Trebuchet MS"/>
              </a:rPr>
              <a:t>second hash </a:t>
            </a:r>
            <a:r>
              <a:rPr sz="2600" b="1" i="1" spc="-90" dirty="0">
                <a:solidFill>
                  <a:srgbClr val="00AF50"/>
                </a:solidFill>
                <a:latin typeface="Trebuchet MS"/>
                <a:cs typeface="Trebuchet MS"/>
              </a:rPr>
              <a:t>function </a:t>
            </a:r>
            <a:r>
              <a:rPr sz="2600" b="1" i="1" spc="-120" dirty="0">
                <a:solidFill>
                  <a:srgbClr val="00AF50"/>
                </a:solidFill>
                <a:latin typeface="Trebuchet MS"/>
                <a:cs typeface="Trebuchet MS"/>
              </a:rPr>
              <a:t>f</a:t>
            </a:r>
            <a:r>
              <a:rPr sz="2550" b="1" i="1" spc="-179" baseline="-21241" dirty="0">
                <a:solidFill>
                  <a:srgbClr val="00AF50"/>
                </a:solidFill>
                <a:latin typeface="Trebuchet MS"/>
                <a:cs typeface="Trebuchet MS"/>
              </a:rPr>
              <a:t>2</a:t>
            </a:r>
            <a:r>
              <a:rPr sz="2600" b="1" i="1" spc="-120" dirty="0">
                <a:solidFill>
                  <a:srgbClr val="00AF50"/>
                </a:solidFill>
                <a:latin typeface="Trebuchet MS"/>
                <a:cs typeface="Trebuchet MS"/>
              </a:rPr>
              <a:t>(x)=d.</a:t>
            </a:r>
            <a:r>
              <a:rPr sz="2600" b="1" i="1" spc="-114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600" i="1" spc="-285" dirty="0">
                <a:solidFill>
                  <a:srgbClr val="FF0000"/>
                </a:solidFill>
                <a:latin typeface="Trebuchet MS"/>
                <a:cs typeface="Trebuchet MS"/>
              </a:rPr>
              <a:t>Attempt </a:t>
            </a:r>
            <a:r>
              <a:rPr sz="2600" i="1" spc="-295" dirty="0">
                <a:solidFill>
                  <a:srgbClr val="FF0000"/>
                </a:solidFill>
                <a:latin typeface="Trebuchet MS"/>
                <a:cs typeface="Trebuchet MS"/>
              </a:rPr>
              <a:t>to </a:t>
            </a:r>
            <a:r>
              <a:rPr sz="2600" i="1" spc="-29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600" i="1" spc="-254" dirty="0">
                <a:solidFill>
                  <a:srgbClr val="FF0000"/>
                </a:solidFill>
                <a:latin typeface="Trebuchet MS"/>
                <a:cs typeface="Trebuchet MS"/>
              </a:rPr>
              <a:t>store</a:t>
            </a:r>
            <a:r>
              <a:rPr sz="2600" i="1" spc="-2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600" i="1" spc="-275" dirty="0">
                <a:solidFill>
                  <a:srgbClr val="FF0000"/>
                </a:solidFill>
                <a:latin typeface="Trebuchet MS"/>
                <a:cs typeface="Trebuchet MS"/>
              </a:rPr>
              <a:t>key</a:t>
            </a:r>
            <a:r>
              <a:rPr sz="2600" i="1" spc="-2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600" i="1" spc="-254" dirty="0">
                <a:solidFill>
                  <a:srgbClr val="FF0000"/>
                </a:solidFill>
                <a:latin typeface="Trebuchet MS"/>
                <a:cs typeface="Trebuchet MS"/>
              </a:rPr>
              <a:t>in</a:t>
            </a:r>
            <a:r>
              <a:rPr sz="2600" i="1" spc="-2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600" i="1" spc="-260" dirty="0">
                <a:solidFill>
                  <a:srgbClr val="FF0000"/>
                </a:solidFill>
                <a:latin typeface="Trebuchet MS"/>
                <a:cs typeface="Trebuchet MS"/>
              </a:rPr>
              <a:t>next</a:t>
            </a:r>
            <a:r>
              <a:rPr sz="2600" i="1" spc="-254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600" i="1" spc="-240" dirty="0">
                <a:solidFill>
                  <a:srgbClr val="FF0000"/>
                </a:solidFill>
                <a:latin typeface="Trebuchet MS"/>
                <a:cs typeface="Trebuchet MS"/>
              </a:rPr>
              <a:t>array</a:t>
            </a:r>
            <a:r>
              <a:rPr sz="2600" i="1" spc="-2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600" i="1" spc="-254" dirty="0">
                <a:solidFill>
                  <a:srgbClr val="FF0000"/>
                </a:solidFill>
                <a:latin typeface="Trebuchet MS"/>
                <a:cs typeface="Trebuchet MS"/>
              </a:rPr>
              <a:t>elements</a:t>
            </a:r>
            <a:r>
              <a:rPr sz="2600" i="1" spc="-2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600" i="1" spc="-100" dirty="0">
                <a:solidFill>
                  <a:srgbClr val="FF0000"/>
                </a:solidFill>
                <a:latin typeface="Trebuchet MS"/>
                <a:cs typeface="Trebuchet MS"/>
              </a:rPr>
              <a:t>(t+1d)%N, (t+2d)%N, </a:t>
            </a:r>
            <a:r>
              <a:rPr sz="2600" i="1" spc="-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600" i="1" spc="-120" dirty="0">
                <a:solidFill>
                  <a:srgbClr val="FF0000"/>
                </a:solidFill>
                <a:latin typeface="Trebuchet MS"/>
                <a:cs typeface="Trebuchet MS"/>
              </a:rPr>
              <a:t>(t</a:t>
            </a:r>
            <a:r>
              <a:rPr sz="2600" i="1" spc="-165" dirty="0">
                <a:solidFill>
                  <a:srgbClr val="FF0000"/>
                </a:solidFill>
                <a:latin typeface="Trebuchet MS"/>
                <a:cs typeface="Trebuchet MS"/>
              </a:rPr>
              <a:t>+</a:t>
            </a:r>
            <a:r>
              <a:rPr sz="2600" i="1" spc="-15" dirty="0">
                <a:solidFill>
                  <a:srgbClr val="FF0000"/>
                </a:solidFill>
                <a:latin typeface="Trebuchet MS"/>
                <a:cs typeface="Trebuchet MS"/>
              </a:rPr>
              <a:t>3</a:t>
            </a:r>
            <a:r>
              <a:rPr sz="2600" i="1" spc="-254" dirty="0">
                <a:solidFill>
                  <a:srgbClr val="FF0000"/>
                </a:solidFill>
                <a:latin typeface="Trebuchet MS"/>
                <a:cs typeface="Trebuchet MS"/>
              </a:rPr>
              <a:t>d</a:t>
            </a:r>
            <a:r>
              <a:rPr sz="2600" i="1" spc="-175" dirty="0">
                <a:solidFill>
                  <a:srgbClr val="FF0000"/>
                </a:solidFill>
                <a:latin typeface="Trebuchet MS"/>
                <a:cs typeface="Trebuchet MS"/>
              </a:rPr>
              <a:t>)</a:t>
            </a:r>
            <a:r>
              <a:rPr sz="2600" i="1" spc="280" dirty="0">
                <a:solidFill>
                  <a:srgbClr val="FF0000"/>
                </a:solidFill>
                <a:latin typeface="Trebuchet MS"/>
                <a:cs typeface="Trebuchet MS"/>
              </a:rPr>
              <a:t>%</a:t>
            </a:r>
            <a:r>
              <a:rPr sz="2600" i="1" spc="130" dirty="0">
                <a:solidFill>
                  <a:srgbClr val="FF0000"/>
                </a:solidFill>
                <a:latin typeface="Trebuchet MS"/>
                <a:cs typeface="Trebuchet MS"/>
              </a:rPr>
              <a:t>N</a:t>
            </a:r>
            <a:r>
              <a:rPr sz="2600" i="1" spc="-8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600" spc="690" dirty="0">
                <a:solidFill>
                  <a:srgbClr val="FF0000"/>
                </a:solidFill>
                <a:latin typeface="Trebuchet MS"/>
                <a:cs typeface="Trebuchet MS"/>
              </a:rPr>
              <a:t>…</a:t>
            </a:r>
            <a:r>
              <a:rPr sz="2600" spc="-120" dirty="0">
                <a:latin typeface="Trebuchet MS"/>
                <a:cs typeface="Trebuchet MS"/>
              </a:rPr>
              <a:t>u</a:t>
            </a:r>
            <a:r>
              <a:rPr sz="2600" spc="-110" dirty="0">
                <a:latin typeface="Trebuchet MS"/>
                <a:cs typeface="Trebuchet MS"/>
              </a:rPr>
              <a:t>n</a:t>
            </a:r>
            <a:r>
              <a:rPr sz="2600" spc="-180" dirty="0">
                <a:latin typeface="Trebuchet MS"/>
                <a:cs typeface="Trebuchet MS"/>
              </a:rPr>
              <a:t>til</a:t>
            </a:r>
            <a:r>
              <a:rPr sz="2600" spc="-80" dirty="0">
                <a:latin typeface="Trebuchet MS"/>
                <a:cs typeface="Trebuchet MS"/>
              </a:rPr>
              <a:t> </a:t>
            </a:r>
            <a:r>
              <a:rPr sz="2600" spc="-195" dirty="0">
                <a:latin typeface="Trebuchet MS"/>
                <a:cs typeface="Trebuchet MS"/>
              </a:rPr>
              <a:t>y</a:t>
            </a:r>
            <a:r>
              <a:rPr sz="2600" spc="-40" dirty="0">
                <a:latin typeface="Trebuchet MS"/>
                <a:cs typeface="Trebuchet MS"/>
              </a:rPr>
              <a:t>ou</a:t>
            </a:r>
            <a:r>
              <a:rPr sz="2600" spc="-65" dirty="0">
                <a:latin typeface="Trebuchet MS"/>
                <a:cs typeface="Trebuchet MS"/>
              </a:rPr>
              <a:t> </a:t>
            </a:r>
            <a:r>
              <a:rPr sz="2600" spc="-165" dirty="0">
                <a:latin typeface="Trebuchet MS"/>
                <a:cs typeface="Trebuchet MS"/>
              </a:rPr>
              <a:t>fi</a:t>
            </a:r>
            <a:r>
              <a:rPr sz="2600" spc="-270" dirty="0">
                <a:latin typeface="Trebuchet MS"/>
                <a:cs typeface="Trebuchet MS"/>
              </a:rPr>
              <a:t>n</a:t>
            </a:r>
            <a:r>
              <a:rPr sz="2600" spc="-125" dirty="0">
                <a:latin typeface="Trebuchet MS"/>
                <a:cs typeface="Trebuchet MS"/>
              </a:rPr>
              <a:t>d</a:t>
            </a:r>
            <a:r>
              <a:rPr sz="2600" spc="-70" dirty="0">
                <a:latin typeface="Trebuchet MS"/>
                <a:cs typeface="Trebuchet MS"/>
              </a:rPr>
              <a:t> </a:t>
            </a:r>
            <a:r>
              <a:rPr sz="2600" spc="-190" dirty="0">
                <a:latin typeface="Trebuchet MS"/>
                <a:cs typeface="Trebuchet MS"/>
              </a:rPr>
              <a:t>an</a:t>
            </a:r>
            <a:r>
              <a:rPr sz="2600" spc="-60" dirty="0">
                <a:latin typeface="Trebuchet MS"/>
                <a:cs typeface="Trebuchet MS"/>
              </a:rPr>
              <a:t> </a:t>
            </a:r>
            <a:r>
              <a:rPr sz="2600" spc="-155" dirty="0">
                <a:latin typeface="Trebuchet MS"/>
                <a:cs typeface="Trebuchet MS"/>
              </a:rPr>
              <a:t>empty</a:t>
            </a:r>
            <a:r>
              <a:rPr sz="2600" spc="-75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slot</a:t>
            </a:r>
            <a:r>
              <a:rPr sz="2600" spc="-385" dirty="0" smtClean="0">
                <a:latin typeface="Trebuchet MS"/>
                <a:cs typeface="Trebuchet MS"/>
              </a:rPr>
              <a:t>.</a:t>
            </a:r>
            <a:endParaRPr sz="4100" dirty="0">
              <a:latin typeface="Trebuchet MS"/>
              <a:cs typeface="Trebuchet MS"/>
            </a:endParaRPr>
          </a:p>
          <a:p>
            <a:pPr marL="50800" algn="just">
              <a:lnSpc>
                <a:spcPct val="100000"/>
              </a:lnSpc>
              <a:buClr>
                <a:srgbClr val="3891A7"/>
              </a:buClr>
              <a:buSzPct val="80000"/>
              <a:tabLst>
                <a:tab pos="866140" algn="l"/>
              </a:tabLst>
            </a:pPr>
            <a:r>
              <a:rPr lang="en-US" sz="3000" i="1" spc="-229" dirty="0" smtClean="0">
                <a:latin typeface="Trebuchet MS"/>
                <a:cs typeface="Trebuchet MS"/>
              </a:rPr>
              <a:t>Formula-&gt; </a:t>
            </a:r>
            <a:r>
              <a:rPr sz="3000" i="1" spc="-229" dirty="0" smtClean="0">
                <a:latin typeface="Trebuchet MS"/>
                <a:cs typeface="Trebuchet MS"/>
              </a:rPr>
              <a:t>(</a:t>
            </a:r>
            <a:r>
              <a:rPr sz="3000" i="1" spc="-55" dirty="0" smtClean="0">
                <a:latin typeface="Trebuchet MS"/>
                <a:cs typeface="Trebuchet MS"/>
              </a:rPr>
              <a:t>H(</a:t>
            </a:r>
            <a:r>
              <a:rPr sz="3000" i="1" spc="-275" dirty="0" smtClean="0">
                <a:latin typeface="Trebuchet MS"/>
                <a:cs typeface="Trebuchet MS"/>
              </a:rPr>
              <a:t>k</a:t>
            </a:r>
            <a:r>
              <a:rPr sz="3000" i="1" spc="-295" dirty="0" smtClean="0">
                <a:latin typeface="Trebuchet MS"/>
                <a:cs typeface="Trebuchet MS"/>
              </a:rPr>
              <a:t>ey</a:t>
            </a:r>
            <a:r>
              <a:rPr sz="3000" i="1" spc="-295" dirty="0">
                <a:latin typeface="Trebuchet MS"/>
                <a:cs typeface="Trebuchet MS"/>
              </a:rPr>
              <a:t>)</a:t>
            </a:r>
            <a:r>
              <a:rPr sz="3000" i="1" spc="-75" dirty="0">
                <a:latin typeface="Trebuchet MS"/>
                <a:cs typeface="Trebuchet MS"/>
              </a:rPr>
              <a:t> </a:t>
            </a:r>
            <a:r>
              <a:rPr sz="3000" i="1" spc="175" dirty="0">
                <a:latin typeface="Trebuchet MS"/>
                <a:cs typeface="Trebuchet MS"/>
              </a:rPr>
              <a:t>+</a:t>
            </a:r>
            <a:r>
              <a:rPr sz="3000" i="1" spc="-80" dirty="0">
                <a:latin typeface="Trebuchet MS"/>
                <a:cs typeface="Trebuchet MS"/>
              </a:rPr>
              <a:t> </a:t>
            </a:r>
            <a:r>
              <a:rPr sz="3000" i="1" spc="-360" dirty="0">
                <a:latin typeface="Trebuchet MS"/>
                <a:cs typeface="Trebuchet MS"/>
              </a:rPr>
              <a:t>i</a:t>
            </a:r>
            <a:r>
              <a:rPr sz="3000" i="1" spc="-65" dirty="0">
                <a:latin typeface="Trebuchet MS"/>
                <a:cs typeface="Trebuchet MS"/>
              </a:rPr>
              <a:t> </a:t>
            </a:r>
            <a:r>
              <a:rPr sz="3000" i="1" spc="240" dirty="0">
                <a:latin typeface="Trebuchet MS"/>
                <a:cs typeface="Trebuchet MS"/>
              </a:rPr>
              <a:t>*</a:t>
            </a:r>
            <a:r>
              <a:rPr sz="3000" i="1" spc="-65" dirty="0">
                <a:latin typeface="Trebuchet MS"/>
                <a:cs typeface="Trebuchet MS"/>
              </a:rPr>
              <a:t> </a:t>
            </a:r>
            <a:r>
              <a:rPr sz="3000" i="1" spc="135" dirty="0">
                <a:latin typeface="Trebuchet MS"/>
                <a:cs typeface="Trebuchet MS"/>
              </a:rPr>
              <a:t>H</a:t>
            </a:r>
            <a:r>
              <a:rPr sz="3000" i="1" spc="-7" baseline="-20833" dirty="0">
                <a:latin typeface="Trebuchet MS"/>
                <a:cs typeface="Trebuchet MS"/>
              </a:rPr>
              <a:t>2</a:t>
            </a:r>
            <a:r>
              <a:rPr sz="3000" i="1" spc="-229" dirty="0">
                <a:latin typeface="Trebuchet MS"/>
                <a:cs typeface="Trebuchet MS"/>
              </a:rPr>
              <a:t>(</a:t>
            </a:r>
            <a:r>
              <a:rPr sz="3000" i="1" spc="-280" dirty="0">
                <a:latin typeface="Trebuchet MS"/>
                <a:cs typeface="Trebuchet MS"/>
              </a:rPr>
              <a:t>key))</a:t>
            </a:r>
            <a:r>
              <a:rPr sz="3000" i="1" spc="-80" dirty="0">
                <a:latin typeface="Trebuchet MS"/>
                <a:cs typeface="Trebuchet MS"/>
              </a:rPr>
              <a:t> </a:t>
            </a:r>
            <a:r>
              <a:rPr sz="3000" i="1" spc="-290" dirty="0">
                <a:latin typeface="Trebuchet MS"/>
                <a:cs typeface="Trebuchet MS"/>
              </a:rPr>
              <a:t>mo</a:t>
            </a:r>
            <a:r>
              <a:rPr sz="3000" i="1" spc="-235" dirty="0">
                <a:latin typeface="Trebuchet MS"/>
                <a:cs typeface="Trebuchet MS"/>
              </a:rPr>
              <a:t>d</a:t>
            </a:r>
            <a:r>
              <a:rPr sz="3000" i="1" spc="-60" dirty="0">
                <a:latin typeface="Trebuchet MS"/>
                <a:cs typeface="Trebuchet MS"/>
              </a:rPr>
              <a:t> </a:t>
            </a:r>
            <a:r>
              <a:rPr lang="en-US" sz="3000" i="1" spc="-60" dirty="0" smtClean="0">
                <a:latin typeface="Trebuchet MS"/>
                <a:cs typeface="Trebuchet MS"/>
              </a:rPr>
              <a:t>N </a:t>
            </a:r>
          </a:p>
          <a:p>
            <a:pPr marL="866140" indent="-815340" algn="just">
              <a:lnSpc>
                <a:spcPct val="100000"/>
              </a:lnSpc>
              <a:buClr>
                <a:srgbClr val="3891A7"/>
              </a:buClr>
              <a:buSzPct val="80000"/>
              <a:buFont typeface="Segoe UI Symbol"/>
              <a:buChar char="⚫"/>
              <a:tabLst>
                <a:tab pos="866140" algn="l"/>
              </a:tabLst>
            </a:pPr>
            <a:r>
              <a:rPr lang="en-US" sz="3000" i="1" spc="-60" dirty="0" smtClean="0">
                <a:latin typeface="Trebuchet MS"/>
                <a:cs typeface="Trebuchet MS"/>
              </a:rPr>
              <a:t>N-&gt;</a:t>
            </a:r>
            <a:r>
              <a:rPr lang="en-US" sz="3000" i="1" spc="-300" dirty="0" err="1" smtClean="0">
                <a:latin typeface="Trebuchet MS"/>
                <a:cs typeface="Trebuchet MS"/>
              </a:rPr>
              <a:t>T</a:t>
            </a:r>
            <a:r>
              <a:rPr sz="3000" i="1" spc="-300" dirty="0" err="1" smtClean="0">
                <a:latin typeface="Trebuchet MS"/>
                <a:cs typeface="Trebuchet MS"/>
              </a:rPr>
              <a:t>abl</a:t>
            </a:r>
            <a:r>
              <a:rPr sz="3000" i="1" spc="-370" dirty="0" err="1" smtClean="0">
                <a:latin typeface="Trebuchet MS"/>
                <a:cs typeface="Trebuchet MS"/>
              </a:rPr>
              <a:t>e</a:t>
            </a:r>
            <a:r>
              <a:rPr sz="3000" i="1" spc="-155" dirty="0" err="1" smtClean="0">
                <a:latin typeface="Trebuchet MS"/>
                <a:cs typeface="Trebuchet MS"/>
              </a:rPr>
              <a:t>_si</a:t>
            </a:r>
            <a:r>
              <a:rPr sz="3000" i="1" spc="-229" dirty="0" err="1" smtClean="0">
                <a:latin typeface="Trebuchet MS"/>
                <a:cs typeface="Trebuchet MS"/>
              </a:rPr>
              <a:t>z</a:t>
            </a:r>
            <a:r>
              <a:rPr sz="3000" i="1" spc="-300" dirty="0" err="1" smtClean="0">
                <a:latin typeface="Trebuchet MS"/>
                <a:cs typeface="Trebuchet MS"/>
              </a:rPr>
              <a:t>e</a:t>
            </a:r>
            <a:endParaRPr lang="en-US" sz="3000" i="1" spc="-300" dirty="0" smtClean="0">
              <a:latin typeface="Trebuchet MS"/>
              <a:cs typeface="Trebuchet MS"/>
            </a:endParaRPr>
          </a:p>
          <a:p>
            <a:pPr marL="866140" indent="-815340" algn="just">
              <a:lnSpc>
                <a:spcPct val="100000"/>
              </a:lnSpc>
              <a:buClr>
                <a:srgbClr val="3891A7"/>
              </a:buClr>
              <a:buSzPct val="80000"/>
              <a:buFont typeface="Segoe UI Symbol"/>
              <a:buChar char="⚫"/>
              <a:tabLst>
                <a:tab pos="866140" algn="l"/>
              </a:tabLst>
            </a:pPr>
            <a:r>
              <a:rPr lang="en-US" sz="3000" i="1" spc="-300" dirty="0" smtClean="0">
                <a:latin typeface="Trebuchet MS"/>
                <a:cs typeface="Trebuchet MS"/>
              </a:rPr>
              <a:t>i-&gt; 0 to Tabl</a:t>
            </a:r>
            <a:r>
              <a:rPr lang="en-US" sz="3000" i="1" spc="-370" dirty="0" smtClean="0">
                <a:latin typeface="Trebuchet MS"/>
                <a:cs typeface="Trebuchet MS"/>
              </a:rPr>
              <a:t>e</a:t>
            </a:r>
            <a:r>
              <a:rPr lang="en-US" sz="3000" i="1" spc="-155" dirty="0" smtClean="0">
                <a:latin typeface="Trebuchet MS"/>
                <a:cs typeface="Trebuchet MS"/>
              </a:rPr>
              <a:t>_si</a:t>
            </a:r>
            <a:r>
              <a:rPr lang="en-US" sz="3000" i="1" spc="-229" dirty="0" smtClean="0">
                <a:latin typeface="Trebuchet MS"/>
                <a:cs typeface="Trebuchet MS"/>
              </a:rPr>
              <a:t>z</a:t>
            </a:r>
            <a:r>
              <a:rPr lang="en-US" sz="3000" i="1" spc="-300" dirty="0" smtClean="0">
                <a:latin typeface="Trebuchet MS"/>
                <a:cs typeface="Trebuchet MS"/>
              </a:rPr>
              <a:t>e-1</a:t>
            </a:r>
            <a:endParaRPr sz="3000" dirty="0">
              <a:latin typeface="Trebuchet MS"/>
              <a:cs typeface="Trebuchet MS"/>
            </a:endParaRPr>
          </a:p>
        </p:txBody>
      </p:sp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59636" y="2401379"/>
            <a:ext cx="7694549" cy="858837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851909" y="3356990"/>
            <a:ext cx="432434" cy="288290"/>
          </a:xfrm>
          <a:prstGeom prst="rect">
            <a:avLst/>
          </a:prstGeom>
          <a:solidFill>
            <a:srgbClr val="3891A7"/>
          </a:solidFill>
          <a:ln w="25400">
            <a:solidFill>
              <a:srgbClr val="25697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1600">
              <a:lnSpc>
                <a:spcPts val="2150"/>
              </a:lnSpc>
            </a:pP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65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79365" y="3340989"/>
            <a:ext cx="177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5" dirty="0">
                <a:latin typeface="Trebuchet MS"/>
                <a:cs typeface="Trebuchet MS"/>
              </a:rPr>
              <a:t>??</a:t>
            </a:r>
            <a:endParaRPr sz="180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670402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423" y="0"/>
            <a:ext cx="9142730" cy="6858000"/>
            <a:chOff x="1423" y="0"/>
            <a:chExt cx="9142730" cy="6858000"/>
          </a:xfrm>
        </p:grpSpPr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5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4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55619" y="195072"/>
              <a:ext cx="4258056" cy="1219200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3407790" y="339598"/>
            <a:ext cx="355409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70" dirty="0">
                <a:solidFill>
                  <a:srgbClr val="562213"/>
                </a:solidFill>
              </a:rPr>
              <a:t>Double</a:t>
            </a:r>
            <a:r>
              <a:rPr sz="4300" spc="-165" dirty="0">
                <a:solidFill>
                  <a:srgbClr val="562213"/>
                </a:solidFill>
              </a:rPr>
              <a:t> </a:t>
            </a:r>
            <a:r>
              <a:rPr sz="4300" spc="-175" dirty="0">
                <a:solidFill>
                  <a:srgbClr val="562213"/>
                </a:solidFill>
              </a:rPr>
              <a:t>Hashing</a:t>
            </a:r>
            <a:endParaRPr sz="4300"/>
          </a:p>
        </p:txBody>
      </p:sp>
      <p:sp>
        <p:nvSpPr>
          <p:cNvPr id="16" name="object 16"/>
          <p:cNvSpPr txBox="1"/>
          <p:nvPr/>
        </p:nvSpPr>
        <p:spPr>
          <a:xfrm>
            <a:off x="1408048" y="1386814"/>
            <a:ext cx="7583551" cy="2292294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482600" indent="-457200">
              <a:lnSpc>
                <a:spcPct val="100000"/>
              </a:lnSpc>
              <a:spcBef>
                <a:spcPts val="715"/>
              </a:spcBef>
              <a:buSzPct val="79687"/>
              <a:buFont typeface="Arial" panose="020B0604020202020204" pitchFamily="34" charset="0"/>
              <a:buChar char="•"/>
              <a:tabLst>
                <a:tab pos="309245" algn="l"/>
              </a:tabLst>
            </a:pPr>
            <a:r>
              <a:rPr lang="en-US" sz="3200" spc="-5" dirty="0" smtClean="0">
                <a:latin typeface="Trebuchet MS"/>
                <a:cs typeface="Trebuchet MS"/>
              </a:rPr>
              <a:t>The popular</a:t>
            </a:r>
            <a:r>
              <a:rPr sz="3200" spc="-100" dirty="0" smtClean="0">
                <a:latin typeface="Trebuchet MS"/>
                <a:cs typeface="Trebuchet MS"/>
              </a:rPr>
              <a:t> </a:t>
            </a:r>
            <a:r>
              <a:rPr sz="3200" spc="-120" dirty="0">
                <a:latin typeface="Trebuchet MS"/>
                <a:cs typeface="Trebuchet MS"/>
              </a:rPr>
              <a:t>second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hash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215" dirty="0">
                <a:latin typeface="Trebuchet MS"/>
                <a:cs typeface="Trebuchet MS"/>
              </a:rPr>
              <a:t>fu</a:t>
            </a:r>
            <a:r>
              <a:rPr sz="3200" spc="-245" dirty="0">
                <a:latin typeface="Trebuchet MS"/>
                <a:cs typeface="Trebuchet MS"/>
              </a:rPr>
              <a:t>n</a:t>
            </a:r>
            <a:r>
              <a:rPr sz="3200" spc="-140" dirty="0">
                <a:latin typeface="Trebuchet MS"/>
                <a:cs typeface="Trebuchet MS"/>
              </a:rPr>
              <a:t>ction</a:t>
            </a:r>
            <a:r>
              <a:rPr sz="3200" spc="-475" dirty="0">
                <a:latin typeface="Trebuchet MS"/>
                <a:cs typeface="Trebuchet MS"/>
              </a:rPr>
              <a:t>:</a:t>
            </a:r>
            <a:endParaRPr sz="3200" dirty="0">
              <a:latin typeface="Trebuchet MS"/>
              <a:cs typeface="Trebuchet MS"/>
            </a:endParaRPr>
          </a:p>
          <a:p>
            <a:pPr marL="2092325">
              <a:lnSpc>
                <a:spcPct val="100000"/>
              </a:lnSpc>
              <a:spcBef>
                <a:spcPts val="615"/>
              </a:spcBef>
            </a:pPr>
            <a:r>
              <a:rPr sz="3200" b="1" i="1" spc="-85" dirty="0">
                <a:solidFill>
                  <a:srgbClr val="00AF50"/>
                </a:solidFill>
                <a:latin typeface="Trebuchet MS"/>
                <a:cs typeface="Trebuchet MS"/>
              </a:rPr>
              <a:t>f</a:t>
            </a:r>
            <a:r>
              <a:rPr sz="3150" b="1" i="1" spc="-127" baseline="-21164" dirty="0">
                <a:solidFill>
                  <a:srgbClr val="00AF50"/>
                </a:solidFill>
                <a:latin typeface="Trebuchet MS"/>
                <a:cs typeface="Trebuchet MS"/>
              </a:rPr>
              <a:t>2</a:t>
            </a:r>
            <a:r>
              <a:rPr sz="3200" b="1" i="1" spc="-85" dirty="0">
                <a:solidFill>
                  <a:srgbClr val="00AF50"/>
                </a:solidFill>
                <a:latin typeface="Trebuchet MS"/>
                <a:cs typeface="Trebuchet MS"/>
              </a:rPr>
              <a:t>(x)=R</a:t>
            </a:r>
            <a:r>
              <a:rPr sz="3200" b="1" i="1" spc="-10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3200" b="1" i="1" dirty="0">
                <a:solidFill>
                  <a:srgbClr val="00AF50"/>
                </a:solidFill>
                <a:latin typeface="Arial"/>
                <a:cs typeface="Arial"/>
              </a:rPr>
              <a:t>− </a:t>
            </a:r>
            <a:r>
              <a:rPr sz="3200" b="1" spc="55" dirty="0" smtClean="0">
                <a:solidFill>
                  <a:srgbClr val="00AF50"/>
                </a:solidFill>
                <a:latin typeface="Trebuchet MS"/>
                <a:cs typeface="Trebuchet MS"/>
              </a:rPr>
              <a:t>(</a:t>
            </a:r>
            <a:r>
              <a:rPr sz="3200" b="1" i="1" spc="-145" dirty="0" smtClean="0">
                <a:solidFill>
                  <a:srgbClr val="00AF50"/>
                </a:solidFill>
                <a:latin typeface="Trebuchet MS"/>
                <a:cs typeface="Trebuchet MS"/>
              </a:rPr>
              <a:t>x</a:t>
            </a:r>
            <a:r>
              <a:rPr sz="3200" b="1" i="1" spc="-95" dirty="0" smtClean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3200" b="1" i="1" spc="-40" dirty="0">
                <a:solidFill>
                  <a:srgbClr val="00AF50"/>
                </a:solidFill>
                <a:latin typeface="Trebuchet MS"/>
                <a:cs typeface="Trebuchet MS"/>
              </a:rPr>
              <a:t>%</a:t>
            </a:r>
            <a:r>
              <a:rPr sz="3200" b="1" i="1" spc="-8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3200" b="1" i="1" spc="70" dirty="0" smtClean="0">
                <a:solidFill>
                  <a:srgbClr val="00AF50"/>
                </a:solidFill>
                <a:latin typeface="Trebuchet MS"/>
                <a:cs typeface="Trebuchet MS"/>
              </a:rPr>
              <a:t>R</a:t>
            </a:r>
            <a:r>
              <a:rPr sz="3200" b="1" spc="55" dirty="0" smtClean="0">
                <a:solidFill>
                  <a:srgbClr val="00AF50"/>
                </a:solidFill>
                <a:latin typeface="Trebuchet MS"/>
                <a:cs typeface="Trebuchet MS"/>
              </a:rPr>
              <a:t>)</a:t>
            </a:r>
            <a:endParaRPr sz="3200" dirty="0">
              <a:latin typeface="Trebuchet MS"/>
              <a:cs typeface="Trebuchet MS"/>
            </a:endParaRPr>
          </a:p>
          <a:p>
            <a:pPr marL="345440">
              <a:lnSpc>
                <a:spcPct val="100000"/>
              </a:lnSpc>
              <a:spcBef>
                <a:spcPts val="585"/>
              </a:spcBef>
            </a:pPr>
            <a:r>
              <a:rPr sz="3200" spc="-160" dirty="0">
                <a:latin typeface="Trebuchet MS"/>
                <a:cs typeface="Trebuchet MS"/>
              </a:rPr>
              <a:t>wh</a:t>
            </a:r>
            <a:r>
              <a:rPr sz="3200" spc="-125" dirty="0">
                <a:latin typeface="Trebuchet MS"/>
                <a:cs typeface="Trebuchet MS"/>
              </a:rPr>
              <a:t>e</a:t>
            </a:r>
            <a:r>
              <a:rPr sz="3200" spc="-35" dirty="0">
                <a:latin typeface="Trebuchet MS"/>
                <a:cs typeface="Trebuchet MS"/>
              </a:rPr>
              <a:t>r</a:t>
            </a:r>
            <a:r>
              <a:rPr sz="3200" spc="-215" dirty="0">
                <a:latin typeface="Trebuchet MS"/>
                <a:cs typeface="Trebuchet MS"/>
              </a:rPr>
              <a:t>e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i="1" spc="-165" dirty="0">
                <a:latin typeface="Trebuchet MS"/>
                <a:cs typeface="Trebuchet MS"/>
              </a:rPr>
              <a:t>R</a:t>
            </a:r>
            <a:r>
              <a:rPr sz="3200" i="1" spc="-75" dirty="0">
                <a:latin typeface="Trebuchet MS"/>
                <a:cs typeface="Trebuchet MS"/>
              </a:rPr>
              <a:t> </a:t>
            </a:r>
            <a:r>
              <a:rPr sz="3200" spc="-110" dirty="0">
                <a:latin typeface="Trebuchet MS"/>
                <a:cs typeface="Trebuchet MS"/>
              </a:rPr>
              <a:t>i</a:t>
            </a:r>
            <a:r>
              <a:rPr sz="3200" spc="-160" dirty="0">
                <a:latin typeface="Trebuchet MS"/>
                <a:cs typeface="Trebuchet MS"/>
              </a:rPr>
              <a:t>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315" dirty="0">
                <a:latin typeface="Trebuchet MS"/>
                <a:cs typeface="Trebuchet MS"/>
              </a:rPr>
              <a:t>a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45" dirty="0">
                <a:latin typeface="Trebuchet MS"/>
                <a:cs typeface="Trebuchet MS"/>
              </a:rPr>
              <a:t>pr</a:t>
            </a:r>
            <a:r>
              <a:rPr sz="3200" spc="-75" dirty="0">
                <a:latin typeface="Trebuchet MS"/>
                <a:cs typeface="Trebuchet MS"/>
              </a:rPr>
              <a:t>i</a:t>
            </a:r>
            <a:r>
              <a:rPr sz="3200" spc="-200" dirty="0">
                <a:latin typeface="Trebuchet MS"/>
                <a:cs typeface="Trebuchet MS"/>
              </a:rPr>
              <a:t>me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-180" dirty="0">
                <a:latin typeface="Trebuchet MS"/>
                <a:cs typeface="Trebuchet MS"/>
              </a:rPr>
              <a:t>n</a:t>
            </a:r>
            <a:r>
              <a:rPr sz="3200" spc="-135" dirty="0">
                <a:latin typeface="Trebuchet MS"/>
                <a:cs typeface="Trebuchet MS"/>
              </a:rPr>
              <a:t>u</a:t>
            </a:r>
            <a:r>
              <a:rPr sz="3200" spc="-200" dirty="0">
                <a:latin typeface="Trebuchet MS"/>
                <a:cs typeface="Trebuchet MS"/>
              </a:rPr>
              <a:t>mbe</a:t>
            </a:r>
            <a:r>
              <a:rPr sz="3200" spc="-290" dirty="0">
                <a:latin typeface="Trebuchet MS"/>
                <a:cs typeface="Trebuchet MS"/>
              </a:rPr>
              <a:t>r</a:t>
            </a:r>
            <a:r>
              <a:rPr sz="3200" spc="-475" dirty="0">
                <a:latin typeface="Trebuchet MS"/>
                <a:cs typeface="Trebuchet MS"/>
              </a:rPr>
              <a:t>,</a:t>
            </a:r>
            <a:r>
              <a:rPr sz="3200" spc="-430" dirty="0">
                <a:latin typeface="Trebuchet MS"/>
                <a:cs typeface="Trebuchet MS"/>
              </a:rPr>
              <a:t> </a:t>
            </a:r>
            <a:r>
              <a:rPr sz="3200" i="1" spc="-165" dirty="0" smtClean="0">
                <a:latin typeface="Trebuchet MS"/>
                <a:cs typeface="Trebuchet MS"/>
              </a:rPr>
              <a:t>R</a:t>
            </a:r>
            <a:r>
              <a:rPr sz="3200" i="1" spc="190" dirty="0" smtClean="0">
                <a:latin typeface="Trebuchet MS"/>
                <a:cs typeface="Trebuchet MS"/>
              </a:rPr>
              <a:t>&lt;</a:t>
            </a:r>
            <a:r>
              <a:rPr lang="en-US" sz="3200" i="1" spc="160" dirty="0">
                <a:latin typeface="Trebuchet MS"/>
                <a:cs typeface="Trebuchet MS"/>
              </a:rPr>
              <a:t>N</a:t>
            </a:r>
            <a:endParaRPr lang="en-US" sz="3200" dirty="0">
              <a:latin typeface="Trebuchet MS"/>
              <a:cs typeface="Trebuchet MS"/>
            </a:endParaRPr>
          </a:p>
          <a:p>
            <a:pPr marL="345440">
              <a:lnSpc>
                <a:spcPct val="100000"/>
              </a:lnSpc>
              <a:spcBef>
                <a:spcPts val="585"/>
              </a:spcBef>
            </a:pPr>
            <a:endParaRPr lang="en-US" sz="3200" i="1" spc="160" dirty="0" smtClean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011683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30480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423" y="-304800"/>
            <a:ext cx="9142730" cy="6858000"/>
            <a:chOff x="1423" y="0"/>
            <a:chExt cx="9142730" cy="6858000"/>
          </a:xfrm>
        </p:grpSpPr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5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4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583051" y="-99823"/>
            <a:ext cx="291592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Microsoft Sans Serif"/>
                <a:cs typeface="Microsoft Sans Serif"/>
              </a:rPr>
              <a:t>Double</a:t>
            </a:r>
            <a:r>
              <a:rPr spc="-45" dirty="0">
                <a:latin typeface="Microsoft Sans Serif"/>
                <a:cs typeface="Microsoft Sans Serif"/>
              </a:rPr>
              <a:t> </a:t>
            </a:r>
            <a:r>
              <a:rPr spc="-5" dirty="0">
                <a:latin typeface="Microsoft Sans Serif"/>
                <a:cs typeface="Microsoft Sans Serif"/>
              </a:rPr>
              <a:t>Hashing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276858" y="623442"/>
            <a:ext cx="59556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95"/>
              </a:spcBef>
              <a:buClr>
                <a:srgbClr val="3891A7"/>
              </a:buClr>
              <a:buSzPct val="80357"/>
              <a:buFont typeface="Segoe UI Symbol"/>
              <a:buChar char="⚫"/>
              <a:tabLst>
                <a:tab pos="296545" algn="l"/>
              </a:tabLst>
            </a:pPr>
            <a:r>
              <a:rPr sz="2800" spc="-215" dirty="0">
                <a:latin typeface="Trebuchet MS"/>
                <a:cs typeface="Trebuchet MS"/>
              </a:rPr>
              <a:t>F</a:t>
            </a:r>
            <a:r>
              <a:rPr sz="2800" spc="25" dirty="0">
                <a:latin typeface="Trebuchet MS"/>
                <a:cs typeface="Trebuchet MS"/>
              </a:rPr>
              <a:t>or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E</a:t>
            </a:r>
            <a:r>
              <a:rPr sz="2800" spc="-50" dirty="0">
                <a:latin typeface="Trebuchet MS"/>
                <a:cs typeface="Trebuchet MS"/>
              </a:rPr>
              <a:t>x</a:t>
            </a:r>
            <a:r>
              <a:rPr sz="2800" spc="-204" dirty="0">
                <a:latin typeface="Trebuchet MS"/>
                <a:cs typeface="Trebuchet MS"/>
              </a:rPr>
              <a:t>ample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270" dirty="0">
                <a:latin typeface="Trebuchet MS"/>
                <a:cs typeface="Trebuchet MS"/>
              </a:rPr>
              <a:t>:</a:t>
            </a:r>
            <a:r>
              <a:rPr sz="2800" spc="240" dirty="0">
                <a:solidFill>
                  <a:srgbClr val="FF0000"/>
                </a:solidFill>
                <a:latin typeface="Trebuchet MS"/>
                <a:cs typeface="Trebuchet MS"/>
              </a:rPr>
              <a:t>W</a:t>
            </a:r>
            <a:r>
              <a:rPr sz="2800" spc="155" dirty="0">
                <a:solidFill>
                  <a:srgbClr val="FF0000"/>
                </a:solidFill>
                <a:latin typeface="Trebuchet MS"/>
                <a:cs typeface="Trebuchet MS"/>
              </a:rPr>
              <a:t>h</a:t>
            </a:r>
            <a:r>
              <a:rPr sz="2800" spc="-100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2800" spc="-135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2800" spc="-190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2800" spc="-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spc="-50" dirty="0">
                <a:solidFill>
                  <a:srgbClr val="FF0000"/>
                </a:solidFill>
                <a:latin typeface="Trebuchet MS"/>
                <a:cs typeface="Trebuchet MS"/>
              </a:rPr>
              <a:t>do</a:t>
            </a:r>
            <a:r>
              <a:rPr sz="2800" spc="-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spc="-225" dirty="0">
                <a:solidFill>
                  <a:srgbClr val="FF0000"/>
                </a:solidFill>
                <a:latin typeface="Trebuchet MS"/>
                <a:cs typeface="Trebuchet MS"/>
              </a:rPr>
              <a:t>y</a:t>
            </a:r>
            <a:r>
              <a:rPr sz="2800" spc="-50" dirty="0">
                <a:solidFill>
                  <a:srgbClr val="FF0000"/>
                </a:solidFill>
                <a:latin typeface="Trebuchet MS"/>
                <a:cs typeface="Trebuchet MS"/>
              </a:rPr>
              <a:t>ou</a:t>
            </a:r>
            <a:r>
              <a:rPr sz="2800" spc="-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spc="-120" dirty="0">
                <a:solidFill>
                  <a:srgbClr val="FF0000"/>
                </a:solidFill>
                <a:latin typeface="Trebuchet MS"/>
                <a:cs typeface="Trebuchet MS"/>
              </a:rPr>
              <a:t>s</a:t>
            </a:r>
            <a:r>
              <a:rPr sz="2800" spc="-114" dirty="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r>
              <a:rPr sz="2800" spc="30" dirty="0">
                <a:solidFill>
                  <a:srgbClr val="FF0000"/>
                </a:solidFill>
                <a:latin typeface="Trebuchet MS"/>
                <a:cs typeface="Trebuchet MS"/>
              </a:rPr>
              <a:t>o</a:t>
            </a:r>
            <a:r>
              <a:rPr sz="2800" spc="-40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2800" spc="-190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2800" spc="-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spc="-65" dirty="0">
                <a:solidFill>
                  <a:srgbClr val="FF0000"/>
                </a:solidFill>
                <a:latin typeface="Trebuchet MS"/>
                <a:cs typeface="Trebuchet MS"/>
              </a:rPr>
              <a:t>6</a:t>
            </a:r>
            <a:r>
              <a:rPr sz="2800" spc="-75" dirty="0">
                <a:solidFill>
                  <a:srgbClr val="FF0000"/>
                </a:solidFill>
                <a:latin typeface="Trebuchet MS"/>
                <a:cs typeface="Trebuchet MS"/>
              </a:rPr>
              <a:t>5</a:t>
            </a:r>
            <a:r>
              <a:rPr sz="2800" spc="-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spc="-100" dirty="0">
                <a:solidFill>
                  <a:srgbClr val="FF0000"/>
                </a:solidFill>
                <a:latin typeface="Trebuchet MS"/>
                <a:cs typeface="Trebuchet MS"/>
              </a:rPr>
              <a:t>?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66800" y="3048000"/>
            <a:ext cx="76962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910" indent="-283845">
              <a:spcBef>
                <a:spcPts val="1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  <a:tab pos="1100455" algn="l"/>
              </a:tabLst>
            </a:pPr>
            <a:r>
              <a:rPr sz="3200" spc="105" dirty="0" smtClean="0">
                <a:latin typeface="Trebuchet MS"/>
                <a:cs typeface="Trebuchet MS"/>
              </a:rPr>
              <a:t>A</a:t>
            </a:r>
            <a:r>
              <a:rPr sz="3200" spc="75" dirty="0" smtClean="0">
                <a:latin typeface="Trebuchet MS"/>
                <a:cs typeface="Trebuchet MS"/>
              </a:rPr>
              <a:t>s</a:t>
            </a:r>
            <a:r>
              <a:rPr lang="en-US" sz="3200" dirty="0">
                <a:latin typeface="Trebuchet MS"/>
                <a:cs typeface="Trebuchet MS"/>
              </a:rPr>
              <a:t> </a:t>
            </a:r>
            <a:r>
              <a:rPr sz="3200" spc="-210" dirty="0" smtClean="0">
                <a:latin typeface="Trebuchet MS"/>
                <a:cs typeface="Trebuchet MS"/>
              </a:rPr>
              <a:t>we</a:t>
            </a:r>
            <a:r>
              <a:rPr lang="en-US" sz="3200" spc="-210" dirty="0" smtClean="0">
                <a:latin typeface="Trebuchet MS"/>
                <a:cs typeface="Trebuchet MS"/>
              </a:rPr>
              <a:t> from know </a:t>
            </a:r>
            <a:r>
              <a:rPr lang="en-US" sz="3200" spc="-75" dirty="0" smtClean="0">
                <a:latin typeface="Trebuchet MS"/>
                <a:cs typeface="Trebuchet MS"/>
              </a:rPr>
              <a:t>Hash</a:t>
            </a:r>
            <a:r>
              <a:rPr lang="en-US" sz="3200" dirty="0" smtClean="0">
                <a:latin typeface="Trebuchet MS"/>
                <a:cs typeface="Trebuchet MS"/>
              </a:rPr>
              <a:t> </a:t>
            </a:r>
            <a:r>
              <a:rPr lang="en-US" sz="3200" spc="-200" dirty="0" smtClean="0">
                <a:latin typeface="Trebuchet MS"/>
                <a:cs typeface="Trebuchet MS"/>
              </a:rPr>
              <a:t>F</a:t>
            </a:r>
            <a:r>
              <a:rPr lang="en-US" sz="3200" spc="-185" dirty="0" smtClean="0">
                <a:latin typeface="Trebuchet MS"/>
                <a:cs typeface="Trebuchet MS"/>
              </a:rPr>
              <a:t>unc</a:t>
            </a:r>
            <a:r>
              <a:rPr lang="en-US" sz="3200" spc="-145" dirty="0" smtClean="0">
                <a:latin typeface="Trebuchet MS"/>
                <a:cs typeface="Trebuchet MS"/>
              </a:rPr>
              <a:t>t</a:t>
            </a:r>
            <a:r>
              <a:rPr lang="en-US" sz="3200" spc="-65" dirty="0" smtClean="0">
                <a:latin typeface="Trebuchet MS"/>
                <a:cs typeface="Trebuchet MS"/>
              </a:rPr>
              <a:t>i</a:t>
            </a:r>
            <a:r>
              <a:rPr lang="en-US" sz="3200" spc="-120" dirty="0" smtClean="0">
                <a:latin typeface="Trebuchet MS"/>
                <a:cs typeface="Trebuchet MS"/>
              </a:rPr>
              <a:t>o</a:t>
            </a:r>
            <a:r>
              <a:rPr lang="en-US" sz="3200" spc="-150" dirty="0" smtClean="0">
                <a:latin typeface="Trebuchet MS"/>
                <a:cs typeface="Trebuchet MS"/>
              </a:rPr>
              <a:t>n</a:t>
            </a:r>
            <a:r>
              <a:rPr lang="en-US" sz="3200" dirty="0" smtClean="0">
                <a:latin typeface="Trebuchet MS"/>
                <a:cs typeface="Trebuchet MS"/>
              </a:rPr>
              <a:t> </a:t>
            </a:r>
            <a:r>
              <a:rPr lang="en-US" sz="3200" spc="-75" dirty="0" smtClean="0">
                <a:latin typeface="Trebuchet MS"/>
                <a:cs typeface="Trebuchet MS"/>
              </a:rPr>
              <a:t>1</a:t>
            </a:r>
            <a:r>
              <a:rPr lang="en-US" sz="3200" spc="-475" dirty="0" smtClean="0">
                <a:latin typeface="Trebuchet MS"/>
                <a:cs typeface="Trebuchet MS"/>
              </a:rPr>
              <a:t>: f(x) = x % N</a:t>
            </a:r>
            <a:endParaRPr lang="en-US" sz="3200" dirty="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71600" y="3581400"/>
            <a:ext cx="7905242" cy="2259593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34010">
              <a:lnSpc>
                <a:spcPct val="100000"/>
              </a:lnSpc>
              <a:spcBef>
                <a:spcPts val="700"/>
              </a:spcBef>
            </a:pPr>
            <a:r>
              <a:rPr sz="3200" spc="-120" dirty="0">
                <a:solidFill>
                  <a:srgbClr val="00AF50"/>
                </a:solidFill>
                <a:latin typeface="Trebuchet MS"/>
                <a:cs typeface="Trebuchet MS"/>
              </a:rPr>
              <a:t>f(65</a:t>
            </a:r>
            <a:r>
              <a:rPr sz="3200" spc="-120" dirty="0" smtClean="0">
                <a:solidFill>
                  <a:srgbClr val="00AF50"/>
                </a:solidFill>
                <a:latin typeface="Trebuchet MS"/>
                <a:cs typeface="Trebuchet MS"/>
              </a:rPr>
              <a:t>)=</a:t>
            </a:r>
            <a:r>
              <a:rPr lang="en-US" sz="3200" spc="-120" dirty="0" smtClean="0">
                <a:solidFill>
                  <a:srgbClr val="00AF50"/>
                </a:solidFill>
                <a:latin typeface="Trebuchet MS"/>
                <a:cs typeface="Trebuchet MS"/>
              </a:rPr>
              <a:t>65%15=5 (</a:t>
            </a:r>
            <a:r>
              <a:rPr sz="3200" spc="-120" dirty="0" smtClean="0">
                <a:solidFill>
                  <a:srgbClr val="00AF50"/>
                </a:solidFill>
                <a:latin typeface="Trebuchet MS"/>
                <a:cs typeface="Trebuchet MS"/>
              </a:rPr>
              <a:t>t=5</a:t>
            </a:r>
            <a:r>
              <a:rPr lang="en-US" sz="3200" spc="-120" dirty="0" smtClean="0">
                <a:solidFill>
                  <a:srgbClr val="00AF50"/>
                </a:solidFill>
                <a:latin typeface="Trebuchet MS"/>
                <a:cs typeface="Trebuchet MS"/>
              </a:rPr>
              <a:t>)</a:t>
            </a:r>
            <a:r>
              <a:rPr sz="3200" spc="-120" dirty="0" smtClean="0">
                <a:solidFill>
                  <a:srgbClr val="00AF50"/>
                </a:solidFill>
                <a:latin typeface="Trebuchet MS"/>
                <a:cs typeface="Trebuchet MS"/>
              </a:rPr>
              <a:t>,</a:t>
            </a:r>
            <a:r>
              <a:rPr sz="3200" spc="459" dirty="0" smtClean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3200" spc="-75" dirty="0">
                <a:solidFill>
                  <a:srgbClr val="FF0000"/>
                </a:solidFill>
                <a:latin typeface="Trebuchet MS"/>
                <a:cs typeface="Trebuchet MS"/>
              </a:rPr>
              <a:t>Collision</a:t>
            </a:r>
            <a:r>
              <a:rPr sz="3200" spc="-1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60" dirty="0">
                <a:solidFill>
                  <a:srgbClr val="FF0000"/>
                </a:solidFill>
                <a:latin typeface="Trebuchet MS"/>
                <a:cs typeface="Trebuchet MS"/>
              </a:rPr>
              <a:t>Occurred</a:t>
            </a:r>
            <a:endParaRPr sz="3200" dirty="0">
              <a:latin typeface="Trebuchet MS"/>
              <a:cs typeface="Trebuchet MS"/>
            </a:endParaRPr>
          </a:p>
          <a:p>
            <a:pPr marL="33401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334645" algn="l"/>
              </a:tabLst>
            </a:pPr>
            <a:r>
              <a:rPr sz="3200" spc="-114" dirty="0">
                <a:solidFill>
                  <a:srgbClr val="00AF50"/>
                </a:solidFill>
                <a:latin typeface="Trebuchet MS"/>
                <a:cs typeface="Trebuchet MS"/>
              </a:rPr>
              <a:t>Apply</a:t>
            </a:r>
            <a:r>
              <a:rPr sz="3200" spc="-10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3200" spc="-120" dirty="0">
                <a:solidFill>
                  <a:srgbClr val="00AF50"/>
                </a:solidFill>
                <a:latin typeface="Trebuchet MS"/>
                <a:cs typeface="Trebuchet MS"/>
              </a:rPr>
              <a:t>Second</a:t>
            </a:r>
            <a:r>
              <a:rPr sz="3200" spc="-9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3200" spc="-75" dirty="0">
                <a:solidFill>
                  <a:srgbClr val="00AF50"/>
                </a:solidFill>
                <a:latin typeface="Trebuchet MS"/>
                <a:cs typeface="Trebuchet MS"/>
              </a:rPr>
              <a:t>Hash</a:t>
            </a:r>
            <a:r>
              <a:rPr sz="3200" spc="-8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3200" spc="-150" dirty="0">
                <a:solidFill>
                  <a:srgbClr val="00AF50"/>
                </a:solidFill>
                <a:latin typeface="Trebuchet MS"/>
                <a:cs typeface="Trebuchet MS"/>
              </a:rPr>
              <a:t>Function</a:t>
            </a:r>
            <a:endParaRPr sz="3200" dirty="0">
              <a:latin typeface="Trebuchet MS"/>
              <a:cs typeface="Trebuchet MS"/>
            </a:endParaRPr>
          </a:p>
          <a:p>
            <a:pPr marL="388620">
              <a:lnSpc>
                <a:spcPct val="100000"/>
              </a:lnSpc>
              <a:spcBef>
                <a:spcPts val="610"/>
              </a:spcBef>
              <a:tabLst>
                <a:tab pos="4813300" algn="l"/>
              </a:tabLst>
            </a:pPr>
            <a:r>
              <a:rPr sz="3200" spc="-85" dirty="0" smtClean="0">
                <a:latin typeface="Trebuchet MS"/>
                <a:cs typeface="Trebuchet MS"/>
              </a:rPr>
              <a:t>f</a:t>
            </a:r>
            <a:r>
              <a:rPr sz="3150" spc="-127" baseline="-21164" dirty="0" smtClean="0">
                <a:latin typeface="Trebuchet MS"/>
                <a:cs typeface="Trebuchet MS"/>
              </a:rPr>
              <a:t>2</a:t>
            </a:r>
            <a:r>
              <a:rPr sz="3200" spc="-85" dirty="0" smtClean="0">
                <a:latin typeface="Trebuchet MS"/>
                <a:cs typeface="Trebuchet MS"/>
              </a:rPr>
              <a:t>(x</a:t>
            </a:r>
            <a:r>
              <a:rPr sz="3200" spc="-85" dirty="0">
                <a:latin typeface="Trebuchet MS"/>
                <a:cs typeface="Trebuchet MS"/>
              </a:rPr>
              <a:t>)=</a:t>
            </a:r>
            <a:r>
              <a:rPr sz="3200" spc="-75" dirty="0">
                <a:latin typeface="Trebuchet MS"/>
                <a:cs typeface="Trebuchet MS"/>
              </a:rPr>
              <a:t> 11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dirty="0">
                <a:latin typeface="Microsoft Sans Serif"/>
                <a:cs typeface="Microsoft Sans Serif"/>
              </a:rPr>
              <a:t>−</a:t>
            </a:r>
            <a:r>
              <a:rPr sz="3200" spc="40" dirty="0">
                <a:latin typeface="Microsoft Sans Serif"/>
                <a:cs typeface="Microsoft Sans Serif"/>
              </a:rPr>
              <a:t> </a:t>
            </a:r>
            <a:r>
              <a:rPr sz="3200" spc="-75" dirty="0">
                <a:latin typeface="Trebuchet MS"/>
                <a:cs typeface="Trebuchet MS"/>
              </a:rPr>
              <a:t>(x </a:t>
            </a:r>
            <a:r>
              <a:rPr sz="3200" spc="245" dirty="0">
                <a:latin typeface="Trebuchet MS"/>
                <a:cs typeface="Trebuchet MS"/>
              </a:rPr>
              <a:t>%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95" dirty="0" smtClean="0">
                <a:latin typeface="Trebuchet MS"/>
                <a:cs typeface="Trebuchet MS"/>
              </a:rPr>
              <a:t>11)</a:t>
            </a:r>
            <a:r>
              <a:rPr lang="en-US" sz="3200" spc="-95" dirty="0" smtClean="0">
                <a:latin typeface="Trebuchet MS"/>
                <a:cs typeface="Trebuchet MS"/>
              </a:rPr>
              <a:t> </a:t>
            </a:r>
          </a:p>
          <a:p>
            <a:pPr marL="334010" indent="-283845">
              <a:lnSpc>
                <a:spcPct val="100000"/>
              </a:lnSpc>
              <a:spcBef>
                <a:spcPts val="59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334645" algn="l"/>
              </a:tabLst>
            </a:pPr>
            <a:r>
              <a:rPr sz="3000" spc="-5" dirty="0" smtClean="0">
                <a:solidFill>
                  <a:srgbClr val="00AF50"/>
                </a:solidFill>
                <a:latin typeface="Trebuchet MS"/>
                <a:cs typeface="Trebuchet MS"/>
              </a:rPr>
              <a:t>Cons</a:t>
            </a:r>
            <a:r>
              <a:rPr sz="3000" dirty="0" smtClean="0">
                <a:solidFill>
                  <a:srgbClr val="00AF50"/>
                </a:solidFill>
                <a:latin typeface="Trebuchet MS"/>
                <a:cs typeface="Trebuchet MS"/>
              </a:rPr>
              <a:t>i</a:t>
            </a:r>
            <a:r>
              <a:rPr sz="3000" spc="-114" dirty="0" smtClean="0">
                <a:solidFill>
                  <a:srgbClr val="00AF50"/>
                </a:solidFill>
                <a:latin typeface="Trebuchet MS"/>
                <a:cs typeface="Trebuchet MS"/>
              </a:rPr>
              <a:t>der</a:t>
            </a:r>
            <a:r>
              <a:rPr sz="3000" spc="-95" dirty="0" smtClean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3000" spc="130" dirty="0">
                <a:solidFill>
                  <a:srgbClr val="00AF50"/>
                </a:solidFill>
                <a:latin typeface="Trebuchet MS"/>
                <a:cs typeface="Trebuchet MS"/>
              </a:rPr>
              <a:t>R</a:t>
            </a:r>
            <a:r>
              <a:rPr sz="3000" spc="125" dirty="0">
                <a:solidFill>
                  <a:srgbClr val="00AF50"/>
                </a:solidFill>
                <a:latin typeface="Trebuchet MS"/>
                <a:cs typeface="Trebuchet MS"/>
              </a:rPr>
              <a:t>=</a:t>
            </a:r>
            <a:r>
              <a:rPr sz="3000" spc="-6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3000" spc="-75" dirty="0">
                <a:solidFill>
                  <a:srgbClr val="00AF50"/>
                </a:solidFill>
                <a:latin typeface="Trebuchet MS"/>
                <a:cs typeface="Trebuchet MS"/>
              </a:rPr>
              <a:t>11</a:t>
            </a:r>
            <a:r>
              <a:rPr sz="3000" spc="-150" dirty="0">
                <a:solidFill>
                  <a:srgbClr val="00AF50"/>
                </a:solidFill>
                <a:latin typeface="Trebuchet MS"/>
                <a:cs typeface="Trebuchet MS"/>
              </a:rPr>
              <a:t>(Prim</a:t>
            </a:r>
            <a:r>
              <a:rPr sz="3000" spc="-160" dirty="0">
                <a:solidFill>
                  <a:srgbClr val="00AF50"/>
                </a:solidFill>
                <a:latin typeface="Trebuchet MS"/>
                <a:cs typeface="Trebuchet MS"/>
              </a:rPr>
              <a:t>e</a:t>
            </a:r>
            <a:r>
              <a:rPr sz="3000" spc="-10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3000" spc="-180" dirty="0">
                <a:solidFill>
                  <a:srgbClr val="00AF50"/>
                </a:solidFill>
                <a:latin typeface="Trebuchet MS"/>
                <a:cs typeface="Trebuchet MS"/>
              </a:rPr>
              <a:t>n</a:t>
            </a:r>
            <a:r>
              <a:rPr sz="3000" spc="-185" dirty="0">
                <a:solidFill>
                  <a:srgbClr val="00AF50"/>
                </a:solidFill>
                <a:latin typeface="Trebuchet MS"/>
                <a:cs typeface="Trebuchet MS"/>
              </a:rPr>
              <a:t>um</a:t>
            </a:r>
            <a:r>
              <a:rPr sz="3000" spc="-145" dirty="0">
                <a:solidFill>
                  <a:srgbClr val="00AF50"/>
                </a:solidFill>
                <a:latin typeface="Trebuchet MS"/>
                <a:cs typeface="Trebuchet MS"/>
              </a:rPr>
              <a:t>b</a:t>
            </a:r>
            <a:r>
              <a:rPr sz="3000" spc="-95" dirty="0">
                <a:solidFill>
                  <a:srgbClr val="00AF50"/>
                </a:solidFill>
                <a:latin typeface="Trebuchet MS"/>
                <a:cs typeface="Trebuchet MS"/>
              </a:rPr>
              <a:t>er</a:t>
            </a:r>
            <a:r>
              <a:rPr sz="3000" spc="-10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3000" spc="170" dirty="0" smtClean="0">
                <a:solidFill>
                  <a:srgbClr val="00AF50"/>
                </a:solidFill>
                <a:latin typeface="Trebuchet MS"/>
                <a:cs typeface="Trebuchet MS"/>
              </a:rPr>
              <a:t>&lt;</a:t>
            </a:r>
            <a:r>
              <a:rPr lang="en-US" sz="3000" spc="170" dirty="0" err="1" smtClean="0">
                <a:solidFill>
                  <a:srgbClr val="00AF50"/>
                </a:solidFill>
                <a:latin typeface="Trebuchet MS"/>
                <a:cs typeface="Trebuchet MS"/>
              </a:rPr>
              <a:t>Table_size</a:t>
            </a:r>
            <a:r>
              <a:rPr sz="3000" spc="170" dirty="0" smtClean="0">
                <a:solidFill>
                  <a:srgbClr val="00AF50"/>
                </a:solidFill>
                <a:latin typeface="Trebuchet MS"/>
                <a:cs typeface="Trebuchet MS"/>
              </a:rPr>
              <a:t>)</a:t>
            </a:r>
            <a:endParaRPr sz="3000" dirty="0">
              <a:latin typeface="Trebuchet MS"/>
              <a:cs typeface="Trebuchet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258481" y="1219200"/>
            <a:ext cx="7694930" cy="1185545"/>
            <a:chOff x="1258481" y="1700847"/>
            <a:chExt cx="7694930" cy="1185545"/>
          </a:xfrm>
        </p:grpSpPr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58481" y="1700847"/>
              <a:ext cx="7694549" cy="85883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996944" y="2382012"/>
              <a:ext cx="99695" cy="504190"/>
            </a:xfrm>
            <a:custGeom>
              <a:avLst/>
              <a:gdLst/>
              <a:ahLst/>
              <a:cxnLst/>
              <a:rect l="l" t="t" r="r" b="b"/>
              <a:pathLst>
                <a:path w="99695" h="504189">
                  <a:moveTo>
                    <a:pt x="49847" y="19012"/>
                  </a:moveTo>
                  <a:lnTo>
                    <a:pt x="45087" y="27174"/>
                  </a:lnTo>
                  <a:lnTo>
                    <a:pt x="45084" y="504063"/>
                  </a:lnTo>
                  <a:lnTo>
                    <a:pt x="54609" y="504063"/>
                  </a:lnTo>
                  <a:lnTo>
                    <a:pt x="54609" y="27174"/>
                  </a:lnTo>
                  <a:lnTo>
                    <a:pt x="49847" y="19012"/>
                  </a:lnTo>
                  <a:close/>
                </a:path>
                <a:path w="99695" h="504189">
                  <a:moveTo>
                    <a:pt x="49783" y="0"/>
                  </a:moveTo>
                  <a:lnTo>
                    <a:pt x="1269" y="83312"/>
                  </a:lnTo>
                  <a:lnTo>
                    <a:pt x="0" y="85598"/>
                  </a:lnTo>
                  <a:lnTo>
                    <a:pt x="761" y="88518"/>
                  </a:lnTo>
                  <a:lnTo>
                    <a:pt x="2920" y="89788"/>
                  </a:lnTo>
                  <a:lnTo>
                    <a:pt x="5206" y="91059"/>
                  </a:lnTo>
                  <a:lnTo>
                    <a:pt x="8127" y="90297"/>
                  </a:lnTo>
                  <a:lnTo>
                    <a:pt x="9525" y="88137"/>
                  </a:lnTo>
                  <a:lnTo>
                    <a:pt x="45084" y="27178"/>
                  </a:lnTo>
                  <a:lnTo>
                    <a:pt x="45084" y="9525"/>
                  </a:lnTo>
                  <a:lnTo>
                    <a:pt x="55345" y="9525"/>
                  </a:lnTo>
                  <a:lnTo>
                    <a:pt x="49783" y="0"/>
                  </a:lnTo>
                  <a:close/>
                </a:path>
                <a:path w="99695" h="504189">
                  <a:moveTo>
                    <a:pt x="55345" y="9525"/>
                  </a:moveTo>
                  <a:lnTo>
                    <a:pt x="54609" y="9525"/>
                  </a:lnTo>
                  <a:lnTo>
                    <a:pt x="54612" y="27178"/>
                  </a:lnTo>
                  <a:lnTo>
                    <a:pt x="91439" y="90297"/>
                  </a:lnTo>
                  <a:lnTo>
                    <a:pt x="94360" y="91059"/>
                  </a:lnTo>
                  <a:lnTo>
                    <a:pt x="98932" y="88518"/>
                  </a:lnTo>
                  <a:lnTo>
                    <a:pt x="99694" y="85598"/>
                  </a:lnTo>
                  <a:lnTo>
                    <a:pt x="98425" y="83312"/>
                  </a:lnTo>
                  <a:lnTo>
                    <a:pt x="55345" y="9525"/>
                  </a:lnTo>
                  <a:close/>
                </a:path>
                <a:path w="99695" h="504189">
                  <a:moveTo>
                    <a:pt x="54609" y="9525"/>
                  </a:moveTo>
                  <a:lnTo>
                    <a:pt x="45084" y="9525"/>
                  </a:lnTo>
                  <a:lnTo>
                    <a:pt x="45084" y="27178"/>
                  </a:lnTo>
                  <a:lnTo>
                    <a:pt x="49847" y="19012"/>
                  </a:lnTo>
                  <a:lnTo>
                    <a:pt x="45719" y="11937"/>
                  </a:lnTo>
                  <a:lnTo>
                    <a:pt x="54609" y="11937"/>
                  </a:lnTo>
                  <a:lnTo>
                    <a:pt x="54609" y="9525"/>
                  </a:lnTo>
                  <a:close/>
                </a:path>
                <a:path w="99695" h="504189">
                  <a:moveTo>
                    <a:pt x="54609" y="11937"/>
                  </a:moveTo>
                  <a:lnTo>
                    <a:pt x="53975" y="11937"/>
                  </a:lnTo>
                  <a:lnTo>
                    <a:pt x="49847" y="19012"/>
                  </a:lnTo>
                  <a:lnTo>
                    <a:pt x="54609" y="27174"/>
                  </a:lnTo>
                  <a:lnTo>
                    <a:pt x="54609" y="11937"/>
                  </a:lnTo>
                  <a:close/>
                </a:path>
                <a:path w="99695" h="504189">
                  <a:moveTo>
                    <a:pt x="53975" y="11937"/>
                  </a:moveTo>
                  <a:lnTo>
                    <a:pt x="45719" y="11937"/>
                  </a:lnTo>
                  <a:lnTo>
                    <a:pt x="49847" y="19012"/>
                  </a:lnTo>
                  <a:lnTo>
                    <a:pt x="53975" y="11937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505200" y="2362200"/>
            <a:ext cx="1295400" cy="72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0685" marR="5080" indent="-255270">
              <a:lnSpc>
                <a:spcPct val="100000"/>
              </a:lnSpc>
              <a:spcBef>
                <a:spcPts val="100"/>
              </a:spcBef>
            </a:pPr>
            <a:r>
              <a:rPr lang="en-US" spc="-60" dirty="0" smtClean="0">
                <a:latin typeface="Trebuchet MS"/>
                <a:cs typeface="Trebuchet MS"/>
              </a:rPr>
              <a:t>Probe </a:t>
            </a:r>
            <a:r>
              <a:rPr sz="1800" spc="-75" dirty="0" smtClean="0">
                <a:latin typeface="Trebuchet MS"/>
                <a:cs typeface="Trebuchet MS"/>
              </a:rPr>
              <a:t>1  </a:t>
            </a:r>
            <a:r>
              <a:rPr lang="en-US" sz="2800" b="1" i="1" spc="-114" dirty="0">
                <a:solidFill>
                  <a:srgbClr val="7030A0"/>
                </a:solidFill>
                <a:latin typeface="Trebuchet MS"/>
                <a:cs typeface="Trebuchet MS"/>
              </a:rPr>
              <a:t>(</a:t>
            </a:r>
            <a:r>
              <a:rPr sz="2800" b="1" i="1" spc="-114" dirty="0">
                <a:solidFill>
                  <a:srgbClr val="7030A0"/>
                </a:solidFill>
                <a:latin typeface="Trebuchet MS"/>
                <a:cs typeface="Trebuchet MS"/>
              </a:rPr>
              <a:t>t</a:t>
            </a:r>
            <a:r>
              <a:rPr lang="en-US" sz="2800" b="1" i="1" spc="-114" dirty="0" smtClean="0">
                <a:solidFill>
                  <a:srgbClr val="7030A0"/>
                </a:solidFill>
                <a:latin typeface="Trebuchet MS"/>
                <a:cs typeface="Trebuchet MS"/>
              </a:rPr>
              <a:t>)</a:t>
            </a:r>
            <a:endParaRPr sz="2800" b="1" i="1" dirty="0">
              <a:solidFill>
                <a:srgbClr val="7030A0"/>
              </a:solidFill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183058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3010" y="0"/>
            <a:ext cx="9141040" cy="6858000"/>
            <a:chOff x="3010" y="0"/>
            <a:chExt cx="9141040" cy="6858000"/>
          </a:xfrm>
        </p:grpSpPr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5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4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583051" y="204977"/>
            <a:ext cx="291592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Microsoft Sans Serif"/>
                <a:cs typeface="Microsoft Sans Serif"/>
              </a:rPr>
              <a:t>Double</a:t>
            </a:r>
            <a:r>
              <a:rPr spc="-45" dirty="0">
                <a:latin typeface="Microsoft Sans Serif"/>
                <a:cs typeface="Microsoft Sans Serif"/>
              </a:rPr>
              <a:t> </a:t>
            </a:r>
            <a:r>
              <a:rPr spc="-5" dirty="0">
                <a:latin typeface="Microsoft Sans Serif"/>
                <a:cs typeface="Microsoft Sans Serif"/>
              </a:rPr>
              <a:t>Hashing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276858" y="928242"/>
            <a:ext cx="59556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95"/>
              </a:spcBef>
              <a:buClr>
                <a:srgbClr val="3891A7"/>
              </a:buClr>
              <a:buSzPct val="80357"/>
              <a:buFont typeface="Segoe UI Symbol"/>
              <a:buChar char="⚫"/>
              <a:tabLst>
                <a:tab pos="296545" algn="l"/>
              </a:tabLst>
            </a:pPr>
            <a:r>
              <a:rPr sz="2800" spc="-215" dirty="0">
                <a:latin typeface="Trebuchet MS"/>
                <a:cs typeface="Trebuchet MS"/>
              </a:rPr>
              <a:t>F</a:t>
            </a:r>
            <a:r>
              <a:rPr sz="2800" spc="25" dirty="0">
                <a:latin typeface="Trebuchet MS"/>
                <a:cs typeface="Trebuchet MS"/>
              </a:rPr>
              <a:t>or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E</a:t>
            </a:r>
            <a:r>
              <a:rPr sz="2800" spc="-50" dirty="0">
                <a:latin typeface="Trebuchet MS"/>
                <a:cs typeface="Trebuchet MS"/>
              </a:rPr>
              <a:t>x</a:t>
            </a:r>
            <a:r>
              <a:rPr sz="2800" spc="-204" dirty="0">
                <a:latin typeface="Trebuchet MS"/>
                <a:cs typeface="Trebuchet MS"/>
              </a:rPr>
              <a:t>ample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270" dirty="0">
                <a:latin typeface="Trebuchet MS"/>
                <a:cs typeface="Trebuchet MS"/>
              </a:rPr>
              <a:t>:</a:t>
            </a:r>
            <a:r>
              <a:rPr sz="2800" spc="240" dirty="0">
                <a:solidFill>
                  <a:srgbClr val="FF0000"/>
                </a:solidFill>
                <a:latin typeface="Trebuchet MS"/>
                <a:cs typeface="Trebuchet MS"/>
              </a:rPr>
              <a:t>W</a:t>
            </a:r>
            <a:r>
              <a:rPr sz="2800" spc="155" dirty="0">
                <a:solidFill>
                  <a:srgbClr val="FF0000"/>
                </a:solidFill>
                <a:latin typeface="Trebuchet MS"/>
                <a:cs typeface="Trebuchet MS"/>
              </a:rPr>
              <a:t>h</a:t>
            </a:r>
            <a:r>
              <a:rPr sz="2800" spc="-100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2800" spc="-135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2800" spc="-190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2800" spc="-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spc="-50" dirty="0">
                <a:solidFill>
                  <a:srgbClr val="FF0000"/>
                </a:solidFill>
                <a:latin typeface="Trebuchet MS"/>
                <a:cs typeface="Trebuchet MS"/>
              </a:rPr>
              <a:t>do</a:t>
            </a:r>
            <a:r>
              <a:rPr sz="2800" spc="-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spc="-225" dirty="0">
                <a:solidFill>
                  <a:srgbClr val="FF0000"/>
                </a:solidFill>
                <a:latin typeface="Trebuchet MS"/>
                <a:cs typeface="Trebuchet MS"/>
              </a:rPr>
              <a:t>y</a:t>
            </a:r>
            <a:r>
              <a:rPr sz="2800" spc="-50" dirty="0">
                <a:solidFill>
                  <a:srgbClr val="FF0000"/>
                </a:solidFill>
                <a:latin typeface="Trebuchet MS"/>
                <a:cs typeface="Trebuchet MS"/>
              </a:rPr>
              <a:t>ou</a:t>
            </a:r>
            <a:r>
              <a:rPr sz="2800" spc="-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spc="-120" dirty="0">
                <a:solidFill>
                  <a:srgbClr val="FF0000"/>
                </a:solidFill>
                <a:latin typeface="Trebuchet MS"/>
                <a:cs typeface="Trebuchet MS"/>
              </a:rPr>
              <a:t>s</a:t>
            </a:r>
            <a:r>
              <a:rPr sz="2800" spc="-114" dirty="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r>
              <a:rPr sz="2800" spc="30" dirty="0">
                <a:solidFill>
                  <a:srgbClr val="FF0000"/>
                </a:solidFill>
                <a:latin typeface="Trebuchet MS"/>
                <a:cs typeface="Trebuchet MS"/>
              </a:rPr>
              <a:t>o</a:t>
            </a:r>
            <a:r>
              <a:rPr sz="2800" spc="-40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2800" spc="-190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2800" spc="-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spc="-65" dirty="0">
                <a:solidFill>
                  <a:srgbClr val="FF0000"/>
                </a:solidFill>
                <a:latin typeface="Trebuchet MS"/>
                <a:cs typeface="Trebuchet MS"/>
              </a:rPr>
              <a:t>6</a:t>
            </a:r>
            <a:r>
              <a:rPr sz="2800" spc="-75" dirty="0">
                <a:solidFill>
                  <a:srgbClr val="FF0000"/>
                </a:solidFill>
                <a:latin typeface="Trebuchet MS"/>
                <a:cs typeface="Trebuchet MS"/>
              </a:rPr>
              <a:t>5</a:t>
            </a:r>
            <a:r>
              <a:rPr sz="2800" spc="-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spc="-100" dirty="0">
                <a:solidFill>
                  <a:srgbClr val="FF0000"/>
                </a:solidFill>
                <a:latin typeface="Trebuchet MS"/>
                <a:cs typeface="Trebuchet MS"/>
              </a:rPr>
              <a:t>?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66800" y="3505200"/>
            <a:ext cx="8077200" cy="81240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600" i="1" spc="-310" dirty="0">
                <a:solidFill>
                  <a:srgbClr val="FF0000"/>
                </a:solidFill>
                <a:latin typeface="Trebuchet MS"/>
                <a:cs typeface="Trebuchet MS"/>
              </a:rPr>
              <a:t>Attempt</a:t>
            </a:r>
            <a:r>
              <a:rPr sz="2600" i="1" spc="-2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600" i="1" spc="-325" dirty="0">
                <a:solidFill>
                  <a:srgbClr val="FF0000"/>
                </a:solidFill>
                <a:latin typeface="Trebuchet MS"/>
                <a:cs typeface="Trebuchet MS"/>
              </a:rPr>
              <a:t>to</a:t>
            </a:r>
            <a:r>
              <a:rPr sz="2600" i="1" spc="-2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600" i="1" spc="-285" dirty="0">
                <a:solidFill>
                  <a:srgbClr val="FF0000"/>
                </a:solidFill>
                <a:latin typeface="Trebuchet MS"/>
                <a:cs typeface="Trebuchet MS"/>
              </a:rPr>
              <a:t>store</a:t>
            </a:r>
            <a:r>
              <a:rPr sz="2600" i="1" spc="-254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600" i="1" spc="-295" dirty="0">
                <a:solidFill>
                  <a:srgbClr val="FF0000"/>
                </a:solidFill>
                <a:latin typeface="Trebuchet MS"/>
                <a:cs typeface="Trebuchet MS"/>
              </a:rPr>
              <a:t>key</a:t>
            </a:r>
            <a:r>
              <a:rPr sz="2600" i="1" spc="-2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600" i="1" spc="-280" dirty="0">
                <a:solidFill>
                  <a:srgbClr val="FF0000"/>
                </a:solidFill>
                <a:latin typeface="Trebuchet MS"/>
                <a:cs typeface="Trebuchet MS"/>
              </a:rPr>
              <a:t>in</a:t>
            </a:r>
            <a:r>
              <a:rPr sz="2600" i="1" spc="-2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600" i="1" spc="-280" dirty="0">
                <a:solidFill>
                  <a:srgbClr val="FF0000"/>
                </a:solidFill>
                <a:latin typeface="Trebuchet MS"/>
                <a:cs typeface="Trebuchet MS"/>
              </a:rPr>
              <a:t>next</a:t>
            </a:r>
            <a:r>
              <a:rPr sz="2600" i="1" spc="-260" dirty="0">
                <a:solidFill>
                  <a:srgbClr val="FF0000"/>
                </a:solidFill>
                <a:latin typeface="Trebuchet MS"/>
                <a:cs typeface="Trebuchet MS"/>
              </a:rPr>
              <a:t> array</a:t>
            </a:r>
            <a:r>
              <a:rPr sz="2600" i="1" spc="2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600" i="1" spc="-280" dirty="0">
                <a:solidFill>
                  <a:srgbClr val="FF0000"/>
                </a:solidFill>
                <a:latin typeface="Trebuchet MS"/>
                <a:cs typeface="Trebuchet MS"/>
              </a:rPr>
              <a:t>elements</a:t>
            </a:r>
            <a:r>
              <a:rPr sz="2600" i="1" spc="-254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600" i="1" spc="-110" dirty="0">
                <a:solidFill>
                  <a:srgbClr val="FF0000"/>
                </a:solidFill>
                <a:latin typeface="Trebuchet MS"/>
                <a:cs typeface="Trebuchet MS"/>
              </a:rPr>
              <a:t>(t+1d)%N, </a:t>
            </a:r>
            <a:r>
              <a:rPr sz="2600" i="1" spc="-83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600" i="1" spc="-135" dirty="0">
                <a:solidFill>
                  <a:srgbClr val="FF0000"/>
                </a:solidFill>
                <a:latin typeface="Trebuchet MS"/>
                <a:cs typeface="Trebuchet MS"/>
              </a:rPr>
              <a:t>(t</a:t>
            </a:r>
            <a:r>
              <a:rPr sz="2600" i="1" spc="-185" dirty="0">
                <a:solidFill>
                  <a:srgbClr val="FF0000"/>
                </a:solidFill>
                <a:latin typeface="Trebuchet MS"/>
                <a:cs typeface="Trebuchet MS"/>
              </a:rPr>
              <a:t>+</a:t>
            </a:r>
            <a:r>
              <a:rPr sz="2600" i="1" spc="-25" dirty="0">
                <a:solidFill>
                  <a:srgbClr val="FF0000"/>
                </a:solidFill>
                <a:latin typeface="Trebuchet MS"/>
                <a:cs typeface="Trebuchet MS"/>
              </a:rPr>
              <a:t>2</a:t>
            </a:r>
            <a:r>
              <a:rPr sz="2600" i="1" spc="-290" dirty="0">
                <a:solidFill>
                  <a:srgbClr val="FF0000"/>
                </a:solidFill>
                <a:latin typeface="Trebuchet MS"/>
                <a:cs typeface="Trebuchet MS"/>
              </a:rPr>
              <a:t>d</a:t>
            </a:r>
            <a:r>
              <a:rPr sz="2600" i="1" spc="-190" dirty="0">
                <a:solidFill>
                  <a:srgbClr val="FF0000"/>
                </a:solidFill>
                <a:latin typeface="Trebuchet MS"/>
                <a:cs typeface="Trebuchet MS"/>
              </a:rPr>
              <a:t>)</a:t>
            </a:r>
            <a:r>
              <a:rPr sz="2600" i="1" spc="295" dirty="0">
                <a:solidFill>
                  <a:srgbClr val="FF0000"/>
                </a:solidFill>
                <a:latin typeface="Trebuchet MS"/>
                <a:cs typeface="Trebuchet MS"/>
              </a:rPr>
              <a:t>%</a:t>
            </a:r>
            <a:r>
              <a:rPr sz="2600" i="1" spc="-225" dirty="0">
                <a:solidFill>
                  <a:srgbClr val="FF0000"/>
                </a:solidFill>
                <a:latin typeface="Trebuchet MS"/>
                <a:cs typeface="Trebuchet MS"/>
              </a:rPr>
              <a:t>N</a:t>
            </a:r>
            <a:r>
              <a:rPr sz="2600" i="1" spc="-125" dirty="0">
                <a:solidFill>
                  <a:srgbClr val="FF0000"/>
                </a:solidFill>
                <a:latin typeface="Trebuchet MS"/>
                <a:cs typeface="Trebuchet MS"/>
              </a:rPr>
              <a:t>,</a:t>
            </a:r>
            <a:r>
              <a:rPr sz="2600" i="1" spc="-3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600" i="1" spc="-135" dirty="0">
                <a:solidFill>
                  <a:srgbClr val="FF0000"/>
                </a:solidFill>
                <a:latin typeface="Trebuchet MS"/>
                <a:cs typeface="Trebuchet MS"/>
              </a:rPr>
              <a:t>(t</a:t>
            </a:r>
            <a:r>
              <a:rPr sz="2600" i="1" spc="-185" dirty="0">
                <a:solidFill>
                  <a:srgbClr val="FF0000"/>
                </a:solidFill>
                <a:latin typeface="Trebuchet MS"/>
                <a:cs typeface="Trebuchet MS"/>
              </a:rPr>
              <a:t>+</a:t>
            </a:r>
            <a:r>
              <a:rPr sz="2600" i="1" spc="-25" dirty="0">
                <a:solidFill>
                  <a:srgbClr val="FF0000"/>
                </a:solidFill>
                <a:latin typeface="Trebuchet MS"/>
                <a:cs typeface="Trebuchet MS"/>
              </a:rPr>
              <a:t>3</a:t>
            </a:r>
            <a:r>
              <a:rPr sz="2600" i="1" spc="-290" dirty="0">
                <a:solidFill>
                  <a:srgbClr val="FF0000"/>
                </a:solidFill>
                <a:latin typeface="Trebuchet MS"/>
                <a:cs typeface="Trebuchet MS"/>
              </a:rPr>
              <a:t>d</a:t>
            </a:r>
            <a:r>
              <a:rPr sz="2600" i="1" spc="-190" dirty="0">
                <a:solidFill>
                  <a:srgbClr val="FF0000"/>
                </a:solidFill>
                <a:latin typeface="Trebuchet MS"/>
                <a:cs typeface="Trebuchet MS"/>
              </a:rPr>
              <a:t>)</a:t>
            </a:r>
            <a:r>
              <a:rPr sz="2600" i="1" spc="295" dirty="0">
                <a:solidFill>
                  <a:srgbClr val="FF0000"/>
                </a:solidFill>
                <a:latin typeface="Trebuchet MS"/>
                <a:cs typeface="Trebuchet MS"/>
              </a:rPr>
              <a:t>%</a:t>
            </a:r>
            <a:r>
              <a:rPr sz="2600" i="1" spc="135" dirty="0">
                <a:solidFill>
                  <a:srgbClr val="FF0000"/>
                </a:solidFill>
                <a:latin typeface="Trebuchet MS"/>
                <a:cs typeface="Trebuchet MS"/>
              </a:rPr>
              <a:t>N</a:t>
            </a:r>
            <a:r>
              <a:rPr sz="2600" i="1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600" i="1" spc="740" dirty="0">
                <a:solidFill>
                  <a:srgbClr val="FF0000"/>
                </a:solidFill>
                <a:latin typeface="Trebuchet MS"/>
                <a:cs typeface="Trebuchet MS"/>
              </a:rPr>
              <a:t>…</a:t>
            </a:r>
            <a:endParaRPr sz="2600" dirty="0">
              <a:latin typeface="Trebuchet MS"/>
              <a:cs typeface="Trebuchet M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258481" y="1700847"/>
            <a:ext cx="7694930" cy="1185545"/>
            <a:chOff x="1258481" y="1700847"/>
            <a:chExt cx="7694930" cy="1185545"/>
          </a:xfrm>
        </p:grpSpPr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58481" y="1700847"/>
              <a:ext cx="7694549" cy="85883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996944" y="2382011"/>
              <a:ext cx="625475" cy="504190"/>
            </a:xfrm>
            <a:custGeom>
              <a:avLst/>
              <a:gdLst/>
              <a:ahLst/>
              <a:cxnLst/>
              <a:rect l="l" t="t" r="r" b="b"/>
              <a:pathLst>
                <a:path w="625475" h="504189">
                  <a:moveTo>
                    <a:pt x="99695" y="85598"/>
                  </a:moveTo>
                  <a:lnTo>
                    <a:pt x="98425" y="83312"/>
                  </a:lnTo>
                  <a:lnTo>
                    <a:pt x="55333" y="9525"/>
                  </a:lnTo>
                  <a:lnTo>
                    <a:pt x="49784" y="0"/>
                  </a:lnTo>
                  <a:lnTo>
                    <a:pt x="1270" y="83312"/>
                  </a:lnTo>
                  <a:lnTo>
                    <a:pt x="0" y="85598"/>
                  </a:lnTo>
                  <a:lnTo>
                    <a:pt x="762" y="88519"/>
                  </a:lnTo>
                  <a:lnTo>
                    <a:pt x="2921" y="89789"/>
                  </a:lnTo>
                  <a:lnTo>
                    <a:pt x="5207" y="91059"/>
                  </a:lnTo>
                  <a:lnTo>
                    <a:pt x="8128" y="90297"/>
                  </a:lnTo>
                  <a:lnTo>
                    <a:pt x="9525" y="88138"/>
                  </a:lnTo>
                  <a:lnTo>
                    <a:pt x="45085" y="27190"/>
                  </a:lnTo>
                  <a:lnTo>
                    <a:pt x="45085" y="504063"/>
                  </a:lnTo>
                  <a:lnTo>
                    <a:pt x="54610" y="504063"/>
                  </a:lnTo>
                  <a:lnTo>
                    <a:pt x="54610" y="27190"/>
                  </a:lnTo>
                  <a:lnTo>
                    <a:pt x="91440" y="90297"/>
                  </a:lnTo>
                  <a:lnTo>
                    <a:pt x="94361" y="91059"/>
                  </a:lnTo>
                  <a:lnTo>
                    <a:pt x="98933" y="88519"/>
                  </a:lnTo>
                  <a:lnTo>
                    <a:pt x="99695" y="85598"/>
                  </a:lnTo>
                  <a:close/>
                </a:path>
                <a:path w="625475" h="504189">
                  <a:moveTo>
                    <a:pt x="624967" y="85598"/>
                  </a:moveTo>
                  <a:lnTo>
                    <a:pt x="623570" y="83312"/>
                  </a:lnTo>
                  <a:lnTo>
                    <a:pt x="580593" y="9525"/>
                  </a:lnTo>
                  <a:lnTo>
                    <a:pt x="575056" y="0"/>
                  </a:lnTo>
                  <a:lnTo>
                    <a:pt x="526542" y="83312"/>
                  </a:lnTo>
                  <a:lnTo>
                    <a:pt x="525145" y="85598"/>
                  </a:lnTo>
                  <a:lnTo>
                    <a:pt x="525907" y="88519"/>
                  </a:lnTo>
                  <a:lnTo>
                    <a:pt x="530479" y="91059"/>
                  </a:lnTo>
                  <a:lnTo>
                    <a:pt x="533400" y="90297"/>
                  </a:lnTo>
                  <a:lnTo>
                    <a:pt x="570230" y="27178"/>
                  </a:lnTo>
                  <a:lnTo>
                    <a:pt x="570357" y="26962"/>
                  </a:lnTo>
                  <a:lnTo>
                    <a:pt x="570230" y="504063"/>
                  </a:lnTo>
                  <a:lnTo>
                    <a:pt x="579755" y="504063"/>
                  </a:lnTo>
                  <a:lnTo>
                    <a:pt x="579755" y="26962"/>
                  </a:lnTo>
                  <a:lnTo>
                    <a:pt x="579755" y="11938"/>
                  </a:lnTo>
                  <a:lnTo>
                    <a:pt x="579755" y="9525"/>
                  </a:lnTo>
                  <a:lnTo>
                    <a:pt x="579882" y="27178"/>
                  </a:lnTo>
                  <a:lnTo>
                    <a:pt x="616712" y="90297"/>
                  </a:lnTo>
                  <a:lnTo>
                    <a:pt x="619633" y="91059"/>
                  </a:lnTo>
                  <a:lnTo>
                    <a:pt x="624205" y="88519"/>
                  </a:lnTo>
                  <a:lnTo>
                    <a:pt x="624967" y="85598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962400" y="3200400"/>
            <a:ext cx="21323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14" dirty="0">
                <a:latin typeface="Trebuchet MS"/>
                <a:cs typeface="Trebuchet MS"/>
              </a:rPr>
              <a:t>t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419600" y="3200400"/>
            <a:ext cx="38608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rebuchet MS"/>
                <a:cs typeface="Trebuchet MS"/>
              </a:rPr>
              <a:t>t+</a:t>
            </a:r>
            <a:r>
              <a:rPr sz="1800" spc="-45" dirty="0">
                <a:latin typeface="Trebuchet MS"/>
                <a:cs typeface="Trebuchet MS"/>
              </a:rPr>
              <a:t>1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055870" y="2446147"/>
            <a:ext cx="100330" cy="504190"/>
          </a:xfrm>
          <a:custGeom>
            <a:avLst/>
            <a:gdLst/>
            <a:ahLst/>
            <a:cxnLst/>
            <a:rect l="l" t="t" r="r" b="b"/>
            <a:pathLst>
              <a:path w="100329" h="504189">
                <a:moveTo>
                  <a:pt x="49910" y="18777"/>
                </a:moveTo>
                <a:lnTo>
                  <a:pt x="45212" y="26833"/>
                </a:lnTo>
                <a:lnTo>
                  <a:pt x="45212" y="504063"/>
                </a:lnTo>
                <a:lnTo>
                  <a:pt x="54737" y="504063"/>
                </a:lnTo>
                <a:lnTo>
                  <a:pt x="54737" y="27051"/>
                </a:lnTo>
                <a:lnTo>
                  <a:pt x="49910" y="18777"/>
                </a:lnTo>
                <a:close/>
              </a:path>
              <a:path w="100329" h="504189">
                <a:moveTo>
                  <a:pt x="49910" y="0"/>
                </a:moveTo>
                <a:lnTo>
                  <a:pt x="1396" y="83185"/>
                </a:lnTo>
                <a:lnTo>
                  <a:pt x="0" y="85470"/>
                </a:lnTo>
                <a:lnTo>
                  <a:pt x="762" y="88391"/>
                </a:lnTo>
                <a:lnTo>
                  <a:pt x="3047" y="89788"/>
                </a:lnTo>
                <a:lnTo>
                  <a:pt x="5333" y="91058"/>
                </a:lnTo>
                <a:lnTo>
                  <a:pt x="8254" y="90297"/>
                </a:lnTo>
                <a:lnTo>
                  <a:pt x="9525" y="88011"/>
                </a:lnTo>
                <a:lnTo>
                  <a:pt x="45212" y="26833"/>
                </a:lnTo>
                <a:lnTo>
                  <a:pt x="45212" y="9398"/>
                </a:lnTo>
                <a:lnTo>
                  <a:pt x="55391" y="9398"/>
                </a:lnTo>
                <a:lnTo>
                  <a:pt x="49910" y="0"/>
                </a:lnTo>
                <a:close/>
              </a:path>
              <a:path w="100329" h="504189">
                <a:moveTo>
                  <a:pt x="55391" y="9398"/>
                </a:moveTo>
                <a:lnTo>
                  <a:pt x="54737" y="9398"/>
                </a:lnTo>
                <a:lnTo>
                  <a:pt x="54737" y="27051"/>
                </a:lnTo>
                <a:lnTo>
                  <a:pt x="90296" y="88011"/>
                </a:lnTo>
                <a:lnTo>
                  <a:pt x="91566" y="90297"/>
                </a:lnTo>
                <a:lnTo>
                  <a:pt x="94487" y="91058"/>
                </a:lnTo>
                <a:lnTo>
                  <a:pt x="96774" y="89788"/>
                </a:lnTo>
                <a:lnTo>
                  <a:pt x="99059" y="88391"/>
                </a:lnTo>
                <a:lnTo>
                  <a:pt x="99821" y="85470"/>
                </a:lnTo>
                <a:lnTo>
                  <a:pt x="98425" y="83185"/>
                </a:lnTo>
                <a:lnTo>
                  <a:pt x="55391" y="9398"/>
                </a:lnTo>
                <a:close/>
              </a:path>
              <a:path w="100329" h="504189">
                <a:moveTo>
                  <a:pt x="54737" y="11811"/>
                </a:moveTo>
                <a:lnTo>
                  <a:pt x="53975" y="11811"/>
                </a:lnTo>
                <a:lnTo>
                  <a:pt x="49910" y="18777"/>
                </a:lnTo>
                <a:lnTo>
                  <a:pt x="54737" y="27051"/>
                </a:lnTo>
                <a:lnTo>
                  <a:pt x="54737" y="11811"/>
                </a:lnTo>
                <a:close/>
              </a:path>
              <a:path w="100329" h="504189">
                <a:moveTo>
                  <a:pt x="54737" y="9398"/>
                </a:moveTo>
                <a:lnTo>
                  <a:pt x="45212" y="9398"/>
                </a:lnTo>
                <a:lnTo>
                  <a:pt x="45212" y="26833"/>
                </a:lnTo>
                <a:lnTo>
                  <a:pt x="49910" y="18777"/>
                </a:lnTo>
                <a:lnTo>
                  <a:pt x="45846" y="11811"/>
                </a:lnTo>
                <a:lnTo>
                  <a:pt x="54737" y="11811"/>
                </a:lnTo>
                <a:lnTo>
                  <a:pt x="54737" y="9398"/>
                </a:lnTo>
                <a:close/>
              </a:path>
              <a:path w="100329" h="504189">
                <a:moveTo>
                  <a:pt x="53975" y="11811"/>
                </a:moveTo>
                <a:lnTo>
                  <a:pt x="45846" y="11811"/>
                </a:lnTo>
                <a:lnTo>
                  <a:pt x="49910" y="18777"/>
                </a:lnTo>
                <a:lnTo>
                  <a:pt x="53975" y="11811"/>
                </a:lnTo>
                <a:close/>
              </a:path>
            </a:pathLst>
          </a:custGeom>
          <a:solidFill>
            <a:srgbClr val="3891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724400" y="3276600"/>
            <a:ext cx="7620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7335">
              <a:lnSpc>
                <a:spcPct val="100000"/>
              </a:lnSpc>
            </a:pPr>
            <a:r>
              <a:rPr sz="1800" spc="-20" dirty="0" smtClean="0">
                <a:latin typeface="Trebuchet MS"/>
                <a:cs typeface="Trebuchet MS"/>
              </a:rPr>
              <a:t>t+2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824095" y="2129675"/>
            <a:ext cx="504190" cy="310515"/>
          </a:xfrm>
          <a:prstGeom prst="rect">
            <a:avLst/>
          </a:prstGeom>
          <a:solidFill>
            <a:srgbClr val="3891A7"/>
          </a:solidFill>
          <a:ln w="25400">
            <a:solidFill>
              <a:srgbClr val="256979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70"/>
              </a:spcBef>
            </a:pP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65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956297" y="2974594"/>
            <a:ext cx="1441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40" dirty="0">
                <a:latin typeface="Trebuchet MS"/>
                <a:cs typeface="Trebuchet MS"/>
              </a:rPr>
              <a:t>No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of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P</a:t>
            </a:r>
            <a:r>
              <a:rPr sz="1800" spc="-45" dirty="0">
                <a:latin typeface="Trebuchet MS"/>
                <a:cs typeface="Trebuchet MS"/>
              </a:rPr>
              <a:t>r</a:t>
            </a:r>
            <a:r>
              <a:rPr sz="1800" spc="-65" dirty="0">
                <a:latin typeface="Trebuchet MS"/>
                <a:cs typeface="Trebuchet MS"/>
              </a:rPr>
              <a:t>obe</a:t>
            </a:r>
            <a:r>
              <a:rPr sz="1800" spc="-45" dirty="0">
                <a:latin typeface="Trebuchet MS"/>
                <a:cs typeface="Trebuchet MS"/>
              </a:rPr>
              <a:t>s</a:t>
            </a:r>
            <a:r>
              <a:rPr sz="1800" spc="-165" dirty="0">
                <a:latin typeface="Trebuchet MS"/>
                <a:cs typeface="Trebuchet MS"/>
              </a:rPr>
              <a:t>:3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066800" y="4343400"/>
            <a:ext cx="8001000" cy="25083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31520" indent="-342900">
              <a:spcBef>
                <a:spcPts val="610"/>
              </a:spcBef>
              <a:buFont typeface="Arial" panose="020B0604020202020204" pitchFamily="34" charset="0"/>
              <a:buChar char="•"/>
              <a:tabLst>
                <a:tab pos="4813300" algn="l"/>
              </a:tabLst>
            </a:pPr>
            <a:r>
              <a:rPr lang="en-US" sz="2000" b="1" i="1" spc="-85" dirty="0">
                <a:solidFill>
                  <a:srgbClr val="7030A0"/>
                </a:solidFill>
                <a:latin typeface="Trebuchet MS"/>
                <a:cs typeface="Trebuchet MS"/>
              </a:rPr>
              <a:t>Probe 1-&gt;</a:t>
            </a:r>
            <a:r>
              <a:rPr lang="en-US" sz="2000" spc="-75" dirty="0">
                <a:latin typeface="Trebuchet MS"/>
                <a:cs typeface="Trebuchet MS"/>
              </a:rPr>
              <a:t>f(65)=(65%15)=</a:t>
            </a:r>
            <a:r>
              <a:rPr lang="en-US" sz="2000" b="1" i="1" spc="-75" dirty="0" smtClean="0">
                <a:solidFill>
                  <a:srgbClr val="C00000"/>
                </a:solidFill>
                <a:latin typeface="Trebuchet MS"/>
                <a:cs typeface="Trebuchet MS"/>
              </a:rPr>
              <a:t>t=5  </a:t>
            </a:r>
            <a:r>
              <a:rPr lang="en-US" sz="2000" spc="-75" dirty="0" smtClean="0">
                <a:solidFill>
                  <a:srgbClr val="FF0000"/>
                </a:solidFill>
                <a:latin typeface="Trebuchet MS"/>
                <a:cs typeface="Trebuchet MS"/>
              </a:rPr>
              <a:t>[Co</a:t>
            </a:r>
            <a:r>
              <a:rPr lang="en-US" sz="2400" spc="-75" dirty="0" smtClean="0">
                <a:solidFill>
                  <a:srgbClr val="FF0000"/>
                </a:solidFill>
                <a:latin typeface="Trebuchet MS"/>
                <a:cs typeface="Trebuchet MS"/>
              </a:rPr>
              <a:t>llision </a:t>
            </a:r>
            <a:r>
              <a:rPr lang="en-US" sz="2400" spc="-60" dirty="0" smtClean="0">
                <a:solidFill>
                  <a:srgbClr val="FF0000"/>
                </a:solidFill>
                <a:latin typeface="Trebuchet MS"/>
                <a:cs typeface="Trebuchet MS"/>
              </a:rPr>
              <a:t>Occurred]</a:t>
            </a:r>
            <a:endParaRPr lang="en-US" sz="2200" b="1" u="sng" spc="-120" dirty="0" smtClean="0">
              <a:solidFill>
                <a:srgbClr val="00AF50"/>
              </a:solidFill>
              <a:latin typeface="Trebuchet MS"/>
              <a:cs typeface="Trebuchet MS"/>
            </a:endParaRPr>
          </a:p>
          <a:p>
            <a:pPr marL="388620">
              <a:lnSpc>
                <a:spcPct val="100000"/>
              </a:lnSpc>
              <a:spcBef>
                <a:spcPts val="610"/>
              </a:spcBef>
              <a:tabLst>
                <a:tab pos="4813300" algn="l"/>
              </a:tabLst>
            </a:pPr>
            <a:r>
              <a:rPr lang="en-US" sz="2200" b="1" u="sng" spc="-120" dirty="0" smtClean="0">
                <a:solidFill>
                  <a:srgbClr val="00AF50"/>
                </a:solidFill>
                <a:latin typeface="Trebuchet MS"/>
                <a:cs typeface="Trebuchet MS"/>
              </a:rPr>
              <a:t>In case of collision apply Second</a:t>
            </a:r>
            <a:r>
              <a:rPr lang="en-US" sz="2200" b="1" u="sng" spc="-95" dirty="0" smtClean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lang="en-US" sz="2200" b="1" u="sng" spc="-75" dirty="0">
                <a:solidFill>
                  <a:srgbClr val="00AF50"/>
                </a:solidFill>
                <a:latin typeface="Trebuchet MS"/>
                <a:cs typeface="Trebuchet MS"/>
              </a:rPr>
              <a:t>Hash</a:t>
            </a:r>
            <a:r>
              <a:rPr lang="en-US" sz="2200" b="1" u="sng" spc="-8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lang="en-US" sz="2200" b="1" u="sng" spc="-150" dirty="0" smtClean="0">
                <a:solidFill>
                  <a:srgbClr val="00AF50"/>
                </a:solidFill>
                <a:latin typeface="Trebuchet MS"/>
                <a:cs typeface="Trebuchet MS"/>
              </a:rPr>
              <a:t>Function</a:t>
            </a:r>
          </a:p>
          <a:p>
            <a:pPr marL="388620">
              <a:lnSpc>
                <a:spcPct val="100000"/>
              </a:lnSpc>
              <a:spcBef>
                <a:spcPts val="610"/>
              </a:spcBef>
              <a:tabLst>
                <a:tab pos="4813300" algn="l"/>
              </a:tabLst>
            </a:pPr>
            <a:r>
              <a:rPr lang="en-US" sz="2200" b="1" spc="-85" dirty="0">
                <a:latin typeface="Trebuchet MS"/>
                <a:cs typeface="Trebuchet MS"/>
              </a:rPr>
              <a:t> </a:t>
            </a:r>
            <a:r>
              <a:rPr lang="en-US" sz="2200" b="1" spc="-85" dirty="0" smtClean="0">
                <a:latin typeface="Trebuchet MS"/>
                <a:cs typeface="Trebuchet MS"/>
              </a:rPr>
              <a:t>     f</a:t>
            </a:r>
            <a:r>
              <a:rPr lang="en-US" sz="2200" b="1" spc="-127" baseline="-21164" dirty="0" smtClean="0">
                <a:latin typeface="Trebuchet MS"/>
                <a:cs typeface="Trebuchet MS"/>
              </a:rPr>
              <a:t>2</a:t>
            </a:r>
            <a:r>
              <a:rPr lang="en-US" sz="2200" b="1" spc="-85" dirty="0" smtClean="0">
                <a:latin typeface="Trebuchet MS"/>
                <a:cs typeface="Trebuchet MS"/>
              </a:rPr>
              <a:t>(x</a:t>
            </a:r>
            <a:r>
              <a:rPr lang="en-US" sz="2200" b="1" spc="-85" dirty="0">
                <a:latin typeface="Trebuchet MS"/>
                <a:cs typeface="Trebuchet MS"/>
              </a:rPr>
              <a:t>)=</a:t>
            </a:r>
            <a:r>
              <a:rPr lang="en-US" sz="2200" b="1" spc="-75" dirty="0">
                <a:latin typeface="Trebuchet MS"/>
                <a:cs typeface="Trebuchet MS"/>
              </a:rPr>
              <a:t> </a:t>
            </a:r>
            <a:r>
              <a:rPr lang="en-US" sz="2200" b="1" spc="-75" dirty="0" smtClean="0">
                <a:latin typeface="Trebuchet MS"/>
                <a:cs typeface="Trebuchet MS"/>
              </a:rPr>
              <a:t>11</a:t>
            </a:r>
            <a:r>
              <a:rPr lang="en-US" sz="2200" b="1" dirty="0">
                <a:latin typeface="Microsoft Sans Serif"/>
                <a:cs typeface="Microsoft Sans Serif"/>
              </a:rPr>
              <a:t>-</a:t>
            </a:r>
            <a:r>
              <a:rPr lang="en-US" sz="2200" b="1" spc="-75" dirty="0" smtClean="0">
                <a:latin typeface="Trebuchet MS"/>
                <a:cs typeface="Trebuchet MS"/>
              </a:rPr>
              <a:t>(x </a:t>
            </a:r>
            <a:r>
              <a:rPr lang="en-US" sz="2200" b="1" spc="245" dirty="0" smtClean="0">
                <a:latin typeface="Trebuchet MS"/>
                <a:cs typeface="Trebuchet MS"/>
              </a:rPr>
              <a:t>%</a:t>
            </a:r>
            <a:r>
              <a:rPr lang="en-US" sz="2200" b="1" spc="-95" dirty="0" smtClean="0">
                <a:latin typeface="Trebuchet MS"/>
                <a:cs typeface="Trebuchet MS"/>
              </a:rPr>
              <a:t>11)</a:t>
            </a:r>
          </a:p>
          <a:p>
            <a:pPr marL="388620">
              <a:spcBef>
                <a:spcPts val="610"/>
              </a:spcBef>
              <a:tabLst>
                <a:tab pos="4813300" algn="l"/>
              </a:tabLst>
            </a:pPr>
            <a:r>
              <a:rPr lang="en-US" sz="2200" spc="-75" dirty="0" smtClean="0">
                <a:latin typeface="Trebuchet MS"/>
                <a:cs typeface="Trebuchet MS"/>
              </a:rPr>
              <a:t>      f</a:t>
            </a:r>
            <a:r>
              <a:rPr lang="en-US" sz="2200" spc="-112" baseline="-21164" dirty="0" smtClean="0">
                <a:latin typeface="Trebuchet MS"/>
                <a:cs typeface="Trebuchet MS"/>
              </a:rPr>
              <a:t>2</a:t>
            </a:r>
            <a:r>
              <a:rPr lang="en-US" sz="2200" spc="-75" dirty="0" smtClean="0">
                <a:latin typeface="Trebuchet MS"/>
                <a:cs typeface="Trebuchet MS"/>
              </a:rPr>
              <a:t>(65</a:t>
            </a:r>
            <a:r>
              <a:rPr lang="en-US" sz="2200" spc="-75" dirty="0">
                <a:latin typeface="Trebuchet MS"/>
                <a:cs typeface="Trebuchet MS"/>
              </a:rPr>
              <a:t>)=(</a:t>
            </a:r>
            <a:r>
              <a:rPr lang="en-US" sz="2200" spc="-75" dirty="0" smtClean="0">
                <a:latin typeface="Trebuchet MS"/>
                <a:cs typeface="Trebuchet MS"/>
              </a:rPr>
              <a:t>11-(65%11))= </a:t>
            </a:r>
            <a:r>
              <a:rPr lang="en-US" sz="2400" b="1" i="1" spc="-75" dirty="0" smtClean="0">
                <a:solidFill>
                  <a:srgbClr val="C00000"/>
                </a:solidFill>
                <a:latin typeface="Trebuchet MS"/>
                <a:cs typeface="Trebuchet MS"/>
              </a:rPr>
              <a:t>d=1</a:t>
            </a:r>
            <a:r>
              <a:rPr lang="en-US" sz="2200" spc="-95" dirty="0" smtClean="0">
                <a:latin typeface="Trebuchet MS"/>
                <a:cs typeface="Trebuchet MS"/>
              </a:rPr>
              <a:t> </a:t>
            </a:r>
          </a:p>
          <a:p>
            <a:pPr marL="731520" indent="-342900">
              <a:lnSpc>
                <a:spcPct val="100000"/>
              </a:lnSpc>
              <a:spcBef>
                <a:spcPts val="610"/>
              </a:spcBef>
              <a:buFont typeface="Arial" panose="020B0604020202020204" pitchFamily="34" charset="0"/>
              <a:buChar char="•"/>
              <a:tabLst>
                <a:tab pos="4813300" algn="l"/>
              </a:tabLst>
            </a:pPr>
            <a:r>
              <a:rPr lang="en-US" sz="2000" b="1" i="1" spc="-85" dirty="0">
                <a:solidFill>
                  <a:srgbClr val="7030A0"/>
                </a:solidFill>
                <a:latin typeface="Trebuchet MS"/>
                <a:cs typeface="Trebuchet MS"/>
              </a:rPr>
              <a:t>Probe 2</a:t>
            </a:r>
            <a:r>
              <a:rPr lang="en-US" sz="2000" spc="-85" dirty="0">
                <a:latin typeface="Trebuchet MS"/>
                <a:cs typeface="Trebuchet MS"/>
              </a:rPr>
              <a:t>-&gt;(</a:t>
            </a:r>
            <a:r>
              <a:rPr lang="en-US" sz="2000" spc="-75" dirty="0">
                <a:latin typeface="Trebuchet MS"/>
                <a:cs typeface="Trebuchet MS"/>
              </a:rPr>
              <a:t>t+1d</a:t>
            </a:r>
            <a:r>
              <a:rPr lang="en-US" sz="2000" spc="-75" dirty="0" smtClean="0">
                <a:latin typeface="Trebuchet MS"/>
                <a:cs typeface="Trebuchet MS"/>
              </a:rPr>
              <a:t>)%</a:t>
            </a:r>
            <a:r>
              <a:rPr lang="en-US" sz="2000" spc="-75" dirty="0">
                <a:latin typeface="Trebuchet MS"/>
                <a:cs typeface="Trebuchet MS"/>
              </a:rPr>
              <a:t>N</a:t>
            </a:r>
            <a:r>
              <a:rPr lang="en-US" sz="2000" spc="-75" dirty="0" smtClean="0">
                <a:latin typeface="Trebuchet MS"/>
                <a:cs typeface="Trebuchet MS"/>
              </a:rPr>
              <a:t>=(</a:t>
            </a:r>
            <a:r>
              <a:rPr lang="en-US" sz="2000" spc="-75" dirty="0">
                <a:latin typeface="Trebuchet MS"/>
                <a:cs typeface="Trebuchet MS"/>
              </a:rPr>
              <a:t>5+1*1)%15 =6</a:t>
            </a:r>
          </a:p>
          <a:p>
            <a:pPr marL="731520" indent="-342900">
              <a:spcBef>
                <a:spcPts val="610"/>
              </a:spcBef>
              <a:buFont typeface="Arial" panose="020B0604020202020204" pitchFamily="34" charset="0"/>
              <a:buChar char="•"/>
              <a:tabLst>
                <a:tab pos="4813300" algn="l"/>
              </a:tabLst>
            </a:pPr>
            <a:r>
              <a:rPr lang="en-US" sz="2000" b="1" i="1" spc="-85" dirty="0">
                <a:solidFill>
                  <a:srgbClr val="7030A0"/>
                </a:solidFill>
                <a:latin typeface="Trebuchet MS"/>
                <a:cs typeface="Trebuchet MS"/>
              </a:rPr>
              <a:t>Probe 3</a:t>
            </a:r>
            <a:r>
              <a:rPr lang="en-US" sz="2000" spc="-85" dirty="0">
                <a:latin typeface="Trebuchet MS"/>
                <a:cs typeface="Trebuchet MS"/>
              </a:rPr>
              <a:t>-&gt;(</a:t>
            </a:r>
            <a:r>
              <a:rPr lang="en-US" sz="2000" spc="-75" dirty="0">
                <a:latin typeface="Trebuchet MS"/>
                <a:cs typeface="Trebuchet MS"/>
              </a:rPr>
              <a:t>t+2d</a:t>
            </a:r>
            <a:r>
              <a:rPr lang="en-US" sz="2000" spc="-75" dirty="0" smtClean="0">
                <a:latin typeface="Trebuchet MS"/>
                <a:cs typeface="Trebuchet MS"/>
              </a:rPr>
              <a:t>)%</a:t>
            </a:r>
            <a:r>
              <a:rPr lang="en-US" sz="2000" spc="-75" dirty="0">
                <a:latin typeface="Trebuchet MS"/>
                <a:cs typeface="Trebuchet MS"/>
              </a:rPr>
              <a:t>N</a:t>
            </a:r>
            <a:r>
              <a:rPr lang="en-US" sz="2000" spc="-75" dirty="0" smtClean="0">
                <a:latin typeface="Trebuchet MS"/>
                <a:cs typeface="Trebuchet MS"/>
              </a:rPr>
              <a:t> </a:t>
            </a:r>
            <a:r>
              <a:rPr lang="en-US" sz="2000" spc="-75" dirty="0">
                <a:latin typeface="Trebuchet MS"/>
                <a:cs typeface="Trebuchet MS"/>
              </a:rPr>
              <a:t>=(5+2*1)%15 =</a:t>
            </a:r>
            <a:r>
              <a:rPr lang="en-US" sz="2000" spc="-75" dirty="0" smtClean="0">
                <a:latin typeface="Trebuchet MS"/>
                <a:cs typeface="Trebuchet MS"/>
              </a:rPr>
              <a:t>7</a:t>
            </a:r>
            <a:endParaRPr lang="en-US" sz="2000" dirty="0">
              <a:latin typeface="Trebuchet MS"/>
              <a:cs typeface="Trebuchet MS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3886200" y="2895600"/>
            <a:ext cx="304800" cy="304800"/>
          </a:xfrm>
          <a:prstGeom prst="ellipse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1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4419600" y="2895600"/>
            <a:ext cx="304800" cy="304800"/>
          </a:xfrm>
          <a:prstGeom prst="ellipse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3" name="Oval 32"/>
          <p:cNvSpPr/>
          <p:nvPr/>
        </p:nvSpPr>
        <p:spPr>
          <a:xfrm>
            <a:off x="4953000" y="2971800"/>
            <a:ext cx="304800" cy="304800"/>
          </a:xfrm>
          <a:prstGeom prst="ellipse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938212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4820</TotalTime>
  <Words>1361</Words>
  <Application>Microsoft Office PowerPoint</Application>
  <PresentationFormat>On-screen Show (4:3)</PresentationFormat>
  <Paragraphs>349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0" baseType="lpstr">
      <vt:lpstr>Arial</vt:lpstr>
      <vt:lpstr>Calibri</vt:lpstr>
      <vt:lpstr>Courier New</vt:lpstr>
      <vt:lpstr>Microsoft Sans Serif</vt:lpstr>
      <vt:lpstr>Segoe UI Symbol</vt:lpstr>
      <vt:lpstr>Symbol</vt:lpstr>
      <vt:lpstr>Times New Roman</vt:lpstr>
      <vt:lpstr>Trebuchet MS</vt:lpstr>
      <vt:lpstr>Verdana</vt:lpstr>
      <vt:lpstr>Office Theme</vt:lpstr>
      <vt:lpstr>BCS202L- Data Structures and  Algorithms</vt:lpstr>
      <vt:lpstr>BCS202L- Data Structures and  Algorithms</vt:lpstr>
      <vt:lpstr>PowerPoint Presentation</vt:lpstr>
      <vt:lpstr>BCS202L- Data Structures and  Algorithms</vt:lpstr>
      <vt:lpstr>Module 6: Hashing</vt:lpstr>
      <vt:lpstr>Hashing</vt:lpstr>
      <vt:lpstr>Goals of Hash- ADT</vt:lpstr>
      <vt:lpstr>Hashing- General Idea</vt:lpstr>
      <vt:lpstr>HASH Table</vt:lpstr>
      <vt:lpstr>Problems in Hash Table ADT</vt:lpstr>
      <vt:lpstr>Hash Functions</vt:lpstr>
      <vt:lpstr>Hash Functions</vt:lpstr>
      <vt:lpstr>Hash Functions</vt:lpstr>
      <vt:lpstr>Handling Collisions</vt:lpstr>
      <vt:lpstr>Open Hashing - Separate Chaining</vt:lpstr>
      <vt:lpstr>Separate Chaining: Disadvantages</vt:lpstr>
      <vt:lpstr>Closed Hashing(Open Addressing)</vt:lpstr>
      <vt:lpstr>Linear Probing</vt:lpstr>
      <vt:lpstr>Linear Probing</vt:lpstr>
      <vt:lpstr>Linear Probing</vt:lpstr>
      <vt:lpstr>Example: Let us consider a simple hash function as “key mod 7” and a sequence of keys as 50, 700, 76, 85, 92, 73, 101, which means hash(key)=key%S, here S=size of the table =7,indexed from 0 to 6.</vt:lpstr>
      <vt:lpstr>Linear Probing</vt:lpstr>
      <vt:lpstr>Closed Hashing(Open Addressing)</vt:lpstr>
      <vt:lpstr>Quadratic Probing</vt:lpstr>
      <vt:lpstr>PowerPoint Presentation</vt:lpstr>
      <vt:lpstr>Quadratic Probing</vt:lpstr>
      <vt:lpstr>Closed Hashing(Open Addressing)</vt:lpstr>
      <vt:lpstr>Double Hashing</vt:lpstr>
      <vt:lpstr>Double Hashing</vt:lpstr>
      <vt:lpstr>Double Hashing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1: Introduction to Cryptography             (4 Hours)</dc:title>
  <dc:creator>Jamuna</dc:creator>
  <cp:lastModifiedBy>Windows User</cp:lastModifiedBy>
  <cp:revision>70</cp:revision>
  <dcterms:created xsi:type="dcterms:W3CDTF">2023-05-23T10:56:46Z</dcterms:created>
  <dcterms:modified xsi:type="dcterms:W3CDTF">2023-05-31T09:54:28Z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2022-11-17T00:00:00Z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2023-05-23T00:00:00Z</vt:filetime>
  </property>
</Properties>
</file>