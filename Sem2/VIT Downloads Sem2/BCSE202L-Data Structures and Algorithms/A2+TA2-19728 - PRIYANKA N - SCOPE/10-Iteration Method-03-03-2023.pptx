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81" r:id="rId6"/>
    <p:sldId id="279" r:id="rId7"/>
    <p:sldId id="280" r:id="rId8"/>
    <p:sldId id="260" r:id="rId9"/>
    <p:sldId id="282" r:id="rId10"/>
    <p:sldId id="283" r:id="rId11"/>
    <p:sldId id="284" r:id="rId12"/>
    <p:sldId id="285" r:id="rId13"/>
    <p:sldId id="286" r:id="rId14"/>
    <p:sldId id="287" r:id="rId15"/>
    <p:sldId id="288" r:id="rId16"/>
    <p:sldId id="289" r:id="rId17"/>
    <p:sldId id="290" r:id="rId18"/>
    <p:sldId id="278" r:id="rId19"/>
    <p:sldId id="277" r:id="rId20"/>
    <p:sldId id="292" r:id="rId21"/>
    <p:sldId id="261" r:id="rId22"/>
    <p:sldId id="314" r:id="rId23"/>
    <p:sldId id="262" r:id="rId24"/>
    <p:sldId id="294" r:id="rId25"/>
    <p:sldId id="295" r:id="rId26"/>
    <p:sldId id="296" r:id="rId27"/>
    <p:sldId id="297" r:id="rId28"/>
    <p:sldId id="298" r:id="rId29"/>
    <p:sldId id="299" r:id="rId30"/>
    <p:sldId id="300" r:id="rId31"/>
    <p:sldId id="301" r:id="rId32"/>
    <p:sldId id="302" r:id="rId33"/>
    <p:sldId id="303" r:id="rId34"/>
    <p:sldId id="304" r:id="rId35"/>
    <p:sldId id="305" r:id="rId36"/>
    <p:sldId id="306" r:id="rId37"/>
    <p:sldId id="307" r:id="rId38"/>
    <p:sldId id="308" r:id="rId39"/>
    <p:sldId id="309" r:id="rId40"/>
    <p:sldId id="310" r:id="rId41"/>
    <p:sldId id="311" r:id="rId42"/>
    <p:sldId id="312" r:id="rId43"/>
    <p:sldId id="315" r:id="rId44"/>
    <p:sldId id="263" r:id="rId45"/>
    <p:sldId id="316" r:id="rId46"/>
    <p:sldId id="317" r:id="rId47"/>
    <p:sldId id="318" r:id="rId48"/>
    <p:sldId id="319" r:id="rId49"/>
    <p:sldId id="320" r:id="rId50"/>
    <p:sldId id="321" r:id="rId51"/>
    <p:sldId id="322" r:id="rId52"/>
    <p:sldId id="323" r:id="rId53"/>
    <p:sldId id="324" r:id="rId54"/>
    <p:sldId id="325" r:id="rId55"/>
    <p:sldId id="326" r:id="rId56"/>
    <p:sldId id="327" r:id="rId57"/>
    <p:sldId id="328" r:id="rId58"/>
    <p:sldId id="329" r:id="rId59"/>
    <p:sldId id="330" r:id="rId60"/>
    <p:sldId id="331" r:id="rId61"/>
    <p:sldId id="332" r:id="rId62"/>
    <p:sldId id="333" r:id="rId63"/>
    <p:sldId id="334" r:id="rId64"/>
    <p:sldId id="264" r:id="rId65"/>
    <p:sldId id="265" r:id="rId66"/>
    <p:sldId id="360" r:id="rId67"/>
    <p:sldId id="266" r:id="rId68"/>
    <p:sldId id="361" r:id="rId69"/>
    <p:sldId id="337" r:id="rId70"/>
    <p:sldId id="338" r:id="rId71"/>
    <p:sldId id="336" r:id="rId72"/>
    <p:sldId id="339" r:id="rId73"/>
    <p:sldId id="340" r:id="rId74"/>
    <p:sldId id="341" r:id="rId75"/>
    <p:sldId id="342" r:id="rId76"/>
    <p:sldId id="343" r:id="rId77"/>
    <p:sldId id="344" r:id="rId78"/>
    <p:sldId id="345" r:id="rId79"/>
    <p:sldId id="346" r:id="rId80"/>
    <p:sldId id="348" r:id="rId81"/>
    <p:sldId id="349" r:id="rId82"/>
    <p:sldId id="347" r:id="rId83"/>
    <p:sldId id="350" r:id="rId84"/>
    <p:sldId id="351" r:id="rId85"/>
    <p:sldId id="270" r:id="rId86"/>
    <p:sldId id="352" r:id="rId87"/>
    <p:sldId id="362" r:id="rId88"/>
    <p:sldId id="353" r:id="rId89"/>
    <p:sldId id="354" r:id="rId90"/>
    <p:sldId id="355" r:id="rId91"/>
    <p:sldId id="357" r:id="rId92"/>
    <p:sldId id="358" r:id="rId9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23" autoAdjust="0"/>
    <p:restoredTop sz="94660"/>
  </p:normalViewPr>
  <p:slideViewPr>
    <p:cSldViewPr>
      <p:cViewPr varScale="1">
        <p:scale>
          <a:sx n="85" d="100"/>
          <a:sy n="85" d="100"/>
        </p:scale>
        <p:origin x="1440" y="5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viewProps" Target="view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B10E1-AD0E-4924-8D4B-342FE1361383}" type="datetimeFigureOut">
              <a:rPr lang="en-IN" smtClean="0"/>
              <a:t>10-03-2023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79800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B10E1-AD0E-4924-8D4B-342FE1361383}" type="datetimeFigureOut">
              <a:rPr lang="en-IN" smtClean="0"/>
              <a:t>10-03-2023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98936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B10E1-AD0E-4924-8D4B-342FE1361383}" type="datetimeFigureOut">
              <a:rPr lang="en-IN" smtClean="0"/>
              <a:t>10-03-2023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42184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B10E1-AD0E-4924-8D4B-342FE1361383}" type="datetimeFigureOut">
              <a:rPr lang="en-IN" smtClean="0"/>
              <a:t>10-03-2023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53050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B10E1-AD0E-4924-8D4B-342FE1361383}" type="datetimeFigureOut">
              <a:rPr lang="en-IN" smtClean="0"/>
              <a:t>10-03-2023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2820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B10E1-AD0E-4924-8D4B-342FE1361383}" type="datetimeFigureOut">
              <a:rPr lang="en-IN" smtClean="0"/>
              <a:t>10-03-2023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41887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B10E1-AD0E-4924-8D4B-342FE1361383}" type="datetimeFigureOut">
              <a:rPr lang="en-IN" smtClean="0"/>
              <a:t>10-03-2023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6831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B10E1-AD0E-4924-8D4B-342FE1361383}" type="datetimeFigureOut">
              <a:rPr lang="en-IN" smtClean="0"/>
              <a:t>10-03-2023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6514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B10E1-AD0E-4924-8D4B-342FE1361383}" type="datetimeFigureOut">
              <a:rPr lang="en-IN" smtClean="0"/>
              <a:t>10-03-2023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4553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B10E1-AD0E-4924-8D4B-342FE1361383}" type="datetimeFigureOut">
              <a:rPr lang="en-IN" smtClean="0"/>
              <a:t>10-03-2023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0425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B10E1-AD0E-4924-8D4B-342FE1361383}" type="datetimeFigureOut">
              <a:rPr lang="en-IN" smtClean="0"/>
              <a:t>10-03-2023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8561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2B10E1-AD0E-4924-8D4B-342FE1361383}" type="datetimeFigureOut">
              <a:rPr lang="en-IN" smtClean="0"/>
              <a:t>10-03-2023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EE480C-3906-4F97-90C0-5DC7E2EFDD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7613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Algorithm Analysis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 smtClean="0">
                <a:solidFill>
                  <a:srgbClr val="7030A0"/>
                </a:solidFill>
              </a:rPr>
              <a:t>Module 1</a:t>
            </a:r>
          </a:p>
          <a:p>
            <a:r>
              <a:rPr lang="en-IN" b="1" dirty="0" err="1" smtClean="0">
                <a:solidFill>
                  <a:srgbClr val="C00000"/>
                </a:solidFill>
              </a:rPr>
              <a:t>Dr.</a:t>
            </a:r>
            <a:r>
              <a:rPr lang="en-IN" b="1" dirty="0" smtClean="0">
                <a:solidFill>
                  <a:srgbClr val="C00000"/>
                </a:solidFill>
              </a:rPr>
              <a:t> Priyanka N</a:t>
            </a:r>
            <a:endParaRPr lang="en-IN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5858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 smtClean="0"/>
              <a:t>What is f(n)</a:t>
            </a:r>
          </a:p>
          <a:p>
            <a:pPr lvl="1"/>
            <a:r>
              <a:rPr lang="en-IN" dirty="0"/>
              <a:t> </a:t>
            </a:r>
            <a:r>
              <a:rPr lang="en-IN" dirty="0" smtClean="0"/>
              <a:t>time taken by the algorithm to execute this is not the real time it is an approximate time</a:t>
            </a:r>
          </a:p>
          <a:p>
            <a:r>
              <a:rPr lang="en-IN" dirty="0" smtClean="0"/>
              <a:t>How to find it out f(n)</a:t>
            </a:r>
          </a:p>
          <a:p>
            <a:pPr marL="0" indent="0">
              <a:buNone/>
            </a:pPr>
            <a:r>
              <a:rPr lang="en-IN" dirty="0" smtClean="0"/>
              <a:t>Two Types of algorithm</a:t>
            </a:r>
          </a:p>
          <a:p>
            <a:pPr lvl="1"/>
            <a:r>
              <a:rPr lang="en-IN" dirty="0" smtClean="0"/>
              <a:t>Iterative</a:t>
            </a:r>
          </a:p>
          <a:p>
            <a:pPr lvl="2"/>
            <a:r>
              <a:rPr lang="en-IN" dirty="0" smtClean="0"/>
              <a:t>No of time loop executes</a:t>
            </a:r>
          </a:p>
          <a:p>
            <a:pPr lvl="1"/>
            <a:r>
              <a:rPr lang="en-IN" dirty="0" smtClean="0"/>
              <a:t>Recursion</a:t>
            </a:r>
          </a:p>
          <a:p>
            <a:pPr lvl="2"/>
            <a:r>
              <a:rPr lang="en-IN" dirty="0" smtClean="0"/>
              <a:t>Backward Substitution</a:t>
            </a:r>
          </a:p>
          <a:p>
            <a:pPr lvl="2"/>
            <a:endParaRPr lang="en-IN" dirty="0"/>
          </a:p>
          <a:p>
            <a:pPr marL="914400" lvl="2" indent="0">
              <a:buNone/>
            </a:pPr>
            <a:r>
              <a:rPr lang="en-IN" dirty="0" smtClean="0"/>
              <a:t>NOTE: CONSTANT O(1)</a:t>
            </a:r>
            <a:endParaRPr lang="en-IN" dirty="0"/>
          </a:p>
        </p:txBody>
      </p:sp>
      <p:graphicFrame>
        <p:nvGraphicFramePr>
          <p:cNvPr id="4" name="Object 3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355030025"/>
              </p:ext>
            </p:extLst>
          </p:nvPr>
        </p:nvGraphicFramePr>
        <p:xfrm>
          <a:off x="4929040" y="2996952"/>
          <a:ext cx="4236664" cy="25382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1" name="Paint Shop Pro Image" r:id="rId3" imgW="7619512" imgH="4565854" progId="PaintShopPro">
                  <p:embed/>
                </p:oleObj>
              </mc:Choice>
              <mc:Fallback>
                <p:oleObj name="Paint Shop Pro Image" r:id="rId3" imgW="7619512" imgH="4565854" progId="PaintShopPro">
                  <p:embed/>
                  <p:pic>
                    <p:nvPicPr>
                      <p:cNvPr id="0" name="Object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9040" y="2996952"/>
                        <a:ext cx="4236664" cy="25382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8189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Algorithms for computing the</a:t>
            </a:r>
            <a:br>
              <a:rPr lang="en-IN" dirty="0"/>
            </a:br>
            <a:r>
              <a:rPr lang="en-IN" dirty="0"/>
              <a:t>Factorial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132856"/>
            <a:ext cx="356388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int</a:t>
            </a:r>
            <a:r>
              <a:rPr lang="en-IN" dirty="0"/>
              <a:t> factorial (</a:t>
            </a:r>
            <a:r>
              <a:rPr lang="en-IN" dirty="0" err="1"/>
              <a:t>int</a:t>
            </a:r>
            <a:r>
              <a:rPr lang="en-IN" dirty="0"/>
              <a:t> n)</a:t>
            </a:r>
          </a:p>
          <a:p>
            <a:r>
              <a:rPr lang="en-IN" dirty="0"/>
              <a:t>{</a:t>
            </a:r>
          </a:p>
          <a:p>
            <a:r>
              <a:rPr lang="en-IN" dirty="0"/>
              <a:t> </a:t>
            </a:r>
            <a:r>
              <a:rPr lang="en-IN" dirty="0" smtClean="0"/>
              <a:t>     If </a:t>
            </a:r>
            <a:r>
              <a:rPr lang="en-IN" dirty="0"/>
              <a:t>(n &lt;= 1)</a:t>
            </a:r>
          </a:p>
          <a:p>
            <a:r>
              <a:rPr lang="en-IN" dirty="0" smtClean="0"/>
              <a:t>	return </a:t>
            </a:r>
            <a:r>
              <a:rPr lang="en-IN" dirty="0"/>
              <a:t>1;</a:t>
            </a:r>
          </a:p>
          <a:p>
            <a:r>
              <a:rPr lang="en-IN" dirty="0" smtClean="0"/>
              <a:t>      else</a:t>
            </a:r>
            <a:endParaRPr lang="en-IN" dirty="0"/>
          </a:p>
          <a:p>
            <a:r>
              <a:rPr lang="en-IN" dirty="0" smtClean="0"/>
              <a:t>	return </a:t>
            </a:r>
            <a:r>
              <a:rPr lang="en-IN" dirty="0"/>
              <a:t>n </a:t>
            </a:r>
            <a:r>
              <a:rPr lang="en-IN" dirty="0" smtClean="0"/>
              <a:t>* factorial(n-1</a:t>
            </a:r>
            <a:r>
              <a:rPr lang="en-IN" dirty="0"/>
              <a:t>);</a:t>
            </a:r>
          </a:p>
          <a:p>
            <a:r>
              <a:rPr lang="en-IN" dirty="0"/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90256" y="2132856"/>
            <a:ext cx="489654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int</a:t>
            </a:r>
            <a:r>
              <a:rPr lang="en-IN" dirty="0"/>
              <a:t> factorial (</a:t>
            </a:r>
            <a:r>
              <a:rPr lang="en-IN" dirty="0" err="1"/>
              <a:t>int</a:t>
            </a:r>
            <a:r>
              <a:rPr lang="en-IN" dirty="0"/>
              <a:t> n)</a:t>
            </a:r>
          </a:p>
          <a:p>
            <a:r>
              <a:rPr lang="en-IN" dirty="0" smtClean="0"/>
              <a:t>{   fact =1;</a:t>
            </a:r>
            <a:endParaRPr lang="en-IN" dirty="0"/>
          </a:p>
          <a:p>
            <a:r>
              <a:rPr lang="en-IN" dirty="0" smtClean="0"/>
              <a:t>	if </a:t>
            </a:r>
            <a:r>
              <a:rPr lang="en-IN" dirty="0"/>
              <a:t>(n&lt;=1)</a:t>
            </a:r>
          </a:p>
          <a:p>
            <a:r>
              <a:rPr lang="en-IN" dirty="0" smtClean="0"/>
              <a:t>		return </a:t>
            </a:r>
            <a:r>
              <a:rPr lang="en-IN" dirty="0"/>
              <a:t>1;</a:t>
            </a:r>
          </a:p>
          <a:p>
            <a:r>
              <a:rPr lang="en-IN" dirty="0" smtClean="0"/>
              <a:t>	else </a:t>
            </a:r>
            <a:r>
              <a:rPr lang="en-IN" dirty="0"/>
              <a:t>{</a:t>
            </a:r>
          </a:p>
          <a:p>
            <a:r>
              <a:rPr lang="en-IN" dirty="0" smtClean="0"/>
              <a:t>		</a:t>
            </a:r>
            <a:r>
              <a:rPr lang="nn-NO" dirty="0" smtClean="0"/>
              <a:t>for </a:t>
            </a:r>
            <a:r>
              <a:rPr lang="nn-NO" dirty="0"/>
              <a:t>(k=2; k&lt;=n; k++)</a:t>
            </a:r>
          </a:p>
          <a:p>
            <a:r>
              <a:rPr lang="en-IN" dirty="0" smtClean="0"/>
              <a:t>		fact </a:t>
            </a:r>
            <a:r>
              <a:rPr lang="en-IN" dirty="0"/>
              <a:t>*= k;</a:t>
            </a:r>
          </a:p>
          <a:p>
            <a:r>
              <a:rPr lang="en-IN" dirty="0" smtClean="0"/>
              <a:t>		return </a:t>
            </a:r>
            <a:r>
              <a:rPr lang="en-IN" dirty="0"/>
              <a:t>fact;</a:t>
            </a:r>
          </a:p>
          <a:p>
            <a:r>
              <a:rPr lang="en-IN" dirty="0" smtClean="0"/>
              <a:t>		}</a:t>
            </a:r>
            <a:endParaRPr lang="en-IN" dirty="0"/>
          </a:p>
          <a:p>
            <a:r>
              <a:rPr lang="en-IN" dirty="0" smtClean="0"/>
              <a:t>	}</a:t>
            </a:r>
            <a:endParaRPr lang="en-IN" dirty="0"/>
          </a:p>
        </p:txBody>
      </p:sp>
      <p:sp>
        <p:nvSpPr>
          <p:cNvPr id="3" name="Rectangle 2"/>
          <p:cNvSpPr/>
          <p:nvPr/>
        </p:nvSpPr>
        <p:spPr>
          <a:xfrm>
            <a:off x="3859497" y="1590581"/>
            <a:ext cx="14250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en-IN" dirty="0"/>
              <a:t>Iterative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439527" y="1490061"/>
            <a:ext cx="15648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en-IN" dirty="0"/>
              <a:t>Recursion</a:t>
            </a:r>
          </a:p>
        </p:txBody>
      </p:sp>
    </p:spTree>
    <p:extLst>
      <p:ext uri="{BB962C8B-B14F-4D97-AF65-F5344CB8AC3E}">
        <p14:creationId xmlns:p14="http://schemas.microsoft.com/office/powerpoint/2010/main" val="3209912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Box 3"/>
          <p:cNvSpPr txBox="1"/>
          <p:nvPr/>
        </p:nvSpPr>
        <p:spPr>
          <a:xfrm>
            <a:off x="539552" y="2132856"/>
            <a:ext cx="662473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Function()</a:t>
            </a:r>
          </a:p>
          <a:p>
            <a:r>
              <a:rPr lang="en-IN" dirty="0" smtClean="0"/>
              <a:t>{</a:t>
            </a:r>
          </a:p>
          <a:p>
            <a:r>
              <a:rPr lang="en-IN" dirty="0" smtClean="0"/>
              <a:t>	</a:t>
            </a:r>
            <a:r>
              <a:rPr lang="en-IN" dirty="0" err="1" smtClean="0"/>
              <a:t>int</a:t>
            </a:r>
            <a:r>
              <a:rPr lang="en-IN" dirty="0" smtClean="0"/>
              <a:t> I;</a:t>
            </a:r>
          </a:p>
          <a:p>
            <a:r>
              <a:rPr lang="en-IN" dirty="0"/>
              <a:t>	</a:t>
            </a:r>
            <a:r>
              <a:rPr lang="en-IN" dirty="0" smtClean="0"/>
              <a:t>for(i=1 to n)</a:t>
            </a:r>
          </a:p>
          <a:p>
            <a:r>
              <a:rPr lang="en-IN" dirty="0"/>
              <a:t>	</a:t>
            </a:r>
            <a:r>
              <a:rPr lang="en-IN" dirty="0" smtClean="0"/>
              <a:t>print(“Hello”);</a:t>
            </a:r>
          </a:p>
          <a:p>
            <a:r>
              <a:rPr lang="en-IN" dirty="0" smtClean="0"/>
              <a:t>}</a:t>
            </a:r>
          </a:p>
          <a:p>
            <a:endParaRPr lang="en-IN" dirty="0"/>
          </a:p>
          <a:p>
            <a:endParaRPr lang="en-IN" dirty="0" smtClean="0"/>
          </a:p>
          <a:p>
            <a:r>
              <a:rPr lang="en-IN" dirty="0" smtClean="0"/>
              <a:t>O(n) </a:t>
            </a:r>
          </a:p>
          <a:p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4572000" y="2114000"/>
            <a:ext cx="662473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Function()</a:t>
            </a:r>
          </a:p>
          <a:p>
            <a:r>
              <a:rPr lang="en-IN" dirty="0" smtClean="0"/>
              <a:t>{</a:t>
            </a:r>
          </a:p>
          <a:p>
            <a:r>
              <a:rPr lang="en-IN" dirty="0" smtClean="0"/>
              <a:t>	</a:t>
            </a:r>
            <a:r>
              <a:rPr lang="en-IN" dirty="0" err="1" smtClean="0"/>
              <a:t>int</a:t>
            </a:r>
            <a:r>
              <a:rPr lang="en-IN" dirty="0" smtClean="0"/>
              <a:t> I;</a:t>
            </a:r>
          </a:p>
          <a:p>
            <a:r>
              <a:rPr lang="en-IN" dirty="0"/>
              <a:t>	</a:t>
            </a:r>
            <a:r>
              <a:rPr lang="en-IN" dirty="0" smtClean="0"/>
              <a:t>for(</a:t>
            </a:r>
            <a:r>
              <a:rPr lang="en-IN" dirty="0" err="1" smtClean="0"/>
              <a:t>i</a:t>
            </a:r>
            <a:r>
              <a:rPr lang="en-IN" dirty="0" smtClean="0"/>
              <a:t>=1 to n)</a:t>
            </a:r>
          </a:p>
          <a:p>
            <a:r>
              <a:rPr lang="en-IN" dirty="0" smtClean="0"/>
              <a:t>	for(</a:t>
            </a:r>
            <a:r>
              <a:rPr lang="en-IN" dirty="0"/>
              <a:t>j</a:t>
            </a:r>
            <a:r>
              <a:rPr lang="en-IN" dirty="0" smtClean="0"/>
              <a:t>=1 </a:t>
            </a:r>
            <a:r>
              <a:rPr lang="en-IN" dirty="0"/>
              <a:t>to n)</a:t>
            </a:r>
          </a:p>
          <a:p>
            <a:r>
              <a:rPr lang="en-IN" dirty="0" smtClean="0"/>
              <a:t>	print(“Hello”);</a:t>
            </a:r>
          </a:p>
          <a:p>
            <a:r>
              <a:rPr lang="en-IN" dirty="0" smtClean="0"/>
              <a:t>}</a:t>
            </a:r>
          </a:p>
          <a:p>
            <a:endParaRPr lang="en-IN" dirty="0"/>
          </a:p>
          <a:p>
            <a:endParaRPr lang="en-IN" dirty="0" smtClean="0"/>
          </a:p>
          <a:p>
            <a:r>
              <a:rPr lang="en-IN" dirty="0" smtClean="0"/>
              <a:t>O(n</a:t>
            </a:r>
            <a:r>
              <a:rPr lang="en-IN" baseline="30000" dirty="0" smtClean="0"/>
              <a:t>2</a:t>
            </a:r>
            <a:r>
              <a:rPr lang="en-IN" dirty="0" smtClean="0"/>
              <a:t>)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06088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/>
              <a:t>f</a:t>
            </a:r>
            <a:r>
              <a:rPr lang="en-IN" dirty="0" smtClean="0"/>
              <a:t>unction(){</a:t>
            </a:r>
          </a:p>
          <a:p>
            <a:pPr marL="0" indent="0">
              <a:buNone/>
            </a:pPr>
            <a:r>
              <a:rPr lang="en-IN" dirty="0" smtClean="0"/>
              <a:t>	</a:t>
            </a:r>
            <a:r>
              <a:rPr lang="en-IN" dirty="0" err="1" smtClean="0"/>
              <a:t>int</a:t>
            </a:r>
            <a:r>
              <a:rPr lang="en-IN" dirty="0" smtClean="0"/>
              <a:t> i=1, s=1;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while(S&lt;=n)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i++;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s=</a:t>
            </a:r>
            <a:r>
              <a:rPr lang="en-IN" dirty="0" err="1" smtClean="0"/>
              <a:t>s+i</a:t>
            </a:r>
            <a:r>
              <a:rPr lang="en-IN" dirty="0" smtClean="0"/>
              <a:t>;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</a:t>
            </a:r>
            <a:r>
              <a:rPr lang="en-IN" dirty="0" err="1" smtClean="0"/>
              <a:t>printf</a:t>
            </a:r>
            <a:r>
              <a:rPr lang="en-IN" dirty="0" smtClean="0"/>
              <a:t>(“hello”)</a:t>
            </a:r>
          </a:p>
          <a:p>
            <a:pPr marL="0" indent="0">
              <a:buNone/>
            </a:pPr>
            <a:r>
              <a:rPr lang="en-IN" dirty="0" smtClean="0"/>
              <a:t>	}</a:t>
            </a:r>
          </a:p>
          <a:p>
            <a:pPr marL="0" indent="0">
              <a:buNone/>
            </a:pPr>
            <a:r>
              <a:rPr lang="en-IN" dirty="0" smtClean="0"/>
              <a:t>}</a:t>
            </a:r>
          </a:p>
          <a:p>
            <a:pPr marL="0" indent="0">
              <a:buNone/>
            </a:pPr>
            <a:r>
              <a:rPr lang="en-IN" dirty="0" smtClean="0"/>
              <a:t>S	</a:t>
            </a:r>
          </a:p>
          <a:p>
            <a:pPr marL="0" indent="0">
              <a:buNone/>
            </a:pPr>
            <a:r>
              <a:rPr lang="en-IN" dirty="0" smtClean="0"/>
              <a:t>i		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45635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/>
              <a:t>f</a:t>
            </a:r>
            <a:r>
              <a:rPr lang="en-IN" dirty="0" smtClean="0"/>
              <a:t>unction(){</a:t>
            </a:r>
          </a:p>
          <a:p>
            <a:pPr marL="0" indent="0">
              <a:buNone/>
            </a:pPr>
            <a:r>
              <a:rPr lang="en-IN" dirty="0" smtClean="0"/>
              <a:t>	</a:t>
            </a:r>
            <a:r>
              <a:rPr lang="en-IN" dirty="0" err="1" smtClean="0"/>
              <a:t>int</a:t>
            </a:r>
            <a:r>
              <a:rPr lang="en-IN" dirty="0" smtClean="0"/>
              <a:t> i=1, s=1;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while(S&lt;=n)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i++;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s=</a:t>
            </a:r>
            <a:r>
              <a:rPr lang="en-IN" dirty="0" err="1" smtClean="0"/>
              <a:t>s+i</a:t>
            </a:r>
            <a:r>
              <a:rPr lang="en-IN" dirty="0" smtClean="0"/>
              <a:t>;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</a:t>
            </a:r>
            <a:r>
              <a:rPr lang="en-IN" dirty="0" err="1" smtClean="0"/>
              <a:t>printf</a:t>
            </a:r>
            <a:r>
              <a:rPr lang="en-IN" dirty="0" smtClean="0"/>
              <a:t>(“hello”)</a:t>
            </a:r>
          </a:p>
          <a:p>
            <a:pPr marL="0" indent="0">
              <a:buNone/>
            </a:pPr>
            <a:r>
              <a:rPr lang="en-IN" dirty="0" smtClean="0"/>
              <a:t>	}</a:t>
            </a:r>
          </a:p>
          <a:p>
            <a:pPr marL="0" indent="0">
              <a:buNone/>
            </a:pPr>
            <a:r>
              <a:rPr lang="en-IN" dirty="0" smtClean="0"/>
              <a:t>}</a:t>
            </a:r>
          </a:p>
          <a:p>
            <a:pPr marL="0" indent="0">
              <a:buNone/>
            </a:pPr>
            <a:r>
              <a:rPr lang="en-IN" dirty="0" smtClean="0"/>
              <a:t>S	</a:t>
            </a:r>
          </a:p>
          <a:p>
            <a:pPr marL="0" indent="0">
              <a:buNone/>
            </a:pPr>
            <a:r>
              <a:rPr lang="en-IN" dirty="0" smtClean="0"/>
              <a:t>i	1	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90969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/>
              <a:t>f</a:t>
            </a:r>
            <a:r>
              <a:rPr lang="en-IN" dirty="0" smtClean="0"/>
              <a:t>unction(){</a:t>
            </a:r>
          </a:p>
          <a:p>
            <a:pPr marL="0" indent="0">
              <a:buNone/>
            </a:pPr>
            <a:r>
              <a:rPr lang="en-IN" dirty="0" smtClean="0"/>
              <a:t>	</a:t>
            </a:r>
            <a:r>
              <a:rPr lang="en-IN" dirty="0" err="1" smtClean="0"/>
              <a:t>int</a:t>
            </a:r>
            <a:r>
              <a:rPr lang="en-IN" dirty="0" smtClean="0"/>
              <a:t> i=1, s=1;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while(S&lt;=n)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i++;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s=</a:t>
            </a:r>
            <a:r>
              <a:rPr lang="en-IN" dirty="0" err="1" smtClean="0"/>
              <a:t>s+i</a:t>
            </a:r>
            <a:r>
              <a:rPr lang="en-IN" dirty="0" smtClean="0"/>
              <a:t>;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</a:t>
            </a:r>
            <a:r>
              <a:rPr lang="en-IN" dirty="0" err="1" smtClean="0"/>
              <a:t>printf</a:t>
            </a:r>
            <a:r>
              <a:rPr lang="en-IN" dirty="0" smtClean="0"/>
              <a:t>(“hello”)</a:t>
            </a:r>
          </a:p>
          <a:p>
            <a:pPr marL="0" indent="0">
              <a:buNone/>
            </a:pPr>
            <a:r>
              <a:rPr lang="en-IN" dirty="0" smtClean="0"/>
              <a:t>	}</a:t>
            </a:r>
          </a:p>
          <a:p>
            <a:pPr marL="0" indent="0">
              <a:buNone/>
            </a:pPr>
            <a:r>
              <a:rPr lang="en-IN" dirty="0" smtClean="0"/>
              <a:t>}</a:t>
            </a:r>
          </a:p>
          <a:p>
            <a:pPr marL="0" indent="0">
              <a:buNone/>
            </a:pPr>
            <a:r>
              <a:rPr lang="en-IN" dirty="0" smtClean="0"/>
              <a:t>S	1</a:t>
            </a:r>
          </a:p>
          <a:p>
            <a:pPr marL="0" indent="0">
              <a:buNone/>
            </a:pPr>
            <a:r>
              <a:rPr lang="en-IN" dirty="0" smtClean="0"/>
              <a:t>i	1	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4512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/>
              <a:t>f</a:t>
            </a:r>
            <a:r>
              <a:rPr lang="en-IN" dirty="0" smtClean="0"/>
              <a:t>unction(){</a:t>
            </a:r>
          </a:p>
          <a:p>
            <a:pPr marL="0" indent="0">
              <a:buNone/>
            </a:pPr>
            <a:r>
              <a:rPr lang="en-IN" dirty="0" smtClean="0"/>
              <a:t>	</a:t>
            </a:r>
            <a:r>
              <a:rPr lang="en-IN" dirty="0" err="1" smtClean="0"/>
              <a:t>int</a:t>
            </a:r>
            <a:r>
              <a:rPr lang="en-IN" dirty="0" smtClean="0"/>
              <a:t> i=1, s=1;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while(S&lt;=n)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i++;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s=</a:t>
            </a:r>
            <a:r>
              <a:rPr lang="en-IN" dirty="0" err="1" smtClean="0"/>
              <a:t>s+i</a:t>
            </a:r>
            <a:r>
              <a:rPr lang="en-IN" dirty="0" smtClean="0"/>
              <a:t>;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</a:t>
            </a:r>
            <a:r>
              <a:rPr lang="en-IN" dirty="0" err="1" smtClean="0"/>
              <a:t>printf</a:t>
            </a:r>
            <a:r>
              <a:rPr lang="en-IN" dirty="0" smtClean="0"/>
              <a:t>(“hello”)</a:t>
            </a:r>
          </a:p>
          <a:p>
            <a:pPr marL="0" indent="0">
              <a:buNone/>
            </a:pPr>
            <a:r>
              <a:rPr lang="en-IN" dirty="0" smtClean="0"/>
              <a:t>	}</a:t>
            </a:r>
          </a:p>
          <a:p>
            <a:pPr marL="0" indent="0">
              <a:buNone/>
            </a:pPr>
            <a:r>
              <a:rPr lang="en-IN" dirty="0" smtClean="0"/>
              <a:t>}</a:t>
            </a:r>
          </a:p>
          <a:p>
            <a:pPr marL="0" indent="0">
              <a:buNone/>
            </a:pPr>
            <a:r>
              <a:rPr lang="en-IN" dirty="0" smtClean="0"/>
              <a:t>S	1	</a:t>
            </a:r>
          </a:p>
          <a:p>
            <a:pPr marL="0" indent="0">
              <a:buNone/>
            </a:pPr>
            <a:r>
              <a:rPr lang="en-IN" dirty="0" smtClean="0"/>
              <a:t>i	1	2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65142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27373"/>
            <a:ext cx="8229600" cy="452596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/>
              <a:t>f</a:t>
            </a:r>
            <a:r>
              <a:rPr lang="en-IN" dirty="0" smtClean="0"/>
              <a:t>unction(){</a:t>
            </a:r>
          </a:p>
          <a:p>
            <a:pPr marL="0" indent="0">
              <a:buNone/>
            </a:pPr>
            <a:r>
              <a:rPr lang="en-IN" dirty="0" smtClean="0"/>
              <a:t>	</a:t>
            </a:r>
            <a:r>
              <a:rPr lang="en-IN" dirty="0" err="1" smtClean="0"/>
              <a:t>int</a:t>
            </a:r>
            <a:r>
              <a:rPr lang="en-IN" dirty="0" smtClean="0"/>
              <a:t> i=1, s=1;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while(S&lt;=n)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i++;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s=</a:t>
            </a:r>
            <a:r>
              <a:rPr lang="en-IN" dirty="0" err="1" smtClean="0"/>
              <a:t>s+i</a:t>
            </a:r>
            <a:r>
              <a:rPr lang="en-IN" dirty="0" smtClean="0"/>
              <a:t>;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</a:t>
            </a:r>
            <a:r>
              <a:rPr lang="en-IN" dirty="0" err="1" smtClean="0"/>
              <a:t>printf</a:t>
            </a:r>
            <a:r>
              <a:rPr lang="en-IN" dirty="0" smtClean="0"/>
              <a:t>(“hello”)</a:t>
            </a:r>
          </a:p>
          <a:p>
            <a:pPr marL="0" indent="0">
              <a:buNone/>
            </a:pPr>
            <a:r>
              <a:rPr lang="en-IN" dirty="0" smtClean="0"/>
              <a:t>	}</a:t>
            </a:r>
          </a:p>
          <a:p>
            <a:pPr marL="0" indent="0">
              <a:buNone/>
            </a:pPr>
            <a:r>
              <a:rPr lang="en-IN" dirty="0" smtClean="0"/>
              <a:t>}</a:t>
            </a:r>
          </a:p>
          <a:p>
            <a:pPr marL="0" indent="0">
              <a:buNone/>
            </a:pPr>
            <a:r>
              <a:rPr lang="en-IN" dirty="0" smtClean="0"/>
              <a:t>S	1	3</a:t>
            </a:r>
          </a:p>
          <a:p>
            <a:pPr marL="0" indent="0">
              <a:buNone/>
            </a:pPr>
            <a:r>
              <a:rPr lang="en-IN" dirty="0" smtClean="0"/>
              <a:t>i	1	2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5526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/>
              <a:t>f</a:t>
            </a:r>
            <a:r>
              <a:rPr lang="en-IN" dirty="0" smtClean="0"/>
              <a:t>unction(){</a:t>
            </a:r>
          </a:p>
          <a:p>
            <a:pPr marL="0" indent="0">
              <a:buNone/>
            </a:pPr>
            <a:r>
              <a:rPr lang="en-IN" dirty="0" smtClean="0"/>
              <a:t>	</a:t>
            </a:r>
            <a:r>
              <a:rPr lang="en-IN" dirty="0" err="1" smtClean="0"/>
              <a:t>int</a:t>
            </a:r>
            <a:r>
              <a:rPr lang="en-IN" dirty="0" smtClean="0"/>
              <a:t> i=1, s=1;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while(S&lt;=n)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i++;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s=</a:t>
            </a:r>
            <a:r>
              <a:rPr lang="en-IN" dirty="0" err="1" smtClean="0"/>
              <a:t>s+i</a:t>
            </a:r>
            <a:r>
              <a:rPr lang="en-IN" dirty="0" smtClean="0"/>
              <a:t>;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</a:t>
            </a:r>
            <a:r>
              <a:rPr lang="en-IN" dirty="0" err="1" smtClean="0"/>
              <a:t>printf</a:t>
            </a:r>
            <a:r>
              <a:rPr lang="en-IN" dirty="0" smtClean="0"/>
              <a:t>(“hello”)</a:t>
            </a:r>
          </a:p>
          <a:p>
            <a:pPr marL="0" indent="0">
              <a:buNone/>
            </a:pPr>
            <a:r>
              <a:rPr lang="en-IN" dirty="0" smtClean="0"/>
              <a:t>	}</a:t>
            </a:r>
          </a:p>
          <a:p>
            <a:pPr marL="0" indent="0">
              <a:buNone/>
            </a:pPr>
            <a:r>
              <a:rPr lang="en-IN" dirty="0" smtClean="0"/>
              <a:t>}</a:t>
            </a:r>
          </a:p>
          <a:p>
            <a:pPr marL="0" indent="0">
              <a:buNone/>
            </a:pPr>
            <a:r>
              <a:rPr lang="en-IN" dirty="0" smtClean="0"/>
              <a:t>S	1	3	</a:t>
            </a:r>
          </a:p>
          <a:p>
            <a:pPr marL="0" indent="0">
              <a:buNone/>
            </a:pPr>
            <a:r>
              <a:rPr lang="en-IN" dirty="0" smtClean="0"/>
              <a:t>i	1	2	3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26139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/>
              <a:t>f</a:t>
            </a:r>
            <a:r>
              <a:rPr lang="en-IN" dirty="0" smtClean="0"/>
              <a:t>unction(){</a:t>
            </a:r>
          </a:p>
          <a:p>
            <a:pPr marL="0" indent="0">
              <a:buNone/>
            </a:pPr>
            <a:r>
              <a:rPr lang="en-IN" dirty="0" smtClean="0"/>
              <a:t>	</a:t>
            </a:r>
            <a:r>
              <a:rPr lang="en-IN" dirty="0" err="1" smtClean="0"/>
              <a:t>int</a:t>
            </a:r>
            <a:r>
              <a:rPr lang="en-IN" dirty="0" smtClean="0"/>
              <a:t> i=1, s=1;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while(S&lt;=n)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i++;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s=</a:t>
            </a:r>
            <a:r>
              <a:rPr lang="en-IN" dirty="0" err="1" smtClean="0"/>
              <a:t>s+i</a:t>
            </a:r>
            <a:r>
              <a:rPr lang="en-IN" dirty="0" smtClean="0"/>
              <a:t>;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</a:t>
            </a:r>
            <a:r>
              <a:rPr lang="en-IN" dirty="0" err="1" smtClean="0"/>
              <a:t>printf</a:t>
            </a:r>
            <a:r>
              <a:rPr lang="en-IN" dirty="0" smtClean="0"/>
              <a:t>(“hello”)</a:t>
            </a:r>
          </a:p>
          <a:p>
            <a:pPr marL="0" indent="0">
              <a:buNone/>
            </a:pPr>
            <a:r>
              <a:rPr lang="en-IN" dirty="0" smtClean="0"/>
              <a:t>	}</a:t>
            </a:r>
          </a:p>
          <a:p>
            <a:pPr marL="0" indent="0">
              <a:buNone/>
            </a:pPr>
            <a:r>
              <a:rPr lang="en-IN" dirty="0" smtClean="0"/>
              <a:t>}</a:t>
            </a:r>
          </a:p>
          <a:p>
            <a:pPr marL="0" indent="0">
              <a:buNone/>
            </a:pPr>
            <a:r>
              <a:rPr lang="en-IN" dirty="0" smtClean="0"/>
              <a:t>S	1	3	6</a:t>
            </a:r>
          </a:p>
          <a:p>
            <a:pPr marL="0" indent="0">
              <a:buNone/>
            </a:pPr>
            <a:r>
              <a:rPr lang="en-IN" dirty="0" smtClean="0"/>
              <a:t>i	1	2	3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7698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/>
              <a:t>f</a:t>
            </a:r>
            <a:r>
              <a:rPr lang="en-IN" dirty="0" smtClean="0"/>
              <a:t>unction(){</a:t>
            </a:r>
          </a:p>
          <a:p>
            <a:pPr marL="0" indent="0">
              <a:buNone/>
            </a:pPr>
            <a:r>
              <a:rPr lang="en-IN" dirty="0" smtClean="0"/>
              <a:t>	</a:t>
            </a:r>
            <a:r>
              <a:rPr lang="en-IN" dirty="0" err="1" smtClean="0"/>
              <a:t>int</a:t>
            </a:r>
            <a:r>
              <a:rPr lang="en-IN" dirty="0" smtClean="0"/>
              <a:t> i=1, s=1;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while(S&lt;=n)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i++;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s=</a:t>
            </a:r>
            <a:r>
              <a:rPr lang="en-IN" dirty="0" err="1" smtClean="0"/>
              <a:t>s+i</a:t>
            </a:r>
            <a:r>
              <a:rPr lang="en-IN" dirty="0" smtClean="0"/>
              <a:t>;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</a:t>
            </a:r>
            <a:r>
              <a:rPr lang="en-IN" dirty="0" err="1" smtClean="0"/>
              <a:t>printf</a:t>
            </a:r>
            <a:r>
              <a:rPr lang="en-IN" dirty="0" smtClean="0"/>
              <a:t>(“hello”)</a:t>
            </a:r>
          </a:p>
          <a:p>
            <a:pPr marL="0" indent="0">
              <a:buNone/>
            </a:pPr>
            <a:r>
              <a:rPr lang="en-IN" dirty="0" smtClean="0"/>
              <a:t>	}</a:t>
            </a:r>
          </a:p>
          <a:p>
            <a:pPr marL="0" indent="0">
              <a:buNone/>
            </a:pPr>
            <a:r>
              <a:rPr lang="en-IN" dirty="0" smtClean="0"/>
              <a:t>}</a:t>
            </a:r>
          </a:p>
          <a:p>
            <a:pPr marL="0" indent="0">
              <a:buNone/>
            </a:pPr>
            <a:r>
              <a:rPr lang="en-IN" dirty="0" smtClean="0"/>
              <a:t>S	1	3	6</a:t>
            </a:r>
          </a:p>
          <a:p>
            <a:pPr marL="0" indent="0">
              <a:buNone/>
            </a:pPr>
            <a:r>
              <a:rPr lang="en-IN" dirty="0" smtClean="0"/>
              <a:t>i	1	2	3	4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85635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/>
              <a:t>f</a:t>
            </a:r>
            <a:r>
              <a:rPr lang="en-IN" dirty="0" smtClean="0"/>
              <a:t>unction(){</a:t>
            </a:r>
          </a:p>
          <a:p>
            <a:pPr marL="0" indent="0">
              <a:buNone/>
            </a:pPr>
            <a:r>
              <a:rPr lang="en-IN" dirty="0" smtClean="0"/>
              <a:t>	</a:t>
            </a:r>
            <a:r>
              <a:rPr lang="en-IN" dirty="0" err="1" smtClean="0"/>
              <a:t>int</a:t>
            </a:r>
            <a:r>
              <a:rPr lang="en-IN" dirty="0" smtClean="0"/>
              <a:t> i=1, s=1;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while(S&lt;=n)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i++;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s=</a:t>
            </a:r>
            <a:r>
              <a:rPr lang="en-IN" dirty="0" err="1" smtClean="0"/>
              <a:t>s+i</a:t>
            </a:r>
            <a:r>
              <a:rPr lang="en-IN" dirty="0" smtClean="0"/>
              <a:t>;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</a:t>
            </a:r>
            <a:r>
              <a:rPr lang="en-IN" dirty="0" err="1" smtClean="0"/>
              <a:t>printf</a:t>
            </a:r>
            <a:r>
              <a:rPr lang="en-IN" dirty="0" smtClean="0"/>
              <a:t>(“hello”)</a:t>
            </a:r>
          </a:p>
          <a:p>
            <a:pPr marL="0" indent="0">
              <a:buNone/>
            </a:pPr>
            <a:r>
              <a:rPr lang="en-IN" dirty="0" smtClean="0"/>
              <a:t>	}</a:t>
            </a:r>
          </a:p>
          <a:p>
            <a:pPr marL="0" indent="0">
              <a:buNone/>
            </a:pPr>
            <a:r>
              <a:rPr lang="en-IN" dirty="0" smtClean="0"/>
              <a:t>}</a:t>
            </a:r>
          </a:p>
          <a:p>
            <a:pPr marL="0" indent="0">
              <a:buNone/>
            </a:pPr>
            <a:r>
              <a:rPr lang="en-IN" dirty="0" smtClean="0"/>
              <a:t>S	1	3	6	10</a:t>
            </a:r>
          </a:p>
          <a:p>
            <a:pPr marL="0" indent="0">
              <a:buNone/>
            </a:pPr>
            <a:r>
              <a:rPr lang="en-IN" dirty="0" smtClean="0"/>
              <a:t>i	1	2	3	4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84081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/>
              <a:t>f</a:t>
            </a:r>
            <a:r>
              <a:rPr lang="en-IN" dirty="0" smtClean="0"/>
              <a:t>unction(){</a:t>
            </a:r>
          </a:p>
          <a:p>
            <a:pPr marL="0" indent="0">
              <a:buNone/>
            </a:pPr>
            <a:r>
              <a:rPr lang="en-IN" dirty="0" smtClean="0"/>
              <a:t>	</a:t>
            </a:r>
            <a:r>
              <a:rPr lang="en-IN" dirty="0" err="1" smtClean="0"/>
              <a:t>int</a:t>
            </a:r>
            <a:r>
              <a:rPr lang="en-IN" dirty="0" smtClean="0"/>
              <a:t> i=1, s=1;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while(S&lt;=n)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i++;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s=</a:t>
            </a:r>
            <a:r>
              <a:rPr lang="en-IN" dirty="0" err="1" smtClean="0"/>
              <a:t>s+i</a:t>
            </a:r>
            <a:r>
              <a:rPr lang="en-IN" dirty="0" smtClean="0"/>
              <a:t>;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</a:t>
            </a:r>
            <a:r>
              <a:rPr lang="en-IN" dirty="0" err="1" smtClean="0"/>
              <a:t>printf</a:t>
            </a:r>
            <a:r>
              <a:rPr lang="en-IN" dirty="0" smtClean="0"/>
              <a:t>(“hello”)</a:t>
            </a:r>
          </a:p>
          <a:p>
            <a:pPr marL="0" indent="0">
              <a:buNone/>
            </a:pPr>
            <a:r>
              <a:rPr lang="en-IN" dirty="0" smtClean="0"/>
              <a:t>	}</a:t>
            </a:r>
          </a:p>
          <a:p>
            <a:pPr marL="0" indent="0">
              <a:buNone/>
            </a:pPr>
            <a:r>
              <a:rPr lang="en-IN" dirty="0" smtClean="0"/>
              <a:t>}</a:t>
            </a:r>
          </a:p>
          <a:p>
            <a:pPr marL="0" indent="0">
              <a:buNone/>
            </a:pPr>
            <a:r>
              <a:rPr lang="en-IN" dirty="0" smtClean="0"/>
              <a:t>S	1	3	6	10</a:t>
            </a:r>
          </a:p>
          <a:p>
            <a:pPr marL="0" indent="0">
              <a:buNone/>
            </a:pPr>
            <a:r>
              <a:rPr lang="en-IN" dirty="0" smtClean="0"/>
              <a:t>i	1	2	3	4	5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3632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/>
              <a:t>f</a:t>
            </a:r>
            <a:r>
              <a:rPr lang="en-IN" dirty="0" smtClean="0"/>
              <a:t>unction(){</a:t>
            </a:r>
          </a:p>
          <a:p>
            <a:pPr marL="0" indent="0">
              <a:buNone/>
            </a:pPr>
            <a:r>
              <a:rPr lang="en-IN" dirty="0" smtClean="0"/>
              <a:t>	</a:t>
            </a:r>
            <a:r>
              <a:rPr lang="en-IN" dirty="0" err="1" smtClean="0"/>
              <a:t>int</a:t>
            </a:r>
            <a:r>
              <a:rPr lang="en-IN" dirty="0" smtClean="0"/>
              <a:t> i=1, s=1;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while(S&lt;=n)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i++;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s=</a:t>
            </a:r>
            <a:r>
              <a:rPr lang="en-IN" dirty="0" err="1" smtClean="0"/>
              <a:t>s+i</a:t>
            </a:r>
            <a:r>
              <a:rPr lang="en-IN" dirty="0" smtClean="0"/>
              <a:t>;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</a:t>
            </a:r>
            <a:r>
              <a:rPr lang="en-IN" dirty="0" err="1" smtClean="0"/>
              <a:t>printf</a:t>
            </a:r>
            <a:r>
              <a:rPr lang="en-IN" dirty="0" smtClean="0"/>
              <a:t>(“hello”)</a:t>
            </a:r>
          </a:p>
          <a:p>
            <a:pPr marL="0" indent="0">
              <a:buNone/>
            </a:pPr>
            <a:r>
              <a:rPr lang="en-IN" dirty="0" smtClean="0"/>
              <a:t>	}</a:t>
            </a:r>
          </a:p>
          <a:p>
            <a:pPr marL="0" indent="0">
              <a:buNone/>
            </a:pPr>
            <a:r>
              <a:rPr lang="en-IN" dirty="0" smtClean="0"/>
              <a:t>}</a:t>
            </a:r>
          </a:p>
          <a:p>
            <a:pPr marL="0" indent="0">
              <a:buNone/>
            </a:pPr>
            <a:r>
              <a:rPr lang="en-IN" dirty="0" smtClean="0"/>
              <a:t>S	1	3	6	10	15</a:t>
            </a:r>
          </a:p>
          <a:p>
            <a:pPr marL="0" indent="0">
              <a:buNone/>
            </a:pPr>
            <a:r>
              <a:rPr lang="en-IN" dirty="0" smtClean="0"/>
              <a:t>i	1	2	3	4	5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6179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/>
              <a:t>f</a:t>
            </a:r>
            <a:r>
              <a:rPr lang="en-IN" dirty="0" smtClean="0"/>
              <a:t>unction(){</a:t>
            </a:r>
          </a:p>
          <a:p>
            <a:pPr marL="0" indent="0">
              <a:buNone/>
            </a:pPr>
            <a:r>
              <a:rPr lang="en-IN" dirty="0" smtClean="0"/>
              <a:t>	</a:t>
            </a:r>
            <a:r>
              <a:rPr lang="en-IN" dirty="0" err="1" smtClean="0"/>
              <a:t>int</a:t>
            </a:r>
            <a:r>
              <a:rPr lang="en-IN" dirty="0" smtClean="0"/>
              <a:t> i=1, s=1;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while(S&lt;=n)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i++;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s=</a:t>
            </a:r>
            <a:r>
              <a:rPr lang="en-IN" dirty="0" err="1" smtClean="0"/>
              <a:t>s+i</a:t>
            </a:r>
            <a:r>
              <a:rPr lang="en-IN" dirty="0" smtClean="0"/>
              <a:t>;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</a:t>
            </a:r>
            <a:r>
              <a:rPr lang="en-IN" dirty="0" err="1" smtClean="0"/>
              <a:t>printf</a:t>
            </a:r>
            <a:r>
              <a:rPr lang="en-IN" dirty="0" smtClean="0"/>
              <a:t>(“hello”)</a:t>
            </a:r>
          </a:p>
          <a:p>
            <a:pPr marL="0" indent="0">
              <a:buNone/>
            </a:pPr>
            <a:r>
              <a:rPr lang="en-IN" dirty="0" smtClean="0"/>
              <a:t>	}</a:t>
            </a:r>
          </a:p>
          <a:p>
            <a:pPr marL="0" indent="0">
              <a:buNone/>
            </a:pPr>
            <a:r>
              <a:rPr lang="en-IN" dirty="0" smtClean="0"/>
              <a:t>}</a:t>
            </a:r>
          </a:p>
          <a:p>
            <a:pPr marL="0" indent="0">
              <a:buNone/>
            </a:pPr>
            <a:r>
              <a:rPr lang="en-IN" dirty="0" smtClean="0"/>
              <a:t>S	1	3	6	10	15</a:t>
            </a:r>
          </a:p>
          <a:p>
            <a:pPr marL="0" indent="0">
              <a:buNone/>
            </a:pPr>
            <a:r>
              <a:rPr lang="en-IN" dirty="0" smtClean="0"/>
              <a:t>i	1	2	3	4	5	6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2804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/>
              <a:t>f</a:t>
            </a:r>
            <a:r>
              <a:rPr lang="en-IN" dirty="0" smtClean="0"/>
              <a:t>unction(){</a:t>
            </a:r>
          </a:p>
          <a:p>
            <a:pPr marL="0" indent="0">
              <a:buNone/>
            </a:pPr>
            <a:r>
              <a:rPr lang="en-IN" dirty="0" smtClean="0"/>
              <a:t>	</a:t>
            </a:r>
            <a:r>
              <a:rPr lang="en-IN" dirty="0" err="1" smtClean="0"/>
              <a:t>int</a:t>
            </a:r>
            <a:r>
              <a:rPr lang="en-IN" dirty="0" smtClean="0"/>
              <a:t> i=1, s=1;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while(S&lt;=n)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i++;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s=</a:t>
            </a:r>
            <a:r>
              <a:rPr lang="en-IN" dirty="0" err="1" smtClean="0"/>
              <a:t>s+i</a:t>
            </a:r>
            <a:r>
              <a:rPr lang="en-IN" dirty="0" smtClean="0"/>
              <a:t>;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</a:t>
            </a:r>
            <a:r>
              <a:rPr lang="en-IN" dirty="0" err="1" smtClean="0"/>
              <a:t>printf</a:t>
            </a:r>
            <a:r>
              <a:rPr lang="en-IN" dirty="0" smtClean="0"/>
              <a:t>(“hello”)</a:t>
            </a:r>
          </a:p>
          <a:p>
            <a:pPr marL="0" indent="0">
              <a:buNone/>
            </a:pPr>
            <a:r>
              <a:rPr lang="en-IN" dirty="0" smtClean="0"/>
              <a:t>	}</a:t>
            </a:r>
          </a:p>
          <a:p>
            <a:pPr marL="0" indent="0">
              <a:buNone/>
            </a:pPr>
            <a:r>
              <a:rPr lang="en-IN" dirty="0" smtClean="0"/>
              <a:t>}</a:t>
            </a:r>
          </a:p>
          <a:p>
            <a:pPr marL="0" indent="0">
              <a:buNone/>
            </a:pPr>
            <a:r>
              <a:rPr lang="en-IN" dirty="0" smtClean="0"/>
              <a:t>S	1	3	6	10	15	21</a:t>
            </a:r>
          </a:p>
          <a:p>
            <a:pPr marL="0" indent="0">
              <a:buNone/>
            </a:pPr>
            <a:r>
              <a:rPr lang="en-IN" dirty="0" smtClean="0"/>
              <a:t>i	1	2	3	4	5	6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2354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/>
              <a:t>f</a:t>
            </a:r>
            <a:r>
              <a:rPr lang="en-IN" dirty="0" smtClean="0"/>
              <a:t>unction(){</a:t>
            </a:r>
          </a:p>
          <a:p>
            <a:pPr marL="0" indent="0">
              <a:buNone/>
            </a:pPr>
            <a:r>
              <a:rPr lang="en-IN" dirty="0" smtClean="0"/>
              <a:t>	</a:t>
            </a:r>
            <a:r>
              <a:rPr lang="en-IN" dirty="0" err="1" smtClean="0"/>
              <a:t>int</a:t>
            </a:r>
            <a:r>
              <a:rPr lang="en-IN" dirty="0" smtClean="0"/>
              <a:t> i=1, s=1;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while(S&lt;=n)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i++;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s=</a:t>
            </a:r>
            <a:r>
              <a:rPr lang="en-IN" dirty="0" err="1" smtClean="0"/>
              <a:t>s+i</a:t>
            </a:r>
            <a:r>
              <a:rPr lang="en-IN" dirty="0" smtClean="0"/>
              <a:t>;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</a:t>
            </a:r>
            <a:r>
              <a:rPr lang="en-IN" dirty="0" err="1" smtClean="0"/>
              <a:t>printf</a:t>
            </a:r>
            <a:r>
              <a:rPr lang="en-IN" dirty="0" smtClean="0"/>
              <a:t>(“hello”)</a:t>
            </a:r>
          </a:p>
          <a:p>
            <a:pPr marL="0" indent="0">
              <a:buNone/>
            </a:pPr>
            <a:r>
              <a:rPr lang="en-IN" dirty="0" smtClean="0"/>
              <a:t>	}</a:t>
            </a:r>
          </a:p>
          <a:p>
            <a:pPr marL="0" indent="0">
              <a:buNone/>
            </a:pPr>
            <a:r>
              <a:rPr lang="en-IN" dirty="0" smtClean="0"/>
              <a:t>}</a:t>
            </a:r>
          </a:p>
          <a:p>
            <a:pPr marL="0" indent="0">
              <a:buNone/>
            </a:pPr>
            <a:r>
              <a:rPr lang="en-IN" dirty="0" smtClean="0"/>
              <a:t>S	1	3	6	10	15	21</a:t>
            </a:r>
          </a:p>
          <a:p>
            <a:pPr marL="0" indent="0">
              <a:buNone/>
            </a:pPr>
            <a:r>
              <a:rPr lang="en-IN" dirty="0"/>
              <a:t>i</a:t>
            </a:r>
            <a:r>
              <a:rPr lang="en-IN" dirty="0" smtClean="0"/>
              <a:t>	1	2	3	4	5	6.........n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1532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9144000" cy="452596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/>
              <a:t>f</a:t>
            </a:r>
            <a:r>
              <a:rPr lang="en-IN" dirty="0" smtClean="0"/>
              <a:t>unction(){</a:t>
            </a:r>
          </a:p>
          <a:p>
            <a:pPr marL="0" indent="0">
              <a:buNone/>
            </a:pPr>
            <a:r>
              <a:rPr lang="en-IN" dirty="0" smtClean="0"/>
              <a:t>	</a:t>
            </a:r>
            <a:r>
              <a:rPr lang="en-IN" dirty="0" err="1" smtClean="0"/>
              <a:t>int</a:t>
            </a:r>
            <a:r>
              <a:rPr lang="en-IN" dirty="0" smtClean="0"/>
              <a:t> i=1, s=1;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while(S&lt;=n)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i++;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s=</a:t>
            </a:r>
            <a:r>
              <a:rPr lang="en-IN" dirty="0" err="1" smtClean="0"/>
              <a:t>s+i</a:t>
            </a:r>
            <a:r>
              <a:rPr lang="en-IN" dirty="0" smtClean="0"/>
              <a:t>;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</a:t>
            </a:r>
            <a:r>
              <a:rPr lang="en-IN" dirty="0" err="1" smtClean="0"/>
              <a:t>printf</a:t>
            </a:r>
            <a:r>
              <a:rPr lang="en-IN" dirty="0" smtClean="0"/>
              <a:t>(“hello”)</a:t>
            </a:r>
          </a:p>
          <a:p>
            <a:pPr marL="0" indent="0">
              <a:buNone/>
            </a:pPr>
            <a:r>
              <a:rPr lang="en-IN" dirty="0" smtClean="0"/>
              <a:t>	}</a:t>
            </a:r>
          </a:p>
          <a:p>
            <a:pPr marL="0" indent="0">
              <a:buNone/>
            </a:pPr>
            <a:r>
              <a:rPr lang="en-IN" dirty="0" smtClean="0"/>
              <a:t>}</a:t>
            </a:r>
          </a:p>
          <a:p>
            <a:pPr marL="0" indent="0">
              <a:buNone/>
            </a:pPr>
            <a:r>
              <a:rPr lang="en-IN" dirty="0" smtClean="0"/>
              <a:t>S	1	3	6	10	15	21……n(n+1)/2  n&gt;s stop</a:t>
            </a:r>
          </a:p>
          <a:p>
            <a:pPr marL="0" indent="0">
              <a:buNone/>
            </a:pPr>
            <a:r>
              <a:rPr lang="en-IN" dirty="0"/>
              <a:t>i</a:t>
            </a:r>
            <a:r>
              <a:rPr lang="en-IN" dirty="0" smtClean="0"/>
              <a:t>	1	2	3	4	5	6.........n</a:t>
            </a:r>
          </a:p>
        </p:txBody>
      </p:sp>
    </p:spTree>
    <p:extLst>
      <p:ext uri="{BB962C8B-B14F-4D97-AF65-F5344CB8AC3E}">
        <p14:creationId xmlns:p14="http://schemas.microsoft.com/office/powerpoint/2010/main" val="2471532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55000" lnSpcReduction="20000"/>
              </a:bodyPr>
              <a:lstStyle/>
              <a:p>
                <a:pPr marL="0" indent="0">
                  <a:buNone/>
                </a:pPr>
                <a:r>
                  <a:rPr lang="en-IN" dirty="0" smtClean="0"/>
                  <a:t>function(){</a:t>
                </a:r>
              </a:p>
              <a:p>
                <a:pPr marL="0" indent="0">
                  <a:buNone/>
                </a:pPr>
                <a:r>
                  <a:rPr lang="en-IN" dirty="0" smtClean="0"/>
                  <a:t>	</a:t>
                </a:r>
                <a:r>
                  <a:rPr lang="en-IN" dirty="0" err="1" smtClean="0"/>
                  <a:t>int</a:t>
                </a:r>
                <a:r>
                  <a:rPr lang="en-IN" dirty="0" smtClean="0"/>
                  <a:t> i=1, s=1;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while(S&lt;=n)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{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i++;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s=</a:t>
                </a:r>
                <a:r>
                  <a:rPr lang="en-IN" dirty="0" err="1" smtClean="0"/>
                  <a:t>s+i</a:t>
                </a:r>
                <a:r>
                  <a:rPr lang="en-IN" dirty="0" smtClean="0"/>
                  <a:t>;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</a:t>
                </a:r>
                <a:r>
                  <a:rPr lang="en-IN" dirty="0" err="1" smtClean="0"/>
                  <a:t>printf</a:t>
                </a:r>
                <a:r>
                  <a:rPr lang="en-IN" dirty="0" smtClean="0"/>
                  <a:t>(“hello”)</a:t>
                </a:r>
              </a:p>
              <a:p>
                <a:pPr marL="0" indent="0">
                  <a:buNone/>
                </a:pPr>
                <a:r>
                  <a:rPr lang="en-IN" dirty="0" smtClean="0"/>
                  <a:t>	}</a:t>
                </a:r>
              </a:p>
              <a:p>
                <a:pPr marL="0" indent="0">
                  <a:buNone/>
                </a:pPr>
                <a:r>
                  <a:rPr lang="en-IN" dirty="0" smtClean="0"/>
                  <a:t>}</a:t>
                </a:r>
              </a:p>
              <a:p>
                <a:pPr marL="0" indent="0">
                  <a:buNone/>
                </a:pPr>
                <a:r>
                  <a:rPr lang="en-IN" dirty="0" smtClean="0"/>
                  <a:t>S	1	3	6	10	15	21……k(k+1)/2</a:t>
                </a:r>
              </a:p>
              <a:p>
                <a:pPr marL="0" indent="0">
                  <a:buNone/>
                </a:pPr>
                <a:r>
                  <a:rPr lang="en-IN" dirty="0"/>
                  <a:t>i</a:t>
                </a:r>
                <a:r>
                  <a:rPr lang="en-IN" dirty="0" smtClean="0"/>
                  <a:t>	1	2	3	4	5	6.........k</a:t>
                </a:r>
              </a:p>
              <a:p>
                <a:pPr marL="0" indent="0">
                  <a:buNone/>
                </a:pPr>
                <a:r>
                  <a:rPr lang="en-IN" dirty="0" smtClean="0"/>
                  <a:t>K(K+1)/2 &gt;=n</a:t>
                </a:r>
              </a:p>
              <a:p>
                <a:pPr marL="0" indent="0">
                  <a:buNone/>
                </a:pPr>
                <a:r>
                  <a:rPr lang="en-IN" dirty="0" smtClean="0"/>
                  <a:t>(K</a:t>
                </a:r>
                <a:r>
                  <a:rPr lang="en-IN" baseline="30000" dirty="0" smtClean="0"/>
                  <a:t>2</a:t>
                </a:r>
                <a:r>
                  <a:rPr lang="en-IN" dirty="0" smtClean="0"/>
                  <a:t>+k)/2&gt;=n</a:t>
                </a:r>
              </a:p>
              <a:p>
                <a:pPr marL="0" indent="0">
                  <a:buNone/>
                </a:pPr>
                <a:endParaRPr lang="en-IN" dirty="0" smtClean="0"/>
              </a:p>
              <a:p>
                <a:pPr marL="0" indent="0">
                  <a:buNone/>
                </a:pPr>
                <a:r>
                  <a:rPr lang="en-IN" dirty="0" smtClean="0"/>
                  <a:t>Which means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/>
                          </a:rPr>
                          <m:t>𝐾</m:t>
                        </m:r>
                      </m:e>
                      <m:sup>
                        <m:r>
                          <a:rPr lang="en-IN" b="0" i="1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IN" b="0" i="1" smtClean="0">
                        <a:latin typeface="Cambria Math"/>
                      </a:rPr>
                      <m:t>=</m:t>
                    </m:r>
                    <m:r>
                      <a:rPr lang="en-IN" b="0" i="1" smtClean="0">
                        <a:latin typeface="Cambria Math"/>
                      </a:rPr>
                      <m:t>𝑛</m:t>
                    </m:r>
                  </m:oMath>
                </a14:m>
                <a:r>
                  <a:rPr lang="en-IN" dirty="0" smtClean="0"/>
                  <a:t> 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        k =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b="0" i="1" smtClean="0">
                            <a:latin typeface="Cambria Math"/>
                          </a:rPr>
                          <m:t>𝑛</m:t>
                        </m:r>
                      </m:e>
                    </m:rad>
                  </m:oMath>
                </a14:m>
                <a:r>
                  <a:rPr lang="en-IN" dirty="0" smtClean="0"/>
                  <a:t>                       </a:t>
                </a:r>
                <a:r>
                  <a:rPr lang="en-IN" dirty="0" err="1" smtClean="0"/>
                  <a:t>ie</a:t>
                </a:r>
                <a:r>
                  <a:rPr lang="en-IN" dirty="0" smtClean="0"/>
                  <a:t>   O(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b="0" i="1" smtClean="0">
                            <a:latin typeface="Cambria Math"/>
                          </a:rPr>
                          <m:t>𝑛</m:t>
                        </m:r>
                      </m:e>
                    </m:rad>
                  </m:oMath>
                </a14:m>
                <a:r>
                  <a:rPr lang="en-IN" dirty="0" smtClean="0"/>
                  <a:t>)</a:t>
                </a:r>
                <a:endParaRPr lang="en-IN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593" t="-188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8792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IN" dirty="0" smtClean="0"/>
                  <a:t>Function(){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i=1;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for(</a:t>
                </a:r>
                <a:r>
                  <a:rPr lang="en-IN" dirty="0" err="1" smtClean="0"/>
                  <a:t>i</a:t>
                </a:r>
                <a:r>
                  <a:rPr lang="en-IN" dirty="0" smtClean="0"/>
                  <a:t>=1;i</a:t>
                </a:r>
                <a:r>
                  <a:rPr lang="en-IN" baseline="30000" dirty="0" smtClean="0"/>
                  <a:t>2</a:t>
                </a:r>
                <a:r>
                  <a:rPr lang="en-IN" dirty="0" smtClean="0"/>
                  <a:t>&lt;=</a:t>
                </a:r>
                <a:r>
                  <a:rPr lang="en-IN" dirty="0" err="1" smtClean="0"/>
                  <a:t>n;i</a:t>
                </a:r>
                <a:r>
                  <a:rPr lang="en-IN" dirty="0" smtClean="0"/>
                  <a:t>++)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err="1" smtClean="0"/>
                  <a:t>printf</a:t>
                </a:r>
                <a:r>
                  <a:rPr lang="en-IN" dirty="0" smtClean="0"/>
                  <a:t>(“hello”);</a:t>
                </a:r>
              </a:p>
              <a:p>
                <a:pPr marL="0" indent="0">
                  <a:buNone/>
                </a:pPr>
                <a:r>
                  <a:rPr lang="en-IN" dirty="0" smtClean="0"/>
                  <a:t>}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b="0" i="1" smtClean="0">
                              <a:latin typeface="Cambria Math"/>
                            </a:rPr>
                            <m:t>𝑖</m:t>
                          </m:r>
                        </m:e>
                        <m:sup>
                          <m:r>
                            <a:rPr lang="en-IN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IN" b="0" i="1" smtClean="0">
                          <a:latin typeface="Cambria Math"/>
                        </a:rPr>
                        <m:t>≤</m:t>
                      </m:r>
                      <m:r>
                        <a:rPr lang="en-IN" b="0" i="1" smtClean="0">
                          <a:latin typeface="Cambria Math"/>
                        </a:rPr>
                        <m:t>𝑛</m:t>
                      </m:r>
                    </m:oMath>
                  </m:oMathPara>
                </a14:m>
                <a:endParaRPr lang="en-IN" b="0" dirty="0" smtClean="0"/>
              </a:p>
              <a:p>
                <a:pPr marL="0" indent="0">
                  <a:buNone/>
                </a:pPr>
                <a:r>
                  <a:rPr lang="en-IN" dirty="0" smtClean="0"/>
                  <a:t>or</a:t>
                </a:r>
                <a14:m>
                  <m:oMath xmlns:m="http://schemas.openxmlformats.org/officeDocument/2006/math">
                    <m:r>
                      <a:rPr lang="en-IN" b="0" i="0" smtClean="0">
                        <a:latin typeface="Cambria Math"/>
                      </a:rPr>
                      <m:t>                                   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/>
                      </a:rPr>
                      <m:t>i</m:t>
                    </m:r>
                    <m:r>
                      <a:rPr lang="en-IN" b="0" i="0" smtClean="0">
                        <a:latin typeface="Cambria Math"/>
                      </a:rPr>
                      <m:t>= </m:t>
                    </m:r>
                    <m:rad>
                      <m:radPr>
                        <m:degHide m:val="on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b="0" i="1" smtClean="0">
                            <a:latin typeface="Cambria Math"/>
                          </a:rPr>
                          <m:t>𝑛</m:t>
                        </m:r>
                      </m:e>
                    </m:rad>
                  </m:oMath>
                </a14:m>
                <a:endParaRPr lang="en-IN" b="0" dirty="0" smtClean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r>
                  <a:rPr lang="en-IN" b="0" dirty="0" smtClean="0"/>
                  <a:t>O(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i="1">
                            <a:latin typeface="Cambria Math"/>
                          </a:rPr>
                          <m:t>𝑛</m:t>
                        </m:r>
                      </m:e>
                    </m:rad>
                  </m:oMath>
                </a14:m>
                <a:r>
                  <a:rPr lang="en-IN" b="0" dirty="0" smtClean="0"/>
                  <a:t>), or theta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i="1">
                            <a:latin typeface="Cambria Math"/>
                          </a:rPr>
                          <m:t>𝑛</m:t>
                        </m:r>
                      </m:e>
                    </m:rad>
                  </m:oMath>
                </a14:m>
                <a:r>
                  <a:rPr lang="en-IN" b="0" dirty="0" smtClean="0"/>
                  <a:t> both are same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704" t="-2695" b="-350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11808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 smtClean="0"/>
              <a:t>Function(){</a:t>
            </a:r>
          </a:p>
          <a:p>
            <a:pPr marL="0" indent="0">
              <a:buNone/>
            </a:pPr>
            <a:r>
              <a:rPr lang="en-IN" dirty="0" smtClean="0"/>
              <a:t>	</a:t>
            </a:r>
            <a:r>
              <a:rPr lang="en-IN" dirty="0" err="1" smtClean="0"/>
              <a:t>int</a:t>
            </a:r>
            <a:r>
              <a:rPr lang="en-IN" dirty="0" smtClean="0"/>
              <a:t> </a:t>
            </a:r>
            <a:r>
              <a:rPr lang="en-IN" dirty="0" err="1" smtClean="0"/>
              <a:t>I,j,k,n</a:t>
            </a:r>
            <a:r>
              <a:rPr lang="en-IN" dirty="0" smtClean="0"/>
              <a:t>;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for(i=1;i&lt;=</a:t>
            </a:r>
            <a:r>
              <a:rPr lang="en-IN" dirty="0" err="1" smtClean="0"/>
              <a:t>n;i</a:t>
            </a:r>
            <a:r>
              <a:rPr lang="en-IN" dirty="0" smtClean="0"/>
              <a:t>++){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for(j=1;j&lt;=</a:t>
            </a:r>
            <a:r>
              <a:rPr lang="en-IN" dirty="0" err="1"/>
              <a:t>i</a:t>
            </a:r>
            <a:r>
              <a:rPr lang="en-IN" dirty="0" err="1" smtClean="0"/>
              <a:t>;j</a:t>
            </a:r>
            <a:r>
              <a:rPr lang="en-IN" dirty="0" smtClean="0"/>
              <a:t>++){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for(k=1;k&lt;=100;k++){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	print(“Hello”);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			}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	}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}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}</a:t>
            </a:r>
          </a:p>
          <a:p>
            <a:pPr marL="0" indent="0">
              <a:buNone/>
            </a:pPr>
            <a:r>
              <a:rPr lang="en-IN" dirty="0" smtClean="0"/>
              <a:t>I	</a:t>
            </a:r>
          </a:p>
          <a:p>
            <a:pPr marL="0" indent="0">
              <a:buNone/>
            </a:pPr>
            <a:r>
              <a:rPr lang="en-IN" dirty="0" smtClean="0"/>
              <a:t>J</a:t>
            </a:r>
          </a:p>
          <a:p>
            <a:pPr marL="0" indent="0">
              <a:buNone/>
            </a:pPr>
            <a:r>
              <a:rPr lang="en-IN" dirty="0" smtClean="0"/>
              <a:t>K</a:t>
            </a:r>
          </a:p>
        </p:txBody>
      </p:sp>
    </p:spTree>
    <p:extLst>
      <p:ext uri="{BB962C8B-B14F-4D97-AF65-F5344CB8AC3E}">
        <p14:creationId xmlns:p14="http://schemas.microsoft.com/office/powerpoint/2010/main" val="1179428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 smtClean="0"/>
              <a:t>Function(){</a:t>
            </a:r>
          </a:p>
          <a:p>
            <a:pPr marL="0" indent="0">
              <a:buNone/>
            </a:pPr>
            <a:r>
              <a:rPr lang="en-IN" dirty="0" smtClean="0"/>
              <a:t>	</a:t>
            </a:r>
            <a:r>
              <a:rPr lang="en-IN" dirty="0" err="1" smtClean="0"/>
              <a:t>int</a:t>
            </a:r>
            <a:r>
              <a:rPr lang="en-IN" dirty="0" smtClean="0"/>
              <a:t> </a:t>
            </a:r>
            <a:r>
              <a:rPr lang="en-IN" dirty="0" err="1" smtClean="0"/>
              <a:t>I,j,k,n</a:t>
            </a:r>
            <a:r>
              <a:rPr lang="en-IN" dirty="0" smtClean="0"/>
              <a:t>;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for(i=1;i&lt;=</a:t>
            </a:r>
            <a:r>
              <a:rPr lang="en-IN" dirty="0" err="1" smtClean="0"/>
              <a:t>n;i</a:t>
            </a:r>
            <a:r>
              <a:rPr lang="en-IN" dirty="0" smtClean="0"/>
              <a:t>++){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for(j=1;j&lt;=</a:t>
            </a:r>
            <a:r>
              <a:rPr lang="en-IN" dirty="0" err="1"/>
              <a:t>i</a:t>
            </a:r>
            <a:r>
              <a:rPr lang="en-IN" dirty="0" err="1" smtClean="0"/>
              <a:t>;j</a:t>
            </a:r>
            <a:r>
              <a:rPr lang="en-IN" dirty="0" smtClean="0"/>
              <a:t>++){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for(k=1;k&lt;=100;k++){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	print(“Hello”);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			}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	}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}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}</a:t>
            </a:r>
          </a:p>
          <a:p>
            <a:pPr marL="0" indent="0">
              <a:buNone/>
            </a:pPr>
            <a:r>
              <a:rPr lang="en-IN" dirty="0" smtClean="0"/>
              <a:t>I	1</a:t>
            </a:r>
          </a:p>
          <a:p>
            <a:pPr marL="0" indent="0">
              <a:buNone/>
            </a:pPr>
            <a:r>
              <a:rPr lang="en-IN" dirty="0" smtClean="0"/>
              <a:t>J</a:t>
            </a:r>
          </a:p>
          <a:p>
            <a:pPr marL="0" indent="0">
              <a:buNone/>
            </a:pPr>
            <a:r>
              <a:rPr lang="en-IN" dirty="0" smtClean="0"/>
              <a:t>K</a:t>
            </a:r>
          </a:p>
        </p:txBody>
      </p:sp>
    </p:spTree>
    <p:extLst>
      <p:ext uri="{BB962C8B-B14F-4D97-AF65-F5344CB8AC3E}">
        <p14:creationId xmlns:p14="http://schemas.microsoft.com/office/powerpoint/2010/main" val="3377048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 smtClean="0"/>
              <a:t>Function(){</a:t>
            </a:r>
          </a:p>
          <a:p>
            <a:pPr marL="0" indent="0">
              <a:buNone/>
            </a:pPr>
            <a:r>
              <a:rPr lang="en-IN" dirty="0" smtClean="0"/>
              <a:t>	</a:t>
            </a:r>
            <a:r>
              <a:rPr lang="en-IN" dirty="0" err="1" smtClean="0"/>
              <a:t>int</a:t>
            </a:r>
            <a:r>
              <a:rPr lang="en-IN" dirty="0" smtClean="0"/>
              <a:t> </a:t>
            </a:r>
            <a:r>
              <a:rPr lang="en-IN" dirty="0" err="1" smtClean="0"/>
              <a:t>I,j,k,n</a:t>
            </a:r>
            <a:r>
              <a:rPr lang="en-IN" dirty="0" smtClean="0"/>
              <a:t>;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for(i=1;i&lt;=</a:t>
            </a:r>
            <a:r>
              <a:rPr lang="en-IN" dirty="0" err="1" smtClean="0"/>
              <a:t>n;i</a:t>
            </a:r>
            <a:r>
              <a:rPr lang="en-IN" dirty="0" smtClean="0"/>
              <a:t>++){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for(j=1;j&lt;=</a:t>
            </a:r>
            <a:r>
              <a:rPr lang="en-IN" dirty="0" err="1"/>
              <a:t>i</a:t>
            </a:r>
            <a:r>
              <a:rPr lang="en-IN" dirty="0" err="1" smtClean="0"/>
              <a:t>;j</a:t>
            </a:r>
            <a:r>
              <a:rPr lang="en-IN" dirty="0" smtClean="0"/>
              <a:t>++){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for(k=1;k&lt;=100;k++){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	print(“Hello”);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			}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	}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}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}</a:t>
            </a:r>
          </a:p>
          <a:p>
            <a:pPr marL="0" indent="0">
              <a:buNone/>
            </a:pPr>
            <a:r>
              <a:rPr lang="en-IN" dirty="0" smtClean="0"/>
              <a:t>I	1</a:t>
            </a:r>
          </a:p>
          <a:p>
            <a:pPr marL="0" indent="0">
              <a:buNone/>
            </a:pPr>
            <a:r>
              <a:rPr lang="en-IN" dirty="0" smtClean="0"/>
              <a:t>J	1</a:t>
            </a:r>
          </a:p>
          <a:p>
            <a:pPr marL="0" indent="0">
              <a:buNone/>
            </a:pPr>
            <a:r>
              <a:rPr lang="en-IN" dirty="0" smtClean="0"/>
              <a:t>K	</a:t>
            </a:r>
          </a:p>
        </p:txBody>
      </p:sp>
    </p:spTree>
    <p:extLst>
      <p:ext uri="{BB962C8B-B14F-4D97-AF65-F5344CB8AC3E}">
        <p14:creationId xmlns:p14="http://schemas.microsoft.com/office/powerpoint/2010/main" val="1809474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 smtClean="0"/>
              <a:t>Function(){</a:t>
            </a:r>
          </a:p>
          <a:p>
            <a:pPr marL="0" indent="0">
              <a:buNone/>
            </a:pPr>
            <a:r>
              <a:rPr lang="en-IN" dirty="0" smtClean="0"/>
              <a:t>	</a:t>
            </a:r>
            <a:r>
              <a:rPr lang="en-IN" dirty="0" err="1" smtClean="0"/>
              <a:t>int</a:t>
            </a:r>
            <a:r>
              <a:rPr lang="en-IN" dirty="0" smtClean="0"/>
              <a:t> </a:t>
            </a:r>
            <a:r>
              <a:rPr lang="en-IN" dirty="0" err="1" smtClean="0"/>
              <a:t>I,j,k,n</a:t>
            </a:r>
            <a:r>
              <a:rPr lang="en-IN" dirty="0" smtClean="0"/>
              <a:t>;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for(i=1;i&lt;=</a:t>
            </a:r>
            <a:r>
              <a:rPr lang="en-IN" dirty="0" err="1" smtClean="0"/>
              <a:t>n;i</a:t>
            </a:r>
            <a:r>
              <a:rPr lang="en-IN" dirty="0" smtClean="0"/>
              <a:t>++){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for(j=1;j&lt;=</a:t>
            </a:r>
            <a:r>
              <a:rPr lang="en-IN" dirty="0" err="1"/>
              <a:t>i</a:t>
            </a:r>
            <a:r>
              <a:rPr lang="en-IN" dirty="0" err="1" smtClean="0"/>
              <a:t>;j</a:t>
            </a:r>
            <a:r>
              <a:rPr lang="en-IN" dirty="0" smtClean="0"/>
              <a:t>++){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for(k=1;k&lt;=100;k++){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	print(“Hello”);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			}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	}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}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}</a:t>
            </a:r>
          </a:p>
          <a:p>
            <a:pPr marL="0" indent="0">
              <a:buNone/>
            </a:pPr>
            <a:r>
              <a:rPr lang="en-IN" dirty="0" smtClean="0"/>
              <a:t>I	1</a:t>
            </a:r>
          </a:p>
          <a:p>
            <a:pPr marL="0" indent="0">
              <a:buNone/>
            </a:pPr>
            <a:r>
              <a:rPr lang="en-IN" dirty="0" smtClean="0"/>
              <a:t>J	1</a:t>
            </a:r>
          </a:p>
          <a:p>
            <a:pPr marL="0" indent="0">
              <a:buNone/>
            </a:pPr>
            <a:r>
              <a:rPr lang="en-IN" dirty="0" smtClean="0"/>
              <a:t>K	1*100</a:t>
            </a:r>
          </a:p>
        </p:txBody>
      </p:sp>
    </p:spTree>
    <p:extLst>
      <p:ext uri="{BB962C8B-B14F-4D97-AF65-F5344CB8AC3E}">
        <p14:creationId xmlns:p14="http://schemas.microsoft.com/office/powerpoint/2010/main" val="3136221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 smtClean="0"/>
              <a:t>Function(){</a:t>
            </a:r>
          </a:p>
          <a:p>
            <a:pPr marL="0" indent="0">
              <a:buNone/>
            </a:pPr>
            <a:r>
              <a:rPr lang="en-IN" dirty="0" smtClean="0"/>
              <a:t>	</a:t>
            </a:r>
            <a:r>
              <a:rPr lang="en-IN" dirty="0" err="1" smtClean="0"/>
              <a:t>int</a:t>
            </a:r>
            <a:r>
              <a:rPr lang="en-IN" dirty="0" smtClean="0"/>
              <a:t> </a:t>
            </a:r>
            <a:r>
              <a:rPr lang="en-IN" dirty="0" err="1" smtClean="0"/>
              <a:t>I,j,k,n</a:t>
            </a:r>
            <a:r>
              <a:rPr lang="en-IN" dirty="0" smtClean="0"/>
              <a:t>;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for(i=1;i&lt;=</a:t>
            </a:r>
            <a:r>
              <a:rPr lang="en-IN" dirty="0" err="1" smtClean="0"/>
              <a:t>n;i</a:t>
            </a:r>
            <a:r>
              <a:rPr lang="en-IN" dirty="0" smtClean="0"/>
              <a:t>++){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for(j=1;j&lt;=</a:t>
            </a:r>
            <a:r>
              <a:rPr lang="en-IN" dirty="0" err="1"/>
              <a:t>i</a:t>
            </a:r>
            <a:r>
              <a:rPr lang="en-IN" dirty="0" err="1" smtClean="0"/>
              <a:t>;j</a:t>
            </a:r>
            <a:r>
              <a:rPr lang="en-IN" dirty="0" smtClean="0"/>
              <a:t>++){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for(k=1;k&lt;=100;k++){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	print(“Hello”);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			}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	}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}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}</a:t>
            </a:r>
          </a:p>
          <a:p>
            <a:pPr marL="0" indent="0">
              <a:buNone/>
            </a:pPr>
            <a:r>
              <a:rPr lang="en-IN" dirty="0" smtClean="0"/>
              <a:t>I	1	2	</a:t>
            </a:r>
          </a:p>
          <a:p>
            <a:pPr marL="0" indent="0">
              <a:buNone/>
            </a:pPr>
            <a:r>
              <a:rPr lang="en-IN" dirty="0" smtClean="0"/>
              <a:t>J	1	</a:t>
            </a:r>
          </a:p>
          <a:p>
            <a:pPr marL="0" indent="0">
              <a:buNone/>
            </a:pPr>
            <a:r>
              <a:rPr lang="en-IN" dirty="0" smtClean="0"/>
              <a:t>K	1*100</a:t>
            </a:r>
          </a:p>
        </p:txBody>
      </p:sp>
    </p:spTree>
    <p:extLst>
      <p:ext uri="{BB962C8B-B14F-4D97-AF65-F5344CB8AC3E}">
        <p14:creationId xmlns:p14="http://schemas.microsoft.com/office/powerpoint/2010/main" val="83227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 smtClean="0"/>
              <a:t>Function(){</a:t>
            </a:r>
          </a:p>
          <a:p>
            <a:pPr marL="0" indent="0">
              <a:buNone/>
            </a:pPr>
            <a:r>
              <a:rPr lang="en-IN" dirty="0" smtClean="0"/>
              <a:t>	</a:t>
            </a:r>
            <a:r>
              <a:rPr lang="en-IN" dirty="0" err="1" smtClean="0"/>
              <a:t>int</a:t>
            </a:r>
            <a:r>
              <a:rPr lang="en-IN" dirty="0" smtClean="0"/>
              <a:t> </a:t>
            </a:r>
            <a:r>
              <a:rPr lang="en-IN" dirty="0" err="1" smtClean="0"/>
              <a:t>I,j,k,n</a:t>
            </a:r>
            <a:r>
              <a:rPr lang="en-IN" dirty="0" smtClean="0"/>
              <a:t>;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for(i=1;i&lt;=</a:t>
            </a:r>
            <a:r>
              <a:rPr lang="en-IN" dirty="0" err="1" smtClean="0"/>
              <a:t>n;i</a:t>
            </a:r>
            <a:r>
              <a:rPr lang="en-IN" dirty="0" smtClean="0"/>
              <a:t>++){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for(j=1;j&lt;=</a:t>
            </a:r>
            <a:r>
              <a:rPr lang="en-IN" dirty="0" err="1"/>
              <a:t>i</a:t>
            </a:r>
            <a:r>
              <a:rPr lang="en-IN" dirty="0" err="1" smtClean="0"/>
              <a:t>;j</a:t>
            </a:r>
            <a:r>
              <a:rPr lang="en-IN" dirty="0" smtClean="0"/>
              <a:t>++){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for(k=1;k&lt;=100;k++){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	print(“Hello”);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			}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	}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}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}</a:t>
            </a:r>
          </a:p>
          <a:p>
            <a:pPr marL="0" indent="0">
              <a:buNone/>
            </a:pPr>
            <a:r>
              <a:rPr lang="en-IN" dirty="0" smtClean="0"/>
              <a:t>I	1	2	</a:t>
            </a:r>
          </a:p>
          <a:p>
            <a:pPr marL="0" indent="0">
              <a:buNone/>
            </a:pPr>
            <a:r>
              <a:rPr lang="en-IN" dirty="0" smtClean="0"/>
              <a:t>J	1	2</a:t>
            </a:r>
          </a:p>
          <a:p>
            <a:pPr marL="0" indent="0">
              <a:buNone/>
            </a:pPr>
            <a:r>
              <a:rPr lang="en-IN" dirty="0" smtClean="0"/>
              <a:t>K	1*100</a:t>
            </a:r>
          </a:p>
        </p:txBody>
      </p:sp>
    </p:spTree>
    <p:extLst>
      <p:ext uri="{BB962C8B-B14F-4D97-AF65-F5344CB8AC3E}">
        <p14:creationId xmlns:p14="http://schemas.microsoft.com/office/powerpoint/2010/main" val="1811288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 smtClean="0"/>
              <a:t>Function(){</a:t>
            </a:r>
          </a:p>
          <a:p>
            <a:pPr marL="0" indent="0">
              <a:buNone/>
            </a:pPr>
            <a:r>
              <a:rPr lang="en-IN" dirty="0" smtClean="0"/>
              <a:t>	</a:t>
            </a:r>
            <a:r>
              <a:rPr lang="en-IN" dirty="0" err="1" smtClean="0"/>
              <a:t>int</a:t>
            </a:r>
            <a:r>
              <a:rPr lang="en-IN" dirty="0" smtClean="0"/>
              <a:t> </a:t>
            </a:r>
            <a:r>
              <a:rPr lang="en-IN" dirty="0" err="1" smtClean="0"/>
              <a:t>I,j,k,n</a:t>
            </a:r>
            <a:r>
              <a:rPr lang="en-IN" dirty="0" smtClean="0"/>
              <a:t>;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for(i=1;i&lt;=</a:t>
            </a:r>
            <a:r>
              <a:rPr lang="en-IN" dirty="0" err="1" smtClean="0"/>
              <a:t>n;i</a:t>
            </a:r>
            <a:r>
              <a:rPr lang="en-IN" dirty="0" smtClean="0"/>
              <a:t>++){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for(j=1;j&lt;=</a:t>
            </a:r>
            <a:r>
              <a:rPr lang="en-IN" dirty="0" err="1"/>
              <a:t>i</a:t>
            </a:r>
            <a:r>
              <a:rPr lang="en-IN" dirty="0" err="1" smtClean="0"/>
              <a:t>;j</a:t>
            </a:r>
            <a:r>
              <a:rPr lang="en-IN" dirty="0" smtClean="0"/>
              <a:t>++){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for(k=1;k&lt;=100;k++){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	print(“Hello”);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			}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	}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}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}</a:t>
            </a:r>
          </a:p>
          <a:p>
            <a:pPr marL="0" indent="0">
              <a:buNone/>
            </a:pPr>
            <a:r>
              <a:rPr lang="en-IN" dirty="0" smtClean="0"/>
              <a:t>I	1	2	</a:t>
            </a:r>
          </a:p>
          <a:p>
            <a:pPr marL="0" indent="0">
              <a:buNone/>
            </a:pPr>
            <a:r>
              <a:rPr lang="en-IN" dirty="0" smtClean="0"/>
              <a:t>J	1	2</a:t>
            </a:r>
          </a:p>
          <a:p>
            <a:pPr marL="0" indent="0">
              <a:buNone/>
            </a:pPr>
            <a:r>
              <a:rPr lang="en-IN" dirty="0" smtClean="0"/>
              <a:t>K	1*100	2*100</a:t>
            </a:r>
          </a:p>
        </p:txBody>
      </p:sp>
    </p:spTree>
    <p:extLst>
      <p:ext uri="{BB962C8B-B14F-4D97-AF65-F5344CB8AC3E}">
        <p14:creationId xmlns:p14="http://schemas.microsoft.com/office/powerpoint/2010/main" val="3714958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 smtClean="0"/>
              <a:t>Function(){</a:t>
            </a:r>
          </a:p>
          <a:p>
            <a:pPr marL="0" indent="0">
              <a:buNone/>
            </a:pPr>
            <a:r>
              <a:rPr lang="en-IN" dirty="0" smtClean="0"/>
              <a:t>	</a:t>
            </a:r>
            <a:r>
              <a:rPr lang="en-IN" dirty="0" err="1" smtClean="0"/>
              <a:t>int</a:t>
            </a:r>
            <a:r>
              <a:rPr lang="en-IN" dirty="0" smtClean="0"/>
              <a:t> </a:t>
            </a:r>
            <a:r>
              <a:rPr lang="en-IN" dirty="0" err="1" smtClean="0"/>
              <a:t>I,j,k,n</a:t>
            </a:r>
            <a:r>
              <a:rPr lang="en-IN" dirty="0" smtClean="0"/>
              <a:t>;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for(i=1;i&lt;=</a:t>
            </a:r>
            <a:r>
              <a:rPr lang="en-IN" dirty="0" err="1" smtClean="0"/>
              <a:t>n;i</a:t>
            </a:r>
            <a:r>
              <a:rPr lang="en-IN" dirty="0" smtClean="0"/>
              <a:t>++){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for(j=1;j&lt;=</a:t>
            </a:r>
            <a:r>
              <a:rPr lang="en-IN" dirty="0" err="1"/>
              <a:t>i</a:t>
            </a:r>
            <a:r>
              <a:rPr lang="en-IN" dirty="0" err="1" smtClean="0"/>
              <a:t>;j</a:t>
            </a:r>
            <a:r>
              <a:rPr lang="en-IN" dirty="0" smtClean="0"/>
              <a:t>++){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for(k=1;k&lt;=100;k++){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	print(“Hello”);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			}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	}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}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}</a:t>
            </a:r>
          </a:p>
          <a:p>
            <a:pPr marL="0" indent="0">
              <a:buNone/>
            </a:pPr>
            <a:r>
              <a:rPr lang="en-IN" dirty="0" smtClean="0"/>
              <a:t>I	1	2	3	</a:t>
            </a:r>
          </a:p>
          <a:p>
            <a:pPr marL="0" indent="0">
              <a:buNone/>
            </a:pPr>
            <a:r>
              <a:rPr lang="en-IN" dirty="0" smtClean="0"/>
              <a:t>J	1	2</a:t>
            </a:r>
          </a:p>
          <a:p>
            <a:pPr marL="0" indent="0">
              <a:buNone/>
            </a:pPr>
            <a:r>
              <a:rPr lang="en-IN" dirty="0" smtClean="0"/>
              <a:t>K	1*100	2*100</a:t>
            </a:r>
          </a:p>
        </p:txBody>
      </p:sp>
    </p:spTree>
    <p:extLst>
      <p:ext uri="{BB962C8B-B14F-4D97-AF65-F5344CB8AC3E}">
        <p14:creationId xmlns:p14="http://schemas.microsoft.com/office/powerpoint/2010/main" val="1331005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 smtClean="0"/>
              <a:t>Function(){</a:t>
            </a:r>
          </a:p>
          <a:p>
            <a:pPr marL="0" indent="0">
              <a:buNone/>
            </a:pPr>
            <a:r>
              <a:rPr lang="en-IN" dirty="0" smtClean="0"/>
              <a:t>	</a:t>
            </a:r>
            <a:r>
              <a:rPr lang="en-IN" dirty="0" err="1" smtClean="0"/>
              <a:t>int</a:t>
            </a:r>
            <a:r>
              <a:rPr lang="en-IN" dirty="0" smtClean="0"/>
              <a:t> </a:t>
            </a:r>
            <a:r>
              <a:rPr lang="en-IN" dirty="0" err="1" smtClean="0"/>
              <a:t>I,j,k,n</a:t>
            </a:r>
            <a:r>
              <a:rPr lang="en-IN" dirty="0" smtClean="0"/>
              <a:t>;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for(i=1;i&lt;=</a:t>
            </a:r>
            <a:r>
              <a:rPr lang="en-IN" dirty="0" err="1" smtClean="0"/>
              <a:t>n;i</a:t>
            </a:r>
            <a:r>
              <a:rPr lang="en-IN" dirty="0" smtClean="0"/>
              <a:t>++){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for(j=1;j&lt;=</a:t>
            </a:r>
            <a:r>
              <a:rPr lang="en-IN" dirty="0" err="1"/>
              <a:t>i</a:t>
            </a:r>
            <a:r>
              <a:rPr lang="en-IN" dirty="0" err="1" smtClean="0"/>
              <a:t>;j</a:t>
            </a:r>
            <a:r>
              <a:rPr lang="en-IN" dirty="0" smtClean="0"/>
              <a:t>++){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for(k=1;k&lt;=100;k++){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	print(“Hello”);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			}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	}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}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}</a:t>
            </a:r>
          </a:p>
          <a:p>
            <a:pPr marL="0" indent="0">
              <a:buNone/>
            </a:pPr>
            <a:r>
              <a:rPr lang="en-IN" dirty="0" smtClean="0"/>
              <a:t>I	1	2	3	</a:t>
            </a:r>
          </a:p>
          <a:p>
            <a:pPr marL="0" indent="0">
              <a:buNone/>
            </a:pPr>
            <a:r>
              <a:rPr lang="en-IN" dirty="0" smtClean="0"/>
              <a:t>J	1	2	3</a:t>
            </a:r>
          </a:p>
          <a:p>
            <a:pPr marL="0" indent="0">
              <a:buNone/>
            </a:pPr>
            <a:r>
              <a:rPr lang="en-IN" dirty="0" smtClean="0"/>
              <a:t>K	1*100	2*100</a:t>
            </a:r>
          </a:p>
        </p:txBody>
      </p:sp>
    </p:spTree>
    <p:extLst>
      <p:ext uri="{BB962C8B-B14F-4D97-AF65-F5344CB8AC3E}">
        <p14:creationId xmlns:p14="http://schemas.microsoft.com/office/powerpoint/2010/main" val="549209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 smtClean="0"/>
              <a:t>Function(){</a:t>
            </a:r>
          </a:p>
          <a:p>
            <a:pPr marL="0" indent="0">
              <a:buNone/>
            </a:pPr>
            <a:r>
              <a:rPr lang="en-IN" dirty="0" smtClean="0"/>
              <a:t>	</a:t>
            </a:r>
            <a:r>
              <a:rPr lang="en-IN" dirty="0" err="1" smtClean="0"/>
              <a:t>int</a:t>
            </a:r>
            <a:r>
              <a:rPr lang="en-IN" dirty="0" smtClean="0"/>
              <a:t> </a:t>
            </a:r>
            <a:r>
              <a:rPr lang="en-IN" dirty="0" err="1" smtClean="0"/>
              <a:t>I,j,k,n</a:t>
            </a:r>
            <a:r>
              <a:rPr lang="en-IN" dirty="0" smtClean="0"/>
              <a:t>;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for(i=1;i&lt;=</a:t>
            </a:r>
            <a:r>
              <a:rPr lang="en-IN" dirty="0" err="1" smtClean="0"/>
              <a:t>n;i</a:t>
            </a:r>
            <a:r>
              <a:rPr lang="en-IN" dirty="0" smtClean="0"/>
              <a:t>++){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for(j=1;j&lt;=</a:t>
            </a:r>
            <a:r>
              <a:rPr lang="en-IN" dirty="0" err="1"/>
              <a:t>i</a:t>
            </a:r>
            <a:r>
              <a:rPr lang="en-IN" dirty="0" err="1" smtClean="0"/>
              <a:t>;j</a:t>
            </a:r>
            <a:r>
              <a:rPr lang="en-IN" dirty="0" smtClean="0"/>
              <a:t>++){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for(k=1;k&lt;=100;k++){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	print(“Hello”);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			}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	}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}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}</a:t>
            </a:r>
          </a:p>
          <a:p>
            <a:pPr marL="0" indent="0">
              <a:buNone/>
            </a:pPr>
            <a:r>
              <a:rPr lang="en-IN" dirty="0" smtClean="0"/>
              <a:t>I	1	2	3	</a:t>
            </a:r>
          </a:p>
          <a:p>
            <a:pPr marL="0" indent="0">
              <a:buNone/>
            </a:pPr>
            <a:r>
              <a:rPr lang="en-IN" dirty="0" smtClean="0"/>
              <a:t>J	1	2	3</a:t>
            </a:r>
          </a:p>
          <a:p>
            <a:pPr marL="0" indent="0">
              <a:buNone/>
            </a:pPr>
            <a:r>
              <a:rPr lang="en-IN" dirty="0" smtClean="0"/>
              <a:t>K	1*100	2*100	3*100</a:t>
            </a:r>
          </a:p>
        </p:txBody>
      </p:sp>
    </p:spTree>
    <p:extLst>
      <p:ext uri="{BB962C8B-B14F-4D97-AF65-F5344CB8AC3E}">
        <p14:creationId xmlns:p14="http://schemas.microsoft.com/office/powerpoint/2010/main" val="461404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 smtClean="0"/>
              <a:t>Function(){</a:t>
            </a:r>
          </a:p>
          <a:p>
            <a:pPr marL="0" indent="0">
              <a:buNone/>
            </a:pPr>
            <a:r>
              <a:rPr lang="en-IN" dirty="0" smtClean="0"/>
              <a:t>	</a:t>
            </a:r>
            <a:r>
              <a:rPr lang="en-IN" dirty="0" err="1" smtClean="0"/>
              <a:t>int</a:t>
            </a:r>
            <a:r>
              <a:rPr lang="en-IN" dirty="0" smtClean="0"/>
              <a:t> </a:t>
            </a:r>
            <a:r>
              <a:rPr lang="en-IN" dirty="0" err="1" smtClean="0"/>
              <a:t>I,j,k,n</a:t>
            </a:r>
            <a:r>
              <a:rPr lang="en-IN" dirty="0" smtClean="0"/>
              <a:t>;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for(i=1;i&lt;=</a:t>
            </a:r>
            <a:r>
              <a:rPr lang="en-IN" dirty="0" err="1" smtClean="0"/>
              <a:t>n;i</a:t>
            </a:r>
            <a:r>
              <a:rPr lang="en-IN" dirty="0" smtClean="0"/>
              <a:t>++){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for(j=1;j&lt;=</a:t>
            </a:r>
            <a:r>
              <a:rPr lang="en-IN" dirty="0" err="1"/>
              <a:t>i</a:t>
            </a:r>
            <a:r>
              <a:rPr lang="en-IN" dirty="0" err="1" smtClean="0"/>
              <a:t>;j</a:t>
            </a:r>
            <a:r>
              <a:rPr lang="en-IN" dirty="0" smtClean="0"/>
              <a:t>++){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for(k=1;k&lt;=100;k++){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	print(“Hello”);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			}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	}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}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}</a:t>
            </a:r>
          </a:p>
          <a:p>
            <a:pPr marL="0" indent="0">
              <a:buNone/>
            </a:pPr>
            <a:r>
              <a:rPr lang="en-IN" dirty="0" smtClean="0"/>
              <a:t>I	1	2	3	4</a:t>
            </a:r>
          </a:p>
          <a:p>
            <a:pPr marL="0" indent="0">
              <a:buNone/>
            </a:pPr>
            <a:r>
              <a:rPr lang="en-IN" dirty="0" smtClean="0"/>
              <a:t>J	1	2	3</a:t>
            </a:r>
          </a:p>
          <a:p>
            <a:pPr marL="0" indent="0">
              <a:buNone/>
            </a:pPr>
            <a:r>
              <a:rPr lang="en-IN" dirty="0" smtClean="0"/>
              <a:t>K	1*100	2*100	3*100</a:t>
            </a:r>
          </a:p>
        </p:txBody>
      </p:sp>
    </p:spTree>
    <p:extLst>
      <p:ext uri="{BB962C8B-B14F-4D97-AF65-F5344CB8AC3E}">
        <p14:creationId xmlns:p14="http://schemas.microsoft.com/office/powerpoint/2010/main" val="2789053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 smtClean="0"/>
              <a:t>Function(){</a:t>
            </a:r>
          </a:p>
          <a:p>
            <a:pPr marL="0" indent="0">
              <a:buNone/>
            </a:pPr>
            <a:r>
              <a:rPr lang="en-IN" dirty="0" smtClean="0"/>
              <a:t>	</a:t>
            </a:r>
            <a:r>
              <a:rPr lang="en-IN" dirty="0" err="1" smtClean="0"/>
              <a:t>int</a:t>
            </a:r>
            <a:r>
              <a:rPr lang="en-IN" dirty="0" smtClean="0"/>
              <a:t> </a:t>
            </a:r>
            <a:r>
              <a:rPr lang="en-IN" dirty="0" err="1" smtClean="0"/>
              <a:t>I,j,k,n</a:t>
            </a:r>
            <a:r>
              <a:rPr lang="en-IN" dirty="0" smtClean="0"/>
              <a:t>;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for(i=1;i&lt;=</a:t>
            </a:r>
            <a:r>
              <a:rPr lang="en-IN" dirty="0" err="1" smtClean="0"/>
              <a:t>n;i</a:t>
            </a:r>
            <a:r>
              <a:rPr lang="en-IN" dirty="0" smtClean="0"/>
              <a:t>++){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for(j=1;j&lt;=</a:t>
            </a:r>
            <a:r>
              <a:rPr lang="en-IN" dirty="0" err="1"/>
              <a:t>i</a:t>
            </a:r>
            <a:r>
              <a:rPr lang="en-IN" dirty="0" err="1" smtClean="0"/>
              <a:t>;j</a:t>
            </a:r>
            <a:r>
              <a:rPr lang="en-IN" dirty="0" smtClean="0"/>
              <a:t>++){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for(k=1;k&lt;=100;k++){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	print(“Hello”);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			}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	}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}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}</a:t>
            </a:r>
          </a:p>
          <a:p>
            <a:pPr marL="0" indent="0">
              <a:buNone/>
            </a:pPr>
            <a:r>
              <a:rPr lang="en-IN" dirty="0" smtClean="0"/>
              <a:t>I	1	2	3	4</a:t>
            </a:r>
          </a:p>
          <a:p>
            <a:pPr marL="0" indent="0">
              <a:buNone/>
            </a:pPr>
            <a:r>
              <a:rPr lang="en-IN" dirty="0" smtClean="0"/>
              <a:t>J	1	2	3	4</a:t>
            </a:r>
          </a:p>
          <a:p>
            <a:pPr marL="0" indent="0">
              <a:buNone/>
            </a:pPr>
            <a:r>
              <a:rPr lang="en-IN" dirty="0" smtClean="0"/>
              <a:t>K	1*100	2*100	3*100</a:t>
            </a:r>
          </a:p>
        </p:txBody>
      </p:sp>
    </p:spTree>
    <p:extLst>
      <p:ext uri="{BB962C8B-B14F-4D97-AF65-F5344CB8AC3E}">
        <p14:creationId xmlns:p14="http://schemas.microsoft.com/office/powerpoint/2010/main" val="648512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 smtClean="0"/>
              <a:t>Function(){</a:t>
            </a:r>
          </a:p>
          <a:p>
            <a:pPr marL="0" indent="0">
              <a:buNone/>
            </a:pPr>
            <a:r>
              <a:rPr lang="en-IN" dirty="0" smtClean="0"/>
              <a:t>	</a:t>
            </a:r>
            <a:r>
              <a:rPr lang="en-IN" dirty="0" err="1" smtClean="0"/>
              <a:t>int</a:t>
            </a:r>
            <a:r>
              <a:rPr lang="en-IN" dirty="0" smtClean="0"/>
              <a:t> </a:t>
            </a:r>
            <a:r>
              <a:rPr lang="en-IN" dirty="0" err="1" smtClean="0"/>
              <a:t>I,j,k,n</a:t>
            </a:r>
            <a:r>
              <a:rPr lang="en-IN" dirty="0" smtClean="0"/>
              <a:t>;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for(i=1;i&lt;=</a:t>
            </a:r>
            <a:r>
              <a:rPr lang="en-IN" dirty="0" err="1" smtClean="0"/>
              <a:t>n;i</a:t>
            </a:r>
            <a:r>
              <a:rPr lang="en-IN" dirty="0" smtClean="0"/>
              <a:t>++){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for(j=1;j&lt;=</a:t>
            </a:r>
            <a:r>
              <a:rPr lang="en-IN" dirty="0" err="1"/>
              <a:t>i</a:t>
            </a:r>
            <a:r>
              <a:rPr lang="en-IN" dirty="0" err="1" smtClean="0"/>
              <a:t>;j</a:t>
            </a:r>
            <a:r>
              <a:rPr lang="en-IN" dirty="0" smtClean="0"/>
              <a:t>++){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for(k=1;k&lt;=100;k++){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	print(“Hello”);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			}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	}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}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}</a:t>
            </a:r>
          </a:p>
          <a:p>
            <a:pPr marL="0" indent="0">
              <a:buNone/>
            </a:pPr>
            <a:r>
              <a:rPr lang="en-IN" dirty="0" smtClean="0"/>
              <a:t>I	1	2	3	4</a:t>
            </a:r>
          </a:p>
          <a:p>
            <a:pPr marL="0" indent="0">
              <a:buNone/>
            </a:pPr>
            <a:r>
              <a:rPr lang="en-IN" dirty="0" smtClean="0"/>
              <a:t>J	1	2	3	4</a:t>
            </a:r>
          </a:p>
          <a:p>
            <a:pPr marL="0" indent="0">
              <a:buNone/>
            </a:pPr>
            <a:r>
              <a:rPr lang="en-IN" dirty="0" smtClean="0"/>
              <a:t>K	1*100	2*100	3*100	4*100</a:t>
            </a:r>
          </a:p>
        </p:txBody>
      </p:sp>
    </p:spTree>
    <p:extLst>
      <p:ext uri="{BB962C8B-B14F-4D97-AF65-F5344CB8AC3E}">
        <p14:creationId xmlns:p14="http://schemas.microsoft.com/office/powerpoint/2010/main" val="245106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 smtClean="0"/>
              <a:t>Function(){</a:t>
            </a:r>
          </a:p>
          <a:p>
            <a:pPr marL="0" indent="0">
              <a:buNone/>
            </a:pPr>
            <a:r>
              <a:rPr lang="en-IN" dirty="0" smtClean="0"/>
              <a:t>	</a:t>
            </a:r>
            <a:r>
              <a:rPr lang="en-IN" dirty="0" err="1" smtClean="0"/>
              <a:t>int</a:t>
            </a:r>
            <a:r>
              <a:rPr lang="en-IN" dirty="0" smtClean="0"/>
              <a:t> </a:t>
            </a:r>
            <a:r>
              <a:rPr lang="en-IN" dirty="0" err="1" smtClean="0"/>
              <a:t>I,j,k,n</a:t>
            </a:r>
            <a:r>
              <a:rPr lang="en-IN" dirty="0" smtClean="0"/>
              <a:t>;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for(i=1;i&lt;=</a:t>
            </a:r>
            <a:r>
              <a:rPr lang="en-IN" dirty="0" err="1" smtClean="0"/>
              <a:t>n;i</a:t>
            </a:r>
            <a:r>
              <a:rPr lang="en-IN" dirty="0" smtClean="0"/>
              <a:t>++){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for(j=1;j&lt;=</a:t>
            </a:r>
            <a:r>
              <a:rPr lang="en-IN" dirty="0" err="1"/>
              <a:t>i</a:t>
            </a:r>
            <a:r>
              <a:rPr lang="en-IN" dirty="0" err="1" smtClean="0"/>
              <a:t>;j</a:t>
            </a:r>
            <a:r>
              <a:rPr lang="en-IN" dirty="0" smtClean="0"/>
              <a:t>++){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for(k=1;k&lt;=100;k++){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	print(“Hello”);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			}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	}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}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}</a:t>
            </a:r>
          </a:p>
          <a:p>
            <a:pPr marL="0" indent="0">
              <a:buNone/>
            </a:pPr>
            <a:r>
              <a:rPr lang="en-IN" dirty="0" smtClean="0"/>
              <a:t>I	1	2	3	4	5</a:t>
            </a:r>
          </a:p>
          <a:p>
            <a:pPr marL="0" indent="0">
              <a:buNone/>
            </a:pPr>
            <a:r>
              <a:rPr lang="en-IN" dirty="0" smtClean="0"/>
              <a:t>J	1	2	3	4</a:t>
            </a:r>
          </a:p>
          <a:p>
            <a:pPr marL="0" indent="0">
              <a:buNone/>
            </a:pPr>
            <a:r>
              <a:rPr lang="en-IN" dirty="0" smtClean="0"/>
              <a:t>K	1*100	2*100	3*100	4*100</a:t>
            </a:r>
          </a:p>
        </p:txBody>
      </p:sp>
    </p:spTree>
    <p:extLst>
      <p:ext uri="{BB962C8B-B14F-4D97-AF65-F5344CB8AC3E}">
        <p14:creationId xmlns:p14="http://schemas.microsoft.com/office/powerpoint/2010/main" val="710352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 smtClean="0"/>
              <a:t>Function(){</a:t>
            </a:r>
          </a:p>
          <a:p>
            <a:pPr marL="0" indent="0">
              <a:buNone/>
            </a:pPr>
            <a:r>
              <a:rPr lang="en-IN" dirty="0" smtClean="0"/>
              <a:t>	</a:t>
            </a:r>
            <a:r>
              <a:rPr lang="en-IN" dirty="0" err="1" smtClean="0"/>
              <a:t>int</a:t>
            </a:r>
            <a:r>
              <a:rPr lang="en-IN" dirty="0" smtClean="0"/>
              <a:t> </a:t>
            </a:r>
            <a:r>
              <a:rPr lang="en-IN" dirty="0" err="1" smtClean="0"/>
              <a:t>I,j,k,n</a:t>
            </a:r>
            <a:r>
              <a:rPr lang="en-IN" dirty="0" smtClean="0"/>
              <a:t>;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for(i=1;i&lt;=</a:t>
            </a:r>
            <a:r>
              <a:rPr lang="en-IN" dirty="0" err="1" smtClean="0"/>
              <a:t>n;i</a:t>
            </a:r>
            <a:r>
              <a:rPr lang="en-IN" dirty="0" smtClean="0"/>
              <a:t>++){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for(j=1;j&lt;=</a:t>
            </a:r>
            <a:r>
              <a:rPr lang="en-IN" dirty="0" err="1"/>
              <a:t>i</a:t>
            </a:r>
            <a:r>
              <a:rPr lang="en-IN" dirty="0" err="1" smtClean="0"/>
              <a:t>;j</a:t>
            </a:r>
            <a:r>
              <a:rPr lang="en-IN" dirty="0" smtClean="0"/>
              <a:t>++){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for(k=1;k&lt;=100;k++){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	print(“Hello”);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			}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	}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}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}</a:t>
            </a:r>
          </a:p>
          <a:p>
            <a:pPr marL="0" indent="0">
              <a:buNone/>
            </a:pPr>
            <a:r>
              <a:rPr lang="en-IN" dirty="0" smtClean="0"/>
              <a:t>I	1	2	3	4	5</a:t>
            </a:r>
          </a:p>
          <a:p>
            <a:pPr marL="0" indent="0">
              <a:buNone/>
            </a:pPr>
            <a:r>
              <a:rPr lang="en-IN" dirty="0" smtClean="0"/>
              <a:t>J	1	2	3	4	5</a:t>
            </a:r>
          </a:p>
          <a:p>
            <a:pPr marL="0" indent="0">
              <a:buNone/>
            </a:pPr>
            <a:r>
              <a:rPr lang="en-IN" dirty="0" smtClean="0"/>
              <a:t>K	1*100	2*100	3*100	4*100</a:t>
            </a:r>
          </a:p>
        </p:txBody>
      </p:sp>
    </p:spTree>
    <p:extLst>
      <p:ext uri="{BB962C8B-B14F-4D97-AF65-F5344CB8AC3E}">
        <p14:creationId xmlns:p14="http://schemas.microsoft.com/office/powerpoint/2010/main" val="2114009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 smtClean="0"/>
              <a:t>Function(){</a:t>
            </a:r>
          </a:p>
          <a:p>
            <a:pPr marL="0" indent="0">
              <a:buNone/>
            </a:pPr>
            <a:r>
              <a:rPr lang="en-IN" dirty="0" smtClean="0"/>
              <a:t>	</a:t>
            </a:r>
            <a:r>
              <a:rPr lang="en-IN" dirty="0" err="1" smtClean="0"/>
              <a:t>int</a:t>
            </a:r>
            <a:r>
              <a:rPr lang="en-IN" dirty="0" smtClean="0"/>
              <a:t> </a:t>
            </a:r>
            <a:r>
              <a:rPr lang="en-IN" dirty="0" err="1" smtClean="0"/>
              <a:t>I,j,k,n</a:t>
            </a:r>
            <a:r>
              <a:rPr lang="en-IN" dirty="0" smtClean="0"/>
              <a:t>;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for(i=1;i&lt;=</a:t>
            </a:r>
            <a:r>
              <a:rPr lang="en-IN" dirty="0" err="1" smtClean="0"/>
              <a:t>n;i</a:t>
            </a:r>
            <a:r>
              <a:rPr lang="en-IN" dirty="0" smtClean="0"/>
              <a:t>++){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for(j=1;j&lt;=</a:t>
            </a:r>
            <a:r>
              <a:rPr lang="en-IN" dirty="0" err="1"/>
              <a:t>i</a:t>
            </a:r>
            <a:r>
              <a:rPr lang="en-IN" dirty="0" err="1" smtClean="0"/>
              <a:t>;j</a:t>
            </a:r>
            <a:r>
              <a:rPr lang="en-IN" dirty="0" smtClean="0"/>
              <a:t>++){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for(k=1;k&lt;=100;k++){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	print(“Hello”);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			}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	}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}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}</a:t>
            </a:r>
          </a:p>
          <a:p>
            <a:pPr marL="0" indent="0">
              <a:buNone/>
            </a:pPr>
            <a:r>
              <a:rPr lang="en-IN" dirty="0" smtClean="0"/>
              <a:t>I	1	2	3	4	5</a:t>
            </a:r>
          </a:p>
          <a:p>
            <a:pPr marL="0" indent="0">
              <a:buNone/>
            </a:pPr>
            <a:r>
              <a:rPr lang="en-IN" dirty="0" smtClean="0"/>
              <a:t>J	1	2	3	4	5</a:t>
            </a:r>
          </a:p>
          <a:p>
            <a:pPr marL="0" indent="0">
              <a:buNone/>
            </a:pPr>
            <a:r>
              <a:rPr lang="en-IN" dirty="0" smtClean="0"/>
              <a:t>K	1*100	2*100	3*100	4*100	5*100</a:t>
            </a:r>
          </a:p>
        </p:txBody>
      </p:sp>
    </p:spTree>
    <p:extLst>
      <p:ext uri="{BB962C8B-B14F-4D97-AF65-F5344CB8AC3E}">
        <p14:creationId xmlns:p14="http://schemas.microsoft.com/office/powerpoint/2010/main" val="3573286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 smtClean="0"/>
              <a:t>Function(){</a:t>
            </a:r>
          </a:p>
          <a:p>
            <a:pPr marL="0" indent="0">
              <a:buNone/>
            </a:pPr>
            <a:r>
              <a:rPr lang="en-IN" dirty="0" smtClean="0"/>
              <a:t>	</a:t>
            </a:r>
            <a:r>
              <a:rPr lang="en-IN" dirty="0" err="1" smtClean="0"/>
              <a:t>int</a:t>
            </a:r>
            <a:r>
              <a:rPr lang="en-IN" dirty="0" smtClean="0"/>
              <a:t> </a:t>
            </a:r>
            <a:r>
              <a:rPr lang="en-IN" dirty="0" err="1" smtClean="0"/>
              <a:t>I,j,k,n</a:t>
            </a:r>
            <a:r>
              <a:rPr lang="en-IN" dirty="0" smtClean="0"/>
              <a:t>;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for(i=1;i&lt;=</a:t>
            </a:r>
            <a:r>
              <a:rPr lang="en-IN" dirty="0" err="1" smtClean="0"/>
              <a:t>n;i</a:t>
            </a:r>
            <a:r>
              <a:rPr lang="en-IN" dirty="0" smtClean="0"/>
              <a:t>++){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for(j=1;j&lt;=</a:t>
            </a:r>
            <a:r>
              <a:rPr lang="en-IN" dirty="0" err="1"/>
              <a:t>i</a:t>
            </a:r>
            <a:r>
              <a:rPr lang="en-IN" dirty="0" err="1" smtClean="0"/>
              <a:t>;j</a:t>
            </a:r>
            <a:r>
              <a:rPr lang="en-IN" dirty="0" smtClean="0"/>
              <a:t>++){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for(k=1;k&lt;=100;k++){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	print(“Hello”);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			}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	}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}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}</a:t>
            </a:r>
          </a:p>
          <a:p>
            <a:pPr marL="0" indent="0">
              <a:buNone/>
            </a:pPr>
            <a:r>
              <a:rPr lang="en-IN" dirty="0" smtClean="0"/>
              <a:t>I	1	2	3	4	5…………….n</a:t>
            </a:r>
          </a:p>
          <a:p>
            <a:pPr marL="0" indent="0">
              <a:buNone/>
            </a:pPr>
            <a:r>
              <a:rPr lang="en-IN" dirty="0" smtClean="0"/>
              <a:t>J	1	2	3	4	5</a:t>
            </a:r>
          </a:p>
          <a:p>
            <a:pPr marL="0" indent="0">
              <a:buNone/>
            </a:pPr>
            <a:r>
              <a:rPr lang="en-IN" dirty="0" smtClean="0"/>
              <a:t>K	1*100	2*100	3*100	4*100	5*100</a:t>
            </a:r>
          </a:p>
        </p:txBody>
      </p:sp>
    </p:spTree>
    <p:extLst>
      <p:ext uri="{BB962C8B-B14F-4D97-AF65-F5344CB8AC3E}">
        <p14:creationId xmlns:p14="http://schemas.microsoft.com/office/powerpoint/2010/main" val="4096118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 smtClean="0"/>
              <a:t>Function(){</a:t>
            </a:r>
          </a:p>
          <a:p>
            <a:pPr marL="0" indent="0">
              <a:buNone/>
            </a:pPr>
            <a:r>
              <a:rPr lang="en-IN" dirty="0" smtClean="0"/>
              <a:t>	</a:t>
            </a:r>
            <a:r>
              <a:rPr lang="en-IN" dirty="0" err="1" smtClean="0"/>
              <a:t>int</a:t>
            </a:r>
            <a:r>
              <a:rPr lang="en-IN" dirty="0" smtClean="0"/>
              <a:t> </a:t>
            </a:r>
            <a:r>
              <a:rPr lang="en-IN" dirty="0" err="1" smtClean="0"/>
              <a:t>I,j,k,n</a:t>
            </a:r>
            <a:r>
              <a:rPr lang="en-IN" dirty="0" smtClean="0"/>
              <a:t>;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for(i=1;i&lt;=</a:t>
            </a:r>
            <a:r>
              <a:rPr lang="en-IN" dirty="0" err="1" smtClean="0"/>
              <a:t>n;i</a:t>
            </a:r>
            <a:r>
              <a:rPr lang="en-IN" dirty="0" smtClean="0"/>
              <a:t>++){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for(j=1;j&lt;=</a:t>
            </a:r>
            <a:r>
              <a:rPr lang="en-IN" dirty="0" err="1"/>
              <a:t>i</a:t>
            </a:r>
            <a:r>
              <a:rPr lang="en-IN" dirty="0" err="1" smtClean="0"/>
              <a:t>;j</a:t>
            </a:r>
            <a:r>
              <a:rPr lang="en-IN" dirty="0" smtClean="0"/>
              <a:t>++){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for(k=1;k&lt;=100;k++){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	print(“Hello”);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			}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	}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}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}</a:t>
            </a:r>
          </a:p>
          <a:p>
            <a:pPr marL="0" indent="0">
              <a:buNone/>
            </a:pPr>
            <a:r>
              <a:rPr lang="en-IN" dirty="0" smtClean="0"/>
              <a:t>I	1	2	3	4	5…………….n</a:t>
            </a:r>
          </a:p>
          <a:p>
            <a:pPr marL="0" indent="0">
              <a:buNone/>
            </a:pPr>
            <a:r>
              <a:rPr lang="en-IN" dirty="0" smtClean="0"/>
              <a:t>J	1	2	3	4	5…………….n</a:t>
            </a:r>
          </a:p>
          <a:p>
            <a:pPr marL="0" indent="0">
              <a:buNone/>
            </a:pPr>
            <a:r>
              <a:rPr lang="en-IN" dirty="0" smtClean="0"/>
              <a:t>K	1*100	2*100	3*100	4*100	5*100</a:t>
            </a:r>
          </a:p>
        </p:txBody>
      </p:sp>
    </p:spTree>
    <p:extLst>
      <p:ext uri="{BB962C8B-B14F-4D97-AF65-F5344CB8AC3E}">
        <p14:creationId xmlns:p14="http://schemas.microsoft.com/office/powerpoint/2010/main" val="3741680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 smtClean="0"/>
              <a:t>Function(){</a:t>
            </a:r>
          </a:p>
          <a:p>
            <a:pPr marL="0" indent="0">
              <a:buNone/>
            </a:pPr>
            <a:r>
              <a:rPr lang="en-IN" dirty="0" smtClean="0"/>
              <a:t>	</a:t>
            </a:r>
            <a:r>
              <a:rPr lang="en-IN" dirty="0" err="1" smtClean="0"/>
              <a:t>int</a:t>
            </a:r>
            <a:r>
              <a:rPr lang="en-IN" dirty="0" smtClean="0"/>
              <a:t> </a:t>
            </a:r>
            <a:r>
              <a:rPr lang="en-IN" dirty="0" err="1" smtClean="0"/>
              <a:t>I,j,k,n</a:t>
            </a:r>
            <a:r>
              <a:rPr lang="en-IN" dirty="0" smtClean="0"/>
              <a:t>;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for(i=1;i&lt;=</a:t>
            </a:r>
            <a:r>
              <a:rPr lang="en-IN" dirty="0" err="1" smtClean="0"/>
              <a:t>n;i</a:t>
            </a:r>
            <a:r>
              <a:rPr lang="en-IN" dirty="0" smtClean="0"/>
              <a:t>++){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for(j=1;j&lt;=</a:t>
            </a:r>
            <a:r>
              <a:rPr lang="en-IN" dirty="0" err="1"/>
              <a:t>i</a:t>
            </a:r>
            <a:r>
              <a:rPr lang="en-IN" dirty="0" err="1" smtClean="0"/>
              <a:t>;j</a:t>
            </a:r>
            <a:r>
              <a:rPr lang="en-IN" dirty="0" smtClean="0"/>
              <a:t>++){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for(k=1;k&lt;=100;k++){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	print(“Hello”);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			}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	}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}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}</a:t>
            </a:r>
          </a:p>
          <a:p>
            <a:pPr marL="0" indent="0">
              <a:buNone/>
            </a:pPr>
            <a:r>
              <a:rPr lang="en-IN" dirty="0" smtClean="0"/>
              <a:t>I	1	2	3	4	5…………….n</a:t>
            </a:r>
          </a:p>
          <a:p>
            <a:pPr marL="0" indent="0">
              <a:buNone/>
            </a:pPr>
            <a:r>
              <a:rPr lang="en-IN" dirty="0" smtClean="0"/>
              <a:t>J	1	2	3	4	5…………….n</a:t>
            </a:r>
          </a:p>
          <a:p>
            <a:pPr marL="0" indent="0">
              <a:buNone/>
            </a:pPr>
            <a:r>
              <a:rPr lang="en-IN" dirty="0" smtClean="0"/>
              <a:t>K	1*100	2*100	3*100	4*100	5*100…….n*100</a:t>
            </a:r>
          </a:p>
        </p:txBody>
      </p:sp>
    </p:spTree>
    <p:extLst>
      <p:ext uri="{BB962C8B-B14F-4D97-AF65-F5344CB8AC3E}">
        <p14:creationId xmlns:p14="http://schemas.microsoft.com/office/powerpoint/2010/main" val="1118494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dirty="0" smtClean="0"/>
              <a:t>Function(){</a:t>
            </a:r>
          </a:p>
          <a:p>
            <a:pPr marL="0" indent="0">
              <a:buNone/>
            </a:pPr>
            <a:r>
              <a:rPr lang="en-IN" dirty="0" smtClean="0"/>
              <a:t>	</a:t>
            </a:r>
            <a:r>
              <a:rPr lang="en-IN" dirty="0" err="1" smtClean="0"/>
              <a:t>int</a:t>
            </a:r>
            <a:r>
              <a:rPr lang="en-IN" dirty="0" smtClean="0"/>
              <a:t> </a:t>
            </a:r>
            <a:r>
              <a:rPr lang="en-IN" dirty="0" err="1" smtClean="0"/>
              <a:t>I,j,k,n</a:t>
            </a:r>
            <a:r>
              <a:rPr lang="en-IN" dirty="0" smtClean="0"/>
              <a:t>;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for(i=1;i&lt;=</a:t>
            </a:r>
            <a:r>
              <a:rPr lang="en-IN" dirty="0" err="1" smtClean="0"/>
              <a:t>n;i</a:t>
            </a:r>
            <a:r>
              <a:rPr lang="en-IN" dirty="0" smtClean="0"/>
              <a:t>++){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for(j=1;j&lt;=</a:t>
            </a:r>
            <a:r>
              <a:rPr lang="en-IN" dirty="0" err="1"/>
              <a:t>i</a:t>
            </a:r>
            <a:r>
              <a:rPr lang="en-IN" dirty="0" err="1" smtClean="0"/>
              <a:t>;j</a:t>
            </a:r>
            <a:r>
              <a:rPr lang="en-IN" dirty="0" smtClean="0"/>
              <a:t>++){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for(k=1;k&lt;=100;k++){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	print(“Hello”);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			}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	}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}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}</a:t>
            </a:r>
          </a:p>
          <a:p>
            <a:pPr marL="0" indent="0">
              <a:buNone/>
            </a:pPr>
            <a:r>
              <a:rPr lang="en-IN" dirty="0" smtClean="0"/>
              <a:t>I	1	2	3	4	5…………….n</a:t>
            </a:r>
          </a:p>
          <a:p>
            <a:pPr marL="0" indent="0">
              <a:buNone/>
            </a:pPr>
            <a:r>
              <a:rPr lang="en-IN" dirty="0" smtClean="0"/>
              <a:t>J	1	2	3	4	5…………….n</a:t>
            </a:r>
          </a:p>
          <a:p>
            <a:pPr marL="0" indent="0">
              <a:buNone/>
            </a:pPr>
            <a:r>
              <a:rPr lang="en-IN" dirty="0" smtClean="0"/>
              <a:t>K	1*100	2*100	3*100	4*100	5*100…….n*100</a:t>
            </a:r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1*100+2*100+3*100+4*100+……n*100</a:t>
            </a:r>
          </a:p>
          <a:p>
            <a:pPr marL="0" indent="0">
              <a:buNone/>
            </a:pPr>
            <a:endParaRPr lang="en-IN" dirty="0" smtClean="0"/>
          </a:p>
        </p:txBody>
      </p:sp>
    </p:spTree>
    <p:extLst>
      <p:ext uri="{BB962C8B-B14F-4D97-AF65-F5344CB8AC3E}">
        <p14:creationId xmlns:p14="http://schemas.microsoft.com/office/powerpoint/2010/main" val="1920943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56792"/>
            <a:ext cx="8229600" cy="4525963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dirty="0" smtClean="0"/>
              <a:t>Function(){</a:t>
            </a:r>
          </a:p>
          <a:p>
            <a:pPr marL="0" indent="0">
              <a:buNone/>
            </a:pPr>
            <a:r>
              <a:rPr lang="en-IN" dirty="0" smtClean="0"/>
              <a:t>	</a:t>
            </a:r>
            <a:r>
              <a:rPr lang="en-IN" dirty="0" err="1" smtClean="0"/>
              <a:t>int</a:t>
            </a:r>
            <a:r>
              <a:rPr lang="en-IN" dirty="0" smtClean="0"/>
              <a:t> </a:t>
            </a:r>
            <a:r>
              <a:rPr lang="en-IN" dirty="0" err="1" smtClean="0"/>
              <a:t>I,j,k,n</a:t>
            </a:r>
            <a:r>
              <a:rPr lang="en-IN" dirty="0" smtClean="0"/>
              <a:t>;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for(i=1;i&lt;=</a:t>
            </a:r>
            <a:r>
              <a:rPr lang="en-IN" dirty="0" err="1" smtClean="0"/>
              <a:t>n;i</a:t>
            </a:r>
            <a:r>
              <a:rPr lang="en-IN" dirty="0" smtClean="0"/>
              <a:t>++){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for(j=1;j&lt;=</a:t>
            </a:r>
            <a:r>
              <a:rPr lang="en-IN" dirty="0" err="1"/>
              <a:t>i</a:t>
            </a:r>
            <a:r>
              <a:rPr lang="en-IN" dirty="0" err="1" smtClean="0"/>
              <a:t>;j</a:t>
            </a:r>
            <a:r>
              <a:rPr lang="en-IN" dirty="0" smtClean="0"/>
              <a:t>++){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for(k=1;k&lt;=100;k++){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	print(“Hello”);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			}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	}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}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}</a:t>
            </a:r>
          </a:p>
          <a:p>
            <a:pPr marL="0" indent="0">
              <a:buNone/>
            </a:pPr>
            <a:r>
              <a:rPr lang="en-IN" dirty="0" smtClean="0"/>
              <a:t>I	1	2	3	4	5…………….n</a:t>
            </a:r>
          </a:p>
          <a:p>
            <a:pPr marL="0" indent="0">
              <a:buNone/>
            </a:pPr>
            <a:r>
              <a:rPr lang="en-IN" dirty="0" smtClean="0"/>
              <a:t>J	1	2	3	4	5…………….n</a:t>
            </a:r>
          </a:p>
          <a:p>
            <a:pPr marL="0" indent="0">
              <a:buNone/>
            </a:pPr>
            <a:r>
              <a:rPr lang="en-IN" dirty="0" smtClean="0"/>
              <a:t>K	1*100	2*100	3*100	4*100	5*100…….n*100</a:t>
            </a:r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1*100+2*100+3*100+4*100+……n*100</a:t>
            </a:r>
          </a:p>
          <a:p>
            <a:pPr marL="0" indent="0">
              <a:buNone/>
            </a:pPr>
            <a:r>
              <a:rPr lang="en-IN" dirty="0" smtClean="0"/>
              <a:t>100(1+2+3+4+……………n)</a:t>
            </a:r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endParaRPr lang="en-IN" dirty="0" smtClean="0"/>
          </a:p>
        </p:txBody>
      </p:sp>
    </p:spTree>
    <p:extLst>
      <p:ext uri="{BB962C8B-B14F-4D97-AF65-F5344CB8AC3E}">
        <p14:creationId xmlns:p14="http://schemas.microsoft.com/office/powerpoint/2010/main" val="1533142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dirty="0" smtClean="0"/>
              <a:t>Function(){</a:t>
            </a:r>
          </a:p>
          <a:p>
            <a:pPr marL="0" indent="0">
              <a:buNone/>
            </a:pPr>
            <a:r>
              <a:rPr lang="en-IN" dirty="0" smtClean="0"/>
              <a:t>	</a:t>
            </a:r>
            <a:r>
              <a:rPr lang="en-IN" dirty="0" err="1" smtClean="0"/>
              <a:t>int</a:t>
            </a:r>
            <a:r>
              <a:rPr lang="en-IN" dirty="0" smtClean="0"/>
              <a:t> </a:t>
            </a:r>
            <a:r>
              <a:rPr lang="en-IN" dirty="0" err="1" smtClean="0"/>
              <a:t>I,j,k,n</a:t>
            </a:r>
            <a:r>
              <a:rPr lang="en-IN" dirty="0" smtClean="0"/>
              <a:t>;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for(i=1;i&lt;=</a:t>
            </a:r>
            <a:r>
              <a:rPr lang="en-IN" dirty="0" err="1" smtClean="0"/>
              <a:t>n;i</a:t>
            </a:r>
            <a:r>
              <a:rPr lang="en-IN" dirty="0" smtClean="0"/>
              <a:t>++){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for(j=1;j&lt;=</a:t>
            </a:r>
            <a:r>
              <a:rPr lang="en-IN" dirty="0" err="1"/>
              <a:t>i</a:t>
            </a:r>
            <a:r>
              <a:rPr lang="en-IN" dirty="0" err="1" smtClean="0"/>
              <a:t>;j</a:t>
            </a:r>
            <a:r>
              <a:rPr lang="en-IN" dirty="0" smtClean="0"/>
              <a:t>++){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for(k=1;k&lt;=100;k++){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	print(“Hello”);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			}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	}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}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}</a:t>
            </a:r>
          </a:p>
          <a:p>
            <a:pPr marL="0" indent="0">
              <a:buNone/>
            </a:pPr>
            <a:r>
              <a:rPr lang="en-IN" dirty="0" smtClean="0"/>
              <a:t>I	1	2	3	4	5…………….n</a:t>
            </a:r>
          </a:p>
          <a:p>
            <a:pPr marL="0" indent="0">
              <a:buNone/>
            </a:pPr>
            <a:r>
              <a:rPr lang="en-IN" dirty="0" smtClean="0"/>
              <a:t>J	1	2	3	4	5…………….n</a:t>
            </a:r>
          </a:p>
          <a:p>
            <a:pPr marL="0" indent="0">
              <a:buNone/>
            </a:pPr>
            <a:r>
              <a:rPr lang="en-IN" dirty="0" smtClean="0"/>
              <a:t>K	1*100	2*100	3*100	4*100	5*100…….n</a:t>
            </a:r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1*100+2*100+3*100+4*100+……n*100</a:t>
            </a:r>
          </a:p>
          <a:p>
            <a:pPr marL="0" indent="0">
              <a:buNone/>
            </a:pPr>
            <a:r>
              <a:rPr lang="en-IN" dirty="0" smtClean="0"/>
              <a:t>100(1+2+3+4+……………n)</a:t>
            </a:r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endParaRPr lang="en-IN" dirty="0" smtClean="0"/>
          </a:p>
        </p:txBody>
      </p:sp>
      <p:sp>
        <p:nvSpPr>
          <p:cNvPr id="4" name="TextBox 3"/>
          <p:cNvSpPr txBox="1"/>
          <p:nvPr/>
        </p:nvSpPr>
        <p:spPr>
          <a:xfrm>
            <a:off x="3779912" y="5877272"/>
            <a:ext cx="360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n(n+1)/2 </a:t>
            </a:r>
            <a:r>
              <a:rPr lang="en-IN" dirty="0" err="1" smtClean="0"/>
              <a:t>ie</a:t>
            </a:r>
            <a:r>
              <a:rPr lang="en-IN" dirty="0" smtClean="0"/>
              <a:t> O(n</a:t>
            </a:r>
            <a:r>
              <a:rPr lang="en-IN" baseline="30000" dirty="0" smtClean="0"/>
              <a:t>2</a:t>
            </a:r>
            <a:r>
              <a:rPr lang="en-IN" dirty="0" smtClean="0"/>
              <a:t>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80763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IN" dirty="0" smtClean="0"/>
                  <a:t>Function(){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err="1" smtClean="0"/>
                  <a:t>int</a:t>
                </a:r>
                <a:r>
                  <a:rPr lang="en-IN" dirty="0" smtClean="0"/>
                  <a:t> </a:t>
                </a:r>
                <a:r>
                  <a:rPr lang="en-IN" dirty="0" err="1" smtClean="0"/>
                  <a:t>I,j,k,n</a:t>
                </a:r>
                <a:r>
                  <a:rPr lang="en-IN" dirty="0" smtClean="0"/>
                  <a:t>;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for(i=1;i&lt;=</a:t>
                </a:r>
                <a:r>
                  <a:rPr lang="en-IN" dirty="0" err="1" smtClean="0"/>
                  <a:t>n;i</a:t>
                </a:r>
                <a:r>
                  <a:rPr lang="en-IN" dirty="0" smtClean="0"/>
                  <a:t>++){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for(j=1;j&lt;=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/>
                          </a:rPr>
                          <m:t>𝑖</m:t>
                        </m:r>
                      </m:e>
                      <m:sup>
                        <m:r>
                          <a:rPr lang="en-IN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IN" dirty="0" smtClean="0"/>
                  <a:t>;j++){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	for(k=1;k&lt;=n/2;k++){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		</a:t>
                </a:r>
                <a:r>
                  <a:rPr lang="en-IN" dirty="0" err="1" smtClean="0"/>
                  <a:t>printf</a:t>
                </a:r>
                <a:r>
                  <a:rPr lang="en-IN" dirty="0" smtClean="0"/>
                  <a:t>(“Hello”);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			}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		}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	}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}</a:t>
                </a:r>
              </a:p>
              <a:p>
                <a:pPr marL="0" indent="0">
                  <a:buNone/>
                </a:pPr>
                <a:r>
                  <a:rPr lang="en-IN" dirty="0" smtClean="0"/>
                  <a:t>i</a:t>
                </a:r>
              </a:p>
              <a:p>
                <a:pPr marL="0" indent="0">
                  <a:buNone/>
                </a:pPr>
                <a:r>
                  <a:rPr lang="en-IN" dirty="0" smtClean="0"/>
                  <a:t>J</a:t>
                </a:r>
              </a:p>
              <a:p>
                <a:pPr marL="0" indent="0">
                  <a:buNone/>
                </a:pPr>
                <a:r>
                  <a:rPr lang="en-IN" dirty="0" smtClean="0"/>
                  <a:t>K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889" t="-21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0596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IN" dirty="0" smtClean="0"/>
                  <a:t>Function(){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err="1" smtClean="0"/>
                  <a:t>int</a:t>
                </a:r>
                <a:r>
                  <a:rPr lang="en-IN" dirty="0" smtClean="0"/>
                  <a:t> </a:t>
                </a:r>
                <a:r>
                  <a:rPr lang="en-IN" dirty="0" err="1" smtClean="0"/>
                  <a:t>I,j,k,n</a:t>
                </a:r>
                <a:r>
                  <a:rPr lang="en-IN" dirty="0" smtClean="0"/>
                  <a:t>;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for(i=1;i&lt;=</a:t>
                </a:r>
                <a:r>
                  <a:rPr lang="en-IN" dirty="0" err="1" smtClean="0"/>
                  <a:t>n;i</a:t>
                </a:r>
                <a:r>
                  <a:rPr lang="en-IN" dirty="0" smtClean="0"/>
                  <a:t>++){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for(j=1;j&lt;=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/>
                          </a:rPr>
                          <m:t>𝑖</m:t>
                        </m:r>
                      </m:e>
                      <m:sup>
                        <m:r>
                          <a:rPr lang="en-IN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IN" dirty="0" smtClean="0"/>
                  <a:t>;j++){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	for(k=1;k&lt;=n/2;k++){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		</a:t>
                </a:r>
                <a:r>
                  <a:rPr lang="en-IN" dirty="0" err="1" smtClean="0"/>
                  <a:t>printf</a:t>
                </a:r>
                <a:r>
                  <a:rPr lang="en-IN" dirty="0" smtClean="0"/>
                  <a:t>(“Hello”);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			}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		}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	}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}</a:t>
                </a:r>
              </a:p>
              <a:p>
                <a:pPr marL="0" indent="0">
                  <a:buNone/>
                </a:pPr>
                <a:r>
                  <a:rPr lang="en-IN" dirty="0" smtClean="0"/>
                  <a:t>I	1</a:t>
                </a:r>
              </a:p>
              <a:p>
                <a:pPr marL="0" indent="0">
                  <a:buNone/>
                </a:pPr>
                <a:r>
                  <a:rPr lang="en-IN" dirty="0" smtClean="0"/>
                  <a:t>J</a:t>
                </a:r>
              </a:p>
              <a:p>
                <a:pPr marL="0" indent="0">
                  <a:buNone/>
                </a:pPr>
                <a:r>
                  <a:rPr lang="en-IN" dirty="0" smtClean="0"/>
                  <a:t>K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889" t="-21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38376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IN" dirty="0" smtClean="0"/>
                  <a:t>Function(){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err="1" smtClean="0"/>
                  <a:t>int</a:t>
                </a:r>
                <a:r>
                  <a:rPr lang="en-IN" dirty="0" smtClean="0"/>
                  <a:t> </a:t>
                </a:r>
                <a:r>
                  <a:rPr lang="en-IN" dirty="0" err="1" smtClean="0"/>
                  <a:t>I,j,k,n</a:t>
                </a:r>
                <a:r>
                  <a:rPr lang="en-IN" dirty="0" smtClean="0"/>
                  <a:t>;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for(i=1;i&lt;=</a:t>
                </a:r>
                <a:r>
                  <a:rPr lang="en-IN" dirty="0" err="1" smtClean="0"/>
                  <a:t>n;i</a:t>
                </a:r>
                <a:r>
                  <a:rPr lang="en-IN" dirty="0" smtClean="0"/>
                  <a:t>++){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for(j=1;j&lt;=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/>
                          </a:rPr>
                          <m:t>𝑖</m:t>
                        </m:r>
                      </m:e>
                      <m:sup>
                        <m:r>
                          <a:rPr lang="en-IN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IN" dirty="0" smtClean="0"/>
                  <a:t>;j++){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	for(k=1;k&lt;=n/2;k++){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		</a:t>
                </a:r>
                <a:r>
                  <a:rPr lang="en-IN" dirty="0" err="1" smtClean="0"/>
                  <a:t>printf</a:t>
                </a:r>
                <a:r>
                  <a:rPr lang="en-IN" dirty="0" smtClean="0"/>
                  <a:t>(“Hello”);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			}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		}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	}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}</a:t>
                </a:r>
              </a:p>
              <a:p>
                <a:pPr marL="0" indent="0">
                  <a:buNone/>
                </a:pPr>
                <a:r>
                  <a:rPr lang="en-IN" dirty="0" smtClean="0"/>
                  <a:t>I	1</a:t>
                </a:r>
              </a:p>
              <a:p>
                <a:pPr marL="0" indent="0">
                  <a:buNone/>
                </a:pPr>
                <a:r>
                  <a:rPr lang="en-IN" dirty="0" smtClean="0"/>
                  <a:t>J	1</a:t>
                </a:r>
              </a:p>
              <a:p>
                <a:pPr marL="0" indent="0">
                  <a:buNone/>
                </a:pPr>
                <a:r>
                  <a:rPr lang="en-IN" dirty="0" smtClean="0"/>
                  <a:t>K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889" t="-21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80606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IN" dirty="0" smtClean="0"/>
                  <a:t>Function(){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err="1" smtClean="0"/>
                  <a:t>int</a:t>
                </a:r>
                <a:r>
                  <a:rPr lang="en-IN" dirty="0" smtClean="0"/>
                  <a:t> </a:t>
                </a:r>
                <a:r>
                  <a:rPr lang="en-IN" dirty="0" err="1" smtClean="0"/>
                  <a:t>I,j,k,n</a:t>
                </a:r>
                <a:r>
                  <a:rPr lang="en-IN" dirty="0" smtClean="0"/>
                  <a:t>;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for(i=1;i&lt;=</a:t>
                </a:r>
                <a:r>
                  <a:rPr lang="en-IN" dirty="0" err="1" smtClean="0"/>
                  <a:t>n;i</a:t>
                </a:r>
                <a:r>
                  <a:rPr lang="en-IN" dirty="0" smtClean="0"/>
                  <a:t>++){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for(j=1;j&lt;=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/>
                          </a:rPr>
                          <m:t>𝑖</m:t>
                        </m:r>
                      </m:e>
                      <m:sup>
                        <m:r>
                          <a:rPr lang="en-IN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IN" dirty="0" smtClean="0"/>
                  <a:t>;j++){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	for(k=1;k&lt;=n/2;k++){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		</a:t>
                </a:r>
                <a:r>
                  <a:rPr lang="en-IN" dirty="0" err="1" smtClean="0"/>
                  <a:t>printf</a:t>
                </a:r>
                <a:r>
                  <a:rPr lang="en-IN" dirty="0" smtClean="0"/>
                  <a:t>(“Hello”);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			}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		}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	}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}</a:t>
                </a:r>
              </a:p>
              <a:p>
                <a:pPr marL="0" indent="0">
                  <a:buNone/>
                </a:pPr>
                <a:r>
                  <a:rPr lang="en-IN" dirty="0" smtClean="0"/>
                  <a:t>I	1</a:t>
                </a:r>
              </a:p>
              <a:p>
                <a:pPr marL="0" indent="0">
                  <a:buNone/>
                </a:pPr>
                <a:r>
                  <a:rPr lang="en-IN" dirty="0" smtClean="0"/>
                  <a:t>J	1</a:t>
                </a:r>
              </a:p>
              <a:p>
                <a:pPr marL="0" indent="0">
                  <a:buNone/>
                </a:pPr>
                <a:r>
                  <a:rPr lang="en-IN" dirty="0" smtClean="0"/>
                  <a:t>K	1*n/2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889" t="-21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41306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IN" dirty="0" smtClean="0"/>
                  <a:t>Function(){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err="1" smtClean="0"/>
                  <a:t>int</a:t>
                </a:r>
                <a:r>
                  <a:rPr lang="en-IN" dirty="0" smtClean="0"/>
                  <a:t> </a:t>
                </a:r>
                <a:r>
                  <a:rPr lang="en-IN" dirty="0" err="1" smtClean="0"/>
                  <a:t>I,j,k,n</a:t>
                </a:r>
                <a:r>
                  <a:rPr lang="en-IN" dirty="0" smtClean="0"/>
                  <a:t>;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for(i=1;i&lt;=</a:t>
                </a:r>
                <a:r>
                  <a:rPr lang="en-IN" dirty="0" err="1" smtClean="0"/>
                  <a:t>n;i</a:t>
                </a:r>
                <a:r>
                  <a:rPr lang="en-IN" dirty="0" smtClean="0"/>
                  <a:t>++){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for(j=1;j&lt;=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/>
                          </a:rPr>
                          <m:t>𝑖</m:t>
                        </m:r>
                      </m:e>
                      <m:sup>
                        <m:r>
                          <a:rPr lang="en-IN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IN" dirty="0" smtClean="0"/>
                  <a:t>;j++){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	for(k=1;k&lt;=n/2;k++){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		</a:t>
                </a:r>
                <a:r>
                  <a:rPr lang="en-IN" dirty="0" err="1" smtClean="0"/>
                  <a:t>printf</a:t>
                </a:r>
                <a:r>
                  <a:rPr lang="en-IN" dirty="0" smtClean="0"/>
                  <a:t>(“Hello”);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			}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		}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	}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}</a:t>
                </a:r>
              </a:p>
              <a:p>
                <a:pPr marL="0" indent="0">
                  <a:buNone/>
                </a:pPr>
                <a:r>
                  <a:rPr lang="en-IN" dirty="0" smtClean="0"/>
                  <a:t>I	1	2</a:t>
                </a:r>
              </a:p>
              <a:p>
                <a:pPr marL="0" indent="0">
                  <a:buNone/>
                </a:pPr>
                <a:r>
                  <a:rPr lang="en-IN" dirty="0" smtClean="0"/>
                  <a:t>J	1</a:t>
                </a:r>
              </a:p>
              <a:p>
                <a:pPr marL="0" indent="0">
                  <a:buNone/>
                </a:pPr>
                <a:r>
                  <a:rPr lang="en-IN" dirty="0" smtClean="0"/>
                  <a:t>K	1*n/2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889" t="-21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38575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IN" dirty="0" smtClean="0"/>
                  <a:t>Function(){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err="1" smtClean="0"/>
                  <a:t>int</a:t>
                </a:r>
                <a:r>
                  <a:rPr lang="en-IN" dirty="0" smtClean="0"/>
                  <a:t> </a:t>
                </a:r>
                <a:r>
                  <a:rPr lang="en-IN" dirty="0" err="1" smtClean="0"/>
                  <a:t>I,j,k,n</a:t>
                </a:r>
                <a:r>
                  <a:rPr lang="en-IN" dirty="0" smtClean="0"/>
                  <a:t>;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for(i=1;i&lt;=</a:t>
                </a:r>
                <a:r>
                  <a:rPr lang="en-IN" dirty="0" err="1" smtClean="0"/>
                  <a:t>n;i</a:t>
                </a:r>
                <a:r>
                  <a:rPr lang="en-IN" dirty="0" smtClean="0"/>
                  <a:t>++){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for(j=1;j&lt;=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/>
                          </a:rPr>
                          <m:t>𝑖</m:t>
                        </m:r>
                      </m:e>
                      <m:sup>
                        <m:r>
                          <a:rPr lang="en-IN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IN" dirty="0" smtClean="0"/>
                  <a:t>;j++){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	for(k=1;k&lt;=n/2;k++){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		</a:t>
                </a:r>
                <a:r>
                  <a:rPr lang="en-IN" dirty="0" err="1" smtClean="0"/>
                  <a:t>printf</a:t>
                </a:r>
                <a:r>
                  <a:rPr lang="en-IN" dirty="0" smtClean="0"/>
                  <a:t>(“Hello”);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			}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		}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	}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}</a:t>
                </a:r>
              </a:p>
              <a:p>
                <a:pPr marL="0" indent="0">
                  <a:buNone/>
                </a:pPr>
                <a:r>
                  <a:rPr lang="en-IN" dirty="0" smtClean="0"/>
                  <a:t>I	1	2</a:t>
                </a:r>
              </a:p>
              <a:p>
                <a:pPr marL="0" indent="0">
                  <a:buNone/>
                </a:pPr>
                <a:r>
                  <a:rPr lang="en-IN" dirty="0" smtClean="0"/>
                  <a:t>J	1	4</a:t>
                </a:r>
              </a:p>
              <a:p>
                <a:pPr marL="0" indent="0">
                  <a:buNone/>
                </a:pPr>
                <a:r>
                  <a:rPr lang="en-IN" dirty="0" smtClean="0"/>
                  <a:t>K	1*n/2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889" t="-21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30259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IN" dirty="0" smtClean="0"/>
                  <a:t>Function(){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err="1" smtClean="0"/>
                  <a:t>int</a:t>
                </a:r>
                <a:r>
                  <a:rPr lang="en-IN" dirty="0" smtClean="0"/>
                  <a:t> </a:t>
                </a:r>
                <a:r>
                  <a:rPr lang="en-IN" dirty="0" err="1" smtClean="0"/>
                  <a:t>I,j,k,n</a:t>
                </a:r>
                <a:r>
                  <a:rPr lang="en-IN" dirty="0" smtClean="0"/>
                  <a:t>;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for(i=1;i&lt;=</a:t>
                </a:r>
                <a:r>
                  <a:rPr lang="en-IN" dirty="0" err="1" smtClean="0"/>
                  <a:t>n;i</a:t>
                </a:r>
                <a:r>
                  <a:rPr lang="en-IN" dirty="0" smtClean="0"/>
                  <a:t>++){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for(j=1;j&lt;=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/>
                          </a:rPr>
                          <m:t>𝑖</m:t>
                        </m:r>
                      </m:e>
                      <m:sup>
                        <m:r>
                          <a:rPr lang="en-IN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IN" dirty="0" smtClean="0"/>
                  <a:t>;j++){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	for(k=1;k&lt;=n/2;k++){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		</a:t>
                </a:r>
                <a:r>
                  <a:rPr lang="en-IN" dirty="0" err="1" smtClean="0"/>
                  <a:t>printf</a:t>
                </a:r>
                <a:r>
                  <a:rPr lang="en-IN" dirty="0" smtClean="0"/>
                  <a:t>(“Hello”);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			}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		}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	}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}</a:t>
                </a:r>
              </a:p>
              <a:p>
                <a:pPr marL="0" indent="0">
                  <a:buNone/>
                </a:pPr>
                <a:r>
                  <a:rPr lang="en-IN" dirty="0" smtClean="0"/>
                  <a:t>I	1	2</a:t>
                </a:r>
              </a:p>
              <a:p>
                <a:pPr marL="0" indent="0">
                  <a:buNone/>
                </a:pPr>
                <a:r>
                  <a:rPr lang="en-IN" dirty="0" smtClean="0"/>
                  <a:t>J	1	4</a:t>
                </a:r>
              </a:p>
              <a:p>
                <a:pPr marL="0" indent="0">
                  <a:buNone/>
                </a:pPr>
                <a:r>
                  <a:rPr lang="en-IN" dirty="0" smtClean="0"/>
                  <a:t>K	1*n/2	4*n/2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889" t="-21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33110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IN" dirty="0" smtClean="0"/>
                  <a:t>Function(){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err="1" smtClean="0"/>
                  <a:t>int</a:t>
                </a:r>
                <a:r>
                  <a:rPr lang="en-IN" dirty="0" smtClean="0"/>
                  <a:t> </a:t>
                </a:r>
                <a:r>
                  <a:rPr lang="en-IN" dirty="0" err="1" smtClean="0"/>
                  <a:t>I,j,k,n</a:t>
                </a:r>
                <a:r>
                  <a:rPr lang="en-IN" dirty="0" smtClean="0"/>
                  <a:t>;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for(i=1;i&lt;=</a:t>
                </a:r>
                <a:r>
                  <a:rPr lang="en-IN" dirty="0" err="1" smtClean="0"/>
                  <a:t>n;i</a:t>
                </a:r>
                <a:r>
                  <a:rPr lang="en-IN" dirty="0" smtClean="0"/>
                  <a:t>++){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for(j=1;j&lt;=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/>
                          </a:rPr>
                          <m:t>𝑖</m:t>
                        </m:r>
                      </m:e>
                      <m:sup>
                        <m:r>
                          <a:rPr lang="en-IN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IN" dirty="0" smtClean="0"/>
                  <a:t>;j++){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	for(k=1;k&lt;=n/2;k++){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		</a:t>
                </a:r>
                <a:r>
                  <a:rPr lang="en-IN" dirty="0" err="1" smtClean="0"/>
                  <a:t>printf</a:t>
                </a:r>
                <a:r>
                  <a:rPr lang="en-IN" dirty="0" smtClean="0"/>
                  <a:t>(“Hello”);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			}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		}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	}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}</a:t>
                </a:r>
              </a:p>
              <a:p>
                <a:pPr marL="0" indent="0">
                  <a:buNone/>
                </a:pPr>
                <a:r>
                  <a:rPr lang="en-IN" dirty="0" smtClean="0"/>
                  <a:t>I	1	2	3</a:t>
                </a:r>
              </a:p>
              <a:p>
                <a:pPr marL="0" indent="0">
                  <a:buNone/>
                </a:pPr>
                <a:r>
                  <a:rPr lang="en-IN" dirty="0" smtClean="0"/>
                  <a:t>J	1	4</a:t>
                </a:r>
              </a:p>
              <a:p>
                <a:pPr marL="0" indent="0">
                  <a:buNone/>
                </a:pPr>
                <a:r>
                  <a:rPr lang="en-IN" dirty="0" smtClean="0"/>
                  <a:t>K	1*n/2	4*n/2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889" t="-21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03014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IN" dirty="0" smtClean="0"/>
                  <a:t>Function(){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err="1" smtClean="0"/>
                  <a:t>int</a:t>
                </a:r>
                <a:r>
                  <a:rPr lang="en-IN" dirty="0" smtClean="0"/>
                  <a:t> </a:t>
                </a:r>
                <a:r>
                  <a:rPr lang="en-IN" dirty="0" err="1" smtClean="0"/>
                  <a:t>I,j,k,n</a:t>
                </a:r>
                <a:r>
                  <a:rPr lang="en-IN" dirty="0" smtClean="0"/>
                  <a:t>;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for(i=1;i&lt;=</a:t>
                </a:r>
                <a:r>
                  <a:rPr lang="en-IN" dirty="0" err="1" smtClean="0"/>
                  <a:t>n;i</a:t>
                </a:r>
                <a:r>
                  <a:rPr lang="en-IN" dirty="0" smtClean="0"/>
                  <a:t>++){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for(j=1;j&lt;=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/>
                          </a:rPr>
                          <m:t>𝑖</m:t>
                        </m:r>
                      </m:e>
                      <m:sup>
                        <m:r>
                          <a:rPr lang="en-IN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IN" dirty="0" smtClean="0"/>
                  <a:t>;j++){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	for(k=1;k&lt;=n/2;k++){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		</a:t>
                </a:r>
                <a:r>
                  <a:rPr lang="en-IN" dirty="0" err="1" smtClean="0"/>
                  <a:t>printf</a:t>
                </a:r>
                <a:r>
                  <a:rPr lang="en-IN" dirty="0" smtClean="0"/>
                  <a:t>(“Hello”);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			}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		}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	}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}</a:t>
                </a:r>
              </a:p>
              <a:p>
                <a:pPr marL="0" indent="0">
                  <a:buNone/>
                </a:pPr>
                <a:r>
                  <a:rPr lang="en-IN" dirty="0" smtClean="0"/>
                  <a:t>I	1	2	3</a:t>
                </a:r>
              </a:p>
              <a:p>
                <a:pPr marL="0" indent="0">
                  <a:buNone/>
                </a:pPr>
                <a:r>
                  <a:rPr lang="en-IN" dirty="0" smtClean="0"/>
                  <a:t>J	1	4	9</a:t>
                </a:r>
              </a:p>
              <a:p>
                <a:pPr marL="0" indent="0">
                  <a:buNone/>
                </a:pPr>
                <a:r>
                  <a:rPr lang="en-IN" dirty="0" smtClean="0"/>
                  <a:t>K	1*n/2	4*n/2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889" t="-21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098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IN" dirty="0" smtClean="0"/>
                  <a:t>Function(){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err="1" smtClean="0"/>
                  <a:t>int</a:t>
                </a:r>
                <a:r>
                  <a:rPr lang="en-IN" dirty="0" smtClean="0"/>
                  <a:t> </a:t>
                </a:r>
                <a:r>
                  <a:rPr lang="en-IN" dirty="0" err="1" smtClean="0"/>
                  <a:t>I,j,k,n</a:t>
                </a:r>
                <a:r>
                  <a:rPr lang="en-IN" dirty="0" smtClean="0"/>
                  <a:t>;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for(i=1;i&lt;=</a:t>
                </a:r>
                <a:r>
                  <a:rPr lang="en-IN" dirty="0" err="1" smtClean="0"/>
                  <a:t>n;i</a:t>
                </a:r>
                <a:r>
                  <a:rPr lang="en-IN" dirty="0" smtClean="0"/>
                  <a:t>++){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for(j=1;j&lt;=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/>
                          </a:rPr>
                          <m:t>𝑖</m:t>
                        </m:r>
                      </m:e>
                      <m:sup>
                        <m:r>
                          <a:rPr lang="en-IN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IN" dirty="0" smtClean="0"/>
                  <a:t>;j++){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	for(k=1;k&lt;=n/2;k++){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		</a:t>
                </a:r>
                <a:r>
                  <a:rPr lang="en-IN" dirty="0" err="1" smtClean="0"/>
                  <a:t>printf</a:t>
                </a:r>
                <a:r>
                  <a:rPr lang="en-IN" dirty="0" smtClean="0"/>
                  <a:t>(“Hello”);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			}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		}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	}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}</a:t>
                </a:r>
              </a:p>
              <a:p>
                <a:pPr marL="0" indent="0">
                  <a:buNone/>
                </a:pPr>
                <a:r>
                  <a:rPr lang="en-IN" dirty="0" smtClean="0"/>
                  <a:t>I	1	2	3</a:t>
                </a:r>
              </a:p>
              <a:p>
                <a:pPr marL="0" indent="0">
                  <a:buNone/>
                </a:pPr>
                <a:r>
                  <a:rPr lang="en-IN" dirty="0" smtClean="0"/>
                  <a:t>J	1	4	9</a:t>
                </a:r>
              </a:p>
              <a:p>
                <a:pPr marL="0" indent="0">
                  <a:buNone/>
                </a:pPr>
                <a:r>
                  <a:rPr lang="en-IN" dirty="0" smtClean="0"/>
                  <a:t>K	1*n/2	4*n/2	9*n/2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889" t="-21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8137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IN" dirty="0" smtClean="0"/>
                  <a:t>Function(){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err="1" smtClean="0"/>
                  <a:t>int</a:t>
                </a:r>
                <a:r>
                  <a:rPr lang="en-IN" dirty="0" smtClean="0"/>
                  <a:t> </a:t>
                </a:r>
                <a:r>
                  <a:rPr lang="en-IN" dirty="0" err="1" smtClean="0"/>
                  <a:t>I,j,k,n</a:t>
                </a:r>
                <a:r>
                  <a:rPr lang="en-IN" dirty="0" smtClean="0"/>
                  <a:t>;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for(i=1;i&lt;=</a:t>
                </a:r>
                <a:r>
                  <a:rPr lang="en-IN" dirty="0" err="1" smtClean="0"/>
                  <a:t>n;i</a:t>
                </a:r>
                <a:r>
                  <a:rPr lang="en-IN" dirty="0" smtClean="0"/>
                  <a:t>++){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for(j=1;j&lt;=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/>
                          </a:rPr>
                          <m:t>𝑖</m:t>
                        </m:r>
                      </m:e>
                      <m:sup>
                        <m:r>
                          <a:rPr lang="en-IN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IN" dirty="0" smtClean="0"/>
                  <a:t>;j++){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	for(k=1;k&lt;=n/2;k++){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		</a:t>
                </a:r>
                <a:r>
                  <a:rPr lang="en-IN" dirty="0" err="1" smtClean="0"/>
                  <a:t>printf</a:t>
                </a:r>
                <a:r>
                  <a:rPr lang="en-IN" dirty="0" smtClean="0"/>
                  <a:t>(“Hello”);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			}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		}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	}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}</a:t>
                </a:r>
              </a:p>
              <a:p>
                <a:pPr marL="0" indent="0">
                  <a:buNone/>
                </a:pPr>
                <a:r>
                  <a:rPr lang="en-IN" dirty="0" smtClean="0"/>
                  <a:t>I	1	2	3	4</a:t>
                </a:r>
              </a:p>
              <a:p>
                <a:pPr marL="0" indent="0">
                  <a:buNone/>
                </a:pPr>
                <a:r>
                  <a:rPr lang="en-IN" dirty="0" smtClean="0"/>
                  <a:t>J	1	4	9	</a:t>
                </a:r>
              </a:p>
              <a:p>
                <a:pPr marL="0" indent="0">
                  <a:buNone/>
                </a:pPr>
                <a:r>
                  <a:rPr lang="en-IN" dirty="0" smtClean="0"/>
                  <a:t>K	1*n/2	4*n/2	9*n/2	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889" t="-21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782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IN" dirty="0" smtClean="0"/>
                  <a:t>Function(){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err="1" smtClean="0"/>
                  <a:t>int</a:t>
                </a:r>
                <a:r>
                  <a:rPr lang="en-IN" dirty="0" smtClean="0"/>
                  <a:t> </a:t>
                </a:r>
                <a:r>
                  <a:rPr lang="en-IN" dirty="0" err="1" smtClean="0"/>
                  <a:t>I,j,k,n</a:t>
                </a:r>
                <a:r>
                  <a:rPr lang="en-IN" dirty="0" smtClean="0"/>
                  <a:t>;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for(i=1;i&lt;=</a:t>
                </a:r>
                <a:r>
                  <a:rPr lang="en-IN" dirty="0" err="1" smtClean="0"/>
                  <a:t>n;i</a:t>
                </a:r>
                <a:r>
                  <a:rPr lang="en-IN" dirty="0" smtClean="0"/>
                  <a:t>++){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for(j=1;j&lt;=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/>
                          </a:rPr>
                          <m:t>𝑖</m:t>
                        </m:r>
                      </m:e>
                      <m:sup>
                        <m:r>
                          <a:rPr lang="en-IN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IN" dirty="0" smtClean="0"/>
                  <a:t>;j++){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	for(k=1;k&lt;=n/2;k++){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		</a:t>
                </a:r>
                <a:r>
                  <a:rPr lang="en-IN" dirty="0" err="1" smtClean="0"/>
                  <a:t>printf</a:t>
                </a:r>
                <a:r>
                  <a:rPr lang="en-IN" dirty="0" smtClean="0"/>
                  <a:t>(“Hello”);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			}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		}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	}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}</a:t>
                </a:r>
              </a:p>
              <a:p>
                <a:pPr marL="0" indent="0">
                  <a:buNone/>
                </a:pPr>
                <a:r>
                  <a:rPr lang="en-IN" dirty="0" smtClean="0"/>
                  <a:t>I	1	2	3	4</a:t>
                </a:r>
              </a:p>
              <a:p>
                <a:pPr marL="0" indent="0">
                  <a:buNone/>
                </a:pPr>
                <a:r>
                  <a:rPr lang="en-IN" dirty="0" smtClean="0"/>
                  <a:t>J	1	4	9	16</a:t>
                </a:r>
              </a:p>
              <a:p>
                <a:pPr marL="0" indent="0">
                  <a:buNone/>
                </a:pPr>
                <a:r>
                  <a:rPr lang="en-IN" dirty="0" smtClean="0"/>
                  <a:t>K	1*n/2	4*n/2	9*n/2	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889" t="-21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68912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IN" dirty="0" smtClean="0"/>
                  <a:t>Function(){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err="1" smtClean="0"/>
                  <a:t>int</a:t>
                </a:r>
                <a:r>
                  <a:rPr lang="en-IN" dirty="0" smtClean="0"/>
                  <a:t> </a:t>
                </a:r>
                <a:r>
                  <a:rPr lang="en-IN" dirty="0" err="1" smtClean="0"/>
                  <a:t>I,j,k,n</a:t>
                </a:r>
                <a:r>
                  <a:rPr lang="en-IN" dirty="0" smtClean="0"/>
                  <a:t>;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for(i=1;i&lt;=</a:t>
                </a:r>
                <a:r>
                  <a:rPr lang="en-IN" dirty="0" err="1" smtClean="0"/>
                  <a:t>n;i</a:t>
                </a:r>
                <a:r>
                  <a:rPr lang="en-IN" dirty="0" smtClean="0"/>
                  <a:t>++){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for(j=1;j&lt;=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/>
                          </a:rPr>
                          <m:t>𝑖</m:t>
                        </m:r>
                      </m:e>
                      <m:sup>
                        <m:r>
                          <a:rPr lang="en-IN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IN" dirty="0" smtClean="0"/>
                  <a:t>;j++){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	for(k=1;k&lt;=n/2;k++){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		</a:t>
                </a:r>
                <a:r>
                  <a:rPr lang="en-IN" dirty="0" err="1" smtClean="0"/>
                  <a:t>printf</a:t>
                </a:r>
                <a:r>
                  <a:rPr lang="en-IN" dirty="0" smtClean="0"/>
                  <a:t>(“Hello”);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			}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		}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	}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}</a:t>
                </a:r>
              </a:p>
              <a:p>
                <a:pPr marL="0" indent="0">
                  <a:buNone/>
                </a:pPr>
                <a:r>
                  <a:rPr lang="en-IN" dirty="0" smtClean="0"/>
                  <a:t>I	1	2	3	4</a:t>
                </a:r>
              </a:p>
              <a:p>
                <a:pPr marL="0" indent="0">
                  <a:buNone/>
                </a:pPr>
                <a:r>
                  <a:rPr lang="en-IN" dirty="0" smtClean="0"/>
                  <a:t>J	1	4	9	16</a:t>
                </a:r>
              </a:p>
              <a:p>
                <a:pPr marL="0" indent="0">
                  <a:buNone/>
                </a:pPr>
                <a:r>
                  <a:rPr lang="en-IN" dirty="0" smtClean="0"/>
                  <a:t>K	1*n/2	4*n/2	9*n/2	16*n/2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889" t="-21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238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IN" dirty="0" smtClean="0"/>
                  <a:t>Function(){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err="1" smtClean="0"/>
                  <a:t>int</a:t>
                </a:r>
                <a:r>
                  <a:rPr lang="en-IN" dirty="0" smtClean="0"/>
                  <a:t> </a:t>
                </a:r>
                <a:r>
                  <a:rPr lang="en-IN" dirty="0" err="1" smtClean="0"/>
                  <a:t>I,j,k,n</a:t>
                </a:r>
                <a:r>
                  <a:rPr lang="en-IN" dirty="0" smtClean="0"/>
                  <a:t>;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for(i=1;i&lt;=</a:t>
                </a:r>
                <a:r>
                  <a:rPr lang="en-IN" dirty="0" err="1" smtClean="0"/>
                  <a:t>n;i</a:t>
                </a:r>
                <a:r>
                  <a:rPr lang="en-IN" dirty="0" smtClean="0"/>
                  <a:t>++){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for(j=1;j&lt;=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/>
                          </a:rPr>
                          <m:t>𝑖</m:t>
                        </m:r>
                      </m:e>
                      <m:sup>
                        <m:r>
                          <a:rPr lang="en-IN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IN" dirty="0" smtClean="0"/>
                  <a:t>;j++){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	for(k=1;k&lt;=n/2;k++){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		</a:t>
                </a:r>
                <a:r>
                  <a:rPr lang="en-IN" dirty="0" err="1" smtClean="0"/>
                  <a:t>printf</a:t>
                </a:r>
                <a:r>
                  <a:rPr lang="en-IN" dirty="0" smtClean="0"/>
                  <a:t>(“Hello”);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			}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		}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	}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}</a:t>
                </a:r>
              </a:p>
              <a:p>
                <a:pPr marL="0" indent="0">
                  <a:buNone/>
                </a:pPr>
                <a:r>
                  <a:rPr lang="en-IN" dirty="0" smtClean="0"/>
                  <a:t>I	1	2	3	4	5</a:t>
                </a:r>
              </a:p>
              <a:p>
                <a:pPr marL="0" indent="0">
                  <a:buNone/>
                </a:pPr>
                <a:r>
                  <a:rPr lang="en-IN" dirty="0" smtClean="0"/>
                  <a:t>J	1	4	9	16</a:t>
                </a:r>
              </a:p>
              <a:p>
                <a:pPr marL="0" indent="0">
                  <a:buNone/>
                </a:pPr>
                <a:r>
                  <a:rPr lang="en-IN" dirty="0" smtClean="0"/>
                  <a:t>K	1*n/2	4*n/2	9*n/2	16*n/2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889" t="-21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8562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IN" dirty="0" smtClean="0"/>
                  <a:t>Function(){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err="1" smtClean="0"/>
                  <a:t>int</a:t>
                </a:r>
                <a:r>
                  <a:rPr lang="en-IN" dirty="0" smtClean="0"/>
                  <a:t> </a:t>
                </a:r>
                <a:r>
                  <a:rPr lang="en-IN" dirty="0" err="1" smtClean="0"/>
                  <a:t>I,j,k,n</a:t>
                </a:r>
                <a:r>
                  <a:rPr lang="en-IN" dirty="0" smtClean="0"/>
                  <a:t>;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for(i=1;i&lt;=</a:t>
                </a:r>
                <a:r>
                  <a:rPr lang="en-IN" dirty="0" err="1" smtClean="0"/>
                  <a:t>n;i</a:t>
                </a:r>
                <a:r>
                  <a:rPr lang="en-IN" dirty="0" smtClean="0"/>
                  <a:t>++){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for(j=1;j&lt;=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/>
                          </a:rPr>
                          <m:t>𝑖</m:t>
                        </m:r>
                      </m:e>
                      <m:sup>
                        <m:r>
                          <a:rPr lang="en-IN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IN" dirty="0" smtClean="0"/>
                  <a:t>;j++){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	for(k=1;k&lt;=n/2;k++){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		</a:t>
                </a:r>
                <a:r>
                  <a:rPr lang="en-IN" dirty="0" err="1" smtClean="0"/>
                  <a:t>printf</a:t>
                </a:r>
                <a:r>
                  <a:rPr lang="en-IN" dirty="0" smtClean="0"/>
                  <a:t>(“Hello”);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			}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		}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	}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}</a:t>
                </a:r>
              </a:p>
              <a:p>
                <a:pPr marL="0" indent="0">
                  <a:buNone/>
                </a:pPr>
                <a:r>
                  <a:rPr lang="en-IN" dirty="0" smtClean="0"/>
                  <a:t>I	1	2	3	4	5</a:t>
                </a:r>
              </a:p>
              <a:p>
                <a:pPr marL="0" indent="0">
                  <a:buNone/>
                </a:pPr>
                <a:r>
                  <a:rPr lang="en-IN" dirty="0" smtClean="0"/>
                  <a:t>J	1	4	9	16	25</a:t>
                </a:r>
              </a:p>
              <a:p>
                <a:pPr marL="0" indent="0">
                  <a:buNone/>
                </a:pPr>
                <a:r>
                  <a:rPr lang="en-IN" dirty="0" smtClean="0"/>
                  <a:t>K	1*n/2	4*n/2	9*n/2	16*n/2	25*n/2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889" t="-21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33567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IN" dirty="0" smtClean="0"/>
                  <a:t>Function(){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err="1" smtClean="0"/>
                  <a:t>int</a:t>
                </a:r>
                <a:r>
                  <a:rPr lang="en-IN" dirty="0" smtClean="0"/>
                  <a:t> </a:t>
                </a:r>
                <a:r>
                  <a:rPr lang="en-IN" dirty="0" err="1" smtClean="0"/>
                  <a:t>I,j,k,n</a:t>
                </a:r>
                <a:r>
                  <a:rPr lang="en-IN" dirty="0" smtClean="0"/>
                  <a:t>;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for(i=1;i&lt;=</a:t>
                </a:r>
                <a:r>
                  <a:rPr lang="en-IN" dirty="0" err="1" smtClean="0"/>
                  <a:t>n;i</a:t>
                </a:r>
                <a:r>
                  <a:rPr lang="en-IN" dirty="0" smtClean="0"/>
                  <a:t>++){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for(j=1;j&lt;=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/>
                          </a:rPr>
                          <m:t>𝑖</m:t>
                        </m:r>
                      </m:e>
                      <m:sup>
                        <m:r>
                          <a:rPr lang="en-IN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IN" dirty="0" smtClean="0"/>
                  <a:t>;j++){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	for(k=1;k&lt;=n/2;k++){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		</a:t>
                </a:r>
                <a:r>
                  <a:rPr lang="en-IN" dirty="0" err="1" smtClean="0"/>
                  <a:t>printf</a:t>
                </a:r>
                <a:r>
                  <a:rPr lang="en-IN" dirty="0" smtClean="0"/>
                  <a:t>(“Hello”);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			}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		}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	}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}</a:t>
                </a:r>
              </a:p>
              <a:p>
                <a:pPr marL="0" indent="0">
                  <a:buNone/>
                </a:pPr>
                <a:r>
                  <a:rPr lang="en-IN" dirty="0" smtClean="0"/>
                  <a:t>I	1	2	3	4	5</a:t>
                </a:r>
              </a:p>
              <a:p>
                <a:pPr marL="0" indent="0">
                  <a:buNone/>
                </a:pPr>
                <a:r>
                  <a:rPr lang="en-IN" dirty="0" smtClean="0"/>
                  <a:t>J	1	4	9	16	25</a:t>
                </a:r>
              </a:p>
              <a:p>
                <a:pPr marL="0" indent="0">
                  <a:buNone/>
                </a:pPr>
                <a:r>
                  <a:rPr lang="en-IN" dirty="0" smtClean="0"/>
                  <a:t>K	1*n/2	4*n/2	9*n/2	16*n/2	25*n/2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889" t="-21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57769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IN" dirty="0" smtClean="0"/>
                  <a:t>Function(){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err="1" smtClean="0"/>
                  <a:t>int</a:t>
                </a:r>
                <a:r>
                  <a:rPr lang="en-IN" dirty="0" smtClean="0"/>
                  <a:t> </a:t>
                </a:r>
                <a:r>
                  <a:rPr lang="en-IN" dirty="0" err="1" smtClean="0"/>
                  <a:t>I,j,k,n</a:t>
                </a:r>
                <a:r>
                  <a:rPr lang="en-IN" dirty="0" smtClean="0"/>
                  <a:t>;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for(i=1;i&lt;=</a:t>
                </a:r>
                <a:r>
                  <a:rPr lang="en-IN" dirty="0" err="1" smtClean="0"/>
                  <a:t>n;i</a:t>
                </a:r>
                <a:r>
                  <a:rPr lang="en-IN" dirty="0" smtClean="0"/>
                  <a:t>++){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for(j=1;j&lt;=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/>
                          </a:rPr>
                          <m:t>𝑖</m:t>
                        </m:r>
                      </m:e>
                      <m:sup>
                        <m:r>
                          <a:rPr lang="en-IN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IN" dirty="0" smtClean="0"/>
                  <a:t>;j++){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	for(k=1;k&lt;=n/2;k++){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		</a:t>
                </a:r>
                <a:r>
                  <a:rPr lang="en-IN" dirty="0" err="1" smtClean="0"/>
                  <a:t>printf</a:t>
                </a:r>
                <a:r>
                  <a:rPr lang="en-IN" dirty="0" smtClean="0"/>
                  <a:t>(“Hello”);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			}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		}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	}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}</a:t>
                </a:r>
              </a:p>
              <a:p>
                <a:pPr marL="0" indent="0">
                  <a:buNone/>
                </a:pPr>
                <a:r>
                  <a:rPr lang="en-IN" dirty="0" smtClean="0"/>
                  <a:t>I	1	2	3	4	5…………………….n</a:t>
                </a:r>
              </a:p>
              <a:p>
                <a:pPr marL="0" indent="0">
                  <a:buNone/>
                </a:pPr>
                <a:r>
                  <a:rPr lang="en-IN" dirty="0" smtClean="0"/>
                  <a:t>J	1	4	9	16	25</a:t>
                </a:r>
              </a:p>
              <a:p>
                <a:pPr marL="0" indent="0">
                  <a:buNone/>
                </a:pPr>
                <a:r>
                  <a:rPr lang="en-IN" dirty="0" smtClean="0"/>
                  <a:t>K	1*n/2	4*n/2	9*n/2	16*n/2	25*n/2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889" t="-21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31343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IN" dirty="0" smtClean="0"/>
                  <a:t>Function(){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err="1" smtClean="0"/>
                  <a:t>int</a:t>
                </a:r>
                <a:r>
                  <a:rPr lang="en-IN" dirty="0" smtClean="0"/>
                  <a:t> </a:t>
                </a:r>
                <a:r>
                  <a:rPr lang="en-IN" dirty="0" err="1" smtClean="0"/>
                  <a:t>I,j,k,n</a:t>
                </a:r>
                <a:r>
                  <a:rPr lang="en-IN" dirty="0" smtClean="0"/>
                  <a:t>;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for(i=1;i&lt;=</a:t>
                </a:r>
                <a:r>
                  <a:rPr lang="en-IN" dirty="0" err="1" smtClean="0"/>
                  <a:t>n;i</a:t>
                </a:r>
                <a:r>
                  <a:rPr lang="en-IN" dirty="0" smtClean="0"/>
                  <a:t>++){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for(j=1;j&lt;=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/>
                          </a:rPr>
                          <m:t>𝑖</m:t>
                        </m:r>
                      </m:e>
                      <m:sup>
                        <m:r>
                          <a:rPr lang="en-IN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IN" dirty="0" smtClean="0"/>
                  <a:t>;j++){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	for(k=1;k&lt;=n/2;k++){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		</a:t>
                </a:r>
                <a:r>
                  <a:rPr lang="en-IN" dirty="0" err="1" smtClean="0"/>
                  <a:t>printf</a:t>
                </a:r>
                <a:r>
                  <a:rPr lang="en-IN" dirty="0" smtClean="0"/>
                  <a:t>(“Hello”);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			}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		}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	}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}</a:t>
                </a:r>
              </a:p>
              <a:p>
                <a:pPr marL="0" indent="0">
                  <a:buNone/>
                </a:pPr>
                <a:r>
                  <a:rPr lang="en-IN" dirty="0" smtClean="0"/>
                  <a:t>I	1	2	3	4	5…………………….n</a:t>
                </a:r>
              </a:p>
              <a:p>
                <a:pPr marL="0" indent="0">
                  <a:buNone/>
                </a:pPr>
                <a:r>
                  <a:rPr lang="en-IN" dirty="0" smtClean="0"/>
                  <a:t>J	1	4	9	16	25…………………..n2</a:t>
                </a:r>
              </a:p>
              <a:p>
                <a:pPr marL="0" indent="0">
                  <a:buNone/>
                </a:pPr>
                <a:r>
                  <a:rPr lang="en-IN" dirty="0" smtClean="0"/>
                  <a:t>K	1*n/2	4*n/2	9*n/2	16*n/2	25*n/2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889" t="-21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6750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IN" dirty="0" smtClean="0"/>
                  <a:t>Function(){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err="1" smtClean="0"/>
                  <a:t>int</a:t>
                </a:r>
                <a:r>
                  <a:rPr lang="en-IN" dirty="0" smtClean="0"/>
                  <a:t> </a:t>
                </a:r>
                <a:r>
                  <a:rPr lang="en-IN" dirty="0" err="1" smtClean="0"/>
                  <a:t>I,j,k,n</a:t>
                </a:r>
                <a:r>
                  <a:rPr lang="en-IN" dirty="0" smtClean="0"/>
                  <a:t>;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for(i=1;i&lt;=</a:t>
                </a:r>
                <a:r>
                  <a:rPr lang="en-IN" dirty="0" err="1" smtClean="0"/>
                  <a:t>n;i</a:t>
                </a:r>
                <a:r>
                  <a:rPr lang="en-IN" dirty="0" smtClean="0"/>
                  <a:t>++){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for(j=1;j&lt;=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/>
                          </a:rPr>
                          <m:t>𝑖</m:t>
                        </m:r>
                      </m:e>
                      <m:sup>
                        <m:r>
                          <a:rPr lang="en-IN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IN" dirty="0" smtClean="0"/>
                  <a:t>;j++){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	for(k=1;k&lt;=n/2;k++){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		</a:t>
                </a:r>
                <a:r>
                  <a:rPr lang="en-IN" dirty="0" err="1" smtClean="0"/>
                  <a:t>printf</a:t>
                </a:r>
                <a:r>
                  <a:rPr lang="en-IN" dirty="0" smtClean="0"/>
                  <a:t>(“Hello”);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			}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		}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	}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}</a:t>
                </a:r>
              </a:p>
              <a:p>
                <a:pPr marL="0" indent="0">
                  <a:buNone/>
                </a:pPr>
                <a:r>
                  <a:rPr lang="en-IN" dirty="0" smtClean="0"/>
                  <a:t>I	1	2	3	4	5…………………….n</a:t>
                </a:r>
              </a:p>
              <a:p>
                <a:pPr marL="0" indent="0">
                  <a:buNone/>
                </a:pPr>
                <a:r>
                  <a:rPr lang="en-IN" dirty="0" smtClean="0"/>
                  <a:t>J	1	4	9	16	25…………………..n2</a:t>
                </a:r>
              </a:p>
              <a:p>
                <a:pPr marL="0" indent="0">
                  <a:buNone/>
                </a:pPr>
                <a:r>
                  <a:rPr lang="en-IN" dirty="0" smtClean="0"/>
                  <a:t>K	1*n/2	4*n/2	9*n/2	16*n/2	25*n/2…………..n2*n/2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889" t="-21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2723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67544" y="188640"/>
                <a:ext cx="8229600" cy="4525963"/>
              </a:xfrm>
            </p:spPr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IN" dirty="0" smtClean="0"/>
                  <a:t>Function(){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err="1" smtClean="0"/>
                  <a:t>int</a:t>
                </a:r>
                <a:r>
                  <a:rPr lang="en-IN" dirty="0" smtClean="0"/>
                  <a:t> </a:t>
                </a:r>
                <a:r>
                  <a:rPr lang="en-IN" dirty="0" err="1" smtClean="0"/>
                  <a:t>I,j,k,n</a:t>
                </a:r>
                <a:r>
                  <a:rPr lang="en-IN" dirty="0" smtClean="0"/>
                  <a:t>;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for(i=1;i&lt;=</a:t>
                </a:r>
                <a:r>
                  <a:rPr lang="en-IN" dirty="0" err="1" smtClean="0"/>
                  <a:t>n;i</a:t>
                </a:r>
                <a:r>
                  <a:rPr lang="en-IN" dirty="0" smtClean="0"/>
                  <a:t>++){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for(j=1;j&lt;=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/>
                          </a:rPr>
                          <m:t>𝑖</m:t>
                        </m:r>
                      </m:e>
                      <m:sup>
                        <m:r>
                          <a:rPr lang="en-IN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IN" dirty="0" smtClean="0"/>
                  <a:t>;j++){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	for(k=1;k&lt;=n/2;k++){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		</a:t>
                </a:r>
                <a:r>
                  <a:rPr lang="en-IN" dirty="0" err="1" smtClean="0"/>
                  <a:t>printf</a:t>
                </a:r>
                <a:r>
                  <a:rPr lang="en-IN" dirty="0" smtClean="0"/>
                  <a:t>(“Hello”);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			}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		}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	}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}</a:t>
                </a:r>
              </a:p>
              <a:p>
                <a:pPr marL="0" indent="0">
                  <a:buNone/>
                </a:pPr>
                <a:r>
                  <a:rPr lang="en-IN" dirty="0" smtClean="0"/>
                  <a:t>I	1	2	3	4	5…………………….n</a:t>
                </a:r>
              </a:p>
              <a:p>
                <a:pPr marL="0" indent="0">
                  <a:buNone/>
                </a:pPr>
                <a:r>
                  <a:rPr lang="en-IN" dirty="0" smtClean="0"/>
                  <a:t>J	1	4	9	16	25…………………..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dirty="0" smtClean="0"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en-IN" b="0" i="1" dirty="0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IN" dirty="0" smtClean="0"/>
              </a:p>
              <a:p>
                <a:pPr marL="0" indent="0">
                  <a:buNone/>
                </a:pPr>
                <a:r>
                  <a:rPr lang="en-IN" dirty="0" smtClean="0"/>
                  <a:t>K	1*n/2	4*n/2	9*n/2	16*n/2	25*n/2…………..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dirty="0" smtClean="0"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en-IN" b="0" i="1" dirty="0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IN" dirty="0" smtClean="0"/>
                  <a:t>*n/2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7544" y="188640"/>
                <a:ext cx="8229600" cy="4525963"/>
              </a:xfrm>
              <a:blipFill rotWithShape="1">
                <a:blip r:embed="rId2"/>
                <a:stretch>
                  <a:fillRect l="-963" t="-21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/>
          <p:cNvSpPr/>
          <p:nvPr/>
        </p:nvSpPr>
        <p:spPr>
          <a:xfrm>
            <a:off x="496500" y="4653136"/>
            <a:ext cx="6858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 smtClean="0"/>
              <a:t>1*n/2	4*n/2	9*n/2	16*n/2	25*n/2…………..n2*n/2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525456" y="5025824"/>
                <a:ext cx="685800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IN" dirty="0" smtClean="0"/>
                  <a:t>n/2(1</a:t>
                </a:r>
                <a:r>
                  <a:rPr lang="en-IN" baseline="30000" dirty="0" smtClean="0"/>
                  <a:t>2</a:t>
                </a:r>
                <a14:m>
                  <m:oMath xmlns:m="http://schemas.openxmlformats.org/officeDocument/2006/math">
                    <m:r>
                      <a:rPr lang="en-IN" b="0" i="1" dirty="0" smtClean="0">
                        <a:latin typeface="Cambria Math"/>
                      </a:rPr>
                      <m:t>+</m:t>
                    </m:r>
                    <m:sSup>
                      <m:sSupPr>
                        <m:ctrlPr>
                          <a:rPr lang="en-IN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dirty="0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IN" b="0" i="1" dirty="0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IN" b="0" i="1" dirty="0" smtClean="0">
                        <a:latin typeface="Cambria Math"/>
                      </a:rPr>
                      <m:t>+</m:t>
                    </m:r>
                    <m:sSup>
                      <m:sSupPr>
                        <m:ctrlPr>
                          <a:rPr lang="en-IN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dirty="0" smtClean="0">
                            <a:latin typeface="Cambria Math"/>
                          </a:rPr>
                          <m:t>3</m:t>
                        </m:r>
                      </m:e>
                      <m:sup>
                        <m:r>
                          <a:rPr lang="en-IN" b="0" i="1" dirty="0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IN" dirty="0" smtClean="0"/>
                  <a:t>+…..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dirty="0" smtClean="0"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en-IN" b="0" i="1" dirty="0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IN" dirty="0" smtClean="0"/>
                  <a:t>)</a:t>
                </a: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456" y="5025824"/>
                <a:ext cx="6858000" cy="369332"/>
              </a:xfrm>
              <a:prstGeom prst="rect">
                <a:avLst/>
              </a:prstGeom>
              <a:blipFill rotWithShape="0">
                <a:blip r:embed="rId3"/>
                <a:stretch>
                  <a:fillRect l="-711"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525456" y="5661248"/>
            <a:ext cx="2161169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 smtClean="0"/>
              <a:t>n/2((n(n+1)(2n+1)/6)</a:t>
            </a:r>
          </a:p>
          <a:p>
            <a:endParaRPr lang="en-IN" dirty="0"/>
          </a:p>
          <a:p>
            <a:r>
              <a:rPr lang="en-IN" dirty="0" smtClean="0"/>
              <a:t>O(n</a:t>
            </a:r>
            <a:r>
              <a:rPr lang="en-IN" baseline="30000" dirty="0" smtClean="0"/>
              <a:t>4</a:t>
            </a:r>
            <a:r>
              <a:rPr lang="en-IN" dirty="0" smtClean="0"/>
              <a:t>)</a:t>
            </a:r>
          </a:p>
          <a:p>
            <a:endParaRPr lang="en-IN" dirty="0" smtClean="0"/>
          </a:p>
        </p:txBody>
      </p:sp>
    </p:spTree>
    <p:extLst>
      <p:ext uri="{BB962C8B-B14F-4D97-AF65-F5344CB8AC3E}">
        <p14:creationId xmlns:p14="http://schemas.microsoft.com/office/powerpoint/2010/main" val="2263225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IN" dirty="0" smtClean="0"/>
                  <a:t>Function(){</a:t>
                </a:r>
              </a:p>
              <a:p>
                <a:pPr marL="0" indent="0">
                  <a:buNone/>
                </a:pPr>
                <a:r>
                  <a:rPr lang="en-IN" dirty="0" smtClean="0"/>
                  <a:t>	for(i=1;i&lt;</a:t>
                </a:r>
                <a:r>
                  <a:rPr lang="en-IN" dirty="0" err="1" smtClean="0"/>
                  <a:t>n;i</a:t>
                </a:r>
                <a:r>
                  <a:rPr lang="en-IN" dirty="0" smtClean="0"/>
                  <a:t>=i*2)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	</a:t>
                </a:r>
                <a:r>
                  <a:rPr lang="en-IN" dirty="0" err="1" smtClean="0"/>
                  <a:t>printf</a:t>
                </a:r>
                <a:r>
                  <a:rPr lang="en-IN" dirty="0" smtClean="0"/>
                  <a:t>(“hello”);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}</a:t>
                </a:r>
              </a:p>
              <a:p>
                <a:pPr marL="0" indent="0">
                  <a:buNone/>
                </a:pPr>
                <a:r>
                  <a:rPr lang="en-IN" dirty="0" smtClean="0"/>
                  <a:t>i=1	2	4	8	16	n</a:t>
                </a:r>
              </a:p>
              <a:p>
                <a:pPr marL="0" indent="0">
                  <a:buNone/>
                </a:pPr>
                <a:r>
                  <a:rPr lang="en-IN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IN" b="0" i="1" smtClean="0">
                            <a:latin typeface="Cambria Math"/>
                          </a:rPr>
                          <m:t>0</m:t>
                        </m:r>
                      </m:sup>
                    </m:sSup>
                  </m:oMath>
                </a14:m>
                <a:r>
                  <a:rPr lang="en-IN" dirty="0" smtClean="0"/>
                  <a:t>	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IN" b="0" i="1" smtClean="0">
                            <a:latin typeface="Cambria Math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IN" dirty="0" smtClean="0"/>
                  <a:t>	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IN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IN" dirty="0" smtClean="0"/>
                  <a:t>	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IN" b="0" i="1" smtClean="0">
                            <a:latin typeface="Cambria Math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IN" dirty="0" smtClean="0"/>
                  <a:t>	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IN" b="0" i="1" smtClean="0">
                            <a:latin typeface="Cambria Math"/>
                          </a:rPr>
                          <m:t>4</m:t>
                        </m:r>
                      </m:sup>
                    </m:sSup>
                  </m:oMath>
                </a14:m>
                <a:r>
                  <a:rPr lang="en-IN" dirty="0" smtClean="0"/>
                  <a:t>	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IN" b="0" i="1" smtClean="0">
                            <a:latin typeface="Cambria Math"/>
                          </a:rPr>
                          <m:t>𝑘</m:t>
                        </m:r>
                      </m:sup>
                    </m:sSup>
                  </m:oMath>
                </a14:m>
                <a:endParaRPr lang="en-IN" dirty="0" smtClean="0"/>
              </a:p>
              <a:p>
                <a:pPr marL="0" indent="0">
                  <a:buNone/>
                </a:pPr>
                <a:r>
                  <a:rPr lang="en-IN" dirty="0" smtClean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IN" b="0" i="1" smtClean="0">
                            <a:latin typeface="Cambria Math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IN" dirty="0" smtClean="0"/>
                  <a:t>=n</a:t>
                </a:r>
              </a:p>
              <a:p>
                <a:pPr marL="0" indent="0">
                  <a:buNone/>
                </a:pPr>
                <a:r>
                  <a:rPr lang="en-IN" dirty="0" smtClean="0"/>
                  <a:t>K=log(n)</a:t>
                </a:r>
              </a:p>
              <a:p>
                <a:pPr marL="0" indent="0">
                  <a:buNone/>
                </a:pPr>
                <a:r>
                  <a:rPr lang="en-IN" b="0" dirty="0" smtClean="0"/>
                  <a:t>O(log</a:t>
                </a:r>
                <a:r>
                  <a:rPr lang="en-IN" b="0" baseline="-25000" dirty="0" smtClean="0"/>
                  <a:t>2</a:t>
                </a:r>
                <a:r>
                  <a:rPr lang="en-IN" b="0" dirty="0" smtClean="0"/>
                  <a:t> n)</a:t>
                </a:r>
              </a:p>
              <a:p>
                <a:pPr marL="0" indent="0">
                  <a:buNone/>
                </a:pPr>
                <a:endParaRPr lang="en-IN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704" t="-350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6553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 smtClean="0"/>
              <a:t>Function(){</a:t>
            </a:r>
          </a:p>
          <a:p>
            <a:pPr marL="0" indent="0">
              <a:buNone/>
            </a:pPr>
            <a:r>
              <a:rPr lang="en-IN" dirty="0" smtClean="0"/>
              <a:t>		</a:t>
            </a:r>
            <a:r>
              <a:rPr lang="en-IN" dirty="0" err="1" smtClean="0"/>
              <a:t>int</a:t>
            </a:r>
            <a:r>
              <a:rPr lang="en-IN" dirty="0" smtClean="0"/>
              <a:t> </a:t>
            </a:r>
            <a:r>
              <a:rPr lang="en-IN" dirty="0" err="1"/>
              <a:t>i</a:t>
            </a:r>
            <a:r>
              <a:rPr lang="en-IN" dirty="0" err="1" smtClean="0"/>
              <a:t>,j,k</a:t>
            </a:r>
            <a:r>
              <a:rPr lang="en-IN" dirty="0" smtClean="0"/>
              <a:t>;</a:t>
            </a:r>
          </a:p>
          <a:p>
            <a:pPr marL="0" indent="0">
              <a:buNone/>
            </a:pPr>
            <a:r>
              <a:rPr lang="en-IN" dirty="0" smtClean="0"/>
              <a:t>		for(i=n/2;i&lt;=</a:t>
            </a:r>
            <a:r>
              <a:rPr lang="en-IN" dirty="0" err="1" smtClean="0"/>
              <a:t>n;i</a:t>
            </a:r>
            <a:r>
              <a:rPr lang="en-IN" dirty="0" smtClean="0"/>
              <a:t>++)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for(j=1;j&lt;=n/2;j++)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	for(k=1;k&lt;=</a:t>
            </a:r>
            <a:r>
              <a:rPr lang="en-IN" dirty="0" err="1" smtClean="0"/>
              <a:t>n;k</a:t>
            </a:r>
            <a:r>
              <a:rPr lang="en-IN" dirty="0" smtClean="0"/>
              <a:t>=k*2)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		</a:t>
            </a:r>
            <a:r>
              <a:rPr lang="en-IN" dirty="0" err="1" smtClean="0"/>
              <a:t>printf</a:t>
            </a:r>
            <a:r>
              <a:rPr lang="en-IN" dirty="0" smtClean="0"/>
              <a:t>(“hello”);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}</a:t>
            </a:r>
          </a:p>
          <a:p>
            <a:pPr marL="0" indent="0">
              <a:buNone/>
            </a:pPr>
            <a:endParaRPr lang="en-IN" dirty="0" smtClean="0"/>
          </a:p>
        </p:txBody>
      </p:sp>
    </p:spTree>
    <p:extLst>
      <p:ext uri="{BB962C8B-B14F-4D97-AF65-F5344CB8AC3E}">
        <p14:creationId xmlns:p14="http://schemas.microsoft.com/office/powerpoint/2010/main" val="4072741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 smtClean="0"/>
              <a:t>Function(){</a:t>
            </a:r>
          </a:p>
          <a:p>
            <a:pPr marL="0" indent="0">
              <a:buNone/>
            </a:pPr>
            <a:r>
              <a:rPr lang="en-IN" dirty="0" smtClean="0"/>
              <a:t>		</a:t>
            </a:r>
            <a:r>
              <a:rPr lang="en-IN" dirty="0" err="1" smtClean="0"/>
              <a:t>int</a:t>
            </a:r>
            <a:r>
              <a:rPr lang="en-IN" dirty="0" smtClean="0"/>
              <a:t> </a:t>
            </a:r>
            <a:r>
              <a:rPr lang="en-IN" dirty="0" err="1"/>
              <a:t>i</a:t>
            </a:r>
            <a:r>
              <a:rPr lang="en-IN" dirty="0" err="1" smtClean="0"/>
              <a:t>,j,k</a:t>
            </a:r>
            <a:r>
              <a:rPr lang="en-IN" dirty="0" smtClean="0"/>
              <a:t>;</a:t>
            </a:r>
          </a:p>
          <a:p>
            <a:pPr marL="0" indent="0">
              <a:buNone/>
            </a:pPr>
            <a:r>
              <a:rPr lang="en-IN" dirty="0" smtClean="0"/>
              <a:t>n/2		for(i=n/2;i&lt;=</a:t>
            </a:r>
            <a:r>
              <a:rPr lang="en-IN" dirty="0" err="1" smtClean="0"/>
              <a:t>n;i</a:t>
            </a:r>
            <a:r>
              <a:rPr lang="en-IN" dirty="0" smtClean="0"/>
              <a:t>++)</a:t>
            </a:r>
            <a:endParaRPr lang="en-IN" dirty="0"/>
          </a:p>
          <a:p>
            <a:pPr marL="0" indent="0">
              <a:buNone/>
            </a:pPr>
            <a:r>
              <a:rPr lang="en-IN" dirty="0" smtClean="0"/>
              <a:t>n/2</a:t>
            </a:r>
            <a:r>
              <a:rPr lang="en-IN" dirty="0"/>
              <a:t>	</a:t>
            </a:r>
            <a:r>
              <a:rPr lang="en-IN" dirty="0" smtClean="0"/>
              <a:t>		for(j=1;j&lt;=n/2;j++)</a:t>
            </a:r>
          </a:p>
          <a:p>
            <a:pPr marL="0" indent="0">
              <a:buNone/>
            </a:pPr>
            <a:r>
              <a:rPr lang="en-IN" dirty="0" smtClean="0"/>
              <a:t>Log</a:t>
            </a:r>
            <a:r>
              <a:rPr lang="en-IN" baseline="-25000" dirty="0" smtClean="0"/>
              <a:t>2</a:t>
            </a:r>
            <a:r>
              <a:rPr lang="en-IN" dirty="0" smtClean="0"/>
              <a:t> n</a:t>
            </a:r>
            <a:r>
              <a:rPr lang="en-IN" dirty="0"/>
              <a:t>	</a:t>
            </a:r>
            <a:r>
              <a:rPr lang="en-IN" dirty="0" smtClean="0"/>
              <a:t>			for(k=1;k&lt;=</a:t>
            </a:r>
            <a:r>
              <a:rPr lang="en-IN" dirty="0" err="1" smtClean="0"/>
              <a:t>n;k</a:t>
            </a:r>
            <a:r>
              <a:rPr lang="en-IN" dirty="0" smtClean="0"/>
              <a:t>=k*2)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		</a:t>
            </a:r>
            <a:r>
              <a:rPr lang="en-IN" dirty="0" err="1" smtClean="0"/>
              <a:t>printf</a:t>
            </a:r>
            <a:r>
              <a:rPr lang="en-IN" dirty="0" smtClean="0"/>
              <a:t>(“hello”);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}</a:t>
            </a:r>
          </a:p>
          <a:p>
            <a:pPr marL="0" indent="0">
              <a:buNone/>
            </a:pPr>
            <a:r>
              <a:rPr lang="en-IN" dirty="0" smtClean="0"/>
              <a:t>n/2 *n/2*log</a:t>
            </a:r>
            <a:r>
              <a:rPr lang="en-IN" sz="3000" baseline="-25000" dirty="0" smtClean="0"/>
              <a:t>2</a:t>
            </a:r>
            <a:r>
              <a:rPr lang="en-IN" dirty="0" smtClean="0"/>
              <a:t> n</a:t>
            </a:r>
          </a:p>
          <a:p>
            <a:pPr marL="0" indent="0">
              <a:buNone/>
            </a:pPr>
            <a:r>
              <a:rPr lang="en-IN" dirty="0" smtClean="0"/>
              <a:t>O(n</a:t>
            </a:r>
            <a:r>
              <a:rPr lang="en-IN" baseline="30000" dirty="0" smtClean="0"/>
              <a:t>2 </a:t>
            </a:r>
            <a:r>
              <a:rPr lang="en-IN" dirty="0" smtClean="0"/>
              <a:t>log</a:t>
            </a:r>
            <a:r>
              <a:rPr lang="en-IN" baseline="-25000" dirty="0" smtClean="0"/>
              <a:t>2</a:t>
            </a:r>
            <a:r>
              <a:rPr lang="en-IN" dirty="0" smtClean="0"/>
              <a:t> n)</a:t>
            </a:r>
          </a:p>
        </p:txBody>
      </p:sp>
    </p:spTree>
    <p:extLst>
      <p:ext uri="{BB962C8B-B14F-4D97-AF65-F5344CB8AC3E}">
        <p14:creationId xmlns:p14="http://schemas.microsoft.com/office/powerpoint/2010/main" val="3153003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 smtClean="0"/>
              <a:t>Function(){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</a:t>
            </a:r>
            <a:r>
              <a:rPr lang="en-IN" dirty="0" err="1" smtClean="0"/>
              <a:t>int</a:t>
            </a:r>
            <a:r>
              <a:rPr lang="en-IN" dirty="0" smtClean="0"/>
              <a:t> </a:t>
            </a:r>
            <a:r>
              <a:rPr lang="en-IN" dirty="0" err="1" smtClean="0"/>
              <a:t>I,j,k</a:t>
            </a:r>
            <a:r>
              <a:rPr lang="en-IN" dirty="0" smtClean="0"/>
              <a:t>;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for(i=n/2;i&lt;=</a:t>
            </a:r>
            <a:r>
              <a:rPr lang="en-IN" dirty="0" err="1" smtClean="0"/>
              <a:t>n;i</a:t>
            </a:r>
            <a:r>
              <a:rPr lang="en-IN" dirty="0" smtClean="0"/>
              <a:t>++)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for(j=1;j&lt;=</a:t>
            </a:r>
            <a:r>
              <a:rPr lang="en-IN" dirty="0" err="1" smtClean="0"/>
              <a:t>n;j</a:t>
            </a:r>
            <a:r>
              <a:rPr lang="en-IN" dirty="0" smtClean="0"/>
              <a:t>=2*j)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	for(k=1;k&lt;=</a:t>
            </a:r>
            <a:r>
              <a:rPr lang="en-IN" dirty="0" err="1" smtClean="0"/>
              <a:t>n;k</a:t>
            </a:r>
            <a:r>
              <a:rPr lang="en-IN" dirty="0" smtClean="0"/>
              <a:t>=k*2)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		</a:t>
            </a:r>
            <a:r>
              <a:rPr lang="en-IN" dirty="0" err="1" smtClean="0"/>
              <a:t>printf</a:t>
            </a:r>
            <a:r>
              <a:rPr lang="en-IN" dirty="0" smtClean="0"/>
              <a:t>(“Hello”);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61250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 smtClean="0"/>
              <a:t>Function(){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</a:t>
            </a:r>
            <a:r>
              <a:rPr lang="en-IN" dirty="0" err="1" smtClean="0"/>
              <a:t>int</a:t>
            </a:r>
            <a:r>
              <a:rPr lang="en-IN" dirty="0" smtClean="0"/>
              <a:t> </a:t>
            </a:r>
            <a:r>
              <a:rPr lang="en-IN" dirty="0" err="1" smtClean="0"/>
              <a:t>I,j,k</a:t>
            </a:r>
            <a:r>
              <a:rPr lang="en-IN" dirty="0" smtClean="0"/>
              <a:t>;</a:t>
            </a:r>
          </a:p>
          <a:p>
            <a:pPr marL="0" indent="0">
              <a:buNone/>
            </a:pPr>
            <a:r>
              <a:rPr lang="en-IN" dirty="0" smtClean="0"/>
              <a:t>n/2</a:t>
            </a:r>
            <a:r>
              <a:rPr lang="en-IN" dirty="0"/>
              <a:t>	</a:t>
            </a:r>
            <a:r>
              <a:rPr lang="en-IN" dirty="0" smtClean="0"/>
              <a:t>	for(i=n/2;i&lt;=</a:t>
            </a:r>
            <a:r>
              <a:rPr lang="en-IN" dirty="0" err="1" smtClean="0"/>
              <a:t>n;i</a:t>
            </a:r>
            <a:r>
              <a:rPr lang="en-IN" dirty="0" smtClean="0"/>
              <a:t>++)</a:t>
            </a:r>
          </a:p>
          <a:p>
            <a:pPr marL="0" indent="0">
              <a:buNone/>
            </a:pPr>
            <a:r>
              <a:rPr lang="en-IN" dirty="0" smtClean="0"/>
              <a:t>Log</a:t>
            </a:r>
            <a:r>
              <a:rPr lang="en-IN" baseline="-25000" dirty="0" smtClean="0"/>
              <a:t>2</a:t>
            </a:r>
            <a:r>
              <a:rPr lang="en-IN" dirty="0" smtClean="0"/>
              <a:t> n</a:t>
            </a:r>
            <a:r>
              <a:rPr lang="en-IN" dirty="0"/>
              <a:t>	</a:t>
            </a:r>
            <a:r>
              <a:rPr lang="en-IN" dirty="0" smtClean="0"/>
              <a:t>		for(j=1;j&lt;=</a:t>
            </a:r>
            <a:r>
              <a:rPr lang="en-IN" dirty="0" err="1" smtClean="0"/>
              <a:t>n;j</a:t>
            </a:r>
            <a:r>
              <a:rPr lang="en-IN" dirty="0" smtClean="0"/>
              <a:t>=2*j)</a:t>
            </a:r>
          </a:p>
          <a:p>
            <a:pPr marL="0" indent="0">
              <a:buNone/>
            </a:pPr>
            <a:r>
              <a:rPr lang="en-IN" dirty="0"/>
              <a:t>Log</a:t>
            </a:r>
            <a:r>
              <a:rPr lang="en-IN" baseline="-25000" dirty="0"/>
              <a:t>2</a:t>
            </a:r>
            <a:r>
              <a:rPr lang="en-IN" dirty="0"/>
              <a:t> n 	</a:t>
            </a:r>
            <a:r>
              <a:rPr lang="en-IN" dirty="0" smtClean="0"/>
              <a:t>			for(k=1;k&lt;=</a:t>
            </a:r>
            <a:r>
              <a:rPr lang="en-IN" dirty="0" err="1" smtClean="0"/>
              <a:t>n;k</a:t>
            </a:r>
            <a:r>
              <a:rPr lang="en-IN" dirty="0" smtClean="0"/>
              <a:t>=k*2)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		</a:t>
            </a:r>
            <a:r>
              <a:rPr lang="en-IN" dirty="0" err="1" smtClean="0"/>
              <a:t>printf</a:t>
            </a:r>
            <a:r>
              <a:rPr lang="en-IN" dirty="0" smtClean="0"/>
              <a:t>(“Hello”);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}</a:t>
            </a:r>
          </a:p>
          <a:p>
            <a:pPr marL="0" indent="0">
              <a:buNone/>
            </a:pPr>
            <a:r>
              <a:rPr lang="en-IN" dirty="0"/>
              <a:t>n/2* </a:t>
            </a:r>
            <a:r>
              <a:rPr lang="en-IN" dirty="0" smtClean="0"/>
              <a:t>(Log</a:t>
            </a:r>
            <a:r>
              <a:rPr lang="en-IN" baseline="-25000" dirty="0" smtClean="0"/>
              <a:t>2</a:t>
            </a:r>
            <a:r>
              <a:rPr lang="en-IN" dirty="0" smtClean="0"/>
              <a:t> n)</a:t>
            </a:r>
            <a:r>
              <a:rPr lang="en-IN" baseline="30000" dirty="0" smtClean="0"/>
              <a:t>2</a:t>
            </a:r>
          </a:p>
          <a:p>
            <a:pPr marL="0" indent="0">
              <a:buNone/>
            </a:pPr>
            <a:endParaRPr lang="en-IN" baseline="30000" dirty="0"/>
          </a:p>
          <a:p>
            <a:pPr marL="0" indent="0">
              <a:buNone/>
            </a:pPr>
            <a:r>
              <a:rPr lang="en-IN" dirty="0" smtClean="0"/>
              <a:t>O(n* </a:t>
            </a:r>
            <a:r>
              <a:rPr lang="en-IN" dirty="0"/>
              <a:t>(Log</a:t>
            </a:r>
            <a:r>
              <a:rPr lang="en-IN" baseline="-25000" dirty="0"/>
              <a:t>2</a:t>
            </a:r>
            <a:r>
              <a:rPr lang="en-IN" dirty="0"/>
              <a:t> </a:t>
            </a:r>
            <a:r>
              <a:rPr lang="en-IN" dirty="0" smtClean="0"/>
              <a:t>n)</a:t>
            </a:r>
            <a:r>
              <a:rPr lang="en-IN" baseline="30000" dirty="0" smtClean="0"/>
              <a:t>2)</a:t>
            </a:r>
            <a:endParaRPr lang="en-IN" baseline="30000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30778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260648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 smtClean="0"/>
              <a:t>Function(n){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if(n&gt;1)				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return(function(n-1))		</a:t>
            </a:r>
          </a:p>
          <a:p>
            <a:pPr marL="0" indent="0">
              <a:buNone/>
            </a:pPr>
            <a:r>
              <a:rPr lang="en-IN" dirty="0" smtClean="0"/>
              <a:t>}</a:t>
            </a:r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endParaRPr lang="en-IN" dirty="0" smtClean="0"/>
          </a:p>
        </p:txBody>
      </p:sp>
    </p:spTree>
    <p:extLst>
      <p:ext uri="{BB962C8B-B14F-4D97-AF65-F5344CB8AC3E}">
        <p14:creationId xmlns:p14="http://schemas.microsoft.com/office/powerpoint/2010/main" val="2039789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260648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 smtClean="0"/>
              <a:t>Function(n){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if(n&gt;1)				T(1)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return(function(n-1))		</a:t>
            </a:r>
          </a:p>
          <a:p>
            <a:pPr marL="0" indent="0">
              <a:buNone/>
            </a:pPr>
            <a:r>
              <a:rPr lang="en-IN" dirty="0" smtClean="0"/>
              <a:t>}</a:t>
            </a:r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endParaRPr lang="en-IN" dirty="0" smtClean="0"/>
          </a:p>
        </p:txBody>
      </p:sp>
    </p:spTree>
    <p:extLst>
      <p:ext uri="{BB962C8B-B14F-4D97-AF65-F5344CB8AC3E}">
        <p14:creationId xmlns:p14="http://schemas.microsoft.com/office/powerpoint/2010/main" val="3755346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260648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 smtClean="0"/>
              <a:t>Function(n){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if(n&gt;1)				T(1)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return(function(n-1))		T(n-1)</a:t>
            </a:r>
          </a:p>
          <a:p>
            <a:pPr marL="0" indent="0">
              <a:buNone/>
            </a:pPr>
            <a:r>
              <a:rPr lang="en-IN" dirty="0" smtClean="0"/>
              <a:t>}</a:t>
            </a:r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endParaRPr lang="en-IN" dirty="0" smtClean="0"/>
          </a:p>
        </p:txBody>
      </p:sp>
    </p:spTree>
    <p:extLst>
      <p:ext uri="{BB962C8B-B14F-4D97-AF65-F5344CB8AC3E}">
        <p14:creationId xmlns:p14="http://schemas.microsoft.com/office/powerpoint/2010/main" val="955256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260648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 smtClean="0"/>
              <a:t>Function(n){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if(n&gt;1)				T(1)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return(function(n-1))		T(n-1)</a:t>
            </a:r>
          </a:p>
          <a:p>
            <a:pPr marL="0" indent="0">
              <a:buNone/>
            </a:pPr>
            <a:r>
              <a:rPr lang="en-IN" dirty="0" smtClean="0"/>
              <a:t>}</a:t>
            </a:r>
          </a:p>
          <a:p>
            <a:pPr marL="0" indent="0">
              <a:buNone/>
            </a:pPr>
            <a:r>
              <a:rPr lang="en-IN" dirty="0" smtClean="0"/>
              <a:t>T(n)=1+T(n-1)			</a:t>
            </a:r>
            <a:r>
              <a:rPr lang="en-IN" dirty="0" err="1" smtClean="0"/>
              <a:t>eq</a:t>
            </a:r>
            <a:r>
              <a:rPr lang="en-IN" dirty="0" smtClean="0"/>
              <a:t>(1)</a:t>
            </a:r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endParaRPr lang="en-IN" dirty="0" smtClean="0"/>
          </a:p>
        </p:txBody>
      </p:sp>
    </p:spTree>
    <p:extLst>
      <p:ext uri="{BB962C8B-B14F-4D97-AF65-F5344CB8AC3E}">
        <p14:creationId xmlns:p14="http://schemas.microsoft.com/office/powerpoint/2010/main" val="4276470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260648"/>
            <a:ext cx="8229600" cy="597666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 smtClean="0"/>
              <a:t>Function(n){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if(n&gt;1)				T(1)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return(function(n-1))		T(n-1)</a:t>
            </a:r>
          </a:p>
          <a:p>
            <a:pPr marL="0" indent="0">
              <a:buNone/>
            </a:pPr>
            <a:r>
              <a:rPr lang="en-IN" dirty="0" smtClean="0"/>
              <a:t>}</a:t>
            </a:r>
          </a:p>
          <a:p>
            <a:pPr marL="0" indent="0">
              <a:buNone/>
            </a:pPr>
            <a:r>
              <a:rPr lang="en-IN" dirty="0" smtClean="0"/>
              <a:t>T(n)=1+T(n-1);    n&gt;1 		</a:t>
            </a:r>
            <a:r>
              <a:rPr lang="en-IN" dirty="0" err="1" smtClean="0"/>
              <a:t>eq</a:t>
            </a:r>
            <a:r>
              <a:rPr lang="en-IN" dirty="0" smtClean="0"/>
              <a:t>(1</a:t>
            </a:r>
            <a:r>
              <a:rPr lang="en-IN" dirty="0"/>
              <a:t>)</a:t>
            </a: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T(1) = 1+T(1-1);   n=1 </a:t>
            </a:r>
          </a:p>
          <a:p>
            <a:pPr marL="0" indent="0">
              <a:buNone/>
            </a:pPr>
            <a:r>
              <a:rPr lang="en-IN" dirty="0" smtClean="0"/>
              <a:t>T(1) = 1+T(0); </a:t>
            </a:r>
          </a:p>
          <a:p>
            <a:pPr marL="0" indent="0">
              <a:buNone/>
            </a:pPr>
            <a:r>
              <a:rPr lang="en-IN" dirty="0" smtClean="0"/>
              <a:t> T(1) =1</a:t>
            </a:r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T(n)=1+T(n-1)			</a:t>
            </a:r>
            <a:r>
              <a:rPr lang="en-IN" dirty="0" err="1" smtClean="0"/>
              <a:t>eq</a:t>
            </a:r>
            <a:r>
              <a:rPr lang="en-IN" dirty="0" smtClean="0"/>
              <a:t>(1)</a:t>
            </a:r>
          </a:p>
          <a:p>
            <a:pPr marL="0" indent="0">
              <a:buNone/>
            </a:pPr>
            <a:r>
              <a:rPr lang="en-IN" dirty="0" smtClean="0"/>
              <a:t>To find T(n-1) substitute  n-1 to all n in </a:t>
            </a:r>
            <a:r>
              <a:rPr lang="en-IN" dirty="0" err="1" smtClean="0"/>
              <a:t>eq</a:t>
            </a:r>
            <a:r>
              <a:rPr lang="en-IN" dirty="0" smtClean="0"/>
              <a:t>(1)</a:t>
            </a:r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endParaRPr lang="en-IN" dirty="0" smtClean="0"/>
          </a:p>
        </p:txBody>
      </p:sp>
    </p:spTree>
    <p:extLst>
      <p:ext uri="{BB962C8B-B14F-4D97-AF65-F5344CB8AC3E}">
        <p14:creationId xmlns:p14="http://schemas.microsoft.com/office/powerpoint/2010/main" val="284131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260648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 smtClean="0"/>
              <a:t>Function(n){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if(n&gt;1)				T(1)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return(function(n-1))		T(n-1)</a:t>
            </a:r>
          </a:p>
          <a:p>
            <a:pPr marL="0" indent="0">
              <a:buNone/>
            </a:pPr>
            <a:r>
              <a:rPr lang="en-IN" dirty="0" smtClean="0"/>
              <a:t>}</a:t>
            </a:r>
          </a:p>
          <a:p>
            <a:pPr marL="0" indent="0">
              <a:buNone/>
            </a:pPr>
            <a:r>
              <a:rPr lang="en-IN" dirty="0" smtClean="0"/>
              <a:t>T(n)=1+T(n-1)			</a:t>
            </a:r>
            <a:r>
              <a:rPr lang="en-IN" dirty="0" err="1" smtClean="0"/>
              <a:t>eq</a:t>
            </a:r>
            <a:r>
              <a:rPr lang="en-IN" dirty="0" smtClean="0"/>
              <a:t>(1)</a:t>
            </a:r>
          </a:p>
          <a:p>
            <a:pPr marL="0" indent="0">
              <a:buNone/>
            </a:pPr>
            <a:r>
              <a:rPr lang="en-IN" dirty="0" smtClean="0"/>
              <a:t>To find T(n-1) substitute  n-1 to all n in </a:t>
            </a:r>
            <a:r>
              <a:rPr lang="en-IN" dirty="0" err="1" smtClean="0"/>
              <a:t>eq</a:t>
            </a:r>
            <a:r>
              <a:rPr lang="en-IN" dirty="0" smtClean="0"/>
              <a:t>(1)</a:t>
            </a:r>
          </a:p>
          <a:p>
            <a:pPr marL="0" indent="0">
              <a:buNone/>
            </a:pPr>
            <a:r>
              <a:rPr lang="en-IN" dirty="0" smtClean="0"/>
              <a:t>T(n-1)=1+T(n-2)			</a:t>
            </a:r>
            <a:r>
              <a:rPr lang="en-IN" dirty="0" err="1" smtClean="0"/>
              <a:t>eq</a:t>
            </a:r>
            <a:r>
              <a:rPr lang="en-IN" dirty="0" smtClean="0"/>
              <a:t>(2)</a:t>
            </a:r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endParaRPr lang="en-IN" dirty="0" smtClean="0"/>
          </a:p>
        </p:txBody>
      </p:sp>
    </p:spTree>
    <p:extLst>
      <p:ext uri="{BB962C8B-B14F-4D97-AF65-F5344CB8AC3E}">
        <p14:creationId xmlns:p14="http://schemas.microsoft.com/office/powerpoint/2010/main" val="1221759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260648"/>
            <a:ext cx="8229600" cy="64087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 smtClean="0"/>
              <a:t>Function(n){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if(n&gt;1)				T(1)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return(function(n-1))		T(n-1)</a:t>
            </a:r>
          </a:p>
          <a:p>
            <a:pPr marL="0" indent="0">
              <a:buNone/>
            </a:pPr>
            <a:r>
              <a:rPr lang="en-IN" dirty="0" smtClean="0"/>
              <a:t>}</a:t>
            </a:r>
          </a:p>
          <a:p>
            <a:pPr marL="0" indent="0">
              <a:buNone/>
            </a:pPr>
            <a:r>
              <a:rPr lang="en-IN" dirty="0" smtClean="0"/>
              <a:t>T(n)=1+T(n-1)			</a:t>
            </a:r>
            <a:r>
              <a:rPr lang="en-IN" dirty="0" err="1" smtClean="0"/>
              <a:t>eq</a:t>
            </a:r>
            <a:r>
              <a:rPr lang="en-IN" dirty="0" smtClean="0"/>
              <a:t>(1)</a:t>
            </a:r>
          </a:p>
          <a:p>
            <a:pPr marL="0" indent="0">
              <a:buNone/>
            </a:pPr>
            <a:r>
              <a:rPr lang="en-IN" dirty="0" smtClean="0"/>
              <a:t>To find T(n-1) substitute  n-1 to all n in </a:t>
            </a:r>
            <a:r>
              <a:rPr lang="en-IN" dirty="0" err="1" smtClean="0"/>
              <a:t>eq</a:t>
            </a:r>
            <a:r>
              <a:rPr lang="en-IN" dirty="0" smtClean="0"/>
              <a:t>(1)</a:t>
            </a:r>
          </a:p>
          <a:p>
            <a:pPr marL="0" indent="0">
              <a:buNone/>
            </a:pPr>
            <a:r>
              <a:rPr lang="en-IN" dirty="0" smtClean="0"/>
              <a:t>T(n-1)=1+T(n-2)			</a:t>
            </a:r>
            <a:r>
              <a:rPr lang="en-IN" dirty="0" err="1" smtClean="0"/>
              <a:t>eq</a:t>
            </a:r>
            <a:r>
              <a:rPr lang="en-IN" dirty="0" smtClean="0"/>
              <a:t>(2)</a:t>
            </a:r>
          </a:p>
          <a:p>
            <a:pPr marL="0" indent="0">
              <a:buNone/>
            </a:pPr>
            <a:r>
              <a:rPr lang="en-IN" dirty="0" smtClean="0"/>
              <a:t>To find T(n-2) substitute  n-2 to all n in </a:t>
            </a:r>
            <a:r>
              <a:rPr lang="en-IN" dirty="0" err="1" smtClean="0"/>
              <a:t>eq</a:t>
            </a:r>
            <a:r>
              <a:rPr lang="en-IN" dirty="0" smtClean="0"/>
              <a:t>(1)</a:t>
            </a:r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endParaRPr lang="en-IN" dirty="0" smtClean="0"/>
          </a:p>
        </p:txBody>
      </p:sp>
    </p:spTree>
    <p:extLst>
      <p:ext uri="{BB962C8B-B14F-4D97-AF65-F5344CB8AC3E}">
        <p14:creationId xmlns:p14="http://schemas.microsoft.com/office/powerpoint/2010/main" val="2153283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260648"/>
            <a:ext cx="8229600" cy="64087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 smtClean="0"/>
              <a:t>Function(n){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if(n&gt;1)				T(1)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return(function(n-1))		T(n-1)</a:t>
            </a:r>
          </a:p>
          <a:p>
            <a:pPr marL="0" indent="0">
              <a:buNone/>
            </a:pPr>
            <a:r>
              <a:rPr lang="en-IN" dirty="0" smtClean="0"/>
              <a:t>}</a:t>
            </a:r>
          </a:p>
          <a:p>
            <a:pPr marL="0" indent="0">
              <a:buNone/>
            </a:pPr>
            <a:r>
              <a:rPr lang="en-IN" dirty="0" smtClean="0"/>
              <a:t>T(n)=1+T(n-1)			</a:t>
            </a:r>
            <a:r>
              <a:rPr lang="en-IN" dirty="0" err="1" smtClean="0"/>
              <a:t>eq</a:t>
            </a:r>
            <a:r>
              <a:rPr lang="en-IN" dirty="0" smtClean="0"/>
              <a:t>(1)</a:t>
            </a:r>
          </a:p>
          <a:p>
            <a:pPr marL="0" indent="0">
              <a:buNone/>
            </a:pPr>
            <a:r>
              <a:rPr lang="en-IN" dirty="0" smtClean="0"/>
              <a:t>To find T(n-1) substitute  n-1 to all n in </a:t>
            </a:r>
            <a:r>
              <a:rPr lang="en-IN" dirty="0" err="1" smtClean="0"/>
              <a:t>eq</a:t>
            </a:r>
            <a:r>
              <a:rPr lang="en-IN" dirty="0" smtClean="0"/>
              <a:t>(1)</a:t>
            </a:r>
          </a:p>
          <a:p>
            <a:pPr marL="0" indent="0">
              <a:buNone/>
            </a:pPr>
            <a:r>
              <a:rPr lang="en-IN" dirty="0" smtClean="0"/>
              <a:t>T(n-1)=1+T(n-2)			</a:t>
            </a:r>
            <a:r>
              <a:rPr lang="en-IN" dirty="0" err="1" smtClean="0"/>
              <a:t>eq</a:t>
            </a:r>
            <a:r>
              <a:rPr lang="en-IN" dirty="0" smtClean="0"/>
              <a:t>(2)</a:t>
            </a:r>
          </a:p>
          <a:p>
            <a:pPr marL="0" indent="0">
              <a:buNone/>
            </a:pPr>
            <a:r>
              <a:rPr lang="en-IN" dirty="0" smtClean="0"/>
              <a:t>To find T(n-2) substitute  n-2 to all n in </a:t>
            </a:r>
            <a:r>
              <a:rPr lang="en-IN" dirty="0" err="1" smtClean="0"/>
              <a:t>eq</a:t>
            </a:r>
            <a:r>
              <a:rPr lang="en-IN" dirty="0" smtClean="0"/>
              <a:t>(1)</a:t>
            </a:r>
          </a:p>
          <a:p>
            <a:pPr marL="0" indent="0">
              <a:buNone/>
            </a:pPr>
            <a:r>
              <a:rPr lang="en-IN" dirty="0" smtClean="0"/>
              <a:t>T(n-2)=1+T(n-3)			</a:t>
            </a:r>
            <a:r>
              <a:rPr lang="en-IN" dirty="0" err="1" smtClean="0"/>
              <a:t>eq</a:t>
            </a:r>
            <a:r>
              <a:rPr lang="en-IN" dirty="0" smtClean="0"/>
              <a:t>(3)</a:t>
            </a:r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endParaRPr lang="en-IN" dirty="0" smtClean="0"/>
          </a:p>
        </p:txBody>
      </p:sp>
    </p:spTree>
    <p:extLst>
      <p:ext uri="{BB962C8B-B14F-4D97-AF65-F5344CB8AC3E}">
        <p14:creationId xmlns:p14="http://schemas.microsoft.com/office/powerpoint/2010/main" val="3336821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260648"/>
            <a:ext cx="8229600" cy="64087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 smtClean="0"/>
              <a:t>Function(n){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if(n&gt;1)				T(1)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return(function(n-1))		T(n-1)</a:t>
            </a:r>
          </a:p>
          <a:p>
            <a:pPr marL="0" indent="0">
              <a:buNone/>
            </a:pPr>
            <a:r>
              <a:rPr lang="en-IN" dirty="0" smtClean="0"/>
              <a:t>}</a:t>
            </a:r>
          </a:p>
          <a:p>
            <a:pPr marL="0" indent="0">
              <a:buNone/>
            </a:pPr>
            <a:r>
              <a:rPr lang="en-IN" dirty="0" smtClean="0"/>
              <a:t>T(n)=1+T(n-1)			</a:t>
            </a:r>
            <a:r>
              <a:rPr lang="en-IN" dirty="0" err="1" smtClean="0"/>
              <a:t>eq</a:t>
            </a:r>
            <a:r>
              <a:rPr lang="en-IN" dirty="0" smtClean="0"/>
              <a:t>(1)</a:t>
            </a:r>
          </a:p>
          <a:p>
            <a:pPr marL="0" indent="0">
              <a:buNone/>
            </a:pPr>
            <a:r>
              <a:rPr lang="en-IN" dirty="0" smtClean="0"/>
              <a:t>To find T(n-1) substitute  n-1 to all n in </a:t>
            </a:r>
            <a:r>
              <a:rPr lang="en-IN" dirty="0" err="1" smtClean="0"/>
              <a:t>eq</a:t>
            </a:r>
            <a:r>
              <a:rPr lang="en-IN" dirty="0" smtClean="0"/>
              <a:t>(1)</a:t>
            </a:r>
          </a:p>
          <a:p>
            <a:pPr marL="0" indent="0">
              <a:buNone/>
            </a:pPr>
            <a:r>
              <a:rPr lang="en-IN" dirty="0" smtClean="0"/>
              <a:t>T(n-1)=1+T(n-2)			</a:t>
            </a:r>
            <a:r>
              <a:rPr lang="en-IN" dirty="0" err="1" smtClean="0"/>
              <a:t>eq</a:t>
            </a:r>
            <a:r>
              <a:rPr lang="en-IN" dirty="0" smtClean="0"/>
              <a:t>(2)</a:t>
            </a:r>
          </a:p>
          <a:p>
            <a:pPr marL="0" indent="0">
              <a:buNone/>
            </a:pPr>
            <a:r>
              <a:rPr lang="en-IN" dirty="0" smtClean="0"/>
              <a:t>To find T(n-2) substitute  n-2 to all n in </a:t>
            </a:r>
            <a:r>
              <a:rPr lang="en-IN" dirty="0" err="1" smtClean="0"/>
              <a:t>eq</a:t>
            </a:r>
            <a:r>
              <a:rPr lang="en-IN" dirty="0" smtClean="0"/>
              <a:t>(1)</a:t>
            </a:r>
          </a:p>
          <a:p>
            <a:pPr marL="0" indent="0">
              <a:buNone/>
            </a:pPr>
            <a:r>
              <a:rPr lang="en-IN" dirty="0" smtClean="0"/>
              <a:t>T(n-2)=1+T(n-3)			</a:t>
            </a:r>
            <a:r>
              <a:rPr lang="en-IN" dirty="0" err="1" smtClean="0"/>
              <a:t>eq</a:t>
            </a:r>
            <a:r>
              <a:rPr lang="en-IN" dirty="0" smtClean="0"/>
              <a:t>(3)</a:t>
            </a:r>
          </a:p>
          <a:p>
            <a:pPr marL="0" indent="0">
              <a:buNone/>
            </a:pPr>
            <a:r>
              <a:rPr lang="en-IN" dirty="0" smtClean="0"/>
              <a:t>Backward substitution</a:t>
            </a:r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endParaRPr lang="en-IN" dirty="0" smtClean="0"/>
          </a:p>
        </p:txBody>
      </p:sp>
    </p:spTree>
    <p:extLst>
      <p:ext uri="{BB962C8B-B14F-4D97-AF65-F5344CB8AC3E}">
        <p14:creationId xmlns:p14="http://schemas.microsoft.com/office/powerpoint/2010/main" val="41498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260648"/>
            <a:ext cx="8712968" cy="640871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 smtClean="0"/>
              <a:t>Function(n){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if(n&gt;1)				T(1)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return(function(n-1))		T(n-1)</a:t>
            </a:r>
          </a:p>
          <a:p>
            <a:pPr marL="0" indent="0">
              <a:buNone/>
            </a:pPr>
            <a:r>
              <a:rPr lang="en-IN" dirty="0" smtClean="0"/>
              <a:t>}</a:t>
            </a:r>
          </a:p>
          <a:p>
            <a:pPr marL="0" indent="0">
              <a:buNone/>
            </a:pPr>
            <a:r>
              <a:rPr lang="en-IN" dirty="0" smtClean="0"/>
              <a:t>T(n)=1+T(n-1)			</a:t>
            </a:r>
            <a:r>
              <a:rPr lang="en-IN" dirty="0" err="1" smtClean="0"/>
              <a:t>eq</a:t>
            </a:r>
            <a:r>
              <a:rPr lang="en-IN" dirty="0" smtClean="0"/>
              <a:t>(1)</a:t>
            </a:r>
          </a:p>
          <a:p>
            <a:pPr marL="0" indent="0">
              <a:buNone/>
            </a:pPr>
            <a:r>
              <a:rPr lang="en-IN" dirty="0" smtClean="0"/>
              <a:t>To find T(n-1) substitute  n-1 to all n in </a:t>
            </a:r>
            <a:r>
              <a:rPr lang="en-IN" dirty="0" err="1" smtClean="0"/>
              <a:t>eq</a:t>
            </a:r>
            <a:r>
              <a:rPr lang="en-IN" dirty="0" smtClean="0"/>
              <a:t>(1)</a:t>
            </a:r>
          </a:p>
          <a:p>
            <a:pPr marL="0" indent="0">
              <a:buNone/>
            </a:pPr>
            <a:r>
              <a:rPr lang="en-IN" dirty="0" smtClean="0"/>
              <a:t>T(n-1)=1+T(n-2)			</a:t>
            </a:r>
            <a:r>
              <a:rPr lang="en-IN" dirty="0" err="1" smtClean="0"/>
              <a:t>eq</a:t>
            </a:r>
            <a:r>
              <a:rPr lang="en-IN" dirty="0" smtClean="0"/>
              <a:t>(2)</a:t>
            </a:r>
          </a:p>
          <a:p>
            <a:pPr marL="0" indent="0">
              <a:buNone/>
            </a:pPr>
            <a:r>
              <a:rPr lang="en-IN" dirty="0" smtClean="0"/>
              <a:t>To find T(n-2) substitute  n-2 to all n in </a:t>
            </a:r>
            <a:r>
              <a:rPr lang="en-IN" dirty="0" err="1" smtClean="0"/>
              <a:t>eq</a:t>
            </a:r>
            <a:r>
              <a:rPr lang="en-IN" dirty="0" smtClean="0"/>
              <a:t>(1)</a:t>
            </a:r>
          </a:p>
          <a:p>
            <a:pPr marL="0" indent="0">
              <a:buNone/>
            </a:pPr>
            <a:r>
              <a:rPr lang="en-IN" dirty="0" smtClean="0"/>
              <a:t>T(n-2)=1+T(n-3)			</a:t>
            </a:r>
            <a:r>
              <a:rPr lang="en-IN" dirty="0" err="1" smtClean="0"/>
              <a:t>eq</a:t>
            </a:r>
            <a:r>
              <a:rPr lang="en-IN" dirty="0" smtClean="0"/>
              <a:t>(3)</a:t>
            </a:r>
          </a:p>
          <a:p>
            <a:pPr marL="0" indent="0">
              <a:buNone/>
            </a:pPr>
            <a:r>
              <a:rPr lang="en-IN" dirty="0" smtClean="0"/>
              <a:t>Backward substitution</a:t>
            </a:r>
          </a:p>
          <a:p>
            <a:pPr marL="0" indent="0">
              <a:buNone/>
            </a:pPr>
            <a:r>
              <a:rPr lang="en-IN" dirty="0" smtClean="0"/>
              <a:t>Substitute </a:t>
            </a:r>
            <a:r>
              <a:rPr lang="en-IN" dirty="0" err="1" smtClean="0"/>
              <a:t>eq</a:t>
            </a:r>
            <a:r>
              <a:rPr lang="en-IN" dirty="0" smtClean="0"/>
              <a:t>(2) in 1  T(n) = I+(1+T(n-2)) = 2+T(n-2)</a:t>
            </a:r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endParaRPr lang="en-IN" dirty="0" smtClean="0"/>
          </a:p>
        </p:txBody>
      </p:sp>
    </p:spTree>
    <p:extLst>
      <p:ext uri="{BB962C8B-B14F-4D97-AF65-F5344CB8AC3E}">
        <p14:creationId xmlns:p14="http://schemas.microsoft.com/office/powerpoint/2010/main" val="1686767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260648"/>
            <a:ext cx="8229600" cy="640871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dirty="0" smtClean="0"/>
              <a:t>Function(n){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if(n&gt;1)				T(1)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return(function(n-1))		T(n-1)</a:t>
            </a:r>
          </a:p>
          <a:p>
            <a:pPr marL="0" indent="0">
              <a:buNone/>
            </a:pPr>
            <a:r>
              <a:rPr lang="en-IN" dirty="0" smtClean="0"/>
              <a:t>}</a:t>
            </a:r>
          </a:p>
          <a:p>
            <a:pPr marL="0" indent="0">
              <a:buNone/>
            </a:pPr>
            <a:r>
              <a:rPr lang="en-IN" dirty="0" smtClean="0"/>
              <a:t>T(n)=1+T(n-1)			</a:t>
            </a:r>
            <a:r>
              <a:rPr lang="en-IN" dirty="0" err="1" smtClean="0"/>
              <a:t>eq</a:t>
            </a:r>
            <a:r>
              <a:rPr lang="en-IN" dirty="0" smtClean="0"/>
              <a:t>(1)</a:t>
            </a:r>
          </a:p>
          <a:p>
            <a:pPr marL="0" indent="0">
              <a:buNone/>
            </a:pPr>
            <a:r>
              <a:rPr lang="en-IN" dirty="0" smtClean="0"/>
              <a:t>To find T(n-1) substitute  n-1 to all n in </a:t>
            </a:r>
            <a:r>
              <a:rPr lang="en-IN" dirty="0" err="1" smtClean="0"/>
              <a:t>eq</a:t>
            </a:r>
            <a:r>
              <a:rPr lang="en-IN" dirty="0" smtClean="0"/>
              <a:t>(1)</a:t>
            </a:r>
          </a:p>
          <a:p>
            <a:pPr marL="0" indent="0">
              <a:buNone/>
            </a:pPr>
            <a:r>
              <a:rPr lang="en-IN" dirty="0" smtClean="0"/>
              <a:t>T(n-1)=1+T(n-2)			</a:t>
            </a:r>
            <a:r>
              <a:rPr lang="en-IN" dirty="0" err="1" smtClean="0"/>
              <a:t>eq</a:t>
            </a:r>
            <a:r>
              <a:rPr lang="en-IN" dirty="0" smtClean="0"/>
              <a:t>(2)</a:t>
            </a:r>
          </a:p>
          <a:p>
            <a:pPr marL="0" indent="0">
              <a:buNone/>
            </a:pPr>
            <a:r>
              <a:rPr lang="en-IN" dirty="0" smtClean="0"/>
              <a:t>To find T(n-2) substitute  n-2 to all n in </a:t>
            </a:r>
            <a:r>
              <a:rPr lang="en-IN" dirty="0" err="1" smtClean="0"/>
              <a:t>eq</a:t>
            </a:r>
            <a:r>
              <a:rPr lang="en-IN" dirty="0" smtClean="0"/>
              <a:t>(1)</a:t>
            </a:r>
          </a:p>
          <a:p>
            <a:pPr marL="0" indent="0">
              <a:buNone/>
            </a:pPr>
            <a:r>
              <a:rPr lang="en-IN" dirty="0" smtClean="0"/>
              <a:t>T(n-2)=1+T(n-3)			</a:t>
            </a:r>
            <a:r>
              <a:rPr lang="en-IN" dirty="0" err="1" smtClean="0"/>
              <a:t>eq</a:t>
            </a:r>
            <a:r>
              <a:rPr lang="en-IN" dirty="0" smtClean="0"/>
              <a:t>(3)</a:t>
            </a:r>
          </a:p>
          <a:p>
            <a:pPr marL="0" indent="0">
              <a:buNone/>
            </a:pPr>
            <a:r>
              <a:rPr lang="en-IN" dirty="0" smtClean="0"/>
              <a:t>Backward substitution</a:t>
            </a:r>
          </a:p>
          <a:p>
            <a:pPr marL="0" indent="0">
              <a:buNone/>
            </a:pPr>
            <a:r>
              <a:rPr lang="en-IN" dirty="0" smtClean="0"/>
              <a:t>Substitute </a:t>
            </a:r>
            <a:r>
              <a:rPr lang="en-IN" dirty="0" err="1" smtClean="0"/>
              <a:t>eq</a:t>
            </a:r>
            <a:r>
              <a:rPr lang="en-IN" dirty="0" smtClean="0"/>
              <a:t>(2) in 1  T(n) = I+(1+T(n-2)) = 2+T(n-2)</a:t>
            </a:r>
          </a:p>
          <a:p>
            <a:pPr marL="0" indent="0">
              <a:buNone/>
            </a:pPr>
            <a:r>
              <a:rPr lang="en-IN" dirty="0" smtClean="0"/>
              <a:t>Substitute </a:t>
            </a:r>
            <a:r>
              <a:rPr lang="en-IN" dirty="0" err="1" smtClean="0"/>
              <a:t>eq</a:t>
            </a:r>
            <a:r>
              <a:rPr lang="en-IN" dirty="0" smtClean="0"/>
              <a:t>(3) in 2   T(n)=2+(1+T(n-3)) = 3+T(n-3)</a:t>
            </a:r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endParaRPr lang="en-IN" dirty="0" smtClean="0"/>
          </a:p>
        </p:txBody>
      </p:sp>
    </p:spTree>
    <p:extLst>
      <p:ext uri="{BB962C8B-B14F-4D97-AF65-F5344CB8AC3E}">
        <p14:creationId xmlns:p14="http://schemas.microsoft.com/office/powerpoint/2010/main" val="1012296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260648"/>
            <a:ext cx="8229600" cy="640871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 smtClean="0"/>
              <a:t>Function(n){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if(n&gt;1)				T(1)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return(function(n-1))		T(n-1)</a:t>
            </a:r>
          </a:p>
          <a:p>
            <a:pPr marL="0" indent="0">
              <a:buNone/>
            </a:pPr>
            <a:r>
              <a:rPr lang="en-IN" dirty="0" smtClean="0"/>
              <a:t>}</a:t>
            </a:r>
          </a:p>
          <a:p>
            <a:pPr marL="0" indent="0">
              <a:buNone/>
            </a:pPr>
            <a:r>
              <a:rPr lang="en-IN" dirty="0" smtClean="0"/>
              <a:t>T(n)=1+T(n-1)			</a:t>
            </a:r>
            <a:r>
              <a:rPr lang="en-IN" dirty="0" err="1" smtClean="0"/>
              <a:t>eq</a:t>
            </a:r>
            <a:r>
              <a:rPr lang="en-IN" dirty="0" smtClean="0"/>
              <a:t>(1)</a:t>
            </a:r>
          </a:p>
          <a:p>
            <a:pPr marL="0" indent="0">
              <a:buNone/>
            </a:pPr>
            <a:r>
              <a:rPr lang="en-IN" dirty="0" smtClean="0"/>
              <a:t>To find T(n-1) substitute  n-1 to all n in </a:t>
            </a:r>
            <a:r>
              <a:rPr lang="en-IN" dirty="0" err="1" smtClean="0"/>
              <a:t>eq</a:t>
            </a:r>
            <a:r>
              <a:rPr lang="en-IN" dirty="0" smtClean="0"/>
              <a:t>(1)</a:t>
            </a:r>
          </a:p>
          <a:p>
            <a:pPr marL="0" indent="0">
              <a:buNone/>
            </a:pPr>
            <a:r>
              <a:rPr lang="en-IN" dirty="0" smtClean="0"/>
              <a:t>T(n-1)=1+T(n-2)			</a:t>
            </a:r>
            <a:r>
              <a:rPr lang="en-IN" dirty="0" err="1" smtClean="0"/>
              <a:t>eq</a:t>
            </a:r>
            <a:r>
              <a:rPr lang="en-IN" dirty="0" smtClean="0"/>
              <a:t>(2)</a:t>
            </a:r>
          </a:p>
          <a:p>
            <a:pPr marL="0" indent="0">
              <a:buNone/>
            </a:pPr>
            <a:r>
              <a:rPr lang="en-IN" dirty="0" smtClean="0"/>
              <a:t>To find T(n-2) substitute  n-2 to all n in </a:t>
            </a:r>
            <a:r>
              <a:rPr lang="en-IN" dirty="0" err="1" smtClean="0"/>
              <a:t>eq</a:t>
            </a:r>
            <a:r>
              <a:rPr lang="en-IN" dirty="0" smtClean="0"/>
              <a:t>(1)</a:t>
            </a:r>
          </a:p>
          <a:p>
            <a:pPr marL="0" indent="0">
              <a:buNone/>
            </a:pPr>
            <a:r>
              <a:rPr lang="en-IN" dirty="0" smtClean="0"/>
              <a:t>T(n-2)=1+T(n-3)			</a:t>
            </a:r>
            <a:r>
              <a:rPr lang="en-IN" dirty="0" err="1" smtClean="0"/>
              <a:t>eq</a:t>
            </a:r>
            <a:r>
              <a:rPr lang="en-IN" dirty="0" smtClean="0"/>
              <a:t>(3)</a:t>
            </a:r>
          </a:p>
          <a:p>
            <a:pPr marL="0" indent="0">
              <a:buNone/>
            </a:pPr>
            <a:r>
              <a:rPr lang="en-IN" dirty="0" smtClean="0"/>
              <a:t>Backward substitution</a:t>
            </a:r>
          </a:p>
          <a:p>
            <a:pPr marL="0" indent="0">
              <a:buNone/>
            </a:pPr>
            <a:r>
              <a:rPr lang="en-IN" dirty="0" smtClean="0"/>
              <a:t>Substitute </a:t>
            </a:r>
            <a:r>
              <a:rPr lang="en-IN" dirty="0" err="1" smtClean="0"/>
              <a:t>eq</a:t>
            </a:r>
            <a:r>
              <a:rPr lang="en-IN" dirty="0" smtClean="0"/>
              <a:t>(2) in 1  T(n) = I+(1+T(n-2)) = 2+T(n-2)</a:t>
            </a:r>
          </a:p>
          <a:p>
            <a:pPr marL="0" indent="0">
              <a:buNone/>
            </a:pPr>
            <a:r>
              <a:rPr lang="en-IN" dirty="0" smtClean="0"/>
              <a:t>Substitute </a:t>
            </a:r>
            <a:r>
              <a:rPr lang="en-IN" dirty="0" err="1" smtClean="0"/>
              <a:t>eq</a:t>
            </a:r>
            <a:r>
              <a:rPr lang="en-IN" dirty="0" smtClean="0"/>
              <a:t>(3) in 2   T(n)=2+(1+T(n-3)) = 3+T(n-3)</a:t>
            </a:r>
          </a:p>
          <a:p>
            <a:pPr marL="0" indent="0">
              <a:buNone/>
            </a:pPr>
            <a:r>
              <a:rPr lang="en-IN" dirty="0" smtClean="0"/>
              <a:t>K+T(n-k)				</a:t>
            </a:r>
            <a:r>
              <a:rPr lang="en-IN" dirty="0" err="1" smtClean="0"/>
              <a:t>eq</a:t>
            </a:r>
            <a:r>
              <a:rPr lang="en-IN" dirty="0" smtClean="0"/>
              <a:t>(4)</a:t>
            </a:r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endParaRPr lang="en-IN" dirty="0" smtClean="0"/>
          </a:p>
        </p:txBody>
      </p:sp>
    </p:spTree>
    <p:extLst>
      <p:ext uri="{BB962C8B-B14F-4D97-AF65-F5344CB8AC3E}">
        <p14:creationId xmlns:p14="http://schemas.microsoft.com/office/powerpoint/2010/main" val="2359180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260648"/>
            <a:ext cx="8229600" cy="640871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 smtClean="0"/>
              <a:t>Function(n){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if(n&gt;1)				T(1)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return(function(n-1))		T(n-1)</a:t>
            </a:r>
          </a:p>
          <a:p>
            <a:pPr marL="0" indent="0">
              <a:buNone/>
            </a:pPr>
            <a:r>
              <a:rPr lang="en-IN" dirty="0" smtClean="0"/>
              <a:t>}</a:t>
            </a:r>
          </a:p>
          <a:p>
            <a:pPr marL="0" indent="0">
              <a:buNone/>
            </a:pPr>
            <a:r>
              <a:rPr lang="en-IN" dirty="0" smtClean="0"/>
              <a:t>T(n)=1+T(n-1)			</a:t>
            </a:r>
            <a:r>
              <a:rPr lang="en-IN" dirty="0" err="1" smtClean="0"/>
              <a:t>eq</a:t>
            </a:r>
            <a:r>
              <a:rPr lang="en-IN" dirty="0" smtClean="0"/>
              <a:t>(1)</a:t>
            </a:r>
          </a:p>
          <a:p>
            <a:pPr marL="0" indent="0">
              <a:buNone/>
            </a:pPr>
            <a:r>
              <a:rPr lang="en-IN" dirty="0" smtClean="0"/>
              <a:t>To find T(n-1) substitute  n-1 to all n in </a:t>
            </a:r>
            <a:r>
              <a:rPr lang="en-IN" dirty="0" err="1" smtClean="0"/>
              <a:t>eq</a:t>
            </a:r>
            <a:r>
              <a:rPr lang="en-IN" dirty="0" smtClean="0"/>
              <a:t>(1)</a:t>
            </a:r>
          </a:p>
          <a:p>
            <a:pPr marL="0" indent="0">
              <a:buNone/>
            </a:pPr>
            <a:r>
              <a:rPr lang="en-IN" dirty="0" smtClean="0"/>
              <a:t>T(n-1)=1+T(n-2)			</a:t>
            </a:r>
            <a:r>
              <a:rPr lang="en-IN" dirty="0" err="1" smtClean="0"/>
              <a:t>eq</a:t>
            </a:r>
            <a:r>
              <a:rPr lang="en-IN" dirty="0" smtClean="0"/>
              <a:t>(2)</a:t>
            </a:r>
          </a:p>
          <a:p>
            <a:pPr marL="0" indent="0">
              <a:buNone/>
            </a:pPr>
            <a:r>
              <a:rPr lang="en-IN" dirty="0" smtClean="0"/>
              <a:t>To find T(n-2) substitute  n-2 to all n in </a:t>
            </a:r>
            <a:r>
              <a:rPr lang="en-IN" dirty="0" err="1" smtClean="0"/>
              <a:t>eq</a:t>
            </a:r>
            <a:r>
              <a:rPr lang="en-IN" dirty="0" smtClean="0"/>
              <a:t>(1)</a:t>
            </a:r>
          </a:p>
          <a:p>
            <a:pPr marL="0" indent="0">
              <a:buNone/>
            </a:pPr>
            <a:r>
              <a:rPr lang="en-IN" dirty="0" smtClean="0"/>
              <a:t>T(n-2)=1+T(n-3)			</a:t>
            </a:r>
            <a:r>
              <a:rPr lang="en-IN" dirty="0" err="1" smtClean="0"/>
              <a:t>eq</a:t>
            </a:r>
            <a:r>
              <a:rPr lang="en-IN" dirty="0" smtClean="0"/>
              <a:t>(3)</a:t>
            </a:r>
          </a:p>
          <a:p>
            <a:pPr marL="0" indent="0">
              <a:buNone/>
            </a:pPr>
            <a:r>
              <a:rPr lang="en-IN" dirty="0" smtClean="0"/>
              <a:t>Backward substitution</a:t>
            </a:r>
          </a:p>
          <a:p>
            <a:pPr marL="0" indent="0">
              <a:buNone/>
            </a:pPr>
            <a:r>
              <a:rPr lang="en-IN" dirty="0" smtClean="0"/>
              <a:t>Substitute </a:t>
            </a:r>
            <a:r>
              <a:rPr lang="en-IN" dirty="0" err="1" smtClean="0"/>
              <a:t>eq</a:t>
            </a:r>
            <a:r>
              <a:rPr lang="en-IN" dirty="0" smtClean="0"/>
              <a:t>(2) in 1  T(n) = I+(1+T(n-2)) = 2+T(n-2)</a:t>
            </a:r>
          </a:p>
          <a:p>
            <a:pPr marL="0" indent="0">
              <a:buNone/>
            </a:pPr>
            <a:r>
              <a:rPr lang="en-IN" dirty="0" smtClean="0"/>
              <a:t>Substitute </a:t>
            </a:r>
            <a:r>
              <a:rPr lang="en-IN" dirty="0" err="1" smtClean="0"/>
              <a:t>eq</a:t>
            </a:r>
            <a:r>
              <a:rPr lang="en-IN" dirty="0" smtClean="0"/>
              <a:t>(3) in 2   T(n)=2+(1+T(n-3)) = 3+T(n-3)</a:t>
            </a:r>
          </a:p>
          <a:p>
            <a:pPr marL="0" indent="0">
              <a:buNone/>
            </a:pPr>
            <a:r>
              <a:rPr lang="en-IN" dirty="0" smtClean="0"/>
              <a:t>K+T(n-k)				</a:t>
            </a:r>
            <a:r>
              <a:rPr lang="en-IN" dirty="0" err="1" smtClean="0"/>
              <a:t>eq</a:t>
            </a:r>
            <a:r>
              <a:rPr lang="en-IN" dirty="0" smtClean="0"/>
              <a:t>(4)</a:t>
            </a:r>
          </a:p>
          <a:p>
            <a:pPr marL="0" indent="0">
              <a:buNone/>
            </a:pPr>
            <a:r>
              <a:rPr lang="en-IN" dirty="0" smtClean="0"/>
              <a:t>When n-k=1 loop stop so k=n-1 substitute in </a:t>
            </a:r>
            <a:r>
              <a:rPr lang="en-IN" dirty="0" err="1" smtClean="0"/>
              <a:t>eq</a:t>
            </a:r>
            <a:r>
              <a:rPr lang="en-IN" dirty="0" smtClean="0"/>
              <a:t>(4)</a:t>
            </a:r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endParaRPr lang="en-IN" dirty="0" smtClean="0"/>
          </a:p>
        </p:txBody>
      </p:sp>
    </p:spTree>
    <p:extLst>
      <p:ext uri="{BB962C8B-B14F-4D97-AF65-F5344CB8AC3E}">
        <p14:creationId xmlns:p14="http://schemas.microsoft.com/office/powerpoint/2010/main" val="2359180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260648"/>
            <a:ext cx="8229600" cy="6408712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dirty="0" smtClean="0"/>
              <a:t>Function(n){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if(n&gt;1)				T(1)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return(function(n-1))		T(n-1)</a:t>
            </a:r>
          </a:p>
          <a:p>
            <a:pPr marL="0" indent="0">
              <a:buNone/>
            </a:pPr>
            <a:r>
              <a:rPr lang="en-IN" dirty="0" smtClean="0"/>
              <a:t>}</a:t>
            </a:r>
          </a:p>
          <a:p>
            <a:pPr marL="0" indent="0">
              <a:buNone/>
            </a:pPr>
            <a:r>
              <a:rPr lang="en-IN" dirty="0" smtClean="0"/>
              <a:t>T(n)=1+T(n-1)			</a:t>
            </a:r>
            <a:r>
              <a:rPr lang="en-IN" dirty="0" err="1" smtClean="0"/>
              <a:t>eq</a:t>
            </a:r>
            <a:r>
              <a:rPr lang="en-IN" dirty="0" smtClean="0"/>
              <a:t>(1)</a:t>
            </a:r>
          </a:p>
          <a:p>
            <a:pPr marL="0" indent="0">
              <a:buNone/>
            </a:pPr>
            <a:r>
              <a:rPr lang="en-IN" dirty="0" smtClean="0"/>
              <a:t>To find T(n-1) substitute  n-1 to all n in </a:t>
            </a:r>
            <a:r>
              <a:rPr lang="en-IN" dirty="0" err="1" smtClean="0"/>
              <a:t>eq</a:t>
            </a:r>
            <a:r>
              <a:rPr lang="en-IN" dirty="0" smtClean="0"/>
              <a:t>(1)</a:t>
            </a:r>
          </a:p>
          <a:p>
            <a:pPr marL="0" indent="0">
              <a:buNone/>
            </a:pPr>
            <a:r>
              <a:rPr lang="en-IN" dirty="0" smtClean="0"/>
              <a:t>T(n-1)=1+T(n-2)			</a:t>
            </a:r>
            <a:r>
              <a:rPr lang="en-IN" dirty="0" err="1" smtClean="0"/>
              <a:t>eq</a:t>
            </a:r>
            <a:r>
              <a:rPr lang="en-IN" dirty="0" smtClean="0"/>
              <a:t>(2)</a:t>
            </a:r>
          </a:p>
          <a:p>
            <a:pPr marL="0" indent="0">
              <a:buNone/>
            </a:pPr>
            <a:r>
              <a:rPr lang="en-IN" dirty="0" smtClean="0"/>
              <a:t>To find T(n-2) substitute  n-2 to all n in </a:t>
            </a:r>
            <a:r>
              <a:rPr lang="en-IN" dirty="0" err="1" smtClean="0"/>
              <a:t>eq</a:t>
            </a:r>
            <a:r>
              <a:rPr lang="en-IN" dirty="0" smtClean="0"/>
              <a:t>(1)</a:t>
            </a:r>
          </a:p>
          <a:p>
            <a:pPr marL="0" indent="0">
              <a:buNone/>
            </a:pPr>
            <a:r>
              <a:rPr lang="en-IN" dirty="0" smtClean="0"/>
              <a:t>T(n-2)=1+T(n-3)			</a:t>
            </a:r>
            <a:r>
              <a:rPr lang="en-IN" dirty="0" err="1" smtClean="0"/>
              <a:t>eq</a:t>
            </a:r>
            <a:r>
              <a:rPr lang="en-IN" dirty="0" smtClean="0"/>
              <a:t>(3)</a:t>
            </a:r>
          </a:p>
          <a:p>
            <a:pPr marL="0" indent="0">
              <a:buNone/>
            </a:pPr>
            <a:r>
              <a:rPr lang="en-IN" dirty="0" smtClean="0"/>
              <a:t>Backward substitution</a:t>
            </a:r>
          </a:p>
          <a:p>
            <a:pPr marL="0" indent="0">
              <a:buNone/>
            </a:pPr>
            <a:r>
              <a:rPr lang="en-IN" dirty="0" smtClean="0"/>
              <a:t>Substitute </a:t>
            </a:r>
            <a:r>
              <a:rPr lang="en-IN" dirty="0" err="1" smtClean="0"/>
              <a:t>eq</a:t>
            </a:r>
            <a:r>
              <a:rPr lang="en-IN" dirty="0" smtClean="0"/>
              <a:t>(2) in 1  T(n) = I+(1+T(n-2)) = 2+T(n-2)</a:t>
            </a:r>
          </a:p>
          <a:p>
            <a:pPr marL="0" indent="0">
              <a:buNone/>
            </a:pPr>
            <a:r>
              <a:rPr lang="en-IN" dirty="0" smtClean="0"/>
              <a:t>Substitute </a:t>
            </a:r>
            <a:r>
              <a:rPr lang="en-IN" dirty="0" err="1" smtClean="0"/>
              <a:t>eq</a:t>
            </a:r>
            <a:r>
              <a:rPr lang="en-IN" dirty="0" smtClean="0"/>
              <a:t>(3) in 2   T(n)=2+(1+T(n-3)) = 3+T(n-3)</a:t>
            </a:r>
          </a:p>
          <a:p>
            <a:pPr marL="0" indent="0">
              <a:buNone/>
            </a:pPr>
            <a:r>
              <a:rPr lang="en-IN" dirty="0" smtClean="0"/>
              <a:t>K+T(n-k)</a:t>
            </a:r>
          </a:p>
          <a:p>
            <a:pPr marL="0" indent="0">
              <a:buNone/>
            </a:pPr>
            <a:r>
              <a:rPr lang="en-IN" dirty="0" smtClean="0"/>
              <a:t>When n-k=1 loop stop so k=n-1 substitute in </a:t>
            </a:r>
            <a:r>
              <a:rPr lang="en-IN" dirty="0" err="1" smtClean="0"/>
              <a:t>eq</a:t>
            </a:r>
            <a:r>
              <a:rPr lang="en-IN" dirty="0" smtClean="0"/>
              <a:t>(4)</a:t>
            </a:r>
          </a:p>
          <a:p>
            <a:pPr marL="0" indent="0">
              <a:buNone/>
            </a:pPr>
            <a:r>
              <a:rPr lang="en-IN" dirty="0" smtClean="0"/>
              <a:t>n-1+T(n-(n-1)))</a:t>
            </a:r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endParaRPr lang="en-IN" dirty="0" smtClean="0"/>
          </a:p>
        </p:txBody>
      </p:sp>
    </p:spTree>
    <p:extLst>
      <p:ext uri="{BB962C8B-B14F-4D97-AF65-F5344CB8AC3E}">
        <p14:creationId xmlns:p14="http://schemas.microsoft.com/office/powerpoint/2010/main" val="19022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260648"/>
            <a:ext cx="8229600" cy="6408712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 smtClean="0"/>
              <a:t>Function(n){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if(n&gt;1)				T(1)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return(function(n-1))		T(n-1)</a:t>
            </a:r>
          </a:p>
          <a:p>
            <a:pPr marL="0" indent="0">
              <a:buNone/>
            </a:pPr>
            <a:r>
              <a:rPr lang="en-IN" dirty="0" smtClean="0"/>
              <a:t>}</a:t>
            </a:r>
          </a:p>
          <a:p>
            <a:pPr marL="0" indent="0">
              <a:buNone/>
            </a:pPr>
            <a:r>
              <a:rPr lang="en-IN" dirty="0" smtClean="0"/>
              <a:t>T(n)=1+T(n-1)			</a:t>
            </a:r>
            <a:r>
              <a:rPr lang="en-IN" dirty="0" err="1" smtClean="0"/>
              <a:t>eq</a:t>
            </a:r>
            <a:r>
              <a:rPr lang="en-IN" dirty="0" smtClean="0"/>
              <a:t>(1)</a:t>
            </a:r>
          </a:p>
          <a:p>
            <a:pPr marL="0" indent="0">
              <a:buNone/>
            </a:pPr>
            <a:r>
              <a:rPr lang="en-IN" dirty="0" smtClean="0"/>
              <a:t>To find T(n-1) substitute  n-1 to all n in </a:t>
            </a:r>
            <a:r>
              <a:rPr lang="en-IN" dirty="0" err="1" smtClean="0"/>
              <a:t>eq</a:t>
            </a:r>
            <a:r>
              <a:rPr lang="en-IN" dirty="0" smtClean="0"/>
              <a:t>(1)</a:t>
            </a:r>
          </a:p>
          <a:p>
            <a:pPr marL="0" indent="0">
              <a:buNone/>
            </a:pPr>
            <a:r>
              <a:rPr lang="en-IN" dirty="0" smtClean="0"/>
              <a:t>T(n-1)=1+T(n-2)			</a:t>
            </a:r>
            <a:r>
              <a:rPr lang="en-IN" dirty="0" err="1" smtClean="0"/>
              <a:t>eq</a:t>
            </a:r>
            <a:r>
              <a:rPr lang="en-IN" dirty="0" smtClean="0"/>
              <a:t>(2)</a:t>
            </a:r>
          </a:p>
          <a:p>
            <a:pPr marL="0" indent="0">
              <a:buNone/>
            </a:pPr>
            <a:r>
              <a:rPr lang="en-IN" dirty="0" smtClean="0"/>
              <a:t>To find T(n-2) substitute  n-2 to all n in </a:t>
            </a:r>
            <a:r>
              <a:rPr lang="en-IN" dirty="0" err="1" smtClean="0"/>
              <a:t>eq</a:t>
            </a:r>
            <a:r>
              <a:rPr lang="en-IN" dirty="0" smtClean="0"/>
              <a:t>(1)</a:t>
            </a:r>
          </a:p>
          <a:p>
            <a:pPr marL="0" indent="0">
              <a:buNone/>
            </a:pPr>
            <a:r>
              <a:rPr lang="en-IN" dirty="0" smtClean="0"/>
              <a:t>T(n-2)=1+T(n-3)			</a:t>
            </a:r>
            <a:r>
              <a:rPr lang="en-IN" dirty="0" err="1" smtClean="0"/>
              <a:t>eq</a:t>
            </a:r>
            <a:r>
              <a:rPr lang="en-IN" dirty="0" smtClean="0"/>
              <a:t>(3)</a:t>
            </a:r>
          </a:p>
          <a:p>
            <a:pPr marL="0" indent="0">
              <a:buNone/>
            </a:pPr>
            <a:r>
              <a:rPr lang="en-IN" dirty="0" smtClean="0"/>
              <a:t>Backward substitution</a:t>
            </a:r>
          </a:p>
          <a:p>
            <a:pPr marL="0" indent="0">
              <a:buNone/>
            </a:pPr>
            <a:r>
              <a:rPr lang="en-IN" dirty="0" smtClean="0"/>
              <a:t>Substitute </a:t>
            </a:r>
            <a:r>
              <a:rPr lang="en-IN" dirty="0" err="1" smtClean="0"/>
              <a:t>eq</a:t>
            </a:r>
            <a:r>
              <a:rPr lang="en-IN" dirty="0" smtClean="0"/>
              <a:t>(2) in 1  T(n) = I+(1+T(n-2)) = 2+T(n-2)</a:t>
            </a:r>
          </a:p>
          <a:p>
            <a:pPr marL="0" indent="0">
              <a:buNone/>
            </a:pPr>
            <a:r>
              <a:rPr lang="en-IN" dirty="0" smtClean="0"/>
              <a:t>Substitute </a:t>
            </a:r>
            <a:r>
              <a:rPr lang="en-IN" dirty="0" err="1" smtClean="0"/>
              <a:t>eq</a:t>
            </a:r>
            <a:r>
              <a:rPr lang="en-IN" dirty="0" smtClean="0"/>
              <a:t>(3) in 2   T(n)=2+(1+T(n-3)) = 3+T(n-3)</a:t>
            </a:r>
          </a:p>
          <a:p>
            <a:pPr marL="0" indent="0">
              <a:buNone/>
            </a:pPr>
            <a:r>
              <a:rPr lang="en-IN" dirty="0" smtClean="0"/>
              <a:t>K+T(n-k)</a:t>
            </a:r>
          </a:p>
          <a:p>
            <a:pPr marL="0" indent="0">
              <a:buNone/>
            </a:pPr>
            <a:r>
              <a:rPr lang="en-IN" dirty="0" smtClean="0"/>
              <a:t>When n-k=1 loop stop so k=n-1 substitute in </a:t>
            </a:r>
            <a:r>
              <a:rPr lang="en-IN" dirty="0" err="1" smtClean="0"/>
              <a:t>eq</a:t>
            </a:r>
            <a:r>
              <a:rPr lang="en-IN" dirty="0" smtClean="0"/>
              <a:t>(4)</a:t>
            </a:r>
          </a:p>
          <a:p>
            <a:pPr marL="0" indent="0">
              <a:buNone/>
            </a:pPr>
            <a:r>
              <a:rPr lang="en-IN" dirty="0" smtClean="0"/>
              <a:t>n-1+T(n-(n-1)))</a:t>
            </a:r>
          </a:p>
          <a:p>
            <a:pPr marL="0" indent="0">
              <a:buNone/>
            </a:pPr>
            <a:r>
              <a:rPr lang="en-IN" dirty="0"/>
              <a:t>n</a:t>
            </a:r>
            <a:endParaRPr lang="en-IN" dirty="0" smtClean="0"/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endParaRPr lang="en-IN" dirty="0" smtClean="0"/>
          </a:p>
        </p:txBody>
      </p:sp>
    </p:spTree>
    <p:extLst>
      <p:ext uri="{BB962C8B-B14F-4D97-AF65-F5344CB8AC3E}">
        <p14:creationId xmlns:p14="http://schemas.microsoft.com/office/powerpoint/2010/main" val="536972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260648"/>
            <a:ext cx="8229600" cy="6408712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 smtClean="0"/>
              <a:t>Function(n){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if(n&gt;1)				T(1)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return(function(n-1))		T(n-1)</a:t>
            </a:r>
          </a:p>
          <a:p>
            <a:pPr marL="0" indent="0">
              <a:buNone/>
            </a:pPr>
            <a:r>
              <a:rPr lang="en-IN" dirty="0" smtClean="0"/>
              <a:t>}</a:t>
            </a:r>
          </a:p>
          <a:p>
            <a:pPr marL="0" indent="0">
              <a:buNone/>
            </a:pPr>
            <a:r>
              <a:rPr lang="en-IN" dirty="0" smtClean="0"/>
              <a:t>T(n)=1+T(n-1)			</a:t>
            </a:r>
            <a:r>
              <a:rPr lang="en-IN" dirty="0" err="1" smtClean="0"/>
              <a:t>eq</a:t>
            </a:r>
            <a:r>
              <a:rPr lang="en-IN" dirty="0" smtClean="0"/>
              <a:t>(1)</a:t>
            </a:r>
          </a:p>
          <a:p>
            <a:pPr marL="0" indent="0">
              <a:buNone/>
            </a:pPr>
            <a:r>
              <a:rPr lang="en-IN" dirty="0" smtClean="0"/>
              <a:t>To find T(n-1) substitute  n-1 to all n in </a:t>
            </a:r>
            <a:r>
              <a:rPr lang="en-IN" dirty="0" err="1" smtClean="0"/>
              <a:t>eq</a:t>
            </a:r>
            <a:r>
              <a:rPr lang="en-IN" dirty="0" smtClean="0"/>
              <a:t>(1)</a:t>
            </a:r>
          </a:p>
          <a:p>
            <a:pPr marL="0" indent="0">
              <a:buNone/>
            </a:pPr>
            <a:r>
              <a:rPr lang="en-IN" dirty="0" smtClean="0"/>
              <a:t>T(n-1)=1+T(n-2)			</a:t>
            </a:r>
            <a:r>
              <a:rPr lang="en-IN" dirty="0" err="1" smtClean="0"/>
              <a:t>eq</a:t>
            </a:r>
            <a:r>
              <a:rPr lang="en-IN" dirty="0" smtClean="0"/>
              <a:t>(2)</a:t>
            </a:r>
          </a:p>
          <a:p>
            <a:pPr marL="0" indent="0">
              <a:buNone/>
            </a:pPr>
            <a:r>
              <a:rPr lang="en-IN" dirty="0" smtClean="0"/>
              <a:t>To find T(n-2) substitute  n-2 to all n in </a:t>
            </a:r>
            <a:r>
              <a:rPr lang="en-IN" dirty="0" err="1" smtClean="0"/>
              <a:t>eq</a:t>
            </a:r>
            <a:r>
              <a:rPr lang="en-IN" dirty="0" smtClean="0"/>
              <a:t>(1)</a:t>
            </a:r>
          </a:p>
          <a:p>
            <a:pPr marL="0" indent="0">
              <a:buNone/>
            </a:pPr>
            <a:r>
              <a:rPr lang="en-IN" dirty="0" smtClean="0"/>
              <a:t>T(n-2)=1+T(n-3)			</a:t>
            </a:r>
            <a:r>
              <a:rPr lang="en-IN" dirty="0" err="1" smtClean="0"/>
              <a:t>eq</a:t>
            </a:r>
            <a:r>
              <a:rPr lang="en-IN" dirty="0" smtClean="0"/>
              <a:t>(3)</a:t>
            </a:r>
          </a:p>
          <a:p>
            <a:pPr marL="0" indent="0">
              <a:buNone/>
            </a:pPr>
            <a:r>
              <a:rPr lang="en-IN" dirty="0" smtClean="0"/>
              <a:t>Backward substitution</a:t>
            </a:r>
          </a:p>
          <a:p>
            <a:pPr marL="0" indent="0">
              <a:buNone/>
            </a:pPr>
            <a:r>
              <a:rPr lang="en-IN" dirty="0" smtClean="0"/>
              <a:t>Substitute </a:t>
            </a:r>
            <a:r>
              <a:rPr lang="en-IN" dirty="0" err="1" smtClean="0"/>
              <a:t>eq</a:t>
            </a:r>
            <a:r>
              <a:rPr lang="en-IN" dirty="0" smtClean="0"/>
              <a:t>(2) in 1  T(n) = I+(1+T(n-2)) = 2+T(n-2)</a:t>
            </a:r>
          </a:p>
          <a:p>
            <a:pPr marL="0" indent="0">
              <a:buNone/>
            </a:pPr>
            <a:r>
              <a:rPr lang="en-IN" dirty="0" smtClean="0"/>
              <a:t>Substitute </a:t>
            </a:r>
            <a:r>
              <a:rPr lang="en-IN" dirty="0" err="1" smtClean="0"/>
              <a:t>eq</a:t>
            </a:r>
            <a:r>
              <a:rPr lang="en-IN" dirty="0" smtClean="0"/>
              <a:t>(3) in 2   T(n)=2+(1+T(n-3)) = 3+T(n-3)</a:t>
            </a:r>
          </a:p>
          <a:p>
            <a:pPr marL="0" indent="0">
              <a:buNone/>
            </a:pPr>
            <a:r>
              <a:rPr lang="en-IN" dirty="0" smtClean="0"/>
              <a:t>K+T(n-k)</a:t>
            </a:r>
          </a:p>
          <a:p>
            <a:pPr marL="0" indent="0">
              <a:buNone/>
            </a:pPr>
            <a:r>
              <a:rPr lang="en-IN" dirty="0" smtClean="0"/>
              <a:t>When n-k=1 loop stop so k=n-1 substitute in </a:t>
            </a:r>
            <a:r>
              <a:rPr lang="en-IN" dirty="0" err="1" smtClean="0"/>
              <a:t>eq</a:t>
            </a:r>
            <a:r>
              <a:rPr lang="en-IN" dirty="0" smtClean="0"/>
              <a:t>(4)</a:t>
            </a:r>
          </a:p>
          <a:p>
            <a:pPr marL="0" indent="0">
              <a:buNone/>
            </a:pPr>
            <a:r>
              <a:rPr lang="en-IN" dirty="0" smtClean="0"/>
              <a:t>n-1+T(n-(n-1)))</a:t>
            </a:r>
          </a:p>
          <a:p>
            <a:pPr marL="0" indent="0">
              <a:buNone/>
            </a:pPr>
            <a:r>
              <a:rPr lang="en-IN" dirty="0"/>
              <a:t>n</a:t>
            </a: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O(n)</a:t>
            </a:r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endParaRPr lang="en-IN" dirty="0" smtClean="0"/>
          </a:p>
        </p:txBody>
      </p:sp>
    </p:spTree>
    <p:extLst>
      <p:ext uri="{BB962C8B-B14F-4D97-AF65-F5344CB8AC3E}">
        <p14:creationId xmlns:p14="http://schemas.microsoft.com/office/powerpoint/2010/main" val="2379375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8640"/>
            <a:ext cx="8229600" cy="6669360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dirty="0" smtClean="0"/>
              <a:t>T(n)=</a:t>
            </a:r>
            <a:r>
              <a:rPr lang="en-IN" dirty="0" err="1" smtClean="0"/>
              <a:t>n+T</a:t>
            </a:r>
            <a:r>
              <a:rPr lang="en-IN" dirty="0" smtClean="0"/>
              <a:t>(n-1)    n&gt;1</a:t>
            </a:r>
          </a:p>
          <a:p>
            <a:pPr marL="0" indent="0">
              <a:buNone/>
            </a:pPr>
            <a:r>
              <a:rPr lang="en-IN" dirty="0" smtClean="0"/>
              <a:t>T(1)=1+</a:t>
            </a:r>
            <a:r>
              <a:rPr lang="en-IN" strike="sngStrike" dirty="0" smtClean="0"/>
              <a:t>T(1-1</a:t>
            </a:r>
            <a:r>
              <a:rPr lang="en-IN" dirty="0"/>
              <a:t>)	</a:t>
            </a:r>
            <a:r>
              <a:rPr lang="en-IN" dirty="0" smtClean="0"/>
              <a:t>   n=1</a:t>
            </a:r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r>
              <a:rPr lang="en-IN" dirty="0"/>
              <a:t>T(n</a:t>
            </a:r>
            <a:r>
              <a:rPr lang="en-IN" dirty="0" smtClean="0"/>
              <a:t>)=</a:t>
            </a:r>
            <a:r>
              <a:rPr lang="en-IN" dirty="0" err="1" smtClean="0"/>
              <a:t>n+T</a:t>
            </a:r>
            <a:r>
              <a:rPr lang="en-IN" dirty="0" smtClean="0"/>
              <a:t>(n-1</a:t>
            </a:r>
            <a:r>
              <a:rPr lang="en-IN" dirty="0"/>
              <a:t>)			</a:t>
            </a:r>
            <a:r>
              <a:rPr lang="en-IN" dirty="0" err="1"/>
              <a:t>eq</a:t>
            </a:r>
            <a:r>
              <a:rPr lang="en-IN" dirty="0"/>
              <a:t>(1)</a:t>
            </a:r>
          </a:p>
          <a:p>
            <a:pPr marL="0" indent="0">
              <a:buNone/>
            </a:pPr>
            <a:r>
              <a:rPr lang="en-IN" dirty="0"/>
              <a:t>To find T(n-1) substitute  n-1 to all n in </a:t>
            </a:r>
            <a:r>
              <a:rPr lang="en-IN" dirty="0" err="1"/>
              <a:t>eq</a:t>
            </a:r>
            <a:r>
              <a:rPr lang="en-IN" dirty="0"/>
              <a:t>(1)</a:t>
            </a:r>
          </a:p>
          <a:p>
            <a:pPr marL="0" indent="0">
              <a:buNone/>
            </a:pPr>
            <a:r>
              <a:rPr lang="en-IN" dirty="0"/>
              <a:t>T(n-1</a:t>
            </a:r>
            <a:r>
              <a:rPr lang="en-IN" dirty="0" smtClean="0"/>
              <a:t>)=n-1+T(n-2</a:t>
            </a:r>
            <a:r>
              <a:rPr lang="en-IN" dirty="0"/>
              <a:t>)			</a:t>
            </a:r>
            <a:r>
              <a:rPr lang="en-IN" dirty="0" err="1"/>
              <a:t>eq</a:t>
            </a:r>
            <a:r>
              <a:rPr lang="en-IN" dirty="0"/>
              <a:t>(2)</a:t>
            </a:r>
          </a:p>
          <a:p>
            <a:pPr marL="0" indent="0">
              <a:buNone/>
            </a:pPr>
            <a:r>
              <a:rPr lang="en-IN" dirty="0"/>
              <a:t>To find T(n-2) substitute  n-2 to all n in </a:t>
            </a:r>
            <a:r>
              <a:rPr lang="en-IN" dirty="0" err="1"/>
              <a:t>eq</a:t>
            </a:r>
            <a:r>
              <a:rPr lang="en-IN" dirty="0"/>
              <a:t>(1)</a:t>
            </a:r>
          </a:p>
          <a:p>
            <a:pPr marL="0" indent="0">
              <a:buNone/>
            </a:pPr>
            <a:r>
              <a:rPr lang="en-IN" dirty="0"/>
              <a:t>T(n-2</a:t>
            </a:r>
            <a:r>
              <a:rPr lang="en-IN" dirty="0" smtClean="0"/>
              <a:t>)=n-2+T(n-3</a:t>
            </a:r>
            <a:r>
              <a:rPr lang="en-IN" dirty="0"/>
              <a:t>)			</a:t>
            </a:r>
            <a:r>
              <a:rPr lang="en-IN" dirty="0" err="1"/>
              <a:t>eq</a:t>
            </a:r>
            <a:r>
              <a:rPr lang="en-IN" dirty="0"/>
              <a:t>(3)</a:t>
            </a:r>
          </a:p>
          <a:p>
            <a:pPr marL="0" indent="0">
              <a:buNone/>
            </a:pPr>
            <a:r>
              <a:rPr lang="en-IN" dirty="0"/>
              <a:t>Backward </a:t>
            </a:r>
            <a:r>
              <a:rPr lang="en-IN" dirty="0" smtClean="0"/>
              <a:t>substitution</a:t>
            </a:r>
          </a:p>
          <a:p>
            <a:pPr marL="0" indent="0">
              <a:buNone/>
            </a:pPr>
            <a:r>
              <a:rPr lang="en-IN" dirty="0" smtClean="0"/>
              <a:t>		         T(n) = </a:t>
            </a:r>
            <a:r>
              <a:rPr lang="en-IN" dirty="0" err="1" smtClean="0"/>
              <a:t>n+T</a:t>
            </a:r>
            <a:r>
              <a:rPr lang="en-IN" dirty="0" smtClean="0"/>
              <a:t>(n-1)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Substitute </a:t>
            </a:r>
            <a:r>
              <a:rPr lang="en-IN" dirty="0" err="1"/>
              <a:t>eq</a:t>
            </a:r>
            <a:r>
              <a:rPr lang="en-IN" dirty="0"/>
              <a:t>(2) in 1  </a:t>
            </a:r>
            <a:r>
              <a:rPr lang="en-IN" dirty="0" smtClean="0"/>
              <a:t>T(n) </a:t>
            </a:r>
            <a:r>
              <a:rPr lang="en-IN" dirty="0"/>
              <a:t>= </a:t>
            </a:r>
            <a:r>
              <a:rPr lang="en-IN" dirty="0" smtClean="0"/>
              <a:t>n+(n-1</a:t>
            </a:r>
            <a:r>
              <a:rPr lang="en-IN" dirty="0"/>
              <a:t>)</a:t>
            </a:r>
            <a:r>
              <a:rPr lang="en-IN" dirty="0" smtClean="0"/>
              <a:t>+T(n-2)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Substitute </a:t>
            </a:r>
            <a:r>
              <a:rPr lang="en-IN" dirty="0" err="1"/>
              <a:t>eq</a:t>
            </a:r>
            <a:r>
              <a:rPr lang="en-IN" dirty="0"/>
              <a:t>(3) in 2   T(n</a:t>
            </a:r>
            <a:r>
              <a:rPr lang="en-IN" dirty="0" smtClean="0"/>
              <a:t>)=n+(n-1)+(n-2)+T(n-3)) ….+(n-k)+</a:t>
            </a:r>
            <a:r>
              <a:rPr lang="en-IN" u="sng" dirty="0" smtClean="0"/>
              <a:t>T(n-</a:t>
            </a:r>
            <a:r>
              <a:rPr lang="en-IN" b="1" u="sng" dirty="0" smtClean="0"/>
              <a:t>(k+1</a:t>
            </a:r>
            <a:r>
              <a:rPr lang="en-IN" dirty="0" smtClean="0"/>
              <a:t>))    </a:t>
            </a:r>
            <a:r>
              <a:rPr lang="en-IN" dirty="0" err="1" smtClean="0"/>
              <a:t>eq</a:t>
            </a:r>
            <a:r>
              <a:rPr lang="en-IN" dirty="0" smtClean="0"/>
              <a:t>(4)</a:t>
            </a:r>
          </a:p>
          <a:p>
            <a:pPr marL="0" indent="0">
              <a:buNone/>
            </a:pPr>
            <a:r>
              <a:rPr lang="en-IN" dirty="0" smtClean="0"/>
              <a:t>                 					</a:t>
            </a:r>
            <a:r>
              <a:rPr lang="en-IN" dirty="0"/>
              <a:t> </a:t>
            </a:r>
            <a:r>
              <a:rPr lang="en-IN" dirty="0" smtClean="0"/>
              <a:t>                   1  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When </a:t>
            </a:r>
            <a:r>
              <a:rPr lang="en-IN" dirty="0" smtClean="0"/>
              <a:t>n-(k+1)=1 </a:t>
            </a:r>
            <a:r>
              <a:rPr lang="en-IN" dirty="0"/>
              <a:t>loop stop so </a:t>
            </a:r>
            <a:r>
              <a:rPr lang="en-IN" dirty="0" smtClean="0"/>
              <a:t>k=n-2 </a:t>
            </a:r>
            <a:r>
              <a:rPr lang="en-IN" dirty="0"/>
              <a:t>substitute in </a:t>
            </a:r>
            <a:r>
              <a:rPr lang="en-IN" dirty="0" err="1"/>
              <a:t>eq</a:t>
            </a:r>
            <a:r>
              <a:rPr lang="en-IN" dirty="0"/>
              <a:t>(4)</a:t>
            </a:r>
          </a:p>
          <a:p>
            <a:pPr marL="0" indent="0">
              <a:buNone/>
            </a:pPr>
            <a:r>
              <a:rPr lang="en-IN" dirty="0" smtClean="0"/>
              <a:t>n-(K+1)) =1</a:t>
            </a:r>
          </a:p>
          <a:p>
            <a:pPr marL="0" indent="0">
              <a:buNone/>
            </a:pPr>
            <a:r>
              <a:rPr lang="en-IN" dirty="0" smtClean="0"/>
              <a:t>n-k-1=1</a:t>
            </a:r>
            <a:endParaRPr lang="en-IN" dirty="0"/>
          </a:p>
          <a:p>
            <a:pPr marL="0" indent="0">
              <a:buNone/>
            </a:pPr>
            <a:r>
              <a:rPr lang="en-IN" dirty="0" smtClean="0"/>
              <a:t>K=n-2  </a:t>
            </a:r>
          </a:p>
          <a:p>
            <a:pPr marL="0" indent="0">
              <a:buNone/>
            </a:pPr>
            <a:r>
              <a:rPr lang="en-IN" dirty="0" smtClean="0"/>
              <a:t>T(1)        </a:t>
            </a:r>
          </a:p>
          <a:p>
            <a:pPr marL="0" indent="0">
              <a:buNone/>
            </a:pPr>
            <a:r>
              <a:rPr lang="en-IN" dirty="0"/>
              <a:t>T(n</a:t>
            </a:r>
            <a:r>
              <a:rPr lang="en-IN" dirty="0" smtClean="0"/>
              <a:t>)= n</a:t>
            </a:r>
            <a:r>
              <a:rPr lang="en-IN" dirty="0"/>
              <a:t>+(n-1)+(n-2)+T(n-3)) ….+(</a:t>
            </a:r>
            <a:r>
              <a:rPr lang="en-IN" dirty="0" smtClean="0"/>
              <a:t>n- (n-2))+T(n-((n-2)+1)</a:t>
            </a:r>
          </a:p>
          <a:p>
            <a:pPr marL="0" indent="0">
              <a:buNone/>
            </a:pPr>
            <a:r>
              <a:rPr lang="en-IN" dirty="0" smtClean="0"/>
              <a:t>        =  </a:t>
            </a:r>
            <a:r>
              <a:rPr lang="en-IN" dirty="0"/>
              <a:t>n+(n-1)+(n-2)+T(n-3)) </a:t>
            </a:r>
            <a:r>
              <a:rPr lang="en-IN" dirty="0" smtClean="0"/>
              <a:t>….+2             +1</a:t>
            </a:r>
          </a:p>
          <a:p>
            <a:pPr marL="0" indent="0">
              <a:buNone/>
            </a:pPr>
            <a:r>
              <a:rPr lang="en-IN" dirty="0" smtClean="0"/>
              <a:t>         = n(n+1)/2 </a:t>
            </a:r>
            <a:endParaRPr lang="en-IN" dirty="0"/>
          </a:p>
          <a:p>
            <a:pPr marL="0" indent="0">
              <a:buNone/>
            </a:pPr>
            <a:r>
              <a:rPr lang="en-IN" dirty="0" smtClean="0"/>
              <a:t>          = O(n</a:t>
            </a:r>
            <a:r>
              <a:rPr lang="en-IN" baseline="30000" dirty="0" smtClean="0"/>
              <a:t>2</a:t>
            </a:r>
            <a:r>
              <a:rPr lang="en-IN" dirty="0" smtClean="0"/>
              <a:t>)</a:t>
            </a:r>
            <a:endParaRPr lang="en-IN" dirty="0"/>
          </a:p>
        </p:txBody>
      </p:sp>
      <p:cxnSp>
        <p:nvCxnSpPr>
          <p:cNvPr id="5" name="Elbow Connector 4"/>
          <p:cNvCxnSpPr/>
          <p:nvPr/>
        </p:nvCxnSpPr>
        <p:spPr>
          <a:xfrm flipV="1">
            <a:off x="1043608" y="3523320"/>
            <a:ext cx="5256584" cy="1728192"/>
          </a:xfrm>
          <a:prstGeom prst="bentConnector3">
            <a:avLst>
              <a:gd name="adj1" fmla="val 12066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4409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332656"/>
            <a:ext cx="8229600" cy="472072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Recursion Tree Method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124744"/>
            <a:ext cx="8363272" cy="5361459"/>
          </a:xfrm>
        </p:spPr>
        <p:txBody>
          <a:bodyPr/>
          <a:lstStyle/>
          <a:p>
            <a:pPr algn="just"/>
            <a:r>
              <a:rPr lang="en-IN" dirty="0" smtClean="0"/>
              <a:t>The recursion tree method is a way of solving recurrence relations</a:t>
            </a:r>
          </a:p>
          <a:p>
            <a:pPr algn="just"/>
            <a:r>
              <a:rPr lang="en-IN" dirty="0" smtClean="0"/>
              <a:t>In this method, a recurrence relation is converted into recursive trees</a:t>
            </a:r>
          </a:p>
          <a:p>
            <a:pPr algn="just"/>
            <a:r>
              <a:rPr lang="en-IN" dirty="0" smtClean="0"/>
              <a:t>Each node represents the cost incurred at various levels of recursion</a:t>
            </a:r>
          </a:p>
          <a:p>
            <a:pPr algn="just"/>
            <a:r>
              <a:rPr lang="en-IN" dirty="0" smtClean="0"/>
              <a:t>To find the total cost, costs of all levels are summed up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18737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6920" y="4600"/>
            <a:ext cx="8229600" cy="472072"/>
          </a:xfrm>
        </p:spPr>
        <p:txBody>
          <a:bodyPr>
            <a:normAutofit fontScale="90000"/>
          </a:bodyPr>
          <a:lstStyle/>
          <a:p>
            <a:r>
              <a:rPr lang="en-IN" dirty="0" smtClean="0">
                <a:solidFill>
                  <a:srgbClr val="C00000"/>
                </a:solidFill>
              </a:rPr>
              <a:t>Example 1</a:t>
            </a: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764704"/>
            <a:ext cx="8363272" cy="5361459"/>
          </a:xfrm>
        </p:spPr>
        <p:txBody>
          <a:bodyPr/>
          <a:lstStyle/>
          <a:p>
            <a:r>
              <a:rPr lang="en-IN" dirty="0" smtClean="0"/>
              <a:t>T(n) = 2T(n/2)+C      ; n&gt;1</a:t>
            </a:r>
          </a:p>
          <a:p>
            <a:r>
              <a:rPr lang="en-IN" dirty="0"/>
              <a:t> </a:t>
            </a:r>
            <a:r>
              <a:rPr lang="en-IN" dirty="0" smtClean="0"/>
              <a:t>       = C			; n=1</a:t>
            </a:r>
          </a:p>
          <a:p>
            <a:r>
              <a:rPr lang="en-IN" dirty="0"/>
              <a:t> </a:t>
            </a:r>
            <a:r>
              <a:rPr lang="en-IN" dirty="0" smtClean="0"/>
              <a:t>         if I do C amount of work, I could produce 2 problems with smaller sets of inputs and each input size is reduced to n/2.</a:t>
            </a:r>
          </a:p>
          <a:p>
            <a:r>
              <a:rPr lang="en-IN" dirty="0" smtClean="0"/>
              <a:t>T(n)    -------   C</a:t>
            </a:r>
          </a:p>
          <a:p>
            <a:endParaRPr lang="en-IN" dirty="0" smtClean="0"/>
          </a:p>
          <a:p>
            <a:r>
              <a:rPr lang="en-IN" dirty="0"/>
              <a:t> </a:t>
            </a:r>
            <a:r>
              <a:rPr lang="en-IN" dirty="0" smtClean="0"/>
              <a:t>              T(n/2)    T(n/2)</a:t>
            </a:r>
            <a:endParaRPr lang="en-IN" dirty="0"/>
          </a:p>
        </p:txBody>
      </p:sp>
      <p:grpSp>
        <p:nvGrpSpPr>
          <p:cNvPr id="8" name="Group 7"/>
          <p:cNvGrpSpPr/>
          <p:nvPr/>
        </p:nvGrpSpPr>
        <p:grpSpPr>
          <a:xfrm>
            <a:off x="2411760" y="3911328"/>
            <a:ext cx="1224136" cy="741808"/>
            <a:chOff x="2411760" y="3911328"/>
            <a:chExt cx="1224136" cy="741808"/>
          </a:xfrm>
        </p:grpSpPr>
        <p:cxnSp>
          <p:nvCxnSpPr>
            <p:cNvPr id="5" name="Straight Connector 4"/>
            <p:cNvCxnSpPr/>
            <p:nvPr/>
          </p:nvCxnSpPr>
          <p:spPr>
            <a:xfrm flipH="1">
              <a:off x="2411760" y="3933056"/>
              <a:ext cx="576064" cy="72008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>
              <a:off x="2987824" y="3911328"/>
              <a:ext cx="648072" cy="57606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2260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34920" y="331536"/>
            <a:ext cx="8686800" cy="621568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 smtClean="0"/>
              <a:t>T(n) = 2T(n/2)+C      ; n&gt;1 </a:t>
            </a:r>
            <a:r>
              <a:rPr lang="en-IN" dirty="0" smtClean="0"/>
              <a:t>      t(n/2)=2t(n/4)+c</a:t>
            </a:r>
          </a:p>
          <a:p>
            <a:pPr marL="0" indent="0">
              <a:buNone/>
            </a:pPr>
            <a:r>
              <a:rPr lang="en-IN" dirty="0" smtClean="0"/>
              <a:t>        = C			; n=1   t(n/4)=2t(n/8)+c</a:t>
            </a:r>
          </a:p>
          <a:p>
            <a:pPr marL="0" indent="0">
              <a:buNone/>
            </a:pPr>
            <a:r>
              <a:rPr lang="en-IN" dirty="0" smtClean="0"/>
              <a:t>T(n</a:t>
            </a:r>
            <a:r>
              <a:rPr lang="en-IN" dirty="0" smtClean="0"/>
              <a:t>)    -------   C</a:t>
            </a:r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               T(n/2)    T(n/2)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smtClean="0"/>
              <a:t>                            C</a:t>
            </a:r>
          </a:p>
          <a:p>
            <a:pPr marL="0" indent="0">
              <a:buNone/>
            </a:pPr>
            <a:r>
              <a:rPr lang="en-IN" dirty="0" smtClean="0"/>
              <a:t>                                  </a:t>
            </a:r>
            <a:endParaRPr lang="en-IN" dirty="0"/>
          </a:p>
          <a:p>
            <a:pPr marL="0" indent="0">
              <a:buNone/>
            </a:pPr>
            <a:r>
              <a:rPr lang="en-IN" dirty="0" smtClean="0"/>
              <a:t>                   C             T(n/2)      similarly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smtClean="0"/>
              <a:t>         T(n/4)        T(n/4)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grpSp>
        <p:nvGrpSpPr>
          <p:cNvPr id="5" name="Group 4"/>
          <p:cNvGrpSpPr/>
          <p:nvPr/>
        </p:nvGrpSpPr>
        <p:grpSpPr>
          <a:xfrm>
            <a:off x="2123728" y="1628800"/>
            <a:ext cx="1224136" cy="741808"/>
            <a:chOff x="2411760" y="3911328"/>
            <a:chExt cx="1224136" cy="741808"/>
          </a:xfrm>
        </p:grpSpPr>
        <p:cxnSp>
          <p:nvCxnSpPr>
            <p:cNvPr id="6" name="Straight Connector 5"/>
            <p:cNvCxnSpPr/>
            <p:nvPr/>
          </p:nvCxnSpPr>
          <p:spPr>
            <a:xfrm flipH="1">
              <a:off x="2411760" y="3933056"/>
              <a:ext cx="576064" cy="72008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>
              <a:off x="2987824" y="3911328"/>
              <a:ext cx="648072" cy="57606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9" name="Group 8"/>
          <p:cNvGrpSpPr/>
          <p:nvPr/>
        </p:nvGrpSpPr>
        <p:grpSpPr>
          <a:xfrm>
            <a:off x="2508424" y="4009561"/>
            <a:ext cx="1224136" cy="741808"/>
            <a:chOff x="2411760" y="3911328"/>
            <a:chExt cx="1224136" cy="741808"/>
          </a:xfrm>
        </p:grpSpPr>
        <p:cxnSp>
          <p:nvCxnSpPr>
            <p:cNvPr id="10" name="Straight Connector 9"/>
            <p:cNvCxnSpPr/>
            <p:nvPr/>
          </p:nvCxnSpPr>
          <p:spPr>
            <a:xfrm flipH="1">
              <a:off x="2411760" y="3933056"/>
              <a:ext cx="576064" cy="72008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2987824" y="3911328"/>
              <a:ext cx="648072" cy="57606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2" name="Group 11"/>
          <p:cNvGrpSpPr/>
          <p:nvPr/>
        </p:nvGrpSpPr>
        <p:grpSpPr>
          <a:xfrm>
            <a:off x="1785680" y="5176214"/>
            <a:ext cx="1224136" cy="741808"/>
            <a:chOff x="2411760" y="3911328"/>
            <a:chExt cx="1224136" cy="741808"/>
          </a:xfrm>
        </p:grpSpPr>
        <p:cxnSp>
          <p:nvCxnSpPr>
            <p:cNvPr id="13" name="Straight Connector 12"/>
            <p:cNvCxnSpPr/>
            <p:nvPr/>
          </p:nvCxnSpPr>
          <p:spPr>
            <a:xfrm flipH="1">
              <a:off x="2411760" y="3933056"/>
              <a:ext cx="576064" cy="72008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2987824" y="3911328"/>
              <a:ext cx="648072" cy="57606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15032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75656" y="332656"/>
            <a:ext cx="5217099" cy="190553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5656" y="2564904"/>
            <a:ext cx="5666323" cy="3951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923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733256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 smtClean="0"/>
              <a:t>                                                               			</a:t>
            </a:r>
            <a:r>
              <a:rPr lang="en-IN" dirty="0" smtClean="0"/>
              <a:t>C          1C</a:t>
            </a:r>
            <a:endParaRPr lang="en-IN" dirty="0" smtClean="0"/>
          </a:p>
          <a:p>
            <a:pPr marL="0" indent="0">
              <a:buNone/>
            </a:pPr>
            <a:r>
              <a:rPr lang="en-IN" dirty="0"/>
              <a:t> </a:t>
            </a:r>
            <a:r>
              <a:rPr lang="en-IN" dirty="0" smtClean="0"/>
              <a:t>                                                               			2C</a:t>
            </a:r>
          </a:p>
          <a:p>
            <a:pPr marL="0" indent="0">
              <a:buNone/>
            </a:pPr>
            <a:r>
              <a:rPr lang="en-IN" dirty="0"/>
              <a:t> </a:t>
            </a:r>
            <a:r>
              <a:rPr lang="en-IN" dirty="0" smtClean="0"/>
              <a:t>                                                                			4C</a:t>
            </a:r>
          </a:p>
          <a:p>
            <a:pPr marL="0" indent="0">
              <a:buNone/>
            </a:pPr>
            <a:r>
              <a:rPr lang="en-IN" dirty="0" smtClean="0"/>
              <a:t>                                                                  			</a:t>
            </a:r>
            <a:r>
              <a:rPr lang="en-IN" dirty="0" smtClean="0"/>
              <a:t>8C</a:t>
            </a:r>
            <a:endParaRPr lang="en-IN" dirty="0"/>
          </a:p>
          <a:p>
            <a:pPr marL="0" indent="0">
              <a:buNone/>
            </a:pPr>
            <a:r>
              <a:rPr lang="en-IN" dirty="0" smtClean="0"/>
              <a:t>                                                                  </a:t>
            </a:r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T(n/n)………..     </a:t>
            </a:r>
            <a:r>
              <a:rPr lang="en-IN" dirty="0" smtClean="0"/>
              <a:t>T(n/n)					</a:t>
            </a:r>
            <a:r>
              <a:rPr lang="en-IN" dirty="0" err="1" smtClean="0"/>
              <a:t>nC</a:t>
            </a:r>
            <a:r>
              <a:rPr lang="en-IN" dirty="0" smtClean="0"/>
              <a:t>   </a:t>
            </a: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T(1)   = T(n/n</a:t>
            </a:r>
            <a:r>
              <a:rPr lang="en-IN" dirty="0" smtClean="0"/>
              <a:t>)       </a:t>
            </a:r>
          </a:p>
          <a:p>
            <a:pPr marL="0" indent="0">
              <a:buNone/>
            </a:pPr>
            <a:r>
              <a:rPr lang="en-IN" dirty="0"/>
              <a:t> </a:t>
            </a:r>
            <a:r>
              <a:rPr lang="en-IN" dirty="0" smtClean="0"/>
              <a:t> </a:t>
            </a:r>
            <a:r>
              <a:rPr lang="en-IN" dirty="0" smtClean="0"/>
              <a:t>C+2C+4C</a:t>
            </a:r>
            <a:r>
              <a:rPr lang="en-IN" dirty="0" smtClean="0"/>
              <a:t>+…NC</a:t>
            </a:r>
          </a:p>
          <a:p>
            <a:pPr marL="0" indent="0">
              <a:buNone/>
            </a:pPr>
            <a:r>
              <a:rPr lang="en-IN" dirty="0"/>
              <a:t> </a:t>
            </a:r>
            <a:r>
              <a:rPr lang="en-IN" dirty="0" smtClean="0"/>
              <a:t> </a:t>
            </a:r>
            <a:r>
              <a:rPr lang="en-IN" dirty="0" smtClean="0"/>
              <a:t>C(1+2+4</a:t>
            </a:r>
            <a:r>
              <a:rPr lang="en-IN" dirty="0" smtClean="0"/>
              <a:t>+…..n)      assume n=2</a:t>
            </a:r>
            <a:r>
              <a:rPr lang="en-IN" baseline="30000" dirty="0" smtClean="0"/>
              <a:t>k </a:t>
            </a:r>
            <a:r>
              <a:rPr lang="en-IN" dirty="0" smtClean="0"/>
              <a:t> </a:t>
            </a:r>
            <a:r>
              <a:rPr lang="en-IN" sz="2200" dirty="0" smtClean="0"/>
              <a:t>(for </a:t>
            </a:r>
            <a:r>
              <a:rPr lang="en-IN" sz="2200" dirty="0" err="1" smtClean="0"/>
              <a:t>simiplication</a:t>
            </a:r>
            <a:r>
              <a:rPr lang="en-IN" sz="2200" dirty="0" smtClean="0"/>
              <a:t>)</a:t>
            </a:r>
          </a:p>
          <a:p>
            <a:pPr marL="0" indent="0">
              <a:buNone/>
            </a:pPr>
            <a:r>
              <a:rPr lang="en-IN" dirty="0"/>
              <a:t> </a:t>
            </a:r>
            <a:r>
              <a:rPr lang="en-IN" dirty="0" smtClean="0"/>
              <a:t> </a:t>
            </a:r>
            <a:r>
              <a:rPr lang="en-IN" dirty="0" smtClean="0"/>
              <a:t>C(1+2+4</a:t>
            </a:r>
            <a:r>
              <a:rPr lang="en-IN" dirty="0" smtClean="0"/>
              <a:t>+…..</a:t>
            </a:r>
            <a:r>
              <a:rPr lang="en-IN" dirty="0"/>
              <a:t> 2</a:t>
            </a:r>
            <a:r>
              <a:rPr lang="en-IN" baseline="30000" dirty="0"/>
              <a:t>k</a:t>
            </a:r>
            <a:r>
              <a:rPr lang="en-IN" dirty="0" smtClean="0"/>
              <a:t>) =&gt; c(1(2</a:t>
            </a:r>
            <a:r>
              <a:rPr lang="en-IN" baseline="30000" dirty="0" smtClean="0"/>
              <a:t>k+1</a:t>
            </a:r>
            <a:r>
              <a:rPr lang="en-IN" dirty="0" smtClean="0"/>
              <a:t> -1)) </a:t>
            </a:r>
            <a:r>
              <a:rPr lang="en-IN" dirty="0" smtClean="0"/>
              <a:t>/ (</a:t>
            </a:r>
            <a:r>
              <a:rPr lang="en-IN" dirty="0" smtClean="0"/>
              <a:t>2-1</a:t>
            </a:r>
            <a:r>
              <a:rPr lang="en-IN" dirty="0" smtClean="0"/>
              <a:t>)     [G.P a(r</a:t>
            </a:r>
            <a:r>
              <a:rPr lang="en-IN" baseline="30000" dirty="0" smtClean="0"/>
              <a:t>n+1</a:t>
            </a:r>
            <a:r>
              <a:rPr lang="en-IN" baseline="-25000" dirty="0" smtClean="0"/>
              <a:t> </a:t>
            </a:r>
            <a:r>
              <a:rPr lang="en-IN" dirty="0" smtClean="0"/>
              <a:t>-1)/(r-1)</a:t>
            </a:r>
            <a:r>
              <a:rPr lang="en-IN" dirty="0" smtClean="0"/>
              <a:t>]</a:t>
            </a: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                                         =&gt; C(2</a:t>
            </a:r>
            <a:r>
              <a:rPr lang="en-IN" baseline="30000" dirty="0" smtClean="0"/>
              <a:t>k+1</a:t>
            </a:r>
            <a:r>
              <a:rPr lang="en-IN" dirty="0" smtClean="0"/>
              <a:t> </a:t>
            </a:r>
            <a:r>
              <a:rPr lang="en-IN" dirty="0"/>
              <a:t>-</a:t>
            </a:r>
            <a:r>
              <a:rPr lang="en-IN" dirty="0" smtClean="0"/>
              <a:t>1</a:t>
            </a:r>
            <a:r>
              <a:rPr lang="en-IN" dirty="0"/>
              <a:t>) </a:t>
            </a:r>
            <a:endParaRPr lang="en-IN" dirty="0" smtClean="0"/>
          </a:p>
          <a:p>
            <a:pPr marL="0" indent="0">
              <a:buNone/>
            </a:pPr>
            <a:r>
              <a:rPr lang="en-IN" dirty="0"/>
              <a:t> </a:t>
            </a:r>
            <a:r>
              <a:rPr lang="en-IN" dirty="0" smtClean="0"/>
              <a:t>                                        =&gt;C(2</a:t>
            </a:r>
            <a:r>
              <a:rPr lang="en-IN" baseline="30000" dirty="0" smtClean="0"/>
              <a:t>k</a:t>
            </a:r>
            <a:r>
              <a:rPr lang="en-IN" dirty="0" smtClean="0"/>
              <a:t> .2</a:t>
            </a:r>
            <a:r>
              <a:rPr lang="en-IN" baseline="30000" dirty="0" smtClean="0"/>
              <a:t>1</a:t>
            </a:r>
            <a:r>
              <a:rPr lang="en-IN" dirty="0" smtClean="0"/>
              <a:t> -1)</a:t>
            </a:r>
          </a:p>
          <a:p>
            <a:pPr marL="0" indent="0">
              <a:buNone/>
            </a:pPr>
            <a:r>
              <a:rPr lang="en-IN" dirty="0"/>
              <a:t> </a:t>
            </a:r>
            <a:r>
              <a:rPr lang="en-IN" dirty="0" smtClean="0"/>
              <a:t>                                        </a:t>
            </a:r>
            <a:r>
              <a:rPr lang="en-IN" dirty="0" smtClean="0"/>
              <a:t>=&gt; </a:t>
            </a:r>
            <a:r>
              <a:rPr lang="en-IN" dirty="0" smtClean="0"/>
              <a:t>C(2n-1)   </a:t>
            </a:r>
          </a:p>
          <a:p>
            <a:pPr marL="0" indent="0">
              <a:buNone/>
            </a:pPr>
            <a:r>
              <a:rPr lang="en-IN" dirty="0"/>
              <a:t> </a:t>
            </a:r>
            <a:r>
              <a:rPr lang="en-IN" dirty="0" smtClean="0"/>
              <a:t>                                        </a:t>
            </a:r>
            <a:r>
              <a:rPr lang="en-IN" dirty="0" smtClean="0"/>
              <a:t>=&gt;   </a:t>
            </a:r>
            <a:r>
              <a:rPr lang="en-IN" dirty="0" smtClean="0"/>
              <a:t>O(n)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16632"/>
            <a:ext cx="7200800" cy="3342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637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21958" y="476672"/>
            <a:ext cx="8686800" cy="62156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 smtClean="0"/>
              <a:t>T(n) = 2T(n/2)+</a:t>
            </a:r>
            <a:r>
              <a:rPr lang="en-IN" dirty="0" smtClean="0"/>
              <a:t>n</a:t>
            </a:r>
            <a:r>
              <a:rPr lang="en-IN" baseline="30000" dirty="0" smtClean="0"/>
              <a:t>2</a:t>
            </a:r>
            <a:r>
              <a:rPr lang="en-IN" dirty="0" smtClean="0"/>
              <a:t>        ; </a:t>
            </a:r>
            <a:r>
              <a:rPr lang="en-IN" dirty="0" smtClean="0"/>
              <a:t>n&gt;1</a:t>
            </a:r>
          </a:p>
          <a:p>
            <a:pPr marL="0" indent="0">
              <a:buNone/>
            </a:pPr>
            <a:r>
              <a:rPr lang="en-IN" dirty="0"/>
              <a:t> </a:t>
            </a:r>
            <a:r>
              <a:rPr lang="en-IN" dirty="0" smtClean="0"/>
              <a:t>       = 1			; n=1</a:t>
            </a:r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18" name="Title 1"/>
          <p:cNvSpPr>
            <a:spLocks noGrp="1"/>
          </p:cNvSpPr>
          <p:nvPr>
            <p:ph type="title"/>
          </p:nvPr>
        </p:nvSpPr>
        <p:spPr>
          <a:xfrm>
            <a:off x="446920" y="4600"/>
            <a:ext cx="8229600" cy="472072"/>
          </a:xfrm>
        </p:spPr>
        <p:txBody>
          <a:bodyPr>
            <a:normAutofit fontScale="90000"/>
          </a:bodyPr>
          <a:lstStyle/>
          <a:p>
            <a:r>
              <a:rPr lang="en-IN" dirty="0" smtClean="0">
                <a:solidFill>
                  <a:srgbClr val="C00000"/>
                </a:solidFill>
              </a:rPr>
              <a:t>Example 2</a:t>
            </a:r>
            <a:endParaRPr lang="en-IN" dirty="0">
              <a:solidFill>
                <a:srgbClr val="C0000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r="1437"/>
          <a:stretch/>
        </p:blipFill>
        <p:spPr>
          <a:xfrm>
            <a:off x="611560" y="1556792"/>
            <a:ext cx="7878016" cy="547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107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332656"/>
            <a:ext cx="8282613" cy="6248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8496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6401</TotalTime>
  <Words>376</Words>
  <Application>Microsoft Office PowerPoint</Application>
  <PresentationFormat>On-screen Show (4:3)</PresentationFormat>
  <Paragraphs>1110</Paragraphs>
  <Slides>92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97" baseType="lpstr">
      <vt:lpstr>Arial</vt:lpstr>
      <vt:lpstr>Calibri</vt:lpstr>
      <vt:lpstr>Cambria Math</vt:lpstr>
      <vt:lpstr>Office Theme</vt:lpstr>
      <vt:lpstr>Paint Shop Pro Image</vt:lpstr>
      <vt:lpstr>Algorithm Analysis</vt:lpstr>
      <vt:lpstr>PowerPoint Presentation</vt:lpstr>
      <vt:lpstr>Algorithms for computing the Factorial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Recursion Tree Method</vt:lpstr>
      <vt:lpstr>Example 1</vt:lpstr>
      <vt:lpstr>PowerPoint Presentation</vt:lpstr>
      <vt:lpstr>PowerPoint Presentation</vt:lpstr>
      <vt:lpstr>PowerPoint Presentation</vt:lpstr>
      <vt:lpstr>Example 2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Algorithm Analysis</dc:title>
  <dc:creator>Admin</dc:creator>
  <cp:lastModifiedBy>Windows User</cp:lastModifiedBy>
  <cp:revision>62</cp:revision>
  <dcterms:created xsi:type="dcterms:W3CDTF">2019-01-07T17:33:49Z</dcterms:created>
  <dcterms:modified xsi:type="dcterms:W3CDTF">2023-03-12T12:45:31Z</dcterms:modified>
</cp:coreProperties>
</file>