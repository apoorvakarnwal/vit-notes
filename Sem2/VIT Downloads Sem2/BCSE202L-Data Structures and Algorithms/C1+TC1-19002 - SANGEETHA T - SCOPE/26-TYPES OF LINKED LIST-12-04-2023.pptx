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305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7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36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52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57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91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90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23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632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37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61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30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9291B-2066-478E-91C7-BD1AF24D7C35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4EEBF-F548-4435-A04B-4CDFA4E6A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60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9325" y="2320131"/>
            <a:ext cx="775335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96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/>
              <a:t>EXAMPLE OF SINGLE LINKED LIST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085"/>
          <a:stretch/>
        </p:blipFill>
        <p:spPr>
          <a:xfrm>
            <a:off x="2348570" y="2612571"/>
            <a:ext cx="7494859" cy="356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300" y="2134394"/>
            <a:ext cx="73914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44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Inserting a Node in Singly Linked List at the Beginning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5912" y="1862931"/>
            <a:ext cx="90201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8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0725" y="2415381"/>
            <a:ext cx="82105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0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Inserting a Node in Singly Linked List at the Ending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550" y="1848644"/>
            <a:ext cx="87249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1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050" y="2429669"/>
            <a:ext cx="83439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5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Inserting a Node in Singly Linked List at the Middle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3565" y="1825625"/>
            <a:ext cx="75248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3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1438" y="1825625"/>
            <a:ext cx="76691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0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the First Node in Singly Linked List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612" y="2791619"/>
            <a:ext cx="84867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5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912" y="2115344"/>
            <a:ext cx="825817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14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the Last Node in Singly Linked List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0" y="2124869"/>
            <a:ext cx="83058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6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9256" y="1825625"/>
            <a:ext cx="85134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3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5211" y="1825625"/>
            <a:ext cx="82815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6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an Intermediate Node in Singly Linked List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3075" y="2082006"/>
            <a:ext cx="87058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4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7905" y="1825625"/>
            <a:ext cx="88161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2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 algn="ctr">
              <a:buNone/>
            </a:pPr>
            <a:r>
              <a:rPr lang="en-IN" b="1" dirty="0" smtClean="0"/>
              <a:t>DOUBLY LINKED LIST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270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Inserting a Node in Doubly Linked List at the Beginning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6437" y="2405856"/>
            <a:ext cx="82391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5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757362"/>
            <a:ext cx="81915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5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Inserting a Node in Doubly Linked List at the Ending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050" y="2710656"/>
            <a:ext cx="83439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1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556" y="1825625"/>
            <a:ext cx="85048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8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at the Middle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2801" y="1825625"/>
            <a:ext cx="72063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7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 II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2300288"/>
            <a:ext cx="83724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2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the First Node in Doubly Linked List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2" y="1690688"/>
            <a:ext cx="879157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9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1281112"/>
            <a:ext cx="82677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2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the Last Node in Doubly Linked List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1690688"/>
            <a:ext cx="8467725" cy="368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456"/>
          <a:stretch/>
        </p:blipFill>
        <p:spPr>
          <a:xfrm>
            <a:off x="1719262" y="1110343"/>
            <a:ext cx="8753475" cy="480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9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1223962"/>
            <a:ext cx="86487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0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an Intermediate Node in Doubly Linked List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1972490"/>
            <a:ext cx="8601075" cy="349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9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1214437"/>
            <a:ext cx="874395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5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/>
              <a:t>CIRCULAR LINKED LIST</a:t>
            </a:r>
            <a:endParaRPr lang="en-IN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2382044"/>
            <a:ext cx="86868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975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Inserting a Node at the End of a Circular Linked List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3562" y="1996281"/>
            <a:ext cx="85248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3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4037" y="2005806"/>
            <a:ext cx="854392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0500" y="1825625"/>
            <a:ext cx="83309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0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Inserting a Node at the Front of a Circular Linked List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4938" y="1825625"/>
            <a:ext cx="75821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1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5060" y="1825625"/>
            <a:ext cx="78618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7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166" y="1825625"/>
            <a:ext cx="81776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2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5450" y="1834356"/>
            <a:ext cx="88011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70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the Last Node in a Circular Linked List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623" y="1825625"/>
            <a:ext cx="78787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1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0171" y="1825625"/>
            <a:ext cx="72116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4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1637" y="1901031"/>
            <a:ext cx="88487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the First Node in a Circular List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023" y="1825625"/>
            <a:ext cx="87119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2277269"/>
            <a:ext cx="88582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2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412" y="2396331"/>
            <a:ext cx="86391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0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160</Words>
  <Application>Microsoft Office PowerPoint</Application>
  <PresentationFormat>Widescreen</PresentationFormat>
  <Paragraphs>23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PowerPoint Presentation</vt:lpstr>
      <vt:lpstr>EXAMPLE OF SINGLE LINKED LIST</vt:lpstr>
      <vt:lpstr>PowerPoint Presentation</vt:lpstr>
      <vt:lpstr>Inserting a Node in Singly Linked List at the Beginning</vt:lpstr>
      <vt:lpstr>PowerPoint Presentation</vt:lpstr>
      <vt:lpstr>Inserting a Node in Singly Linked List at the Ending</vt:lpstr>
      <vt:lpstr>PowerPoint Presentation</vt:lpstr>
      <vt:lpstr>Inserting a Node in Singly Linked List at the Middle</vt:lpstr>
      <vt:lpstr>PowerPoint Presentation</vt:lpstr>
      <vt:lpstr>Deleting the First Node in Singly Linked List</vt:lpstr>
      <vt:lpstr>PowerPoint Presentation</vt:lpstr>
      <vt:lpstr>Deleting the Last Node in Singly Linked List</vt:lpstr>
      <vt:lpstr>PowerPoint Presentation</vt:lpstr>
      <vt:lpstr>PowerPoint Presentation</vt:lpstr>
      <vt:lpstr>Deleting an Intermediate Node in Singly Linked List</vt:lpstr>
      <vt:lpstr>PowerPoint Presentation</vt:lpstr>
      <vt:lpstr>PowerPoint Presentation</vt:lpstr>
      <vt:lpstr>Inserting a Node in Doubly Linked List at the Beginning</vt:lpstr>
      <vt:lpstr>PowerPoint Presentation</vt:lpstr>
      <vt:lpstr>Inserting a Node in Doubly Linked List at the Ending</vt:lpstr>
      <vt:lpstr>PowerPoint Presentation</vt:lpstr>
      <vt:lpstr>Inserting a Node in Doubly Linked List at the Middle</vt:lpstr>
      <vt:lpstr>STEP II</vt:lpstr>
      <vt:lpstr>Deleting the First Node in Doubly Linked List</vt:lpstr>
      <vt:lpstr>PowerPoint Presentation</vt:lpstr>
      <vt:lpstr>Deleting the Last Node in Doubly Linked List</vt:lpstr>
      <vt:lpstr>PowerPoint Presentation</vt:lpstr>
      <vt:lpstr>PowerPoint Presentation</vt:lpstr>
      <vt:lpstr>Deleting an Intermediate Node in Doubly Linked List</vt:lpstr>
      <vt:lpstr>PowerPoint Presentation</vt:lpstr>
      <vt:lpstr>CIRCULAR LINKED LIST</vt:lpstr>
      <vt:lpstr>Inserting a Node at the End of a Circular Linked List</vt:lpstr>
      <vt:lpstr>PowerPoint Presentation</vt:lpstr>
      <vt:lpstr>PowerPoint Presentation</vt:lpstr>
      <vt:lpstr>Inserting a Node at the Front of a Circular Linked List</vt:lpstr>
      <vt:lpstr>PowerPoint Presentation</vt:lpstr>
      <vt:lpstr>PowerPoint Presentation</vt:lpstr>
      <vt:lpstr>PowerPoint Presentation</vt:lpstr>
      <vt:lpstr>Deleting the Last Node in a Circular Linked List</vt:lpstr>
      <vt:lpstr>PowerPoint Presentation</vt:lpstr>
      <vt:lpstr>PowerPoint Presentation</vt:lpstr>
      <vt:lpstr>Deleting the First Node in a Circular List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2023-04-11T07:13:31Z</dcterms:created>
  <dcterms:modified xsi:type="dcterms:W3CDTF">2023-04-11T09:04:50Z</dcterms:modified>
</cp:coreProperties>
</file>