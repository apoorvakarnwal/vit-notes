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D7E-584D-46A2-9DF0-D018D681134D}" type="datetimeFigureOut">
              <a:rPr lang="en-IN" smtClean="0"/>
              <a:t>15-04-2023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4E83-89CB-46A1-B689-C0B90E900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91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D7E-584D-46A2-9DF0-D018D681134D}" type="datetimeFigureOut">
              <a:rPr lang="en-IN" smtClean="0"/>
              <a:t>15-04-2023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4E83-89CB-46A1-B689-C0B90E900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26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D7E-584D-46A2-9DF0-D018D681134D}" type="datetimeFigureOut">
              <a:rPr lang="en-IN" smtClean="0"/>
              <a:t>15-04-2023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4E83-89CB-46A1-B689-C0B90E900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47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D7E-584D-46A2-9DF0-D018D681134D}" type="datetimeFigureOut">
              <a:rPr lang="en-IN" smtClean="0"/>
              <a:t>15-04-2023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4E83-89CB-46A1-B689-C0B90E900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125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D7E-584D-46A2-9DF0-D018D681134D}" type="datetimeFigureOut">
              <a:rPr lang="en-IN" smtClean="0"/>
              <a:t>15-04-2023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4E83-89CB-46A1-B689-C0B90E900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5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D7E-584D-46A2-9DF0-D018D681134D}" type="datetimeFigureOut">
              <a:rPr lang="en-IN" smtClean="0"/>
              <a:t>15-04-2023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4E83-89CB-46A1-B689-C0B90E900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389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D7E-584D-46A2-9DF0-D018D681134D}" type="datetimeFigureOut">
              <a:rPr lang="en-IN" smtClean="0"/>
              <a:t>15-04-2023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4E83-89CB-46A1-B689-C0B90E900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3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D7E-584D-46A2-9DF0-D018D681134D}" type="datetimeFigureOut">
              <a:rPr lang="en-IN" smtClean="0"/>
              <a:t>15-04-2023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4E83-89CB-46A1-B689-C0B90E900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658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D7E-584D-46A2-9DF0-D018D681134D}" type="datetimeFigureOut">
              <a:rPr lang="en-IN" smtClean="0"/>
              <a:t>15-04-2023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4E83-89CB-46A1-B689-C0B90E900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522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D7E-584D-46A2-9DF0-D018D681134D}" type="datetimeFigureOut">
              <a:rPr lang="en-IN" smtClean="0"/>
              <a:t>15-04-2023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4E83-89CB-46A1-B689-C0B90E900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05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D7E-584D-46A2-9DF0-D018D681134D}" type="datetimeFigureOut">
              <a:rPr lang="en-IN" smtClean="0"/>
              <a:t>15-04-2023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4E83-89CB-46A1-B689-C0B90E900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666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86D7E-584D-46A2-9DF0-D018D681134D}" type="datetimeFigureOut">
              <a:rPr lang="en-IN" smtClean="0"/>
              <a:t>15-04-2023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84E83-89CB-46A1-B689-C0B90E900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3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Applications of Linked List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Polynomial Manipulation 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402700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 mathematics, a polynomial is an expression that contains a sum of powers in one or more variables multiplied by coefficients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A polynomial in one variable, x, with constant coefficients is like: 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b="1" dirty="0" smtClean="0"/>
              <a:t>We call each item, e.g., </a:t>
            </a:r>
            <a:r>
              <a:rPr lang="en-US" b="1" dirty="0" err="1" smtClean="0"/>
              <a:t>a</a:t>
            </a:r>
            <a:r>
              <a:rPr lang="en-US" b="1" baseline="-25000" dirty="0" err="1" smtClean="0"/>
              <a:t>n</a:t>
            </a:r>
            <a:r>
              <a:rPr lang="en-US" b="1" dirty="0" err="1" smtClean="0"/>
              <a:t>x</a:t>
            </a:r>
            <a:r>
              <a:rPr lang="en-US" b="1" baseline="30000" dirty="0" err="1" smtClean="0"/>
              <a:t>n</a:t>
            </a:r>
            <a:r>
              <a:rPr lang="en-US" b="1" baseline="30000" dirty="0" smtClean="0"/>
              <a:t>   </a:t>
            </a:r>
            <a:r>
              <a:rPr lang="en-US" b="1" dirty="0" smtClean="0"/>
              <a:t>,a term</a:t>
            </a:r>
            <a:endParaRPr lang="en-IN" b="1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/>
          <a:srcRect b="14648"/>
          <a:stretch/>
        </p:blipFill>
        <p:spPr>
          <a:xfrm>
            <a:off x="2586447" y="3286124"/>
            <a:ext cx="6387736" cy="68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4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Represent a Polynomial with a Linked List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 can use a </a:t>
            </a:r>
            <a:r>
              <a:rPr lang="en-US" b="1" dirty="0" smtClean="0"/>
              <a:t>linked list to </a:t>
            </a:r>
            <a:r>
              <a:rPr lang="en-US" b="1" dirty="0"/>
              <a:t>represent a polynomial</a:t>
            </a:r>
            <a:r>
              <a:rPr lang="en-US" b="1" dirty="0" smtClean="0"/>
              <a:t>.</a:t>
            </a:r>
          </a:p>
          <a:p>
            <a:r>
              <a:rPr lang="en-US" b="1" dirty="0"/>
              <a:t>In the linked list, each node has two data fields: coefficient and power</a:t>
            </a:r>
            <a:r>
              <a:rPr lang="en-US" dirty="0" smtClean="0"/>
              <a:t>.</a:t>
            </a:r>
          </a:p>
          <a:p>
            <a:r>
              <a:rPr lang="en-US" b="1" dirty="0"/>
              <a:t>Therefore, each node represents a term of a </a:t>
            </a:r>
            <a:r>
              <a:rPr lang="en-US" b="1" dirty="0" smtClean="0"/>
              <a:t>polynomial</a:t>
            </a:r>
          </a:p>
          <a:p>
            <a:r>
              <a:rPr lang="en-US" b="1" dirty="0"/>
              <a:t>For example, we can represent the </a:t>
            </a:r>
            <a:r>
              <a:rPr lang="en-US" b="1" dirty="0" smtClean="0"/>
              <a:t>polynomial 2-4x+5x</a:t>
            </a:r>
            <a:r>
              <a:rPr lang="en-US" b="1" baseline="30000" dirty="0" smtClean="0"/>
              <a:t>2 </a:t>
            </a:r>
            <a:r>
              <a:rPr lang="en-US" b="1" dirty="0" smtClean="0"/>
              <a:t> with a linked list.</a:t>
            </a:r>
            <a:endParaRPr lang="en-US" b="1" baseline="30000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207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875" y="2259873"/>
            <a:ext cx="7197634" cy="287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46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Add Two Polynomials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 add two polynomials, we can add the coefficients of like terms and generate a new linked list for the resulting polynomial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For example, we can use two liked lists to represent polynomials       2-4x+5x</a:t>
            </a:r>
            <a:r>
              <a:rPr lang="en-US" b="1" baseline="30000" dirty="0" smtClean="0"/>
              <a:t>2</a:t>
            </a:r>
            <a:r>
              <a:rPr lang="en-US" b="1" dirty="0" smtClean="0"/>
              <a:t> and 1+2x - 3x</a:t>
            </a:r>
            <a:r>
              <a:rPr lang="en-US" b="1" baseline="30000" dirty="0" smtClean="0"/>
              <a:t>3</a:t>
            </a:r>
            <a:endParaRPr lang="en-US" b="1" dirty="0"/>
          </a:p>
          <a:p>
            <a:endParaRPr lang="en-IN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3778976"/>
            <a:ext cx="865822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88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114"/>
          <a:stretch/>
        </p:blipFill>
        <p:spPr>
          <a:xfrm>
            <a:off x="838201" y="2142310"/>
            <a:ext cx="10239102" cy="280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04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Multiply Two Polynomials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multiply two polynomials, we can first multiply each term of one polynomial to the other polynomial. </a:t>
            </a:r>
          </a:p>
          <a:p>
            <a:r>
              <a:rPr lang="en-US" dirty="0" smtClean="0"/>
              <a:t>Suppose the two polynomials have n and m terms. This process will create a polynomial with n x m terms.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78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208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Applications of Linked List</vt:lpstr>
      <vt:lpstr>PowerPoint Presentation</vt:lpstr>
      <vt:lpstr>Represent a Polynomial with a Linked List </vt:lpstr>
      <vt:lpstr>PowerPoint Presentation</vt:lpstr>
      <vt:lpstr>Add Two Polynomials </vt:lpstr>
      <vt:lpstr>PowerPoint Presentation</vt:lpstr>
      <vt:lpstr>Multiply Two Polynomials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Linked List</dc:title>
  <dc:creator>ADMIN</dc:creator>
  <cp:lastModifiedBy>ADMIN</cp:lastModifiedBy>
  <cp:revision>3</cp:revision>
  <dcterms:created xsi:type="dcterms:W3CDTF">2023-04-15T12:45:03Z</dcterms:created>
  <dcterms:modified xsi:type="dcterms:W3CDTF">2023-04-15T12:57:05Z</dcterms:modified>
</cp:coreProperties>
</file>