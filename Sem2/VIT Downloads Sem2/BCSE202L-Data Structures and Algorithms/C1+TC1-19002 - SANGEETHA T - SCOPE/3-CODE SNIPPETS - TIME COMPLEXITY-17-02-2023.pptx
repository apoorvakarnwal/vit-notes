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C8647-5C79-4480-A663-57BA1A88626A}" type="datetimeFigureOut">
              <a:rPr lang="en-IN" smtClean="0"/>
              <a:t>16-02-2023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2BEF8-D2F8-4796-9830-D5704BA07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302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C8647-5C79-4480-A663-57BA1A88626A}" type="datetimeFigureOut">
              <a:rPr lang="en-IN" smtClean="0"/>
              <a:t>16-02-2023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2BEF8-D2F8-4796-9830-D5704BA07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995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C8647-5C79-4480-A663-57BA1A88626A}" type="datetimeFigureOut">
              <a:rPr lang="en-IN" smtClean="0"/>
              <a:t>16-02-2023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2BEF8-D2F8-4796-9830-D5704BA07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1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C8647-5C79-4480-A663-57BA1A88626A}" type="datetimeFigureOut">
              <a:rPr lang="en-IN" smtClean="0"/>
              <a:t>16-02-2023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2BEF8-D2F8-4796-9830-D5704BA07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696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C8647-5C79-4480-A663-57BA1A88626A}" type="datetimeFigureOut">
              <a:rPr lang="en-IN" smtClean="0"/>
              <a:t>16-02-2023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2BEF8-D2F8-4796-9830-D5704BA07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651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C8647-5C79-4480-A663-57BA1A88626A}" type="datetimeFigureOut">
              <a:rPr lang="en-IN" smtClean="0"/>
              <a:t>16-02-2023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2BEF8-D2F8-4796-9830-D5704BA07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584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C8647-5C79-4480-A663-57BA1A88626A}" type="datetimeFigureOut">
              <a:rPr lang="en-IN" smtClean="0"/>
              <a:t>16-02-2023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2BEF8-D2F8-4796-9830-D5704BA07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905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C8647-5C79-4480-A663-57BA1A88626A}" type="datetimeFigureOut">
              <a:rPr lang="en-IN" smtClean="0"/>
              <a:t>16-02-2023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2BEF8-D2F8-4796-9830-D5704BA07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378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C8647-5C79-4480-A663-57BA1A88626A}" type="datetimeFigureOut">
              <a:rPr lang="en-IN" smtClean="0"/>
              <a:t>16-02-2023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2BEF8-D2F8-4796-9830-D5704BA07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330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C8647-5C79-4480-A663-57BA1A88626A}" type="datetimeFigureOut">
              <a:rPr lang="en-IN" smtClean="0"/>
              <a:t>16-02-2023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2BEF8-D2F8-4796-9830-D5704BA07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823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C8647-5C79-4480-A663-57BA1A88626A}" type="datetimeFigureOut">
              <a:rPr lang="en-IN" smtClean="0"/>
              <a:t>16-02-2023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2BEF8-D2F8-4796-9830-D5704BA07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055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5C8647-5C79-4480-A663-57BA1A88626A}" type="datetimeFigureOut">
              <a:rPr lang="en-IN" smtClean="0"/>
              <a:t>16-02-2023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62BEF8-D2F8-4796-9830-D5704BA07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519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Time  and Space Complexity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5872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Time and Space Complexity?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Time complexity</a:t>
            </a:r>
            <a:r>
              <a:rPr lang="en-US" dirty="0"/>
              <a:t> is the amount of time taken to run an algorithm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It is the measure of the number of elementary operations performed by an algorithm and an estimate of the time required for that operation.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also depends on external factors such as the compiler, the processor’s speed, etc.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3335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fontAlgn="base"/>
            <a:r>
              <a:rPr lang="en-US" b="1" dirty="0"/>
              <a:t>Space complexity</a:t>
            </a:r>
            <a:r>
              <a:rPr lang="en-US" dirty="0"/>
              <a:t> is the amount of memory space an algorithm/program uses during its entire execution. It measures the number of variables created to store values, including both the inputs and the outputs.</a:t>
            </a:r>
          </a:p>
          <a:p>
            <a:pPr fontAlgn="base"/>
            <a:r>
              <a:rPr lang="en-US" dirty="0"/>
              <a:t>In simple terms, it is a rough estimation of how much storage your code will take in RAM.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1338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1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int arr[]={1,5,2};</a:t>
            </a:r>
          </a:p>
          <a:p>
            <a:pPr marL="0" indent="0">
              <a:buNone/>
            </a:pPr>
            <a:r>
              <a:rPr lang="en-US" dirty="0" smtClean="0"/>
              <a:t>int n= arr. length;</a:t>
            </a:r>
          </a:p>
          <a:p>
            <a:pPr marL="0" indent="0">
              <a:buNone/>
            </a:pPr>
            <a:r>
              <a:rPr lang="en-US" dirty="0" smtClean="0"/>
              <a:t>int sum=0;</a:t>
            </a:r>
          </a:p>
          <a:p>
            <a:pPr marL="0" indent="0">
              <a:buNone/>
            </a:pPr>
            <a:r>
              <a:rPr lang="en-US" dirty="0"/>
              <a:t>f</a:t>
            </a:r>
            <a:r>
              <a:rPr lang="en-US" dirty="0" smtClean="0"/>
              <a:t>or(int i=0;i&lt; n; i++)</a:t>
            </a:r>
          </a:p>
          <a:p>
            <a:pPr marL="0" indent="0">
              <a:buNone/>
            </a:pPr>
            <a:r>
              <a:rPr lang="en-US" dirty="0" smtClean="0"/>
              <a:t>{</a:t>
            </a:r>
          </a:p>
          <a:p>
            <a:pPr marL="0" indent="0">
              <a:buNone/>
            </a:pPr>
            <a:r>
              <a:rPr lang="en-US" dirty="0" smtClean="0"/>
              <a:t>sum=sum + arr[i];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5720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for(int i=0;i&lt;n ; i++)</a:t>
            </a:r>
          </a:p>
          <a:p>
            <a:pPr marL="0" indent="0">
              <a:buNone/>
            </a:pPr>
            <a:r>
              <a:rPr lang="en-US" dirty="0" smtClean="0"/>
              <a:t>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for(int j=0;j&lt;n ; j++)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System.out.println(“*”);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}</a:t>
            </a:r>
          </a:p>
          <a:p>
            <a:pPr marL="0" indent="0">
              <a:buNone/>
            </a:pPr>
            <a:r>
              <a:rPr lang="en-US" dirty="0" smtClean="0"/>
              <a:t>System.out.println();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062037"/>
            <a:ext cx="2599509" cy="1903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347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/>
          <a:lstStyle/>
          <a:p>
            <a:r>
              <a:rPr lang="en-US" dirty="0" smtClean="0"/>
              <a:t>Example 3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8241"/>
            <a:ext cx="10515600" cy="48233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for(int i=0;i&lt;n ; i++)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for(int j=0;j&lt;n ; j++)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c[i][j]=0;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for(int k=0;k&lt;n ; k++)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[i][j]+=a[i][k]*b[k][j];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4049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4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for(int i=0;i&lt;n ; i++)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for(int j=0;j&lt;=i ; j++)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System.out.println(“*”);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System.out.println();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9724" y="1136469"/>
            <a:ext cx="4442733" cy="348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87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246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Time  and Space Complexity </vt:lpstr>
      <vt:lpstr>What is Time and Space Complexity? </vt:lpstr>
      <vt:lpstr>PowerPoint Presentation</vt:lpstr>
      <vt:lpstr>Example 1</vt:lpstr>
      <vt:lpstr>Example 2</vt:lpstr>
      <vt:lpstr>Example 3</vt:lpstr>
      <vt:lpstr>Example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and Space  Complexity</dc:title>
  <dc:creator>ADMIN</dc:creator>
  <cp:lastModifiedBy>ADMIN</cp:lastModifiedBy>
  <cp:revision>7</cp:revision>
  <dcterms:created xsi:type="dcterms:W3CDTF">2023-02-16T07:47:40Z</dcterms:created>
  <dcterms:modified xsi:type="dcterms:W3CDTF">2023-02-16T09:59:07Z</dcterms:modified>
</cp:coreProperties>
</file>