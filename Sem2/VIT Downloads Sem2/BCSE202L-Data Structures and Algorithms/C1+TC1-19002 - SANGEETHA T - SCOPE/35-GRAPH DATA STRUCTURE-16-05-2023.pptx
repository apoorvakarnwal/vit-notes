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DECD1-5430-4003-95D1-B4A298DCC524}" type="datetimeFigureOut">
              <a:rPr lang="en-IN" smtClean="0"/>
              <a:t>16-05-2023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8D438-4751-4C25-9CC3-D81119028A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65344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DECD1-5430-4003-95D1-B4A298DCC524}" type="datetimeFigureOut">
              <a:rPr lang="en-IN" smtClean="0"/>
              <a:t>16-05-2023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8D438-4751-4C25-9CC3-D81119028A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80252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DECD1-5430-4003-95D1-B4A298DCC524}" type="datetimeFigureOut">
              <a:rPr lang="en-IN" smtClean="0"/>
              <a:t>16-05-2023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8D438-4751-4C25-9CC3-D81119028A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8916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DECD1-5430-4003-95D1-B4A298DCC524}" type="datetimeFigureOut">
              <a:rPr lang="en-IN" smtClean="0"/>
              <a:t>16-05-2023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8D438-4751-4C25-9CC3-D81119028A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23668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DECD1-5430-4003-95D1-B4A298DCC524}" type="datetimeFigureOut">
              <a:rPr lang="en-IN" smtClean="0"/>
              <a:t>16-05-2023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8D438-4751-4C25-9CC3-D81119028A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43626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DECD1-5430-4003-95D1-B4A298DCC524}" type="datetimeFigureOut">
              <a:rPr lang="en-IN" smtClean="0"/>
              <a:t>16-05-2023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8D438-4751-4C25-9CC3-D81119028A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89981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DECD1-5430-4003-95D1-B4A298DCC524}" type="datetimeFigureOut">
              <a:rPr lang="en-IN" smtClean="0"/>
              <a:t>16-05-2023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8D438-4751-4C25-9CC3-D81119028A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76345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DECD1-5430-4003-95D1-B4A298DCC524}" type="datetimeFigureOut">
              <a:rPr lang="en-IN" smtClean="0"/>
              <a:t>16-05-2023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8D438-4751-4C25-9CC3-D81119028A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80075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DECD1-5430-4003-95D1-B4A298DCC524}" type="datetimeFigureOut">
              <a:rPr lang="en-IN" smtClean="0"/>
              <a:t>16-05-2023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8D438-4751-4C25-9CC3-D81119028A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5581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DECD1-5430-4003-95D1-B4A298DCC524}" type="datetimeFigureOut">
              <a:rPr lang="en-IN" smtClean="0"/>
              <a:t>16-05-2023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8D438-4751-4C25-9CC3-D81119028A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86277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DECD1-5430-4003-95D1-B4A298DCC524}" type="datetimeFigureOut">
              <a:rPr lang="en-IN" smtClean="0"/>
              <a:t>16-05-2023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8D438-4751-4C25-9CC3-D81119028A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47973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EDECD1-5430-4003-95D1-B4A298DCC524}" type="datetimeFigureOut">
              <a:rPr lang="en-IN" smtClean="0"/>
              <a:t>16-05-2023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F8D438-4751-4C25-9CC3-D81119028A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42730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MODULE 5</a:t>
            </a:r>
            <a:br>
              <a:rPr lang="en-US" dirty="0" smtClean="0"/>
            </a:br>
            <a:r>
              <a:rPr lang="en-US" dirty="0" smtClean="0"/>
              <a:t>GRAPH </a:t>
            </a:r>
            <a:r>
              <a:rPr lang="en-US" dirty="0" smtClean="0"/>
              <a:t>DATA STRUCTURE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18584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graph data structure is a collection of nodes that have data and are connected to other nodes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dirty="0" smtClean="0"/>
              <a:t>Example</a:t>
            </a:r>
          </a:p>
          <a:p>
            <a:r>
              <a:rPr lang="en-US" dirty="0"/>
              <a:t>On </a:t>
            </a:r>
            <a:r>
              <a:rPr lang="en-US" dirty="0" smtClean="0"/>
              <a:t>Facebook, </a:t>
            </a:r>
            <a:r>
              <a:rPr lang="en-US" dirty="0"/>
              <a:t>everything is a node</a:t>
            </a:r>
            <a:r>
              <a:rPr lang="en-US" dirty="0" smtClean="0"/>
              <a:t>.</a:t>
            </a:r>
          </a:p>
          <a:p>
            <a:r>
              <a:rPr lang="en-US" dirty="0"/>
              <a:t>I</a:t>
            </a:r>
            <a:r>
              <a:rPr lang="en-US" dirty="0" smtClean="0"/>
              <a:t>t </a:t>
            </a:r>
            <a:r>
              <a:rPr lang="en-US" dirty="0"/>
              <a:t>includes User, Photo, Album, Event, Group, Page, Comment, Story, Video, Link, Note...anything that has data is a node.</a:t>
            </a:r>
            <a:endParaRPr lang="en-US" dirty="0" smtClean="0"/>
          </a:p>
          <a:p>
            <a:r>
              <a:rPr lang="en-US" dirty="0"/>
              <a:t>Every relationship is an edge from one node to another. </a:t>
            </a:r>
            <a:endParaRPr lang="en-US" dirty="0" smtClean="0"/>
          </a:p>
          <a:p>
            <a:r>
              <a:rPr lang="en-US" dirty="0" smtClean="0"/>
              <a:t>Whether </a:t>
            </a:r>
            <a:r>
              <a:rPr lang="en-US" dirty="0"/>
              <a:t>you post a photo, join a group, like a page, etc., a new edge is created for that relationship.</a:t>
            </a:r>
            <a:endParaRPr lang="en-US" dirty="0" smtClean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450691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graph data structure explained using facebook's example. Users, groups, pages, events, etc. are represented as nodes and their relationships - friend, joining a group, liking a page are represented as links between nodes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2074" y="976540"/>
            <a:ext cx="9024080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960363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4000" dirty="0"/>
              <a:t>More precisely, a graph is a data structure (V, E) that consists of</a:t>
            </a:r>
          </a:p>
          <a:p>
            <a:r>
              <a:rPr lang="en-US" sz="4000" dirty="0"/>
              <a:t>A collection of vertices V</a:t>
            </a:r>
          </a:p>
          <a:p>
            <a:r>
              <a:rPr lang="en-US" sz="4000" dirty="0"/>
              <a:t>A collection of edges E, represented as ordered pairs of vertices (u,v)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838200" y="33899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87267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en-IN" dirty="0"/>
          </a:p>
        </p:txBody>
      </p:sp>
      <p:pic>
        <p:nvPicPr>
          <p:cNvPr id="2050" name="Picture 2" descr="a graph contains vertices that are like points and edges that connect the points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0262" y="2464515"/>
            <a:ext cx="9271476" cy="30735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602335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In the graph,</a:t>
            </a:r>
          </a:p>
          <a:p>
            <a:endParaRPr lang="en-US" dirty="0" smtClean="0"/>
          </a:p>
          <a:p>
            <a:r>
              <a:rPr lang="en-US" dirty="0" smtClean="0"/>
              <a:t>V = {0, 1, 2, 3}</a:t>
            </a:r>
          </a:p>
          <a:p>
            <a:r>
              <a:rPr lang="en-US" dirty="0" smtClean="0"/>
              <a:t>E = {(0,1), (0,2), (0,3), (1,2)}</a:t>
            </a:r>
          </a:p>
          <a:p>
            <a:r>
              <a:rPr lang="en-US" dirty="0" smtClean="0"/>
              <a:t>G = {V, E}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950774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6760" y="754471"/>
            <a:ext cx="10515600" cy="4351338"/>
          </a:xfrm>
        </p:spPr>
        <p:txBody>
          <a:bodyPr/>
          <a:lstStyle/>
          <a:p>
            <a:r>
              <a:rPr lang="en-US" b="1" dirty="0"/>
              <a:t>Graph Terminology</a:t>
            </a:r>
          </a:p>
          <a:p>
            <a:r>
              <a:rPr lang="en-US" b="1" dirty="0"/>
              <a:t>Adjacency</a:t>
            </a:r>
            <a:r>
              <a:rPr lang="en-US" dirty="0"/>
              <a:t>: A vertex is said to be adjacent to another vertex if there is an edge connecting them. Vertices 2 and 3 are not adjacent because there is no edge between them.</a:t>
            </a:r>
          </a:p>
          <a:p>
            <a:r>
              <a:rPr lang="en-US" b="1" dirty="0"/>
              <a:t>Path</a:t>
            </a:r>
            <a:r>
              <a:rPr lang="en-US" dirty="0"/>
              <a:t>: A sequence of edges that allows you to go from vertex A to vertex B is called a path. 0-1, 1-2 and 0-2 are paths from vertex 0 to vertex 2.</a:t>
            </a:r>
          </a:p>
          <a:p>
            <a:r>
              <a:rPr lang="en-US" b="1" dirty="0"/>
              <a:t>Directed Graph</a:t>
            </a:r>
            <a:r>
              <a:rPr lang="en-US" dirty="0"/>
              <a:t>: A graph in which an edge (u,v) doesn't necessarily mean that there is an edge (v, u) as well. The edges in such a graph are represented by arrows to show the direction of the edge.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974388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0891" y="1815738"/>
            <a:ext cx="10685417" cy="4323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55818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76994" y="1345475"/>
            <a:ext cx="7589520" cy="4153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75625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27909" y="1894114"/>
            <a:ext cx="9562011" cy="3213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18869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75658" y="1763486"/>
            <a:ext cx="9692640" cy="2834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99403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62707" y="1150461"/>
            <a:ext cx="7648575" cy="4238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8370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Graph Operations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49977" y="2364377"/>
            <a:ext cx="8334102" cy="3422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98610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297</Words>
  <Application>Microsoft Office PowerPoint</Application>
  <PresentationFormat>Widescreen</PresentationFormat>
  <Paragraphs>21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MODULE 5 GRAPH DATA STRUCTURE</vt:lpstr>
      <vt:lpstr>PowerPoint Presentation</vt:lpstr>
      <vt:lpstr>PowerPoint Presentation</vt:lpstr>
      <vt:lpstr>PowerPoint Presentation</vt:lpstr>
      <vt:lpstr>Example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Graph Operations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GRAPH DATA STRUCTURE</dc:title>
  <dc:creator>ADMIN</dc:creator>
  <cp:lastModifiedBy>ADMIN</cp:lastModifiedBy>
  <cp:revision>4</cp:revision>
  <dcterms:created xsi:type="dcterms:W3CDTF">2023-05-16T04:48:30Z</dcterms:created>
  <dcterms:modified xsi:type="dcterms:W3CDTF">2023-05-16T05:19:54Z</dcterms:modified>
</cp:coreProperties>
</file>