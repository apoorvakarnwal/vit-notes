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15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37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01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36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3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89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5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09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15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0E889-BA03-4E84-A145-2F6BE23C4BE3}" type="datetimeFigureOut">
              <a:rPr lang="en-IN" smtClean="0"/>
              <a:t>11-03-2023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04751-60B8-439E-8A1E-63E171ACE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2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Towers of Hanoi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42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864"/>
          <a:stretch/>
        </p:blipFill>
        <p:spPr>
          <a:xfrm>
            <a:off x="1410790" y="1240971"/>
            <a:ext cx="8765176" cy="52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189" y="1031966"/>
            <a:ext cx="6923314" cy="500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306" t="13017" r="8784" b="17575"/>
          <a:stretch/>
        </p:blipFill>
        <p:spPr>
          <a:xfrm>
            <a:off x="2769326" y="1972491"/>
            <a:ext cx="6204857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571" y="2103120"/>
            <a:ext cx="6518366" cy="35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9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Third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8332" y="2521131"/>
            <a:ext cx="5682342" cy="31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7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Fourth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2389" y="2207623"/>
            <a:ext cx="6400800" cy="36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7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Fifth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903" y="2351314"/>
            <a:ext cx="5003073" cy="28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5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Sixth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5532" y="2534194"/>
            <a:ext cx="5316582" cy="28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6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Seventh Move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8148" y="2481943"/>
            <a:ext cx="5538651" cy="31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3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673" y="822960"/>
            <a:ext cx="7471955" cy="53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8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886" y="966651"/>
            <a:ext cx="6753497" cy="47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79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1497" y="1031965"/>
            <a:ext cx="6466114" cy="48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65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737" y="901338"/>
            <a:ext cx="6479177" cy="497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3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554" y="1110343"/>
            <a:ext cx="6779623" cy="48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52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606" y="731521"/>
            <a:ext cx="7602583" cy="540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83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977" y="627017"/>
            <a:ext cx="8085909" cy="54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1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926" y="822961"/>
            <a:ext cx="6792685" cy="49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0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429" y="1058091"/>
            <a:ext cx="7053941" cy="495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73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355" y="770708"/>
            <a:ext cx="8582296" cy="496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43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989" y="679270"/>
            <a:ext cx="7276011" cy="48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0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103" y="744583"/>
            <a:ext cx="8098972" cy="519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94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</Words>
  <Application>Microsoft Office PowerPoint</Application>
  <PresentationFormat>Widescreen</PresentationFormat>
  <Paragraphs>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Towers of Hanoi</vt:lpstr>
      <vt:lpstr>PowerPoint Presentation</vt:lpstr>
      <vt:lpstr>PowerPoint Presentation</vt:lpstr>
      <vt:lpstr>First Move</vt:lpstr>
      <vt:lpstr>Second Move</vt:lpstr>
      <vt:lpstr>Third Move</vt:lpstr>
      <vt:lpstr>Fourth Move</vt:lpstr>
      <vt:lpstr>Fifth Move</vt:lpstr>
      <vt:lpstr>Sixth Move</vt:lpstr>
      <vt:lpstr>Seventh Move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2023-03-11T13:20:00Z</dcterms:created>
  <dcterms:modified xsi:type="dcterms:W3CDTF">2023-03-11T13:38:48Z</dcterms:modified>
</cp:coreProperties>
</file>