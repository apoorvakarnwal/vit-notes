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0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994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45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6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509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65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76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34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16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33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7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997BC-D4BA-4D04-AA4B-57B45CCF0034}" type="datetimeFigureOut">
              <a:rPr lang="en-IN" smtClean="0"/>
              <a:t>03-03-2023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6EBE3-A5B4-47B9-BE7D-2C77332315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97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Switch Statement in C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9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 of writing many if..else statements, you can use the switch statement.</a:t>
            </a:r>
          </a:p>
          <a:p>
            <a:endParaRPr lang="en-US" dirty="0" smtClean="0"/>
          </a:p>
          <a:p>
            <a:r>
              <a:rPr lang="en-US" dirty="0" smtClean="0"/>
              <a:t>The switch statement selects one of many code blocks to be executed: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09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Syntax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switch(</a:t>
            </a:r>
            <a:r>
              <a:rPr lang="en-IN" i="1" dirty="0" smtClean="0"/>
              <a:t>expression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case x: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i="1" dirty="0"/>
              <a:t>// code block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   break;</a:t>
            </a:r>
            <a:br>
              <a:rPr lang="en-IN" dirty="0"/>
            </a:br>
            <a:r>
              <a:rPr lang="en-IN" dirty="0"/>
              <a:t>  case y: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i="1" dirty="0"/>
              <a:t>// code block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    break;</a:t>
            </a:r>
            <a:br>
              <a:rPr lang="en-IN" dirty="0"/>
            </a:br>
            <a:r>
              <a:rPr lang="en-IN" dirty="0"/>
              <a:t>  default: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i="1" dirty="0"/>
              <a:t>// code block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89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1" y="692331"/>
            <a:ext cx="6792686" cy="549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8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7500"/>
          <a:stretch/>
        </p:blipFill>
        <p:spPr>
          <a:xfrm>
            <a:off x="1920240" y="522514"/>
            <a:ext cx="6035040" cy="25864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004456"/>
            <a:ext cx="6844937" cy="325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0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Syntax of Functions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basic syntax of functions in C programming is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return_type  function_name(arg1</a:t>
            </a:r>
            <a:r>
              <a:rPr lang="en-US" dirty="0"/>
              <a:t>, arg2, … argn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Body </a:t>
            </a:r>
            <a:r>
              <a:rPr lang="en-US" dirty="0"/>
              <a:t>of the function //Statements to be processed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81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629" y="718457"/>
            <a:ext cx="6074228" cy="545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4743" y="992778"/>
            <a:ext cx="7707086" cy="49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983" y="1423851"/>
            <a:ext cx="7876903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3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617" y="966651"/>
            <a:ext cx="6609806" cy="529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6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135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Switch Statement in C</vt:lpstr>
      <vt:lpstr>Switch Statement </vt:lpstr>
      <vt:lpstr>Syntax </vt:lpstr>
      <vt:lpstr>PowerPoint Presentation</vt:lpstr>
      <vt:lpstr>PowerPoint Presentation</vt:lpstr>
      <vt:lpstr>Basic Syntax of Functions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 Statement in C</dc:title>
  <dc:creator>ADMIN</dc:creator>
  <cp:lastModifiedBy>ADMIN</cp:lastModifiedBy>
  <cp:revision>2</cp:revision>
  <dcterms:created xsi:type="dcterms:W3CDTF">2023-03-03T09:20:45Z</dcterms:created>
  <dcterms:modified xsi:type="dcterms:W3CDTF">2023-03-03T09:29:12Z</dcterms:modified>
</cp:coreProperties>
</file>