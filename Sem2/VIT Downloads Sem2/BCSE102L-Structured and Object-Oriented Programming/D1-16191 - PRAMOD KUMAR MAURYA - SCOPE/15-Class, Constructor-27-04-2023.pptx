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19"/>
    <p:restoredTop sz="93005"/>
  </p:normalViewPr>
  <p:slideViewPr>
    <p:cSldViewPr>
      <p:cViewPr varScale="1">
        <p:scale>
          <a:sx n="59" d="100"/>
          <a:sy n="59" d="100"/>
        </p:scale>
        <p:origin x="72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02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4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1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8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0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4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2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50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8A2A3-0EB6-4FFA-AEE1-3DEFDF29864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F3ED3-F4EF-4389-844F-C7B67915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8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is a group of objects that share common properties and relationships.</a:t>
            </a:r>
          </a:p>
          <a:p>
            <a:r>
              <a:rPr lang="en-US" dirty="0"/>
              <a:t>Generally a class specification has two parts:- </a:t>
            </a:r>
          </a:p>
          <a:p>
            <a:pPr marL="0" indent="0">
              <a:buNone/>
            </a:pPr>
            <a:r>
              <a:rPr lang="en-US" dirty="0"/>
              <a:t>a) Class declaration </a:t>
            </a:r>
          </a:p>
          <a:p>
            <a:pPr marL="0" indent="0">
              <a:buNone/>
            </a:pPr>
            <a:r>
              <a:rPr lang="en-US" dirty="0"/>
              <a:t>b) Class function definition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204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Syntax:- </a:t>
            </a:r>
          </a:p>
          <a:p>
            <a:pPr marL="0" indent="0">
              <a:buNone/>
            </a:pPr>
            <a:r>
              <a:rPr lang="en-US" dirty="0"/>
              <a:t>  class class-name </a:t>
            </a:r>
          </a:p>
          <a:p>
            <a:pPr marL="0" indent="0">
              <a:buNone/>
            </a:pP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 private: </a:t>
            </a:r>
          </a:p>
          <a:p>
            <a:pPr marL="0" indent="0">
              <a:buNone/>
            </a:pPr>
            <a:r>
              <a:rPr lang="en-US" dirty="0"/>
              <a:t>           variable declarations; </a:t>
            </a:r>
          </a:p>
          <a:p>
            <a:pPr marL="0" indent="0">
              <a:buNone/>
            </a:pPr>
            <a:r>
              <a:rPr lang="en-US" dirty="0"/>
              <a:t>           function declaration ; </a:t>
            </a:r>
          </a:p>
          <a:p>
            <a:pPr marL="0" indent="0">
              <a:buNone/>
            </a:pPr>
            <a:r>
              <a:rPr lang="en-US" dirty="0"/>
              <a:t> public: </a:t>
            </a:r>
          </a:p>
          <a:p>
            <a:pPr marL="0" indent="0">
              <a:buNone/>
            </a:pPr>
            <a:r>
              <a:rPr lang="en-US" dirty="0"/>
              <a:t>           variable declarations; </a:t>
            </a:r>
          </a:p>
          <a:p>
            <a:pPr marL="0" indent="0">
              <a:buNone/>
            </a:pPr>
            <a:r>
              <a:rPr lang="en-US" dirty="0"/>
              <a:t>           function declaration; </a:t>
            </a:r>
          </a:p>
          <a:p>
            <a:pPr marL="0" indent="0">
              <a:buNone/>
            </a:pPr>
            <a:r>
              <a:rPr lang="en-US" dirty="0"/>
              <a:t> };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8153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413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declaration example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3962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3926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DEFINING MEMBER FUNCTION: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Member can be defined in two places </a:t>
            </a:r>
          </a:p>
          <a:p>
            <a:pPr lvl="0"/>
            <a:r>
              <a:rPr lang="en-US" dirty="0"/>
              <a:t>Outside the class definition </a:t>
            </a:r>
          </a:p>
          <a:p>
            <a:pPr lvl="0"/>
            <a:r>
              <a:rPr lang="en-US" dirty="0"/>
              <a:t>Inside the class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36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the class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r>
              <a:rPr lang="en-US" dirty="0"/>
              <a:t>Syntax: </a:t>
            </a:r>
          </a:p>
          <a:p>
            <a:pPr marL="0" indent="0">
              <a:buNone/>
            </a:pPr>
            <a:r>
              <a:rPr lang="en-US" dirty="0"/>
              <a:t>return type class-name::fun-name(argument declaration ) 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    function-body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ex. 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072733"/>
            <a:ext cx="3886199" cy="232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843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Inside the class declaration</a:t>
            </a:r>
            <a:br>
              <a:rPr lang="en-US" dirty="0"/>
            </a:b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4038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7458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CREATING OBJECTS: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a class has been declared we can create variables of that type by using the class name. </a:t>
            </a:r>
          </a:p>
          <a:p>
            <a:pPr marL="0" indent="0">
              <a:buNone/>
            </a:pPr>
            <a:r>
              <a:rPr lang="en-US" dirty="0"/>
              <a:t>Example: A </a:t>
            </a:r>
            <a:r>
              <a:rPr lang="en-US" dirty="0" err="1"/>
              <a:t>obj</a:t>
            </a:r>
            <a:r>
              <a:rPr lang="en-US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43708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ACCESSING CLASS MEMBER: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private data of a class can be accessed only through the member functions of that class. </a:t>
            </a:r>
          </a:p>
          <a:p>
            <a:pPr marL="0" indent="0">
              <a:buNone/>
            </a:pPr>
            <a:r>
              <a:rPr lang="en-US" dirty="0"/>
              <a:t>Syntax(for public members):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object_name.function</a:t>
            </a:r>
            <a:r>
              <a:rPr lang="en-US" dirty="0"/>
              <a:t>-name(arguments); </a:t>
            </a:r>
          </a:p>
          <a:p>
            <a:r>
              <a:rPr lang="en-US" dirty="0"/>
              <a:t>Example:- obj1.input();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01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Implementation</a:t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66874"/>
            <a:ext cx="251460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73801"/>
            <a:ext cx="3276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590800" y="1447800"/>
            <a:ext cx="0" cy="541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096000" y="1524000"/>
            <a:ext cx="0" cy="533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530926"/>
            <a:ext cx="2514600" cy="219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191000"/>
            <a:ext cx="2819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302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Private member functions: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private member function can only be called by another function that is a member of its class. Even an object can not invoke a private function using the dot operator.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601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STATIC DATA MEMBER: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static member variable has contained special characteristics.</a:t>
            </a:r>
          </a:p>
          <a:p>
            <a:r>
              <a:rPr lang="en-US" dirty="0"/>
              <a:t> It is initialized to zero when the first object of its class is created. No other initialization is permitted. </a:t>
            </a:r>
          </a:p>
          <a:p>
            <a:r>
              <a:rPr lang="en-US" dirty="0"/>
              <a:t>Only one copy of that member is created for the entire class and is shared by all the objects of that class, no matter how many objects are created. </a:t>
            </a:r>
          </a:p>
        </p:txBody>
      </p:sp>
    </p:spTree>
    <p:extLst>
      <p:ext uri="{BB962C8B-B14F-4D97-AF65-F5344CB8AC3E}">
        <p14:creationId xmlns:p14="http://schemas.microsoft.com/office/powerpoint/2010/main" val="2513387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 a static data member can be used as a counter that records the occurrence of all the objects.</a:t>
            </a:r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en-US" dirty="0" err="1"/>
              <a:t>int</a:t>
            </a:r>
            <a:r>
              <a:rPr lang="en-US" dirty="0"/>
              <a:t> item :: count; // definition of static data member </a:t>
            </a:r>
          </a:p>
          <a:p>
            <a:pPr marL="0" indent="0">
              <a:buNone/>
            </a:pPr>
            <a:r>
              <a:rPr lang="en-US" b="1" dirty="0"/>
              <a:t>Note. </a:t>
            </a:r>
            <a:r>
              <a:rPr lang="en-US" dirty="0"/>
              <a:t>The type and scope of each static member variable must be defined outside the class definition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6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3886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4343400" y="1431493"/>
            <a:ext cx="76200" cy="5440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31494"/>
            <a:ext cx="3886200" cy="4283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0046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STATIC MEMBER FUNCTIONS:-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member function that is declared static has following properties :-</a:t>
            </a:r>
          </a:p>
          <a:p>
            <a:r>
              <a:rPr lang="en-US" dirty="0"/>
              <a:t>A static function can have access to only other static members declared in the same class. </a:t>
            </a:r>
          </a:p>
          <a:p>
            <a:r>
              <a:rPr lang="en-US" dirty="0"/>
              <a:t> A static member function can be called using the class name as follows:- </a:t>
            </a:r>
          </a:p>
          <a:p>
            <a:pPr marL="0" indent="0">
              <a:buNone/>
            </a:pPr>
            <a:r>
              <a:rPr lang="en-US" dirty="0"/>
              <a:t>                     class - name :: function - name;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226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256222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2895600" y="1447800"/>
            <a:ext cx="76200" cy="541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600200"/>
            <a:ext cx="40386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14"/>
          <p:cNvCxnSpPr/>
          <p:nvPr/>
        </p:nvCxnSpPr>
        <p:spPr>
          <a:xfrm>
            <a:off x="6781800" y="1447800"/>
            <a:ext cx="0" cy="541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3" y="5181600"/>
            <a:ext cx="31908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05000"/>
            <a:ext cx="22860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6454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as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object may be used as A function argument. This can done in two ways </a:t>
            </a:r>
          </a:p>
          <a:p>
            <a:r>
              <a:rPr lang="en-US" dirty="0"/>
              <a:t>A copy of the entire object is passed to the function. (pass by value)</a:t>
            </a:r>
          </a:p>
          <a:p>
            <a:r>
              <a:rPr lang="en-US" dirty="0"/>
              <a:t>Only the address of the object is transferred to the function. (pass by reference) </a:t>
            </a:r>
          </a:p>
        </p:txBody>
      </p:sp>
    </p:spTree>
    <p:extLst>
      <p:ext uri="{BB962C8B-B14F-4D97-AF65-F5344CB8AC3E}">
        <p14:creationId xmlns:p14="http://schemas.microsoft.com/office/powerpoint/2010/main" val="2774163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value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2209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590800" y="1371600"/>
            <a:ext cx="0" cy="548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843088"/>
            <a:ext cx="3505625" cy="402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6019800" y="1371600"/>
            <a:ext cx="0" cy="548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636" y="1800225"/>
            <a:ext cx="284797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99" y="3855244"/>
            <a:ext cx="2730211" cy="1859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9226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05000"/>
            <a:ext cx="2209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438400" y="1447800"/>
            <a:ext cx="0" cy="541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05000"/>
            <a:ext cx="3276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5867400" y="1447800"/>
            <a:ext cx="0" cy="548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4" y="1765589"/>
            <a:ext cx="3152775" cy="2044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4" y="4343400"/>
            <a:ext cx="284797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57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dirty="0"/>
              <a:t>RETURNING OBJECTS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1752600"/>
            <a:ext cx="2438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590800" y="1447800"/>
            <a:ext cx="0" cy="525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771218"/>
            <a:ext cx="3429000" cy="4400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6096000" y="1447800"/>
            <a:ext cx="0" cy="525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45" y="1733334"/>
            <a:ext cx="2909455" cy="2762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743450"/>
            <a:ext cx="25146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241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466</Words>
  <Application>Microsoft Macintosh PowerPoint</Application>
  <PresentationFormat>On-screen Show (4:3)</PresentationFormat>
  <Paragraphs>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Class</vt:lpstr>
      <vt:lpstr>Class declaration</vt:lpstr>
      <vt:lpstr>PowerPoint Presentation</vt:lpstr>
      <vt:lpstr>Class declaration example</vt:lpstr>
      <vt:lpstr>DEFINING MEMBER FUNCTION:  </vt:lpstr>
      <vt:lpstr>Outside the class definition</vt:lpstr>
      <vt:lpstr>Inside the class declaration </vt:lpstr>
      <vt:lpstr>CREATING OBJECTS:  </vt:lpstr>
      <vt:lpstr>ACCESSING CLASS MEMBER:  </vt:lpstr>
      <vt:lpstr>Class Implementation </vt:lpstr>
      <vt:lpstr>Private member functions: </vt:lpstr>
      <vt:lpstr>STATIC DATA MEMBER:  </vt:lpstr>
      <vt:lpstr>PowerPoint Presentation</vt:lpstr>
      <vt:lpstr>Ex.</vt:lpstr>
      <vt:lpstr>STATIC MEMBER FUNCTIONS:-  </vt:lpstr>
      <vt:lpstr>PowerPoint Presentation</vt:lpstr>
      <vt:lpstr>Objects as function arguments</vt:lpstr>
      <vt:lpstr>Pass by value</vt:lpstr>
      <vt:lpstr>Pass by reference</vt:lpstr>
      <vt:lpstr>RETURNING OBJECTS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</dc:title>
  <dc:creator>Admin</dc:creator>
  <cp:lastModifiedBy>Apoorva Karnwal</cp:lastModifiedBy>
  <cp:revision>10</cp:revision>
  <dcterms:created xsi:type="dcterms:W3CDTF">2021-04-15T06:23:30Z</dcterms:created>
  <dcterms:modified xsi:type="dcterms:W3CDTF">2023-07-03T16:29:34Z</dcterms:modified>
</cp:coreProperties>
</file>