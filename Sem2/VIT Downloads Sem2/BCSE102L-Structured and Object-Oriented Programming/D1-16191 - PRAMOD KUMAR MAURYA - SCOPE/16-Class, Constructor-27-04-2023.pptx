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76" r:id="rId10"/>
    <p:sldId id="277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775" autoAdjust="0"/>
    <p:restoredTop sz="94714"/>
  </p:normalViewPr>
  <p:slideViewPr>
    <p:cSldViewPr>
      <p:cViewPr>
        <p:scale>
          <a:sx n="117" d="100"/>
          <a:sy n="117" d="100"/>
        </p:scale>
        <p:origin x="1080" y="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B0474-4D8E-428F-9D0A-3E6905E8C79F}" type="datetimeFigureOut">
              <a:rPr lang="en-US" smtClean="0"/>
              <a:t>7/3/23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78AD8-FED5-48DE-A0AC-F1324E827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180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B0474-4D8E-428F-9D0A-3E6905E8C79F}" type="datetimeFigureOut">
              <a:rPr lang="en-US" smtClean="0"/>
              <a:t>7/3/23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78AD8-FED5-48DE-A0AC-F1324E827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163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B0474-4D8E-428F-9D0A-3E6905E8C79F}" type="datetimeFigureOut">
              <a:rPr lang="en-US" smtClean="0"/>
              <a:t>7/3/23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78AD8-FED5-48DE-A0AC-F1324E827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903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B0474-4D8E-428F-9D0A-3E6905E8C79F}" type="datetimeFigureOut">
              <a:rPr lang="en-US" smtClean="0"/>
              <a:t>7/3/23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78AD8-FED5-48DE-A0AC-F1324E827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345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B0474-4D8E-428F-9D0A-3E6905E8C79F}" type="datetimeFigureOut">
              <a:rPr lang="en-US" smtClean="0"/>
              <a:t>7/3/23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78AD8-FED5-48DE-A0AC-F1324E827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550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B0474-4D8E-428F-9D0A-3E6905E8C79F}" type="datetimeFigureOut">
              <a:rPr lang="en-US" smtClean="0"/>
              <a:t>7/3/23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78AD8-FED5-48DE-A0AC-F1324E827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418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B0474-4D8E-428F-9D0A-3E6905E8C79F}" type="datetimeFigureOut">
              <a:rPr lang="en-US" smtClean="0"/>
              <a:t>7/3/23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78AD8-FED5-48DE-A0AC-F1324E827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338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B0474-4D8E-428F-9D0A-3E6905E8C79F}" type="datetimeFigureOut">
              <a:rPr lang="en-US" smtClean="0"/>
              <a:t>7/3/23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78AD8-FED5-48DE-A0AC-F1324E827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182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B0474-4D8E-428F-9D0A-3E6905E8C79F}" type="datetimeFigureOut">
              <a:rPr lang="en-US" smtClean="0"/>
              <a:t>7/3/23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78AD8-FED5-48DE-A0AC-F1324E827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319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B0474-4D8E-428F-9D0A-3E6905E8C79F}" type="datetimeFigureOut">
              <a:rPr lang="en-US" smtClean="0"/>
              <a:t>7/3/23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78AD8-FED5-48DE-A0AC-F1324E827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468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B0474-4D8E-428F-9D0A-3E6905E8C79F}" type="datetimeFigureOut">
              <a:rPr lang="en-US" smtClean="0"/>
              <a:t>7/3/23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78AD8-FED5-48DE-A0AC-F1324E827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656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4B0474-4D8E-428F-9D0A-3E6905E8C79F}" type="datetimeFigureOut">
              <a:rPr lang="en-US" smtClean="0"/>
              <a:t>7/3/23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178AD8-FED5-48DE-A0AC-F1324E827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498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CONSTRUCTOR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constructor is a special member function whose task is to initialize the objects of its class.</a:t>
            </a:r>
          </a:p>
          <a:p>
            <a:r>
              <a:rPr lang="en-US" dirty="0"/>
              <a:t>It is special because its name is the same as the class name.</a:t>
            </a:r>
          </a:p>
          <a:p>
            <a:r>
              <a:rPr lang="en-US" dirty="0"/>
              <a:t>The constructor is invoked whenever an object of its associated class is created. </a:t>
            </a:r>
          </a:p>
          <a:p>
            <a:r>
              <a:rPr lang="en-US" dirty="0"/>
              <a:t>A constructor that accept no parameter is called the default constructor. </a:t>
            </a:r>
          </a:p>
        </p:txBody>
      </p:sp>
    </p:spTree>
    <p:extLst>
      <p:ext uri="{BB962C8B-B14F-4D97-AF65-F5344CB8AC3E}">
        <p14:creationId xmlns:p14="http://schemas.microsoft.com/office/powerpoint/2010/main" val="3495973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525963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A constructor is declared and defined as follows:</a:t>
            </a:r>
          </a:p>
          <a:p>
            <a:pPr marL="0" indent="0">
              <a:buNone/>
            </a:pPr>
            <a:r>
              <a:rPr lang="en-US" dirty="0"/>
              <a:t>   class A</a:t>
            </a:r>
          </a:p>
          <a:p>
            <a:pPr marL="0" indent="0">
              <a:buNone/>
            </a:pP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   -</a:t>
            </a:r>
          </a:p>
          <a:p>
            <a:pPr marL="0" indent="0">
              <a:buNone/>
            </a:pPr>
            <a:r>
              <a:rPr lang="en-US" dirty="0"/>
              <a:t>    A(parameter </a:t>
            </a:r>
            <a:r>
              <a:rPr lang="en-US"/>
              <a:t>list) </a:t>
            </a:r>
            <a:r>
              <a:rPr lang="en-US" dirty="0"/>
              <a:t>// constructor declared</a:t>
            </a:r>
          </a:p>
          <a:p>
            <a:pPr marL="0" indent="0">
              <a:buNone/>
            </a:pPr>
            <a:r>
              <a:rPr lang="en-US" dirty="0"/>
              <a:t>    -</a:t>
            </a:r>
          </a:p>
          <a:p>
            <a:pPr marL="0" indent="0">
              <a:buNone/>
            </a:pPr>
            <a:r>
              <a:rPr lang="en-US" dirty="0"/>
              <a:t>};</a:t>
            </a:r>
          </a:p>
          <a:p>
            <a:pPr marL="0" indent="0">
              <a:buNone/>
            </a:pPr>
            <a:r>
              <a:rPr lang="en-US" dirty="0"/>
              <a:t>A:: A(parameter list)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-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12668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1" y="1676400"/>
            <a:ext cx="42672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6324600"/>
            <a:ext cx="2590800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1255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The constructor functions have some characteristics:-</a:t>
            </a:r>
          </a:p>
          <a:p>
            <a:r>
              <a:rPr lang="en-US" dirty="0"/>
              <a:t>They should be declared in the public section .</a:t>
            </a:r>
          </a:p>
          <a:p>
            <a:r>
              <a:rPr lang="en-US" dirty="0"/>
              <a:t>They are invoked automatically when the objects are created.</a:t>
            </a:r>
          </a:p>
          <a:p>
            <a:r>
              <a:rPr lang="en-US" dirty="0"/>
              <a:t>They don't have return types, not even void and therefore they cannot return values.</a:t>
            </a:r>
          </a:p>
          <a:p>
            <a:r>
              <a:rPr lang="en-US" dirty="0"/>
              <a:t>They cannot be inherited , though a derived class can call the base class constructor . </a:t>
            </a:r>
          </a:p>
          <a:p>
            <a:r>
              <a:rPr lang="en-US" dirty="0"/>
              <a:t>Like other C++ function , they can have default arguments,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4520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of default constructor: 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524000"/>
            <a:ext cx="24384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Connector 4"/>
          <p:cNvCxnSpPr/>
          <p:nvPr/>
        </p:nvCxnSpPr>
        <p:spPr>
          <a:xfrm>
            <a:off x="2895600" y="1447800"/>
            <a:ext cx="0" cy="5334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1485900"/>
            <a:ext cx="1914525" cy="270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Straight Connector 6"/>
          <p:cNvCxnSpPr/>
          <p:nvPr/>
        </p:nvCxnSpPr>
        <p:spPr>
          <a:xfrm>
            <a:off x="5029200" y="1447800"/>
            <a:ext cx="0" cy="5410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1485900"/>
            <a:ext cx="1676400" cy="135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3295650"/>
            <a:ext cx="2743200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323991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PARAMETERIZED CONSTRUCTOR</a:t>
            </a:r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1" y="1676400"/>
            <a:ext cx="2971800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Connector 4"/>
          <p:cNvCxnSpPr/>
          <p:nvPr/>
        </p:nvCxnSpPr>
        <p:spPr>
          <a:xfrm>
            <a:off x="3200400" y="1600200"/>
            <a:ext cx="76200" cy="5181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5175" y="1657350"/>
            <a:ext cx="2105025" cy="230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Straight Connector 6"/>
          <p:cNvCxnSpPr/>
          <p:nvPr/>
        </p:nvCxnSpPr>
        <p:spPr>
          <a:xfrm>
            <a:off x="5486400" y="1600200"/>
            <a:ext cx="0" cy="5181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1600200"/>
            <a:ext cx="3124200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5963" y="4038600"/>
            <a:ext cx="2967037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26400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Copy CONSTRUCTOR</a:t>
            </a:r>
            <a:br>
              <a:rPr lang="en-US" dirty="0"/>
            </a:br>
            <a:r>
              <a:rPr lang="en-US" sz="2000" dirty="0"/>
              <a:t>A copy constructor is used to declare and initialize an object from another object.</a:t>
            </a:r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1" y="1600200"/>
            <a:ext cx="2514600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Connector 4"/>
          <p:cNvCxnSpPr/>
          <p:nvPr/>
        </p:nvCxnSpPr>
        <p:spPr>
          <a:xfrm>
            <a:off x="2667000" y="1600200"/>
            <a:ext cx="76200" cy="4191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250" y="1600200"/>
            <a:ext cx="3124200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Straight Connector 6"/>
          <p:cNvCxnSpPr/>
          <p:nvPr/>
        </p:nvCxnSpPr>
        <p:spPr>
          <a:xfrm>
            <a:off x="6019800" y="1600200"/>
            <a:ext cx="0" cy="4343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1600200"/>
            <a:ext cx="2590800" cy="209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8875" y="4114800"/>
            <a:ext cx="2447925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726146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OVERLOADED CONSTRUCTOR </a:t>
            </a:r>
            <a:endParaRPr lang="en-US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600200"/>
            <a:ext cx="1981200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Connector 4"/>
          <p:cNvCxnSpPr/>
          <p:nvPr/>
        </p:nvCxnSpPr>
        <p:spPr>
          <a:xfrm>
            <a:off x="2362200" y="1524000"/>
            <a:ext cx="0" cy="5334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1" y="1562100"/>
            <a:ext cx="2819400" cy="300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Straight Connector 6"/>
          <p:cNvCxnSpPr/>
          <p:nvPr/>
        </p:nvCxnSpPr>
        <p:spPr>
          <a:xfrm>
            <a:off x="5334000" y="1562100"/>
            <a:ext cx="0" cy="52959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1533525"/>
            <a:ext cx="2457450" cy="288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4419600"/>
            <a:ext cx="1838325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851014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DESTRUCTOR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destructor, as the name implies is used to destroy the objects that have been created by a constructor. </a:t>
            </a:r>
          </a:p>
          <a:p>
            <a:r>
              <a:rPr lang="en-US" dirty="0"/>
              <a:t>Like a constructor, the destructor is a member function whose name is the same as the class name but is preceded by a tilde.</a:t>
            </a:r>
          </a:p>
          <a:p>
            <a:r>
              <a:rPr lang="en-US" dirty="0"/>
              <a:t>A destructor never takes any argument nor does it return any value. 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661423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Ex.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676400"/>
            <a:ext cx="2209800" cy="200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Connector 4"/>
          <p:cNvCxnSpPr/>
          <p:nvPr/>
        </p:nvCxnSpPr>
        <p:spPr>
          <a:xfrm>
            <a:off x="2819400" y="1600200"/>
            <a:ext cx="0" cy="4495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7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1600200"/>
            <a:ext cx="2962275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Straight Connector 6"/>
          <p:cNvCxnSpPr/>
          <p:nvPr/>
        </p:nvCxnSpPr>
        <p:spPr>
          <a:xfrm>
            <a:off x="5867400" y="1600200"/>
            <a:ext cx="0" cy="4572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1752600"/>
            <a:ext cx="2438400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954198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998</TotalTime>
  <Words>261</Words>
  <Application>Microsoft Macintosh PowerPoint</Application>
  <PresentationFormat>On-screen Show (4:3)</PresentationFormat>
  <Paragraphs>34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CONSTRUCTOR</vt:lpstr>
      <vt:lpstr>PowerPoint Presentation</vt:lpstr>
      <vt:lpstr>example</vt:lpstr>
      <vt:lpstr>PowerPoint Presentation</vt:lpstr>
      <vt:lpstr>Example of default constructor: </vt:lpstr>
      <vt:lpstr>PARAMETERIZED CONSTRUCTOR</vt:lpstr>
      <vt:lpstr>Copy CONSTRUCTOR A copy constructor is used to declare and initialize an object from another object.</vt:lpstr>
      <vt:lpstr>OVERLOADED CONSTRUCTOR </vt:lpstr>
      <vt:lpstr>DESTRUCTOR </vt:lpstr>
      <vt:lpstr>Ex.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CONSTRUCTOR</dc:title>
  <dc:creator>Admin</dc:creator>
  <cp:lastModifiedBy>Apoorva Karnwal</cp:lastModifiedBy>
  <cp:revision>23</cp:revision>
  <dcterms:created xsi:type="dcterms:W3CDTF">2021-04-15T08:31:10Z</dcterms:created>
  <dcterms:modified xsi:type="dcterms:W3CDTF">2023-07-03T16:29:18Z</dcterms:modified>
</cp:coreProperties>
</file>