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1" r:id="rId3"/>
    <p:sldId id="263" r:id="rId4"/>
    <p:sldId id="300" r:id="rId5"/>
    <p:sldId id="298" r:id="rId6"/>
    <p:sldId id="299" r:id="rId7"/>
    <p:sldId id="301" r:id="rId8"/>
    <p:sldId id="316" r:id="rId9"/>
    <p:sldId id="303" r:id="rId10"/>
    <p:sldId id="318" r:id="rId11"/>
    <p:sldId id="317" r:id="rId12"/>
    <p:sldId id="305" r:id="rId13"/>
    <p:sldId id="319" r:id="rId14"/>
    <p:sldId id="320" r:id="rId15"/>
    <p:sldId id="304" r:id="rId16"/>
    <p:sldId id="321" r:id="rId17"/>
    <p:sldId id="32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C03CFD-3C1A-41A3-81CC-68CCBF584AAF}" type="datetimeFigureOut">
              <a:rPr lang="en-US" smtClean="0"/>
              <a:pPr/>
              <a:t>3/8/2021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4A91B-9C55-46DE-BC52-8F918EDF28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0791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E33-0294-4AEA-8B64-63B084E368B9}" type="datetimeFigureOut">
              <a:rPr lang="en-US" smtClean="0"/>
              <a:pPr/>
              <a:t>3/8/2021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5E7E-EC26-45B8-88F1-B365ECAFA94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E33-0294-4AEA-8B64-63B084E368B9}" type="datetimeFigureOut">
              <a:rPr lang="en-US" smtClean="0"/>
              <a:pPr/>
              <a:t>3/8/2021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5E7E-EC26-45B8-88F1-B365ECAFA94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E33-0294-4AEA-8B64-63B084E368B9}" type="datetimeFigureOut">
              <a:rPr lang="en-US" smtClean="0"/>
              <a:pPr/>
              <a:t>3/8/2021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5E7E-EC26-45B8-88F1-B365ECAFA94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E33-0294-4AEA-8B64-63B084E368B9}" type="datetimeFigureOut">
              <a:rPr lang="en-US" smtClean="0"/>
              <a:pPr/>
              <a:t>3/8/2021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5E7E-EC26-45B8-88F1-B365ECAFA94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E33-0294-4AEA-8B64-63B084E368B9}" type="datetimeFigureOut">
              <a:rPr lang="en-US" smtClean="0"/>
              <a:pPr/>
              <a:t>3/8/2021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5E7E-EC26-45B8-88F1-B365ECAFA94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E33-0294-4AEA-8B64-63B084E368B9}" type="datetimeFigureOut">
              <a:rPr lang="en-US" smtClean="0"/>
              <a:pPr/>
              <a:t>3/8/2021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5E7E-EC26-45B8-88F1-B365ECAFA94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E33-0294-4AEA-8B64-63B084E368B9}" type="datetimeFigureOut">
              <a:rPr lang="en-US" smtClean="0"/>
              <a:pPr/>
              <a:t>3/8/2021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5E7E-EC26-45B8-88F1-B365ECAFA94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E33-0294-4AEA-8B64-63B084E368B9}" type="datetimeFigureOut">
              <a:rPr lang="en-US" smtClean="0"/>
              <a:pPr/>
              <a:t>3/8/2021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5E7E-EC26-45B8-88F1-B365ECAFA94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E33-0294-4AEA-8B64-63B084E368B9}" type="datetimeFigureOut">
              <a:rPr lang="en-US" smtClean="0"/>
              <a:pPr/>
              <a:t>3/8/2021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5E7E-EC26-45B8-88F1-B365ECAFA94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E33-0294-4AEA-8B64-63B084E368B9}" type="datetimeFigureOut">
              <a:rPr lang="en-US" smtClean="0"/>
              <a:pPr/>
              <a:t>3/8/2021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5E7E-EC26-45B8-88F1-B365ECAFA94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E33-0294-4AEA-8B64-63B084E368B9}" type="datetimeFigureOut">
              <a:rPr lang="en-US" smtClean="0"/>
              <a:pPr/>
              <a:t>3/8/2021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5E7E-EC26-45B8-88F1-B365ECAFA94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F7E33-0294-4AEA-8B64-63B084E368B9}" type="datetimeFigureOut">
              <a:rPr lang="en-US" smtClean="0"/>
              <a:pPr/>
              <a:t>3/8/2021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A5E7E-EC26-45B8-88F1-B365ECAFA947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Arrays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60324"/>
            <a:ext cx="8229600" cy="796908"/>
          </a:xfrm>
        </p:spPr>
        <p:txBody>
          <a:bodyPr/>
          <a:lstStyle/>
          <a:p>
            <a:r>
              <a:rPr lang="en-GB" dirty="0" smtClean="0"/>
              <a:t>Arrays in C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928670"/>
            <a:ext cx="8229600" cy="4214842"/>
          </a:xfrm>
        </p:spPr>
        <p:txBody>
          <a:bodyPr>
            <a:normAutofit/>
          </a:bodyPr>
          <a:lstStyle/>
          <a:p>
            <a:r>
              <a:rPr lang="en-GB" dirty="0" smtClean="0"/>
              <a:t> </a:t>
            </a:r>
            <a:r>
              <a:rPr lang="en-US" dirty="0" smtClean="0"/>
              <a:t>An </a:t>
            </a:r>
            <a:r>
              <a:rPr lang="en-US" dirty="0"/>
              <a:t>array is a variable that can store multiple values.</a:t>
            </a:r>
            <a:endParaRPr lang="en-GB" dirty="0" smtClean="0"/>
          </a:p>
          <a:p>
            <a:r>
              <a:rPr lang="en-GB" dirty="0" smtClean="0"/>
              <a:t>Array indices start with zero</a:t>
            </a:r>
          </a:p>
          <a:p>
            <a:r>
              <a:rPr lang="en-US" dirty="0"/>
              <a:t>All arrays consist of contiguous memory locations. The lowest address corresponds to the first element and the highest address to the last element.</a:t>
            </a:r>
            <a:endParaRPr lang="en-GB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797152"/>
            <a:ext cx="7488832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60324"/>
            <a:ext cx="8229600" cy="796908"/>
          </a:xfrm>
        </p:spPr>
        <p:txBody>
          <a:bodyPr/>
          <a:lstStyle/>
          <a:p>
            <a:r>
              <a:rPr lang="en-GB" dirty="0" smtClean="0"/>
              <a:t>Declaration of Arrays in C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28670"/>
            <a:ext cx="8712968" cy="3857652"/>
          </a:xfrm>
        </p:spPr>
        <p:txBody>
          <a:bodyPr>
            <a:normAutofit fontScale="92500"/>
          </a:bodyPr>
          <a:lstStyle/>
          <a:p>
            <a:r>
              <a:rPr lang="en-GB" dirty="0" smtClean="0"/>
              <a:t>type </a:t>
            </a:r>
            <a:r>
              <a:rPr lang="en-GB" dirty="0" err="1" smtClean="0"/>
              <a:t>arrayName</a:t>
            </a:r>
            <a:r>
              <a:rPr lang="en-GB" dirty="0" smtClean="0"/>
              <a:t> [ </a:t>
            </a:r>
            <a:r>
              <a:rPr lang="en-GB" dirty="0" err="1" smtClean="0"/>
              <a:t>arraySize</a:t>
            </a:r>
            <a:r>
              <a:rPr lang="en-GB" dirty="0" smtClean="0"/>
              <a:t> ];</a:t>
            </a:r>
          </a:p>
          <a:p>
            <a:r>
              <a:rPr lang="en-GB" dirty="0" smtClean="0"/>
              <a:t>Ex. double balance[10];</a:t>
            </a:r>
          </a:p>
          <a:p>
            <a:pPr>
              <a:buNone/>
            </a:pPr>
            <a:endParaRPr lang="en-GB" sz="1600" dirty="0" smtClean="0"/>
          </a:p>
          <a:p>
            <a:pPr>
              <a:buNone/>
            </a:pPr>
            <a:r>
              <a:rPr lang="en-GB" b="1" dirty="0" smtClean="0"/>
              <a:t>Initializing Arrays</a:t>
            </a:r>
          </a:p>
          <a:p>
            <a:pPr>
              <a:buNone/>
            </a:pPr>
            <a:r>
              <a:rPr lang="fr-FR" dirty="0" smtClean="0"/>
              <a:t>double x[] = {16.0, 12.0, 6.0, </a:t>
            </a:r>
            <a:r>
              <a:rPr lang="fr-FR" dirty="0"/>
              <a:t>8</a:t>
            </a:r>
            <a:r>
              <a:rPr lang="fr-FR" dirty="0" smtClean="0"/>
              <a:t>.0, 2.5,12.0,14.0,-54.5};</a:t>
            </a:r>
          </a:p>
          <a:p>
            <a:pPr algn="ctr">
              <a:buNone/>
            </a:pPr>
            <a:r>
              <a:rPr lang="fr-FR" dirty="0" smtClean="0"/>
              <a:t>(or)</a:t>
            </a:r>
          </a:p>
          <a:p>
            <a:pPr>
              <a:buNone/>
            </a:pPr>
            <a:r>
              <a:rPr lang="fr-FR" dirty="0" smtClean="0"/>
              <a:t>double x[8] = </a:t>
            </a:r>
            <a:r>
              <a:rPr lang="fr-FR" dirty="0"/>
              <a:t>{16.0, 12.0, 6.0, </a:t>
            </a:r>
            <a:r>
              <a:rPr lang="fr-FR" dirty="0" smtClean="0"/>
              <a:t>8.0,2.5,12.0,14.0</a:t>
            </a:r>
            <a:r>
              <a:rPr lang="fr-FR" dirty="0"/>
              <a:t>,-54.5};</a:t>
            </a:r>
          </a:p>
          <a:p>
            <a:pPr>
              <a:buNone/>
            </a:pP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7544" y="5000635"/>
            <a:ext cx="8280920" cy="1164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 array elements from user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700808"/>
            <a:ext cx="4320480" cy="280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9035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Accessing Array Elements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 elements are accessed by using an integer index. Array index starts with 0 and goes till size of array minus 1. </a:t>
            </a:r>
            <a:endParaRPr lang="en-US" dirty="0" smtClean="0"/>
          </a:p>
          <a:p>
            <a:r>
              <a:rPr lang="en-US" dirty="0"/>
              <a:t>There is no index out of bounds checking in C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861048"/>
            <a:ext cx="7200800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8226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a Program </a:t>
            </a:r>
            <a:r>
              <a:rPr lang="en-US" dirty="0"/>
              <a:t>to find the average of n numbers using </a:t>
            </a:r>
            <a:r>
              <a:rPr lang="en-US" dirty="0" smtClean="0"/>
              <a:t>arrays.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77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Multidimensional Arrays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 programming, you can create an array of arrays. These arrays are known as multidimensional arrays</a:t>
            </a:r>
            <a:r>
              <a:rPr lang="en-US" dirty="0" smtClean="0"/>
              <a:t>.</a:t>
            </a:r>
          </a:p>
          <a:p>
            <a:r>
              <a:rPr lang="en-US" dirty="0" smtClean="0"/>
              <a:t>Ex. </a:t>
            </a:r>
            <a:r>
              <a:rPr lang="en-US" dirty="0"/>
              <a:t>float x[3][4</a:t>
            </a:r>
            <a:r>
              <a:rPr lang="en-US" dirty="0" smtClean="0"/>
              <a:t>];</a:t>
            </a:r>
          </a:p>
          <a:p>
            <a:r>
              <a:rPr lang="en-US" dirty="0"/>
              <a:t>Similarly, we can declare a three-dimensional (3d) array.</a:t>
            </a:r>
          </a:p>
          <a:p>
            <a:r>
              <a:rPr lang="en-US" dirty="0"/>
              <a:t>Ex. float y[2][4][3];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467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Declaration of 2-D 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– dimensional array as an array of one – dimensional </a:t>
            </a:r>
            <a:r>
              <a:rPr lang="en-US" dirty="0" smtClean="0"/>
              <a:t>array.</a:t>
            </a:r>
          </a:p>
          <a:p>
            <a:r>
              <a:rPr lang="en-US" dirty="0" smtClean="0"/>
              <a:t>Syntax: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Ex. </a:t>
            </a:r>
            <a:r>
              <a:rPr lang="en-US" dirty="0" err="1" smtClean="0"/>
              <a:t>int</a:t>
            </a:r>
            <a:r>
              <a:rPr lang="en-US" dirty="0" smtClean="0"/>
              <a:t> item[3][4], float matrix[4][5]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7103" y="3356992"/>
            <a:ext cx="4104456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2670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Initialization of a 2d array</a:t>
            </a:r>
            <a:br>
              <a:rPr lang="en-US" b="1" dirty="0"/>
            </a:b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077072"/>
            <a:ext cx="5976664" cy="216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124744"/>
            <a:ext cx="6336704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460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conceptual representation of 2-D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988840"/>
            <a:ext cx="3105150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861048"/>
            <a:ext cx="8784976" cy="2606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3503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412776"/>
            <a:ext cx="5688632" cy="4536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1228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Write a c program to calculate Sum </a:t>
            </a:r>
            <a:r>
              <a:rPr lang="en-US" b="1" dirty="0"/>
              <a:t>of two matrices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28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3-D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3D array is essentially an array of arrays of arrays: it's an array or collection of 2D arrays, and a 2D array is an array of 1D array</a:t>
            </a:r>
            <a:r>
              <a:rPr lang="en-US" dirty="0" smtClean="0"/>
              <a:t>.</a:t>
            </a:r>
          </a:p>
          <a:p>
            <a:r>
              <a:rPr lang="en-US" dirty="0" smtClean="0"/>
              <a:t>Syntax:</a:t>
            </a:r>
          </a:p>
          <a:p>
            <a:pPr marL="0" indent="0">
              <a:buNone/>
            </a:pPr>
            <a:r>
              <a:rPr lang="en-US" dirty="0" smtClean="0"/>
              <a:t>                </a:t>
            </a:r>
            <a:r>
              <a:rPr lang="en-US" dirty="0" err="1" smtClean="0"/>
              <a:t>int</a:t>
            </a:r>
            <a:r>
              <a:rPr lang="en-US" dirty="0" smtClean="0"/>
              <a:t> x[2][3][3]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575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Conceptual view</a:t>
            </a:r>
            <a:br>
              <a:rPr lang="en-US" dirty="0" smtClean="0"/>
            </a:br>
            <a:r>
              <a:rPr lang="en-US" dirty="0" err="1" smtClean="0"/>
              <a:t>int</a:t>
            </a:r>
            <a:r>
              <a:rPr lang="en-US" dirty="0" smtClean="0"/>
              <a:t> a[3][3][3]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" y="1628801"/>
            <a:ext cx="6953250" cy="3991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4073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Initialization of a 3d array</a:t>
            </a:r>
            <a:br>
              <a:rPr lang="en-US" b="1" dirty="0"/>
            </a:b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844824"/>
            <a:ext cx="6336704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0070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76672"/>
            <a:ext cx="8424936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6368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30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1364</TotalTime>
  <Words>256</Words>
  <Application>Microsoft Office PowerPoint</Application>
  <PresentationFormat>On-screen Show (4:3)</PresentationFormat>
  <Paragraphs>41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Arrays</vt:lpstr>
      <vt:lpstr>Arrays in C</vt:lpstr>
      <vt:lpstr>Declaration of Arrays in C</vt:lpstr>
      <vt:lpstr>Read array elements from user</vt:lpstr>
      <vt:lpstr>Accessing Array Elements </vt:lpstr>
      <vt:lpstr>Examples</vt:lpstr>
      <vt:lpstr>Multidimensional Arrays </vt:lpstr>
      <vt:lpstr>Declaration of 2-D array</vt:lpstr>
      <vt:lpstr>Initialization of a 2d array </vt:lpstr>
      <vt:lpstr>A conceptual representation of 2-D</vt:lpstr>
      <vt:lpstr>example</vt:lpstr>
      <vt:lpstr>Example</vt:lpstr>
      <vt:lpstr>3-D Array</vt:lpstr>
      <vt:lpstr>Conceptual view int a[3][3][3]</vt:lpstr>
      <vt:lpstr>Initialization of a 3d array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Admin</cp:lastModifiedBy>
  <cp:revision>222</cp:revision>
  <dcterms:created xsi:type="dcterms:W3CDTF">2016-01-12T05:48:54Z</dcterms:created>
  <dcterms:modified xsi:type="dcterms:W3CDTF">2021-03-08T11:49:31Z</dcterms:modified>
</cp:coreProperties>
</file>