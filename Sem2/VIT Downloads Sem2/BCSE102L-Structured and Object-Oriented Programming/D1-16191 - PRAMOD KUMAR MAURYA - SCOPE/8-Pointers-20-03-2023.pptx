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7" r:id="rId2"/>
    <p:sldId id="318" r:id="rId3"/>
    <p:sldId id="319" r:id="rId4"/>
    <p:sldId id="323" r:id="rId5"/>
    <p:sldId id="320" r:id="rId6"/>
    <p:sldId id="321" r:id="rId7"/>
    <p:sldId id="322" r:id="rId8"/>
    <p:sldId id="324" r:id="rId9"/>
    <p:sldId id="325" r:id="rId10"/>
    <p:sldId id="326" r:id="rId11"/>
    <p:sldId id="341" r:id="rId12"/>
    <p:sldId id="334" r:id="rId13"/>
    <p:sldId id="332" r:id="rId14"/>
    <p:sldId id="333" r:id="rId15"/>
    <p:sldId id="335" r:id="rId16"/>
    <p:sldId id="337" r:id="rId17"/>
    <p:sldId id="338" r:id="rId18"/>
    <p:sldId id="339" r:id="rId19"/>
    <p:sldId id="34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/>
    <p:restoredTop sz="94694"/>
  </p:normalViewPr>
  <p:slideViewPr>
    <p:cSldViewPr>
      <p:cViewPr varScale="1">
        <p:scale>
          <a:sx n="109" d="100"/>
          <a:sy n="109" d="100"/>
        </p:scale>
        <p:origin x="192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03CFD-3C1A-41A3-81CC-68CCBF584AAF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4A91B-9C55-46DE-BC52-8F918EDF28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79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7E33-0294-4AEA-8B64-63B084E368B9}" type="datetimeFigureOut">
              <a:rPr lang="en-US" smtClean="0"/>
              <a:pPr/>
              <a:t>7/2/23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cprogramming/c_pointer_arithmetic.ht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</a:t>
            </a:r>
            <a:r>
              <a:rPr lang="en-IN" b="1" dirty="0"/>
              <a:t>pointer</a:t>
            </a:r>
            <a:r>
              <a:rPr lang="en-IN" dirty="0"/>
              <a:t> is a variable whose value is the address of another variable, i.e., direct address of the memory location.</a:t>
            </a:r>
          </a:p>
          <a:p>
            <a:r>
              <a:rPr lang="en-IN" dirty="0"/>
              <a:t>The general form of a pointer variable declaration is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                    type *</a:t>
            </a:r>
            <a:r>
              <a:rPr lang="en-IN" dirty="0" err="1"/>
              <a:t>var</a:t>
            </a:r>
            <a:r>
              <a:rPr lang="en-IN" dirty="0"/>
              <a:t>-name;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Ex. </a:t>
            </a:r>
            <a:r>
              <a:rPr lang="en-IN" dirty="0" err="1"/>
              <a:t>int</a:t>
            </a:r>
            <a:r>
              <a:rPr lang="en-IN" dirty="0"/>
              <a:t>    *</a:t>
            </a:r>
            <a:r>
              <a:rPr lang="en-IN" dirty="0" err="1"/>
              <a:t>ip</a:t>
            </a:r>
            <a:r>
              <a:rPr lang="en-IN" dirty="0"/>
              <a:t>;    /* pointer to an integer */</a:t>
            </a:r>
            <a:endParaRPr lang="en-US" dirty="0"/>
          </a:p>
          <a:p>
            <a:r>
              <a:rPr lang="en-IN" dirty="0"/>
              <a:t>double *</a:t>
            </a:r>
            <a:r>
              <a:rPr lang="en-IN" dirty="0" err="1"/>
              <a:t>dp</a:t>
            </a:r>
            <a:r>
              <a:rPr lang="en-IN" dirty="0"/>
              <a:t>;    /* pointer to a double */</a:t>
            </a:r>
            <a:endParaRPr lang="en-US" dirty="0"/>
          </a:p>
          <a:p>
            <a:r>
              <a:rPr lang="en-IN" dirty="0"/>
              <a:t>float  *</a:t>
            </a:r>
            <a:r>
              <a:rPr lang="en-IN" dirty="0" err="1"/>
              <a:t>fp</a:t>
            </a:r>
            <a:r>
              <a:rPr lang="en-IN" dirty="0"/>
              <a:t>;    /* pointer to a float */</a:t>
            </a:r>
            <a:endParaRPr lang="en-US" dirty="0"/>
          </a:p>
          <a:p>
            <a:r>
              <a:rPr lang="en-IN" dirty="0"/>
              <a:t>char   *</a:t>
            </a:r>
            <a:r>
              <a:rPr lang="en-IN" dirty="0" err="1"/>
              <a:t>ch</a:t>
            </a:r>
            <a:r>
              <a:rPr lang="en-IN" dirty="0"/>
              <a:t>     /* pointer to a character */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82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How to Use Pointers?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(a)</a:t>
            </a:r>
            <a:r>
              <a:rPr lang="en-IN" dirty="0"/>
              <a:t> We define a pointer variable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(b)</a:t>
            </a:r>
            <a:r>
              <a:rPr lang="en-IN" dirty="0"/>
              <a:t> assign the address of a variable to a pointer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(c)</a:t>
            </a:r>
            <a:r>
              <a:rPr lang="en-IN" dirty="0"/>
              <a:t> finally access the value at the address available in the pointer variable.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61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511256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 err="1"/>
              <a:t>int</a:t>
            </a:r>
            <a:r>
              <a:rPr lang="en-IN" dirty="0"/>
              <a:t> main () {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 </a:t>
            </a:r>
            <a:r>
              <a:rPr lang="en-IN" dirty="0" err="1"/>
              <a:t>var</a:t>
            </a:r>
            <a:r>
              <a:rPr lang="en-IN" dirty="0"/>
              <a:t> = 20;   /* actual variable declaration */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 *</a:t>
            </a:r>
            <a:r>
              <a:rPr lang="en-IN" dirty="0" err="1"/>
              <a:t>ip</a:t>
            </a:r>
            <a:r>
              <a:rPr lang="en-IN" dirty="0"/>
              <a:t>;        /* pointer variable declaration */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ip</a:t>
            </a:r>
            <a:r>
              <a:rPr lang="en-IN" dirty="0"/>
              <a:t> = &amp;</a:t>
            </a:r>
            <a:r>
              <a:rPr lang="en-IN" dirty="0" err="1"/>
              <a:t>var</a:t>
            </a:r>
            <a:r>
              <a:rPr lang="en-IN" dirty="0"/>
              <a:t>;  /* store address of </a:t>
            </a:r>
            <a:r>
              <a:rPr lang="en-IN" dirty="0" err="1"/>
              <a:t>var</a:t>
            </a:r>
            <a:r>
              <a:rPr lang="en-IN" dirty="0"/>
              <a:t> in pointer variable*/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("Address of </a:t>
            </a:r>
            <a:r>
              <a:rPr lang="en-IN" dirty="0" err="1"/>
              <a:t>var</a:t>
            </a:r>
            <a:r>
              <a:rPr lang="en-IN" dirty="0"/>
              <a:t> variable: %x\n", &amp;</a:t>
            </a:r>
            <a:r>
              <a:rPr lang="en-IN" dirty="0" err="1"/>
              <a:t>var</a:t>
            </a:r>
            <a:r>
              <a:rPr lang="en-IN" dirty="0"/>
              <a:t>  );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/* address stored in pointer variable */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("Address stored in </a:t>
            </a:r>
            <a:r>
              <a:rPr lang="en-IN" dirty="0" err="1"/>
              <a:t>ip</a:t>
            </a:r>
            <a:r>
              <a:rPr lang="en-IN" dirty="0"/>
              <a:t> variable: %x\n", </a:t>
            </a:r>
            <a:r>
              <a:rPr lang="en-IN" dirty="0" err="1"/>
              <a:t>ip</a:t>
            </a:r>
            <a:r>
              <a:rPr lang="en-IN" dirty="0"/>
              <a:t> );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/* access the value using the pointer */</a:t>
            </a:r>
            <a:endParaRPr lang="en-US" dirty="0"/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("Value of *</a:t>
            </a:r>
            <a:r>
              <a:rPr lang="en-IN" dirty="0" err="1"/>
              <a:t>ip</a:t>
            </a:r>
            <a:r>
              <a:rPr lang="en-IN" dirty="0"/>
              <a:t> variable: %d\n", *</a:t>
            </a:r>
            <a:r>
              <a:rPr lang="en-IN" dirty="0" err="1"/>
              <a:t>ip</a:t>
            </a:r>
            <a:r>
              <a:rPr lang="en-IN" dirty="0"/>
              <a:t> );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dirty="0"/>
              <a:t>   return 0;</a:t>
            </a:r>
            <a:endParaRPr lang="en-US" dirty="0"/>
          </a:p>
          <a:p>
            <a:r>
              <a:rPr lang="en-IN" dirty="0"/>
              <a:t>}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013176"/>
            <a:ext cx="561662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920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Concept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4"/>
            <a:ext cx="655272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331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NULL Pointers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always a good practice to assign a NULL value to a pointer variable in case you do not have an exact address to be assigned. This is done at the time of variable declaration. A pointer that is assigned NULL is called a </a:t>
            </a:r>
            <a:r>
              <a:rPr lang="en-IN" b="1" dirty="0"/>
              <a:t>null</a:t>
            </a:r>
            <a:r>
              <a:rPr lang="en-IN" dirty="0"/>
              <a:t> pointer.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78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525658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869160"/>
            <a:ext cx="5372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6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hlinkClick r:id="rId2"/>
              </a:rPr>
              <a:t>Pointer arithmetic</a:t>
            </a:r>
            <a:r>
              <a:rPr lang="en-IN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four arithmetic operators that can be used in pointers: ++, --, +,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4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332656"/>
            <a:ext cx="4248471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24744"/>
            <a:ext cx="3744416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081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Pointer Comparisons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Pointers may be compared by using relational operators, such as ==, &lt;, and &gt;. If p1 and p2 point to variables that are related to each other, such as elements of the same array, then p1 and p2 can be meaningfully compared.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6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417646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620688"/>
            <a:ext cx="4104457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87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AEC8-F64D-42D3-A059-5C5E7CA2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and Array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3D061-DDC3-4B6D-8AA2-E6A6F327C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8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3235-20CB-48AB-B2B8-0A5428CD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Pointer and array</a:t>
            </a:r>
            <a:br>
              <a:rPr lang="en-US" dirty="0"/>
            </a:br>
            <a:r>
              <a:rPr lang="en-US" dirty="0"/>
              <a:t>(1-D array)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9DF9D9-5004-4590-9DB3-E01B2A89E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44825"/>
            <a:ext cx="822960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03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and 2-D array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56792"/>
            <a:ext cx="6381750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293096"/>
            <a:ext cx="61817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4338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 *</a:t>
            </a:r>
            <a:r>
              <a:rPr lang="en-US" dirty="0" err="1"/>
              <a:t>ptr</a:t>
            </a:r>
            <a:r>
              <a:rPr lang="en-US" dirty="0"/>
              <a:t>=&amp;</a:t>
            </a:r>
            <a:r>
              <a:rPr lang="en-US" dirty="0" err="1"/>
              <a:t>arr</a:t>
            </a:r>
            <a:r>
              <a:rPr lang="en-US" dirty="0"/>
              <a:t>[0][0]</a:t>
            </a:r>
          </a:p>
          <a:p>
            <a:pPr marL="0" indent="0">
              <a:buNone/>
            </a:pPr>
            <a:r>
              <a:rPr lang="en-US" dirty="0"/>
              <a:t>   To access </a:t>
            </a:r>
            <a:r>
              <a:rPr lang="en-US" dirty="0" err="1"/>
              <a:t>jth</a:t>
            </a:r>
            <a:r>
              <a:rPr lang="en-US" dirty="0"/>
              <a:t> element of </a:t>
            </a:r>
            <a:r>
              <a:rPr lang="en-US" dirty="0" err="1"/>
              <a:t>ith</a:t>
            </a:r>
            <a:r>
              <a:rPr lang="en-US" dirty="0"/>
              <a:t> row-&gt;*(</a:t>
            </a:r>
            <a:r>
              <a:rPr lang="en-US" dirty="0" err="1"/>
              <a:t>ptr+no</a:t>
            </a:r>
            <a:r>
              <a:rPr lang="en-US" dirty="0"/>
              <a:t>. of column*</a:t>
            </a:r>
            <a:r>
              <a:rPr lang="en-US" dirty="0" err="1"/>
              <a:t>i+j</a:t>
            </a:r>
            <a:r>
              <a:rPr lang="en-US" dirty="0"/>
              <a:t>)</a:t>
            </a:r>
          </a:p>
          <a:p>
            <a:r>
              <a:rPr lang="en-US" dirty="0" err="1"/>
              <a:t>int</a:t>
            </a:r>
            <a:r>
              <a:rPr lang="en-US" dirty="0"/>
              <a:t> (*</a:t>
            </a:r>
            <a:r>
              <a:rPr lang="en-US" dirty="0" err="1"/>
              <a:t>ptr</a:t>
            </a:r>
            <a:r>
              <a:rPr lang="en-US" dirty="0"/>
              <a:t>)[3]=</a:t>
            </a:r>
            <a:r>
              <a:rPr lang="en-US" dirty="0" err="1"/>
              <a:t>arr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To access </a:t>
            </a:r>
            <a:r>
              <a:rPr lang="en-US" dirty="0" err="1"/>
              <a:t>jth</a:t>
            </a:r>
            <a:r>
              <a:rPr lang="en-US" dirty="0"/>
              <a:t> element of </a:t>
            </a:r>
            <a:r>
              <a:rPr lang="en-US" dirty="0" err="1"/>
              <a:t>ith</a:t>
            </a:r>
            <a:r>
              <a:rPr lang="en-US" dirty="0"/>
              <a:t> row-&gt;*(*(</a:t>
            </a:r>
            <a:r>
              <a:rPr lang="en-US" dirty="0" err="1"/>
              <a:t>ptr+i</a:t>
            </a:r>
            <a:r>
              <a:rPr lang="en-US" dirty="0"/>
              <a:t>)+j)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40768"/>
            <a:ext cx="6984776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091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B5BD-F6ED-474D-9510-57AB88EF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and 2-d array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0D1FB6-E3F1-43AF-908F-88ACD32FE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89646"/>
            <a:ext cx="7272808" cy="503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23992-A4E6-4E49-9D9A-F7D6F620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and Functions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AF460-94A3-4A05-BC86-C4EF3411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652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01AB1-AD20-46D1-9EA3-2C1897AB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Pointer as Function arguments</a:t>
            </a:r>
            <a:br>
              <a:rPr lang="en-US" dirty="0"/>
            </a:br>
            <a:r>
              <a:rPr lang="en-US" dirty="0"/>
              <a:t>(Call by reference)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1A6652-ED49-43B5-9DFB-B622DB7EFB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772816"/>
            <a:ext cx="4038600" cy="424847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84B56D-504C-4162-9BF3-934D43EDA9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48064" y="1709938"/>
            <a:ext cx="3384376" cy="236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7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A729-5792-4261-B45B-8BABBD4D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returning pointers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19B74-451F-4F68-BBEB-6E4D399CEB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7212" y="1417638"/>
            <a:ext cx="3838575" cy="452596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F1F38D-820C-41D6-B085-F1EA57B3EC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55381" y="1408401"/>
            <a:ext cx="328902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38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E8B9-83A4-45AF-B1BE-C5434735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A0AD9A-85C3-4C11-A227-9E0CAF8B5F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4038600" cy="39555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6708BB-C5E3-4444-A813-1F3104BC76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48064" y="1417638"/>
            <a:ext cx="3095625" cy="16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8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6408</TotalTime>
  <Words>466</Words>
  <Application>Microsoft Macintosh PowerPoint</Application>
  <PresentationFormat>On-screen Show (4:3)</PresentationFormat>
  <Paragraphs>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Pointer</vt:lpstr>
      <vt:lpstr>How to Use Pointers? </vt:lpstr>
      <vt:lpstr>PowerPoint Presentation</vt:lpstr>
      <vt:lpstr>Pointer Concept</vt:lpstr>
      <vt:lpstr>NULL Pointers </vt:lpstr>
      <vt:lpstr>Example</vt:lpstr>
      <vt:lpstr>Pointer arithmetic  </vt:lpstr>
      <vt:lpstr>PowerPoint Presentation</vt:lpstr>
      <vt:lpstr>Pointer Comparisons </vt:lpstr>
      <vt:lpstr>PowerPoint Presentation</vt:lpstr>
      <vt:lpstr>Pointer and Array</vt:lpstr>
      <vt:lpstr>Pointer and array (1-D array)</vt:lpstr>
      <vt:lpstr>Pointer and 2-D array</vt:lpstr>
      <vt:lpstr>Contd.</vt:lpstr>
      <vt:lpstr>Pointer and 2-d array</vt:lpstr>
      <vt:lpstr>Pointer and Functions</vt:lpstr>
      <vt:lpstr>Pointer as Function arguments (Call by reference)</vt:lpstr>
      <vt:lpstr>Functions returning pointers</vt:lpstr>
      <vt:lpstr>Pointers to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Apoorva Karnwal</cp:lastModifiedBy>
  <cp:revision>248</cp:revision>
  <dcterms:created xsi:type="dcterms:W3CDTF">2016-01-12T05:48:54Z</dcterms:created>
  <dcterms:modified xsi:type="dcterms:W3CDTF">2023-07-02T16:50:07Z</dcterms:modified>
</cp:coreProperties>
</file>