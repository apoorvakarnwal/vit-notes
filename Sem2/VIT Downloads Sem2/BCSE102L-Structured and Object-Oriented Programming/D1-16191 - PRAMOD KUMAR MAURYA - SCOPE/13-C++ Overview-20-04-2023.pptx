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8" r:id="rId2"/>
    <p:sldId id="294" r:id="rId3"/>
    <p:sldId id="295" r:id="rId4"/>
    <p:sldId id="296" r:id="rId5"/>
    <p:sldId id="298" r:id="rId6"/>
    <p:sldId id="299" r:id="rId7"/>
    <p:sldId id="301" r:id="rId8"/>
    <p:sldId id="302" r:id="rId9"/>
    <p:sldId id="303" r:id="rId10"/>
    <p:sldId id="304" r:id="rId11"/>
    <p:sldId id="305" r:id="rId12"/>
    <p:sldId id="306" r:id="rId13"/>
    <p:sldId id="30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33FDA-DCC0-40E8-85AE-A43FE6523DC7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05CC0-960A-48E4-A0D7-670B27D08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28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1A50E-E64A-4F4D-AE35-D68C0F7B95CC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4876-3DA1-44B0-8E25-C81CB4322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1A50E-E64A-4F4D-AE35-D68C0F7B95CC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4876-3DA1-44B0-8E25-C81CB4322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1A50E-E64A-4F4D-AE35-D68C0F7B95CC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4876-3DA1-44B0-8E25-C81CB4322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1A50E-E64A-4F4D-AE35-D68C0F7B95CC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4876-3DA1-44B0-8E25-C81CB4322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1A50E-E64A-4F4D-AE35-D68C0F7B95CC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4876-3DA1-44B0-8E25-C81CB4322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1A50E-E64A-4F4D-AE35-D68C0F7B95CC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4876-3DA1-44B0-8E25-C81CB4322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1A50E-E64A-4F4D-AE35-D68C0F7B95CC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4876-3DA1-44B0-8E25-C81CB4322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1A50E-E64A-4F4D-AE35-D68C0F7B95CC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4876-3DA1-44B0-8E25-C81CB4322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1A50E-E64A-4F4D-AE35-D68C0F7B95CC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4876-3DA1-44B0-8E25-C81CB4322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1A50E-E64A-4F4D-AE35-D68C0F7B95CC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4876-3DA1-44B0-8E25-C81CB4322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1A50E-E64A-4F4D-AE35-D68C0F7B95CC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4876-3DA1-44B0-8E25-C81CB4322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1A50E-E64A-4F4D-AE35-D68C0F7B95CC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94876-3DA1-44B0-8E25-C81CB432279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Dr. </a:t>
            </a:r>
            <a:r>
              <a:rPr lang="en-US" dirty="0" err="1" smtClean="0"/>
              <a:t>Pramod</a:t>
            </a:r>
            <a:r>
              <a:rPr lang="en-US" dirty="0" smtClean="0"/>
              <a:t> Kumar </a:t>
            </a:r>
            <a:r>
              <a:rPr lang="en-US" dirty="0" err="1" smtClean="0"/>
              <a:t>Maurya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Assistant Professor (Senior)</a:t>
            </a:r>
          </a:p>
          <a:p>
            <a:pPr marL="0" indent="0" algn="ctr">
              <a:buNone/>
            </a:pPr>
            <a:r>
              <a:rPr lang="en-US" dirty="0" smtClean="0"/>
              <a:t>School of Computer Science &amp; Engineering</a:t>
            </a:r>
          </a:p>
          <a:p>
            <a:pPr marL="0" indent="0" algn="ctr">
              <a:buNone/>
            </a:pPr>
            <a:r>
              <a:rPr lang="en-US" dirty="0" smtClean="0"/>
              <a:t>Mo.:09643322724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45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Types </a:t>
            </a:r>
            <a:r>
              <a:rPr lang="en-US" dirty="0"/>
              <a:t>of programming </a:t>
            </a:r>
            <a:r>
              <a:rPr lang="en-US" dirty="0" smtClean="0"/>
              <a:t>languages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/>
              <a:t>based on programming </a:t>
            </a:r>
            <a:r>
              <a:rPr lang="en-US" dirty="0" smtClean="0"/>
              <a:t>difficulty)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Low level (closer to machine code in 0’s &amp; 1’s)</a:t>
            </a:r>
          </a:p>
          <a:p>
            <a:pPr marL="0" indent="0">
              <a:buNone/>
            </a:pPr>
            <a:r>
              <a:rPr lang="en-US" dirty="0" smtClean="0"/>
              <a:t>	– </a:t>
            </a:r>
            <a:r>
              <a:rPr lang="en-US" dirty="0"/>
              <a:t>Machine language</a:t>
            </a:r>
          </a:p>
          <a:p>
            <a:pPr marL="0" indent="0">
              <a:buNone/>
            </a:pPr>
            <a:r>
              <a:rPr lang="en-US" dirty="0" smtClean="0"/>
              <a:t>	– </a:t>
            </a:r>
            <a:r>
              <a:rPr lang="en-US" dirty="0"/>
              <a:t>Assembly Language</a:t>
            </a:r>
          </a:p>
          <a:p>
            <a:r>
              <a:rPr lang="en-US" dirty="0" smtClean="0"/>
              <a:t> </a:t>
            </a:r>
            <a:r>
              <a:rPr lang="en-US" dirty="0"/>
              <a:t>High level (like human languages)</a:t>
            </a:r>
          </a:p>
          <a:p>
            <a:pPr marL="0" indent="0">
              <a:buNone/>
            </a:pPr>
            <a:r>
              <a:rPr lang="en-US" dirty="0" smtClean="0"/>
              <a:t>	– </a:t>
            </a:r>
            <a:r>
              <a:rPr lang="en-US" dirty="0"/>
              <a:t>C, C++ (can say these are mid-level)</a:t>
            </a:r>
          </a:p>
          <a:p>
            <a:pPr marL="0" indent="0">
              <a:buNone/>
            </a:pPr>
            <a:r>
              <a:rPr lang="en-US" dirty="0" smtClean="0"/>
              <a:t>	– </a:t>
            </a:r>
            <a:r>
              <a:rPr lang="en-US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2681328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programming languages</a:t>
            </a:r>
            <a:br>
              <a:rPr lang="en-US" dirty="0"/>
            </a:br>
            <a:r>
              <a:rPr lang="en-US" dirty="0"/>
              <a:t>based on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POP (Procedure oriented programming) language</a:t>
            </a:r>
          </a:p>
          <a:p>
            <a:pPr marL="0" indent="0">
              <a:buNone/>
            </a:pPr>
            <a:r>
              <a:rPr lang="en-US" dirty="0" smtClean="0"/>
              <a:t>	– </a:t>
            </a:r>
            <a:r>
              <a:rPr lang="en-US" dirty="0"/>
              <a:t>C</a:t>
            </a:r>
          </a:p>
          <a:p>
            <a:r>
              <a:rPr lang="en-US" dirty="0" smtClean="0"/>
              <a:t> </a:t>
            </a:r>
            <a:r>
              <a:rPr lang="en-US" dirty="0"/>
              <a:t>OOP (Object-oriented programming) language</a:t>
            </a:r>
          </a:p>
          <a:p>
            <a:pPr marL="0" indent="0">
              <a:buNone/>
            </a:pPr>
            <a:r>
              <a:rPr lang="en-US" dirty="0" smtClean="0"/>
              <a:t>	– </a:t>
            </a:r>
            <a:r>
              <a:rPr lang="en-US" dirty="0"/>
              <a:t>C++</a:t>
            </a:r>
          </a:p>
          <a:p>
            <a:pPr marL="0" indent="0">
              <a:buNone/>
            </a:pPr>
            <a:r>
              <a:rPr lang="en-US" dirty="0" smtClean="0"/>
              <a:t>	–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119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8534399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0859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Difference between OOP and </a:t>
            </a:r>
            <a:r>
              <a:rPr lang="en-US" b="1" dirty="0" smtClean="0"/>
              <a:t>POP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7696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5346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Top-down vs Bottom up approaches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8229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4804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OOP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27095"/>
            <a:ext cx="8229600" cy="3672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2061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building block of C++ that leads to Object-Oriented programming is a Class. It is a user-defined data type, which holds its own data members and member functions, which can be accessed and used by creating an instance of that class. A class is like a </a:t>
            </a:r>
            <a:r>
              <a:rPr lang="en-US" b="1" dirty="0"/>
              <a:t>blueprint</a:t>
            </a:r>
            <a:r>
              <a:rPr lang="en-US" dirty="0"/>
              <a:t> for an object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418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Object is an identifiable entity with some characteristics and </a:t>
            </a:r>
            <a:r>
              <a:rPr lang="en-US" dirty="0" err="1"/>
              <a:t>behaviour</a:t>
            </a:r>
            <a:r>
              <a:rPr lang="en-US" dirty="0"/>
              <a:t>. An Object is an </a:t>
            </a:r>
            <a:r>
              <a:rPr lang="en-US" b="1" dirty="0"/>
              <a:t>instance</a:t>
            </a:r>
            <a:r>
              <a:rPr lang="en-US" dirty="0"/>
              <a:t> of a Class. When a class is defined, no memory is allocated but when it is instantiated (i.e. an object is created) memory is allocated.</a:t>
            </a:r>
          </a:p>
        </p:txBody>
      </p:sp>
    </p:spTree>
    <p:extLst>
      <p:ext uri="{BB962C8B-B14F-4D97-AF65-F5344CB8AC3E}">
        <p14:creationId xmlns:p14="http://schemas.microsoft.com/office/powerpoint/2010/main" val="4024949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Encapsulation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Encapsulation is defined as </a:t>
            </a:r>
            <a:r>
              <a:rPr lang="en-US" b="1" dirty="0"/>
              <a:t>wrapping up</a:t>
            </a:r>
            <a:r>
              <a:rPr lang="en-US" dirty="0"/>
              <a:t> of data and information under a single unit. In Object-Oriented Programming, Encapsulation is defined as binding together the data and the functions that manipulate them.</a:t>
            </a:r>
          </a:p>
        </p:txBody>
      </p:sp>
    </p:spTree>
    <p:extLst>
      <p:ext uri="{BB962C8B-B14F-4D97-AF65-F5344CB8AC3E}">
        <p14:creationId xmlns:p14="http://schemas.microsoft.com/office/powerpoint/2010/main" val="1374693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abstraction is one of the most essential and important features of object-oriented </a:t>
            </a:r>
            <a:r>
              <a:rPr lang="en-US" dirty="0" smtClean="0"/>
              <a:t>programming. </a:t>
            </a:r>
            <a:r>
              <a:rPr lang="en-US" dirty="0"/>
              <a:t>Abstraction means displaying only essential information and </a:t>
            </a:r>
            <a:r>
              <a:rPr lang="en-US" b="1" dirty="0"/>
              <a:t>hiding the details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0133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Polymorphism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word polymorphism means having </a:t>
            </a:r>
            <a:r>
              <a:rPr lang="en-US" b="1" dirty="0"/>
              <a:t>many forms</a:t>
            </a:r>
            <a:r>
              <a:rPr lang="en-US" dirty="0"/>
              <a:t>. In simple words, we can define polymorphism as the ability of a message to be displayed in more than one form.</a:t>
            </a:r>
          </a:p>
        </p:txBody>
      </p:sp>
    </p:spTree>
    <p:extLst>
      <p:ext uri="{BB962C8B-B14F-4D97-AF65-F5344CB8AC3E}">
        <p14:creationId xmlns:p14="http://schemas.microsoft.com/office/powerpoint/2010/main" val="3921030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capability of a class to derive properties and characteristics from another class is called Inheritance. </a:t>
            </a:r>
          </a:p>
        </p:txBody>
      </p:sp>
    </p:spTree>
    <p:extLst>
      <p:ext uri="{BB962C8B-B14F-4D97-AF65-F5344CB8AC3E}">
        <p14:creationId xmlns:p14="http://schemas.microsoft.com/office/powerpoint/2010/main" val="3954855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272</Words>
  <Application>Microsoft Office PowerPoint</Application>
  <PresentationFormat>On-screen Show (4:3)</PresentationFormat>
  <Paragraphs>34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Introduction</vt:lpstr>
      <vt:lpstr>  Types of programming languages (based on programming difficulty)  </vt:lpstr>
      <vt:lpstr>Types of programming languages based on paradigm</vt:lpstr>
      <vt:lpstr>PowerPoint Presentation</vt:lpstr>
      <vt:lpstr>Difference between OOP and POP</vt:lpstr>
      <vt:lpstr>Top-down vs Bottom up approaches</vt:lpstr>
      <vt:lpstr>OOP</vt:lpstr>
      <vt:lpstr>Class</vt:lpstr>
      <vt:lpstr>Object</vt:lpstr>
      <vt:lpstr>Encapsulation</vt:lpstr>
      <vt:lpstr>Abstraction</vt:lpstr>
      <vt:lpstr>Polymorphism</vt:lpstr>
      <vt:lpstr>Inheritance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VIT-Laptop</dc:creator>
  <cp:lastModifiedBy>Admin</cp:lastModifiedBy>
  <cp:revision>46</cp:revision>
  <dcterms:created xsi:type="dcterms:W3CDTF">2014-07-25T06:17:17Z</dcterms:created>
  <dcterms:modified xsi:type="dcterms:W3CDTF">2021-02-23T05:57:49Z</dcterms:modified>
</cp:coreProperties>
</file>