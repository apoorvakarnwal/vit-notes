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5" r:id="rId2"/>
    <p:sldId id="299" r:id="rId3"/>
    <p:sldId id="300" r:id="rId4"/>
    <p:sldId id="301" r:id="rId5"/>
    <p:sldId id="302" r:id="rId6"/>
    <p:sldId id="303" r:id="rId7"/>
    <p:sldId id="305" r:id="rId8"/>
    <p:sldId id="304" r:id="rId9"/>
    <p:sldId id="306" r:id="rId10"/>
    <p:sldId id="307" r:id="rId11"/>
    <p:sldId id="30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67E53C-2570-4BDE-8450-B01317046F80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04FA0-E888-40AE-80BE-17D48CDA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04FA0-E888-40AE-80BE-17D48CDA61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9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4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7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8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7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6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5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BCACE-DCAD-4573-AA2A-2A67CCE0C63F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9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00"/>
                </a:solidFill>
                <a:latin typeface="Times New Roman"/>
              </a:rPr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1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 overloading provides a flexible option for the creation of new </a:t>
            </a:r>
            <a:r>
              <a:rPr lang="en-US" dirty="0" smtClean="0"/>
              <a:t>definitions </a:t>
            </a:r>
            <a:r>
              <a:rPr lang="en-US" dirty="0"/>
              <a:t>for most of the C++ operators. We can overload all the C++ operators except the following: </a:t>
            </a:r>
          </a:p>
          <a:p>
            <a:r>
              <a:rPr lang="en-US" dirty="0" smtClean="0"/>
              <a:t> </a:t>
            </a:r>
            <a:r>
              <a:rPr lang="en-US" dirty="0"/>
              <a:t>Class members access operator (. , .*) </a:t>
            </a:r>
          </a:p>
          <a:p>
            <a:r>
              <a:rPr lang="en-US" dirty="0"/>
              <a:t> </a:t>
            </a:r>
            <a:r>
              <a:rPr lang="en-US" dirty="0" smtClean="0"/>
              <a:t> Scope </a:t>
            </a:r>
            <a:r>
              <a:rPr lang="en-US" dirty="0"/>
              <a:t>resolution operator (: :) </a:t>
            </a:r>
          </a:p>
          <a:p>
            <a:r>
              <a:rPr lang="en-US" dirty="0" smtClean="0"/>
              <a:t> </a:t>
            </a:r>
            <a:r>
              <a:rPr lang="en-US" dirty="0"/>
              <a:t>Size operator(</a:t>
            </a:r>
            <a:r>
              <a:rPr lang="en-US" dirty="0" err="1"/>
              <a:t>sizeof</a:t>
            </a:r>
            <a:r>
              <a:rPr lang="en-US" dirty="0"/>
              <a:t>) </a:t>
            </a:r>
          </a:p>
          <a:p>
            <a:r>
              <a:rPr lang="en-US" dirty="0" smtClean="0"/>
              <a:t> </a:t>
            </a:r>
            <a:r>
              <a:rPr lang="en-US" dirty="0"/>
              <a:t>Condition operator (? :)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45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Although the semantics of an operator can be extended, we can't change its syntax, the grammatical rules that govern its use such as the no of </a:t>
            </a:r>
            <a:r>
              <a:rPr lang="en-US" dirty="0" smtClean="0"/>
              <a:t>operands, </a:t>
            </a:r>
            <a:r>
              <a:rPr lang="en-US" dirty="0"/>
              <a:t>precedence and </a:t>
            </a:r>
            <a:r>
              <a:rPr lang="en-US" dirty="0" smtClean="0"/>
              <a:t>associativity. </a:t>
            </a:r>
            <a:r>
              <a:rPr lang="en-US" dirty="0"/>
              <a:t>For example the multiplication operator will enjoy higher precedence than the addition operator. </a:t>
            </a:r>
          </a:p>
          <a:p>
            <a:r>
              <a:rPr lang="en-US" dirty="0"/>
              <a:t>When an operator is overloaded, its original meaning is not lost.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6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lvl="0" indent="-255588"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2DA2BF"/>
              </a:buClr>
              <a:buSzPct val="68000"/>
              <a:buFont typeface="Wingdings 3" pitchFamily="18" charset="2"/>
              <a:buChar char=""/>
            </a:pPr>
            <a:r>
              <a:rPr lang="en-US" sz="2700" dirty="0">
                <a:solidFill>
                  <a:srgbClr val="000000"/>
                </a:solidFill>
                <a:latin typeface="Times New Roman" charset="0"/>
              </a:rPr>
              <a:t>An operator is overloaded by writing a non-</a:t>
            </a:r>
            <a:r>
              <a:rPr lang="en-US" sz="2700" dirty="0">
                <a:solidFill>
                  <a:srgbClr val="000000"/>
                </a:solidFill>
                <a:latin typeface="Lucida Console" pitchFamily="49" charset="0"/>
              </a:rPr>
              <a:t>static</a:t>
            </a:r>
            <a:r>
              <a:rPr lang="en-US" sz="2700" dirty="0">
                <a:solidFill>
                  <a:srgbClr val="000000"/>
                </a:solidFill>
                <a:latin typeface="Times New Roman" charset="0"/>
              </a:rPr>
              <a:t> member function definition or non-member function definition as you normally would, except that the function name starts with the keyword </a:t>
            </a:r>
            <a:r>
              <a:rPr lang="en-US" sz="2700" dirty="0">
                <a:solidFill>
                  <a:srgbClr val="000000"/>
                </a:solidFill>
                <a:latin typeface="Lucida Console" pitchFamily="49" charset="0"/>
              </a:rPr>
              <a:t>operator</a:t>
            </a:r>
            <a:r>
              <a:rPr lang="en-US" sz="2700" dirty="0">
                <a:solidFill>
                  <a:srgbClr val="000000"/>
                </a:solidFill>
                <a:latin typeface="Times New Roman" charset="0"/>
              </a:rPr>
              <a:t> followed by the symbol for the operator being overloaded.</a:t>
            </a:r>
          </a:p>
          <a:p>
            <a:pPr marL="620713" lvl="1" indent="-228600" fontAlgn="base">
              <a:lnSpc>
                <a:spcPct val="90000"/>
              </a:lnSpc>
              <a:spcBef>
                <a:spcPts val="325"/>
              </a:spcBef>
              <a:spcAft>
                <a:spcPct val="0"/>
              </a:spcAft>
              <a:buClr>
                <a:srgbClr val="2DA2BF"/>
              </a:buClr>
              <a:buFont typeface="Verdana" pitchFamily="34" charset="0"/>
              <a:buChar char="◦"/>
            </a:pPr>
            <a:r>
              <a:rPr lang="en-US" sz="2300" dirty="0">
                <a:solidFill>
                  <a:srgbClr val="000000"/>
                </a:solidFill>
                <a:latin typeface="Times New Roman" charset="0"/>
              </a:rPr>
              <a:t>For example, the function name </a:t>
            </a:r>
            <a:r>
              <a:rPr lang="en-US" sz="2300" dirty="0">
                <a:solidFill>
                  <a:srgbClr val="000000"/>
                </a:solidFill>
                <a:latin typeface="Lucida Console" pitchFamily="49" charset="0"/>
              </a:rPr>
              <a:t>operator+</a:t>
            </a:r>
            <a:r>
              <a:rPr lang="en-US" sz="2300" dirty="0">
                <a:solidFill>
                  <a:srgbClr val="000000"/>
                </a:solidFill>
                <a:latin typeface="Times New Roman" charset="0"/>
              </a:rPr>
              <a:t> would be used to overload the addition operator (</a:t>
            </a:r>
            <a:r>
              <a:rPr lang="en-US" sz="2300" dirty="0">
                <a:solidFill>
                  <a:srgbClr val="000000"/>
                </a:solidFill>
                <a:latin typeface="Lucida Console" pitchFamily="49" charset="0"/>
              </a:rPr>
              <a:t>+</a:t>
            </a:r>
            <a:r>
              <a:rPr lang="en-US" sz="2300" dirty="0">
                <a:solidFill>
                  <a:srgbClr val="000000"/>
                </a:solidFill>
                <a:latin typeface="Times New Roman" charset="0"/>
              </a:rPr>
              <a:t>) for use with objects of a particular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25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DEFINING OPERATOR OVERLOADING: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define an additional task to an operator, we must specify what it means in relation to the class to which the operator is applied .</a:t>
            </a:r>
          </a:p>
          <a:p>
            <a:r>
              <a:rPr lang="en-US" dirty="0" smtClean="0"/>
              <a:t>Syntax</a:t>
            </a:r>
            <a:r>
              <a:rPr lang="en-US" dirty="0"/>
              <a:t>:-</a:t>
            </a:r>
          </a:p>
          <a:p>
            <a:pPr marL="0" indent="0">
              <a:buNone/>
            </a:pPr>
            <a:r>
              <a:rPr lang="en-US" dirty="0" smtClean="0"/>
              <a:t> return-type </a:t>
            </a:r>
            <a:r>
              <a:rPr lang="en-US" dirty="0"/>
              <a:t>class-name :: operator op( </a:t>
            </a:r>
            <a:r>
              <a:rPr lang="en-US" dirty="0" err="1"/>
              <a:t>arg</a:t>
            </a:r>
            <a:r>
              <a:rPr lang="en-US" dirty="0"/>
              <a:t>-list)</a:t>
            </a:r>
          </a:p>
          <a:p>
            <a:pPr marL="0" indent="0">
              <a:buNone/>
            </a:pPr>
            <a:r>
              <a:rPr lang="en-US" dirty="0" smtClean="0"/>
              <a:t>  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function </a:t>
            </a:r>
            <a:r>
              <a:rPr lang="en-US" dirty="0"/>
              <a:t>body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r>
              <a:rPr lang="en-US" dirty="0"/>
              <a:t>operator functions must be either member function, or </a:t>
            </a:r>
            <a:r>
              <a:rPr lang="en-US" dirty="0" smtClean="0"/>
              <a:t>friend function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720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Unary – operator </a:t>
            </a:r>
            <a:r>
              <a:rPr lang="en-US" dirty="0" smtClean="0"/>
              <a:t>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  <a:latin typeface="Times New Roman" pitchFamily="18" charset="0"/>
              </a:rPr>
              <a:t>A unary operator for a class can be overloaded as a non-</a:t>
            </a:r>
            <a:r>
              <a:rPr lang="en-US" dirty="0">
                <a:solidFill>
                  <a:srgbClr val="000000"/>
                </a:solidFill>
                <a:latin typeface="Lucida Console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</a:rPr>
              <a:t> member function with no arguments or as a non-member function with one argument that must be an object (or a reference to an object) of the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62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Unary – operator overloading(using member function):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3505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886200" y="1447800"/>
            <a:ext cx="0" cy="525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47800"/>
            <a:ext cx="3429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472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Unary – - operator overloading(using friend function):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2819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505200" y="1600200"/>
            <a:ext cx="0" cy="525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00200"/>
            <a:ext cx="3048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2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Overloading Binary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</a:rPr>
              <a:t>A binary operator can be overloaded as a non-</a:t>
            </a:r>
            <a:r>
              <a:rPr lang="en-US" dirty="0">
                <a:solidFill>
                  <a:srgbClr val="000000"/>
                </a:solidFill>
                <a:latin typeface="Lucida Console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</a:rPr>
              <a:t> member function with one parameter or as a non-member function with two parameters (one of those parameters must be either a class object or a reference to a class object).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5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Binary </a:t>
            </a:r>
            <a:r>
              <a:rPr lang="en-US" dirty="0"/>
              <a:t>– operator overloading(using member function</a:t>
            </a:r>
            <a:r>
              <a:rPr lang="en-US" dirty="0" smtClean="0"/>
              <a:t>):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2895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429000" y="1600200"/>
            <a:ext cx="0" cy="45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00200"/>
            <a:ext cx="3352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259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Binary </a:t>
            </a:r>
            <a:r>
              <a:rPr lang="en-US" dirty="0"/>
              <a:t>– operator overloading(using </a:t>
            </a:r>
            <a:r>
              <a:rPr lang="en-US" dirty="0" smtClean="0"/>
              <a:t>friend </a:t>
            </a:r>
            <a:r>
              <a:rPr lang="en-US" dirty="0"/>
              <a:t>function):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2895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276600" y="1600200"/>
            <a:ext cx="0" cy="5257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00200"/>
            <a:ext cx="3886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6550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357</Words>
  <Application>Microsoft Office PowerPoint</Application>
  <PresentationFormat>On-screen Show (4:3)</PresentationFormat>
  <Paragraphs>27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Operator overloading</vt:lpstr>
      <vt:lpstr>PowerPoint Presentation</vt:lpstr>
      <vt:lpstr>PowerPoint Presentation</vt:lpstr>
      <vt:lpstr>PowerPoint Presentation</vt:lpstr>
      <vt:lpstr>DEFINING OPERATOR OVERLOADING: </vt:lpstr>
      <vt:lpstr>Unary – operator overloading</vt:lpstr>
      <vt:lpstr>Unary – operator overloading(using member function):</vt:lpstr>
      <vt:lpstr>Unary – - operator overloading(using friend function):</vt:lpstr>
      <vt:lpstr>Overloading Binary Operators</vt:lpstr>
      <vt:lpstr> Binary – operator overloading(using member function): </vt:lpstr>
      <vt:lpstr>Binary – operator overloading(using friend function):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36</cp:revision>
  <dcterms:created xsi:type="dcterms:W3CDTF">2021-04-17T14:34:26Z</dcterms:created>
  <dcterms:modified xsi:type="dcterms:W3CDTF">2021-05-19T08:36:27Z</dcterms:modified>
</cp:coreProperties>
</file>