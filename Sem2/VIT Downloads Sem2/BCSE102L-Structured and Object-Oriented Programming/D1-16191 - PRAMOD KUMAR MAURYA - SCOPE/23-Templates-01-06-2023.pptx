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32" r:id="rId2"/>
    <p:sldId id="382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4" r:id="rId14"/>
    <p:sldId id="395" r:id="rId15"/>
    <p:sldId id="396" r:id="rId16"/>
    <p:sldId id="397" r:id="rId17"/>
    <p:sldId id="39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7E53C-2570-4BDE-8450-B01317046F80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04FA0-E888-40AE-80BE-17D48CDA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0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54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79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10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86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5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12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5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7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9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6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5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BCACE-DCAD-4573-AA2A-2A67CCE0C63F}" type="datetimeFigureOut">
              <a:rPr lang="en-US" smtClean="0"/>
              <a:t>6/14/2021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9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  <a:latin typeface="Times New Roman"/>
              </a:rPr>
              <a:t>Templates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99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template is a blueprint or formula for creating a generic class or a function.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allows you to write generic programs. </a:t>
            </a:r>
            <a:endParaRPr lang="en-US" dirty="0" smtClean="0"/>
          </a:p>
          <a:p>
            <a:r>
              <a:rPr lang="en-US" dirty="0" smtClean="0"/>
              <a:t>Generic </a:t>
            </a:r>
            <a:r>
              <a:rPr lang="en-US" dirty="0"/>
              <a:t>programming is a technique where generic types are used as parameters in algorithms so that they can work for a variety of data types</a:t>
            </a:r>
            <a:r>
              <a:rPr lang="en-US" dirty="0" smtClean="0"/>
              <a:t>.</a:t>
            </a:r>
          </a:p>
          <a:p>
            <a:r>
              <a:rPr lang="en-US" dirty="0"/>
              <a:t>C++ adds two new keywords to support templates: </a:t>
            </a:r>
            <a:r>
              <a:rPr lang="en-US" i="1" dirty="0"/>
              <a:t>‘template’ </a:t>
            </a:r>
            <a:r>
              <a:rPr lang="en-US" dirty="0"/>
              <a:t>and </a:t>
            </a:r>
            <a:r>
              <a:rPr lang="en-US" i="1" dirty="0"/>
              <a:t>‘</a:t>
            </a:r>
            <a:r>
              <a:rPr lang="en-US" i="1" dirty="0" err="1"/>
              <a:t>typename</a:t>
            </a:r>
            <a:r>
              <a:rPr lang="en-US" i="1" dirty="0"/>
              <a:t>’</a:t>
            </a:r>
            <a:r>
              <a:rPr lang="en-US" dirty="0"/>
              <a:t>. The second keyword can always be replaced by keyword ‘class’.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038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templates work?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447800"/>
            <a:ext cx="78486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64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concept of templates can be used in two different ways: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47800" y="3276600"/>
            <a:ext cx="5943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034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 Templates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templates are special functions that can operate with </a:t>
            </a:r>
            <a:r>
              <a:rPr lang="en-US" i="1" dirty="0"/>
              <a:t>generic types</a:t>
            </a:r>
            <a:r>
              <a:rPr lang="en-US" dirty="0"/>
              <a:t>. This allows us to create a function template whose functionality can be adapted to more than one type or class without repeating the entire code for each type.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671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Syntax of Function </a:t>
            </a:r>
            <a:r>
              <a:rPr lang="en-US" dirty="0" smtClean="0"/>
              <a:t>Template</a:t>
            </a:r>
          </a:p>
          <a:p>
            <a:pPr marL="0" indent="0">
              <a:buNone/>
            </a:pPr>
            <a:r>
              <a:rPr lang="en-US" dirty="0" smtClean="0"/>
              <a:t>           </a:t>
            </a:r>
            <a:r>
              <a:rPr lang="en-US" b="1" dirty="0" smtClean="0"/>
              <a:t>template</a:t>
            </a:r>
            <a:r>
              <a:rPr lang="en-US" dirty="0" smtClean="0"/>
              <a:t> &lt; </a:t>
            </a:r>
            <a:r>
              <a:rPr lang="en-US" b="1" dirty="0" smtClean="0"/>
              <a:t>class/</a:t>
            </a:r>
            <a:r>
              <a:rPr lang="en-US" b="1" dirty="0" err="1" smtClean="0"/>
              <a:t>typename</a:t>
            </a:r>
            <a:r>
              <a:rPr lang="en-US" dirty="0" smtClean="0"/>
              <a:t> </a:t>
            </a:r>
            <a:r>
              <a:rPr lang="en-US" dirty="0" err="1" smtClean="0"/>
              <a:t>Ttype</a:t>
            </a:r>
            <a:r>
              <a:rPr lang="en-US" dirty="0" smtClean="0"/>
              <a:t>&gt; 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ret_type</a:t>
            </a:r>
            <a:r>
              <a:rPr lang="en-US" dirty="0"/>
              <a:t> </a:t>
            </a:r>
            <a:r>
              <a:rPr lang="en-US" dirty="0" err="1"/>
              <a:t>func_name</a:t>
            </a:r>
            <a:r>
              <a:rPr lang="en-US" dirty="0"/>
              <a:t>(</a:t>
            </a:r>
            <a:r>
              <a:rPr lang="en-US" dirty="0" err="1"/>
              <a:t>parameter_list</a:t>
            </a:r>
            <a:r>
              <a:rPr lang="en-US" dirty="0"/>
              <a:t>)  </a:t>
            </a:r>
          </a:p>
          <a:p>
            <a:pPr marL="0" indent="0">
              <a:buNone/>
            </a:pPr>
            <a:r>
              <a:rPr lang="en-US" dirty="0" smtClean="0"/>
              <a:t>           {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</a:t>
            </a:r>
            <a:r>
              <a:rPr lang="en-US" dirty="0"/>
              <a:t> // body of function.  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}</a:t>
            </a:r>
            <a:r>
              <a:rPr lang="en-US" dirty="0"/>
              <a:t>  </a:t>
            </a:r>
            <a:endParaRPr lang="en-US" dirty="0" smtClean="0"/>
          </a:p>
          <a:p>
            <a:r>
              <a:rPr lang="en-US" dirty="0"/>
              <a:t>Where </a:t>
            </a:r>
            <a:r>
              <a:rPr lang="en-US" b="1" dirty="0" err="1"/>
              <a:t>Ttype</a:t>
            </a:r>
            <a:r>
              <a:rPr lang="en-US" dirty="0"/>
              <a:t>: It is a placeholder name for a data type used by the function. It is used within the function definition. It is only a placeholder that the compiler will automatically replace this placeholder with the actual data type.</a:t>
            </a:r>
          </a:p>
          <a:p>
            <a:r>
              <a:rPr lang="en-US" b="1" dirty="0"/>
              <a:t>Class/</a:t>
            </a:r>
            <a:r>
              <a:rPr lang="en-US" b="1" dirty="0" err="1"/>
              <a:t>typename</a:t>
            </a:r>
            <a:r>
              <a:rPr lang="en-US" dirty="0"/>
              <a:t>: A class or </a:t>
            </a:r>
            <a:r>
              <a:rPr lang="en-US" dirty="0" err="1"/>
              <a:t>typename</a:t>
            </a:r>
            <a:r>
              <a:rPr lang="en-US" dirty="0"/>
              <a:t> keyword is used to specify a generic type in a template declaration.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511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8153399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881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Function </a:t>
            </a:r>
            <a:r>
              <a:rPr lang="en-US" dirty="0"/>
              <a:t>Templates with Multiple Parameters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 can use more than one generic type in the template function by using the comma to separate the list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Syntax</a:t>
            </a:r>
            <a:r>
              <a:rPr lang="en-US" dirty="0"/>
              <a:t> 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template</a:t>
            </a:r>
            <a:r>
              <a:rPr lang="en-US" dirty="0" smtClean="0"/>
              <a:t>&lt;</a:t>
            </a:r>
            <a:r>
              <a:rPr lang="en-US" b="1" dirty="0" smtClean="0"/>
              <a:t>class</a:t>
            </a:r>
            <a:r>
              <a:rPr lang="en-US" dirty="0"/>
              <a:t> T1, </a:t>
            </a:r>
            <a:r>
              <a:rPr lang="en-US" b="1" dirty="0"/>
              <a:t>class</a:t>
            </a:r>
            <a:r>
              <a:rPr lang="en-US" dirty="0"/>
              <a:t> T2,.....&gt;  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return_type</a:t>
            </a:r>
            <a:r>
              <a:rPr lang="en-US" dirty="0"/>
              <a:t> </a:t>
            </a:r>
            <a:r>
              <a:rPr lang="en-US" dirty="0" err="1"/>
              <a:t>function_name</a:t>
            </a:r>
            <a:r>
              <a:rPr lang="en-US" dirty="0"/>
              <a:t> (arguments of type T1, T2....)  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/>
              <a:t>    // body of function.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34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75438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4801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447800"/>
            <a:ext cx="4953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5616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 TEMPLATE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Class Template</a:t>
            </a:r>
            <a:r>
              <a:rPr lang="en-US" dirty="0"/>
              <a:t> can also be defined similarly to the Function Template. When a class uses the concept of Template, then the class is known as generic class.</a:t>
            </a:r>
          </a:p>
          <a:p>
            <a:r>
              <a:rPr lang="en-US" b="1" dirty="0"/>
              <a:t>Syntax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b="1" dirty="0" smtClean="0"/>
              <a:t>template</a:t>
            </a:r>
            <a:r>
              <a:rPr lang="en-US" dirty="0" smtClean="0"/>
              <a:t>&lt;</a:t>
            </a:r>
            <a:r>
              <a:rPr lang="en-US" b="1" dirty="0" smtClean="0"/>
              <a:t>class</a:t>
            </a:r>
            <a:r>
              <a:rPr lang="en-US" dirty="0"/>
              <a:t> </a:t>
            </a:r>
            <a:r>
              <a:rPr lang="en-US" dirty="0" err="1"/>
              <a:t>Ttype</a:t>
            </a:r>
            <a:r>
              <a:rPr lang="en-US" dirty="0"/>
              <a:t>&gt;  </a:t>
            </a:r>
          </a:p>
          <a:p>
            <a:pPr marL="0" indent="0">
              <a:buNone/>
            </a:pPr>
            <a:r>
              <a:rPr lang="en-US" b="1" dirty="0"/>
              <a:t>              class</a:t>
            </a:r>
            <a:r>
              <a:rPr lang="en-US" dirty="0"/>
              <a:t> </a:t>
            </a:r>
            <a:r>
              <a:rPr lang="en-US" dirty="0" err="1"/>
              <a:t>class_name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             {  </a:t>
            </a:r>
          </a:p>
          <a:p>
            <a:pPr marL="0" indent="0">
              <a:buNone/>
            </a:pPr>
            <a:r>
              <a:rPr lang="en-US" dirty="0"/>
              <a:t>                    .   </a:t>
            </a:r>
          </a:p>
          <a:p>
            <a:pPr marL="0" indent="0">
              <a:buNone/>
            </a:pPr>
            <a:r>
              <a:rPr lang="en-US" dirty="0"/>
              <a:t>              }  </a:t>
            </a:r>
            <a:endParaRPr lang="en-US" dirty="0" smtClean="0"/>
          </a:p>
          <a:p>
            <a:pPr marL="0" indent="0">
              <a:buNone/>
            </a:pPr>
            <a:r>
              <a:rPr lang="en-US" b="1" dirty="0" err="1"/>
              <a:t>Ttype</a:t>
            </a:r>
            <a:r>
              <a:rPr lang="en-US" dirty="0"/>
              <a:t> is a placeholder name which will be determined when the class is instantiated. We can define more than one generic data type using a comma-separated list. The </a:t>
            </a:r>
            <a:r>
              <a:rPr lang="en-US" dirty="0" err="1"/>
              <a:t>Ttype</a:t>
            </a:r>
            <a:r>
              <a:rPr lang="en-US" dirty="0"/>
              <a:t> can be used inside the class body.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599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create an instance of a class</a:t>
            </a:r>
          </a:p>
          <a:p>
            <a:pPr marL="0" indent="0">
              <a:buNone/>
            </a:pPr>
            <a:r>
              <a:rPr lang="en-US" dirty="0" smtClean="0"/>
              <a:t>          </a:t>
            </a:r>
            <a:r>
              <a:rPr lang="en-US" dirty="0" err="1" smtClean="0"/>
              <a:t>class_name</a:t>
            </a:r>
            <a:r>
              <a:rPr lang="en-US" dirty="0" smtClean="0"/>
              <a:t>&lt;type</a:t>
            </a:r>
            <a:r>
              <a:rPr lang="en-US" dirty="0"/>
              <a:t>&gt; </a:t>
            </a:r>
            <a:r>
              <a:rPr lang="en-US" dirty="0" err="1"/>
              <a:t>ob</a:t>
            </a:r>
            <a:r>
              <a:rPr lang="en-US" dirty="0"/>
              <a:t>;  </a:t>
            </a:r>
          </a:p>
          <a:p>
            <a:pPr marL="0" indent="0">
              <a:buNone/>
            </a:pPr>
            <a:r>
              <a:rPr lang="en-US" b="1" dirty="0" smtClean="0"/>
              <a:t>  where </a:t>
            </a:r>
            <a:r>
              <a:rPr lang="en-US" b="1" dirty="0" err="1"/>
              <a:t>class_name</a:t>
            </a:r>
            <a:r>
              <a:rPr lang="en-US" dirty="0"/>
              <a:t>: It is the name of the class.</a:t>
            </a:r>
          </a:p>
          <a:p>
            <a:pPr marL="0" indent="0">
              <a:buNone/>
            </a:pPr>
            <a:r>
              <a:rPr lang="en-US" b="1" dirty="0" smtClean="0"/>
              <a:t> type</a:t>
            </a:r>
            <a:r>
              <a:rPr lang="en-US" dirty="0"/>
              <a:t>: It is the type of the data that the class is operating on.</a:t>
            </a:r>
          </a:p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b="1" dirty="0" err="1" smtClean="0"/>
              <a:t>ob</a:t>
            </a:r>
            <a:r>
              <a:rPr lang="en-US" dirty="0"/>
              <a:t>: It is the name of the object.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831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"/>
            <a:ext cx="6705599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7666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 TEMPLATE WITH MULTIPLE PARAMETERS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can use more than one generic data type in a class template, and each generic data type is separated by the comma.</a:t>
            </a:r>
          </a:p>
          <a:p>
            <a:pPr marL="0" indent="0">
              <a:buNone/>
            </a:pPr>
            <a:r>
              <a:rPr lang="en-US" b="1" dirty="0" smtClean="0"/>
              <a:t>Syntax:</a:t>
            </a: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   template</a:t>
            </a:r>
            <a:r>
              <a:rPr lang="en-US" dirty="0" smtClean="0"/>
              <a:t>&lt;</a:t>
            </a:r>
            <a:r>
              <a:rPr lang="en-US" b="1" dirty="0" smtClean="0"/>
              <a:t>class</a:t>
            </a:r>
            <a:r>
              <a:rPr lang="en-US" dirty="0"/>
              <a:t> T1, </a:t>
            </a:r>
            <a:r>
              <a:rPr lang="en-US" b="1" dirty="0"/>
              <a:t>class</a:t>
            </a:r>
            <a:r>
              <a:rPr lang="en-US" dirty="0"/>
              <a:t> T2, ......&gt;   </a:t>
            </a:r>
          </a:p>
          <a:p>
            <a:pPr marL="0" indent="0">
              <a:buNone/>
            </a:pPr>
            <a:r>
              <a:rPr lang="en-US" b="1" dirty="0" smtClean="0"/>
              <a:t>   class</a:t>
            </a:r>
            <a:r>
              <a:rPr lang="en-US" dirty="0"/>
              <a:t> </a:t>
            </a:r>
            <a:r>
              <a:rPr lang="en-US" dirty="0" err="1"/>
              <a:t>class_name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 smtClean="0"/>
              <a:t>   {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/>
              <a:t>   // Body of the class.  </a:t>
            </a:r>
          </a:p>
          <a:p>
            <a:pPr marL="0" indent="0">
              <a:buNone/>
            </a:pPr>
            <a:r>
              <a:rPr lang="en-US" dirty="0" smtClean="0"/>
              <a:t>   }</a:t>
            </a:r>
            <a:r>
              <a:rPr lang="en-US" dirty="0"/>
              <a:t>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761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14400"/>
            <a:ext cx="3762375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4114800" y="914400"/>
            <a:ext cx="0" cy="5943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990600"/>
            <a:ext cx="23622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1124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Nontype</a:t>
            </a:r>
            <a:r>
              <a:rPr lang="en-US" dirty="0"/>
              <a:t> Template 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template can contain multiple arguments, and we can also use the non-type arguments In addition to the type T argument, we can also use other types of arguments such as strings, function names, constant expression and built-in types. </a:t>
            </a:r>
            <a:r>
              <a:rPr lang="en-US" b="1" dirty="0"/>
              <a:t>Let' s see the following example:</a:t>
            </a:r>
            <a:endParaRPr lang="en-US" dirty="0"/>
          </a:p>
          <a:p>
            <a:r>
              <a:rPr lang="en-US" b="1" dirty="0"/>
              <a:t>template</a:t>
            </a:r>
            <a:r>
              <a:rPr lang="en-US" dirty="0"/>
              <a:t>&lt;</a:t>
            </a:r>
            <a:r>
              <a:rPr lang="en-US" b="1" dirty="0"/>
              <a:t>class</a:t>
            </a:r>
            <a:r>
              <a:rPr lang="en-US" dirty="0"/>
              <a:t> T, </a:t>
            </a:r>
            <a:r>
              <a:rPr lang="en-US" b="1" dirty="0" err="1"/>
              <a:t>int</a:t>
            </a:r>
            <a:r>
              <a:rPr lang="en-US" dirty="0"/>
              <a:t> size&gt;  </a:t>
            </a:r>
          </a:p>
          <a:p>
            <a:pPr marL="0" indent="0">
              <a:buNone/>
            </a:pPr>
            <a:r>
              <a:rPr lang="en-US" b="1" dirty="0" smtClean="0"/>
              <a:t>    class</a:t>
            </a:r>
            <a:r>
              <a:rPr lang="en-US" dirty="0"/>
              <a:t> array  </a:t>
            </a:r>
          </a:p>
          <a:p>
            <a:pPr marL="0" indent="0">
              <a:buNone/>
            </a:pPr>
            <a:r>
              <a:rPr lang="en-US" dirty="0" smtClean="0"/>
              <a:t>   {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        T </a:t>
            </a:r>
            <a:r>
              <a:rPr lang="en-US" dirty="0" err="1"/>
              <a:t>arr</a:t>
            </a:r>
            <a:r>
              <a:rPr lang="en-US" dirty="0"/>
              <a:t>[size];           // automatic array initialization.  </a:t>
            </a:r>
          </a:p>
          <a:p>
            <a:pPr marL="0" indent="0">
              <a:buNone/>
            </a:pPr>
            <a:r>
              <a:rPr lang="en-US" dirty="0" smtClean="0"/>
              <a:t>    };</a:t>
            </a:r>
            <a:r>
              <a:rPr lang="en-US" dirty="0"/>
              <a:t>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5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579120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Arguments are specified when the objects of </a:t>
            </a:r>
            <a:r>
              <a:rPr lang="en-US" sz="2000" dirty="0" smtClean="0"/>
              <a:t>the </a:t>
            </a:r>
            <a:r>
              <a:rPr lang="en-US" sz="2000" dirty="0"/>
              <a:t>class are created:</a:t>
            </a:r>
          </a:p>
          <a:p>
            <a:pPr lvl="0"/>
            <a:r>
              <a:rPr lang="en-US" sz="2000" dirty="0"/>
              <a:t>array&lt;</a:t>
            </a:r>
            <a:r>
              <a:rPr lang="en-US" sz="2000" b="1" dirty="0" err="1"/>
              <a:t>int</a:t>
            </a:r>
            <a:r>
              <a:rPr lang="en-US" sz="2000" dirty="0"/>
              <a:t>, 15&gt; t1;                        // array of 15 integers.  </a:t>
            </a:r>
          </a:p>
          <a:p>
            <a:pPr lvl="0"/>
            <a:r>
              <a:rPr lang="en-US" sz="2000" dirty="0"/>
              <a:t>array&lt;</a:t>
            </a:r>
            <a:r>
              <a:rPr lang="en-US" sz="2000" b="1" dirty="0"/>
              <a:t>float</a:t>
            </a:r>
            <a:r>
              <a:rPr lang="en-US" sz="2000" dirty="0"/>
              <a:t>, 10&gt; t2;                    // array of 10 floats.   </a:t>
            </a:r>
          </a:p>
          <a:p>
            <a:pPr lvl="0"/>
            <a:r>
              <a:rPr lang="en-US" sz="2000" dirty="0"/>
              <a:t>array&lt;</a:t>
            </a:r>
            <a:r>
              <a:rPr lang="en-US" sz="2000" b="1" dirty="0"/>
              <a:t>char</a:t>
            </a:r>
            <a:r>
              <a:rPr lang="en-US" sz="2000" dirty="0"/>
              <a:t>, 4&gt; t3;                      // array of 4 chars.        </a:t>
            </a:r>
            <a:r>
              <a:rPr lang="en-US" dirty="0"/>
              <a:t>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2177624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4193</TotalTime>
  <Words>226</Words>
  <Application>Microsoft Office PowerPoint</Application>
  <PresentationFormat>On-screen Show (4:3)</PresentationFormat>
  <Paragraphs>59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Templates</vt:lpstr>
      <vt:lpstr>PowerPoint Presentation</vt:lpstr>
      <vt:lpstr>How templates work? </vt:lpstr>
      <vt:lpstr>PowerPoint Presentation</vt:lpstr>
      <vt:lpstr>Function Templates </vt:lpstr>
      <vt:lpstr>PowerPoint Presentation</vt:lpstr>
      <vt:lpstr>PowerPoint Presentation</vt:lpstr>
      <vt:lpstr> Function Templates with Multiple Parameters </vt:lpstr>
      <vt:lpstr>PowerPoint Presentation</vt:lpstr>
      <vt:lpstr>PowerPoint Presentation</vt:lpstr>
      <vt:lpstr>CLASS TEMPLATE </vt:lpstr>
      <vt:lpstr>PowerPoint Presentation</vt:lpstr>
      <vt:lpstr>PowerPoint Presentation</vt:lpstr>
      <vt:lpstr>CLASS TEMPLATE WITH MULTIPLE PARAMETERS</vt:lpstr>
      <vt:lpstr>example</vt:lpstr>
      <vt:lpstr>Nontype Template Arguments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93</cp:revision>
  <dcterms:created xsi:type="dcterms:W3CDTF">2021-04-17T14:34:26Z</dcterms:created>
  <dcterms:modified xsi:type="dcterms:W3CDTF">2021-06-14T11:11:06Z</dcterms:modified>
</cp:coreProperties>
</file>