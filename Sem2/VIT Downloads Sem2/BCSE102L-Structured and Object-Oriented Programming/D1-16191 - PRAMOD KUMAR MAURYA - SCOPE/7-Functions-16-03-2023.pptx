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2" r:id="rId23"/>
    <p:sldId id="277" r:id="rId24"/>
    <p:sldId id="278" r:id="rId25"/>
    <p:sldId id="283" r:id="rId26"/>
    <p:sldId id="279" r:id="rId27"/>
    <p:sldId id="280" r:id="rId28"/>
    <p:sldId id="284" r:id="rId29"/>
    <p:sldId id="281"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07"/>
    <p:restoredTop sz="77519"/>
  </p:normalViewPr>
  <p:slideViewPr>
    <p:cSldViewPr>
      <p:cViewPr>
        <p:scale>
          <a:sx n="76" d="100"/>
          <a:sy n="76" d="100"/>
        </p:scale>
        <p:origin x="176" y="4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F03887-05FE-3D42-963A-F2342FEFEB8D}" type="datetimeFigureOut">
              <a:rPr lang="en-IN" smtClean="0"/>
              <a:t>01/07/23</a:t>
            </a:fld>
            <a:endParaRP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E60E33-2048-364A-A9D7-B6334F44F76A}" type="slidenum">
              <a:rPr lang="en-IN" smtClean="0"/>
              <a:t>‹#›</a:t>
            </a:fld>
            <a:endParaRPr/>
          </a:p>
        </p:txBody>
      </p:sp>
    </p:spTree>
    <p:extLst>
      <p:ext uri="{BB962C8B-B14F-4D97-AF65-F5344CB8AC3E}">
        <p14:creationId xmlns:p14="http://schemas.microsoft.com/office/powerpoint/2010/main" val="4218413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E5E60E33-2048-364A-A9D7-B6334F44F76A}" type="slidenum">
              <a:rPr lang="en-IN" smtClean="0"/>
              <a:t>10</a:t>
            </a:fld>
            <a:endParaRPr lang="en-IN"/>
          </a:p>
        </p:txBody>
      </p:sp>
    </p:spTree>
    <p:extLst>
      <p:ext uri="{BB962C8B-B14F-4D97-AF65-F5344CB8AC3E}">
        <p14:creationId xmlns:p14="http://schemas.microsoft.com/office/powerpoint/2010/main" val="4102677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E5E60E33-2048-364A-A9D7-B6334F44F76A}" type="slidenum">
              <a:rPr lang="en-IN" smtClean="0"/>
              <a:t>18</a:t>
            </a:fld>
            <a:endParaRPr lang="en-IN"/>
          </a:p>
        </p:txBody>
      </p:sp>
    </p:spTree>
    <p:extLst>
      <p:ext uri="{BB962C8B-B14F-4D97-AF65-F5344CB8AC3E}">
        <p14:creationId xmlns:p14="http://schemas.microsoft.com/office/powerpoint/2010/main" val="3755527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E5E60E33-2048-364A-A9D7-B6334F44F76A}" type="slidenum">
              <a:rPr lang="en-IN" smtClean="0"/>
              <a:t>21</a:t>
            </a:fld>
            <a:endParaRPr lang="en-IN"/>
          </a:p>
        </p:txBody>
      </p:sp>
    </p:spTree>
    <p:extLst>
      <p:ext uri="{BB962C8B-B14F-4D97-AF65-F5344CB8AC3E}">
        <p14:creationId xmlns:p14="http://schemas.microsoft.com/office/powerpoint/2010/main" val="515335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E5E60E33-2048-364A-A9D7-B6334F44F76A}" type="slidenum">
              <a:rPr lang="en-IN" smtClean="0"/>
              <a:t>23</a:t>
            </a:fld>
            <a:endParaRPr lang="en-IN"/>
          </a:p>
        </p:txBody>
      </p:sp>
    </p:spTree>
    <p:extLst>
      <p:ext uri="{BB962C8B-B14F-4D97-AF65-F5344CB8AC3E}">
        <p14:creationId xmlns:p14="http://schemas.microsoft.com/office/powerpoint/2010/main" val="2064416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E5E60E33-2048-364A-A9D7-B6334F44F76A}" type="slidenum">
              <a:rPr lang="en-IN" smtClean="0"/>
              <a:t>28</a:t>
            </a:fld>
            <a:endParaRPr lang="en-IN"/>
          </a:p>
        </p:txBody>
      </p:sp>
    </p:spTree>
    <p:extLst>
      <p:ext uri="{BB962C8B-B14F-4D97-AF65-F5344CB8AC3E}">
        <p14:creationId xmlns:p14="http://schemas.microsoft.com/office/powerpoint/2010/main" val="4184929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B457874-98E4-46B8-A30C-DFFEE221BD35}" type="datetimeFigureOut">
              <a:rPr lang="en-US" smtClean="0"/>
              <a:t>6/30/23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2441563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457874-98E4-46B8-A30C-DFFEE221BD35}" type="datetimeFigureOut">
              <a:rPr lang="en-US" smtClean="0"/>
              <a:t>6/30/23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2999103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457874-98E4-46B8-A30C-DFFEE221BD35}" type="datetimeFigureOut">
              <a:rPr lang="en-US" smtClean="0"/>
              <a:t>6/30/23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1672073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457874-98E4-46B8-A30C-DFFEE221BD35}" type="datetimeFigureOut">
              <a:rPr lang="en-US" smtClean="0"/>
              <a:t>6/30/23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158237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457874-98E4-46B8-A30C-DFFEE221BD35}" type="datetimeFigureOut">
              <a:rPr lang="en-US" smtClean="0"/>
              <a:t>6/30/23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4286622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B457874-98E4-46B8-A30C-DFFEE221BD35}" type="datetimeFigureOut">
              <a:rPr lang="en-US" smtClean="0"/>
              <a:t>6/30/23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1772895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457874-98E4-46B8-A30C-DFFEE221BD35}" type="datetimeFigureOut">
              <a:rPr lang="en-US" smtClean="0"/>
              <a:t>6/30/23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3196103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457874-98E4-46B8-A30C-DFFEE221BD35}" type="datetimeFigureOut">
              <a:rPr lang="en-US" smtClean="0"/>
              <a:t>6/30/23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1030091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457874-98E4-46B8-A30C-DFFEE221BD35}" type="datetimeFigureOut">
              <a:rPr lang="en-US" smtClean="0"/>
              <a:t>6/30/23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2903416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457874-98E4-46B8-A30C-DFFEE221BD35}" type="datetimeFigureOut">
              <a:rPr lang="en-US" smtClean="0"/>
              <a:t>6/30/23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1601787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457874-98E4-46B8-A30C-DFFEE221BD35}" type="datetimeFigureOut">
              <a:rPr lang="en-US" smtClean="0"/>
              <a:t>6/30/23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A28CF-D1AD-4179-A994-6ED935FAA6D7}" type="slidenum">
              <a:rPr lang="en-US" smtClean="0"/>
              <a:t>‹#›</a:t>
            </a:fld>
            <a:endParaRPr lang="en-US"/>
          </a:p>
        </p:txBody>
      </p:sp>
    </p:spTree>
    <p:extLst>
      <p:ext uri="{BB962C8B-B14F-4D97-AF65-F5344CB8AC3E}">
        <p14:creationId xmlns:p14="http://schemas.microsoft.com/office/powerpoint/2010/main" val="40505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457874-98E4-46B8-A30C-DFFEE221BD35}" type="datetimeFigureOut">
              <a:rPr lang="en-US" smtClean="0"/>
              <a:t>6/30/23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6A28CF-D1AD-4179-A994-6ED935FAA6D7}" type="slidenum">
              <a:rPr lang="en-US" smtClean="0"/>
              <a:t>‹#›</a:t>
            </a:fld>
            <a:endParaRPr lang="en-US"/>
          </a:p>
        </p:txBody>
      </p:sp>
    </p:spTree>
    <p:extLst>
      <p:ext uri="{BB962C8B-B14F-4D97-AF65-F5344CB8AC3E}">
        <p14:creationId xmlns:p14="http://schemas.microsoft.com/office/powerpoint/2010/main" val="2053212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53297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36537"/>
            <a:ext cx="8229600" cy="1143000"/>
          </a:xfrm>
        </p:spPr>
        <p:txBody>
          <a:bodyPr/>
          <a:lstStyle/>
          <a:p>
            <a:endParaRPr lang="en-US" dirty="0"/>
          </a:p>
        </p:txBody>
      </p:sp>
      <p:sp>
        <p:nvSpPr>
          <p:cNvPr id="3" name="Content Placeholder 2"/>
          <p:cNvSpPr>
            <a:spLocks noGrp="1"/>
          </p:cNvSpPr>
          <p:nvPr>
            <p:ph idx="1"/>
          </p:nvPr>
        </p:nvSpPr>
        <p:spPr>
          <a:xfrm>
            <a:off x="304800" y="1524000"/>
            <a:ext cx="8229600" cy="4525963"/>
          </a:xfrm>
        </p:spPr>
        <p:txBody>
          <a:bodyPr/>
          <a:lstStyle/>
          <a:p>
            <a:r>
              <a:rPr lang="en-IN" dirty="0"/>
              <a:t>A function can also be referred as a method or a sub-routine or a procedure, </a:t>
            </a:r>
            <a:r>
              <a:rPr lang="en-IN" dirty="0" err="1"/>
              <a:t>etc</a:t>
            </a:r>
            <a:endParaRPr lang="en-IN" dirty="0"/>
          </a:p>
          <a:p>
            <a:r>
              <a:rPr lang="en-IN" dirty="0"/>
              <a:t>A function is a group of statements that together perform a task. </a:t>
            </a:r>
          </a:p>
          <a:p>
            <a:r>
              <a:rPr lang="en-IN" dirty="0"/>
              <a:t>Every C program has at least one function, which is </a:t>
            </a:r>
            <a:r>
              <a:rPr lang="en-IN" b="1" dirty="0"/>
              <a:t>main()</a:t>
            </a:r>
            <a:r>
              <a:rPr lang="en-IN" dirty="0"/>
              <a:t>, and programs can define additional functions since you will be allowed to divide up your code into separate functions</a:t>
            </a:r>
            <a:endParaRPr lang="en-US" dirty="0"/>
          </a:p>
        </p:txBody>
      </p:sp>
    </p:spTree>
    <p:extLst>
      <p:ext uri="{BB962C8B-B14F-4D97-AF65-F5344CB8AC3E}">
        <p14:creationId xmlns:p14="http://schemas.microsoft.com/office/powerpoint/2010/main" val="2049373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 function</a:t>
            </a:r>
          </a:p>
        </p:txBody>
      </p:sp>
      <p:sp>
        <p:nvSpPr>
          <p:cNvPr id="3" name="Content Placeholder 2"/>
          <p:cNvSpPr>
            <a:spLocks noGrp="1"/>
          </p:cNvSpPr>
          <p:nvPr>
            <p:ph idx="1"/>
          </p:nvPr>
        </p:nvSpPr>
        <p:spPr/>
        <p:txBody>
          <a:bodyPr/>
          <a:lstStyle/>
          <a:p>
            <a:r>
              <a:rPr lang="en-US" dirty="0"/>
              <a:t>Function Declaration</a:t>
            </a:r>
          </a:p>
          <a:p>
            <a:r>
              <a:rPr lang="en-US" dirty="0"/>
              <a:t>Function definition</a:t>
            </a:r>
          </a:p>
          <a:p>
            <a:r>
              <a:rPr lang="en-US" dirty="0"/>
              <a:t>Function call</a:t>
            </a:r>
          </a:p>
        </p:txBody>
      </p:sp>
    </p:spTree>
    <p:extLst>
      <p:ext uri="{BB962C8B-B14F-4D97-AF65-F5344CB8AC3E}">
        <p14:creationId xmlns:p14="http://schemas.microsoft.com/office/powerpoint/2010/main" val="1965798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 Declaration</a:t>
            </a:r>
            <a:br>
              <a:rPr lang="en-US" dirty="0"/>
            </a:br>
            <a:endParaRPr lang="en-US" dirty="0"/>
          </a:p>
        </p:txBody>
      </p:sp>
      <p:sp>
        <p:nvSpPr>
          <p:cNvPr id="3" name="Content Placeholder 2"/>
          <p:cNvSpPr>
            <a:spLocks noGrp="1"/>
          </p:cNvSpPr>
          <p:nvPr>
            <p:ph idx="1"/>
          </p:nvPr>
        </p:nvSpPr>
        <p:spPr/>
        <p:txBody>
          <a:bodyPr/>
          <a:lstStyle/>
          <a:p>
            <a:r>
              <a:rPr lang="en-IN" dirty="0"/>
              <a:t>A function </a:t>
            </a:r>
            <a:r>
              <a:rPr lang="en-IN" b="1" dirty="0"/>
              <a:t>declaration</a:t>
            </a:r>
            <a:r>
              <a:rPr lang="en-IN" dirty="0"/>
              <a:t> tells the compiler about a function's name, return type, and parameters.</a:t>
            </a:r>
          </a:p>
          <a:p>
            <a:r>
              <a:rPr lang="en-IN" dirty="0"/>
              <a:t>The general form of a function declaration in C programming language is as follows </a:t>
            </a:r>
            <a:endParaRPr lang="en-US" dirty="0"/>
          </a:p>
          <a:p>
            <a:pPr marL="0" indent="0">
              <a:buNone/>
            </a:pPr>
            <a:r>
              <a:rPr lang="en-IN" b="1" dirty="0"/>
              <a:t>    </a:t>
            </a:r>
            <a:r>
              <a:rPr lang="en-IN" b="1" dirty="0" err="1"/>
              <a:t>return_type</a:t>
            </a:r>
            <a:r>
              <a:rPr lang="en-IN" b="1" dirty="0"/>
              <a:t> </a:t>
            </a:r>
            <a:r>
              <a:rPr lang="en-IN" b="1" dirty="0" err="1"/>
              <a:t>function_name</a:t>
            </a:r>
            <a:r>
              <a:rPr lang="en-IN" b="1" dirty="0"/>
              <a:t>( parameter list );</a:t>
            </a:r>
          </a:p>
          <a:p>
            <a:pPr marL="0" indent="0">
              <a:buNone/>
            </a:pPr>
            <a:r>
              <a:rPr lang="en-IN" b="1" dirty="0"/>
              <a:t>Ex. void </a:t>
            </a:r>
            <a:r>
              <a:rPr lang="en-IN" b="1" dirty="0" err="1"/>
              <a:t>println</a:t>
            </a:r>
            <a:r>
              <a:rPr lang="en-IN" b="1" dirty="0"/>
              <a:t>(void);</a:t>
            </a:r>
            <a:endParaRPr lang="en-US" b="1" dirty="0"/>
          </a:p>
        </p:txBody>
      </p:sp>
    </p:spTree>
    <p:extLst>
      <p:ext uri="{BB962C8B-B14F-4D97-AF65-F5344CB8AC3E}">
        <p14:creationId xmlns:p14="http://schemas.microsoft.com/office/powerpoint/2010/main" val="338311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 definition</a:t>
            </a:r>
            <a:br>
              <a:rPr lang="en-US" dirty="0"/>
            </a:br>
            <a:endParaRPr lang="en-US" dirty="0"/>
          </a:p>
        </p:txBody>
      </p:sp>
      <p:sp>
        <p:nvSpPr>
          <p:cNvPr id="3" name="Content Placeholder 2"/>
          <p:cNvSpPr>
            <a:spLocks noGrp="1"/>
          </p:cNvSpPr>
          <p:nvPr>
            <p:ph idx="1"/>
          </p:nvPr>
        </p:nvSpPr>
        <p:spPr>
          <a:xfrm>
            <a:off x="457200" y="1600200"/>
            <a:ext cx="8229600" cy="4876800"/>
          </a:xfrm>
        </p:spPr>
        <p:txBody>
          <a:bodyPr/>
          <a:lstStyle/>
          <a:p>
            <a:r>
              <a:rPr lang="en-IN" dirty="0"/>
              <a:t>A function </a:t>
            </a:r>
            <a:r>
              <a:rPr lang="en-IN" b="1" dirty="0"/>
              <a:t>definition</a:t>
            </a:r>
            <a:r>
              <a:rPr lang="en-IN" dirty="0"/>
              <a:t> provides the actual body of the function.</a:t>
            </a:r>
          </a:p>
          <a:p>
            <a:r>
              <a:rPr lang="en-IN" dirty="0"/>
              <a:t>The general form of a function definition in C programming language is as follows.</a:t>
            </a:r>
            <a:endParaRPr lang="en-US" dirty="0"/>
          </a:p>
          <a:p>
            <a:pPr marL="0" indent="0">
              <a:buNone/>
            </a:pPr>
            <a:r>
              <a:rPr lang="en-IN" dirty="0"/>
              <a:t> </a:t>
            </a:r>
            <a:r>
              <a:rPr lang="en-IN" dirty="0" err="1"/>
              <a:t>return_type</a:t>
            </a:r>
            <a:r>
              <a:rPr lang="en-IN" dirty="0"/>
              <a:t> </a:t>
            </a:r>
            <a:r>
              <a:rPr lang="en-IN" dirty="0" err="1"/>
              <a:t>function_name</a:t>
            </a:r>
            <a:r>
              <a:rPr lang="en-IN" dirty="0"/>
              <a:t>( parameter list ) </a:t>
            </a:r>
            <a:endParaRPr lang="en-US" dirty="0"/>
          </a:p>
          <a:p>
            <a:pPr marL="0" indent="0">
              <a:buNone/>
            </a:pPr>
            <a:r>
              <a:rPr lang="en-IN" dirty="0"/>
              <a:t> {</a:t>
            </a:r>
            <a:endParaRPr lang="en-US" dirty="0"/>
          </a:p>
          <a:p>
            <a:pPr marL="0" indent="0">
              <a:buNone/>
            </a:pPr>
            <a:r>
              <a:rPr lang="en-IN" dirty="0"/>
              <a:t>   body of the function</a:t>
            </a:r>
            <a:endParaRPr lang="en-US" dirty="0"/>
          </a:p>
          <a:p>
            <a:pPr marL="0" indent="0">
              <a:buNone/>
            </a:pPr>
            <a:r>
              <a:rPr lang="en-IN" dirty="0"/>
              <a:t> }</a:t>
            </a:r>
            <a:endParaRPr lang="en-US" dirty="0"/>
          </a:p>
          <a:p>
            <a:endParaRPr lang="en-US" dirty="0"/>
          </a:p>
        </p:txBody>
      </p:sp>
    </p:spTree>
    <p:extLst>
      <p:ext uri="{BB962C8B-B14F-4D97-AF65-F5344CB8AC3E}">
        <p14:creationId xmlns:p14="http://schemas.microsoft.com/office/powerpoint/2010/main" val="734733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 of function definition</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1905000"/>
            <a:ext cx="5538787"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2069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call</a:t>
            </a:r>
          </a:p>
        </p:txBody>
      </p:sp>
      <p:sp>
        <p:nvSpPr>
          <p:cNvPr id="3" name="Content Placeholder 2"/>
          <p:cNvSpPr>
            <a:spLocks noGrp="1"/>
          </p:cNvSpPr>
          <p:nvPr>
            <p:ph idx="1"/>
          </p:nvPr>
        </p:nvSpPr>
        <p:spPr/>
        <p:txBody>
          <a:bodyPr/>
          <a:lstStyle/>
          <a:p>
            <a:r>
              <a:rPr lang="en-US" dirty="0"/>
              <a:t>To invoke  a function at a required place in the program.</a:t>
            </a:r>
          </a:p>
          <a:p>
            <a:r>
              <a:rPr lang="en-US" dirty="0"/>
              <a:t>A function can be called by simply using the function name followed by a list of actual parameters, if any, </a:t>
            </a:r>
            <a:r>
              <a:rPr lang="en-US" dirty="0" err="1"/>
              <a:t>enclosded</a:t>
            </a:r>
            <a:r>
              <a:rPr lang="en-US" dirty="0"/>
              <a:t> in parentheses.</a:t>
            </a:r>
          </a:p>
          <a:p>
            <a:r>
              <a:rPr lang="en-US" dirty="0"/>
              <a:t> ex.  </a:t>
            </a:r>
            <a:r>
              <a:rPr lang="en-US" dirty="0" err="1"/>
              <a:t>println</a:t>
            </a:r>
            <a:r>
              <a:rPr lang="en-US" dirty="0"/>
              <a:t>();</a:t>
            </a:r>
          </a:p>
        </p:txBody>
      </p:sp>
    </p:spTree>
    <p:extLst>
      <p:ext uri="{BB962C8B-B14F-4D97-AF65-F5344CB8AC3E}">
        <p14:creationId xmlns:p14="http://schemas.microsoft.com/office/powerpoint/2010/main" val="2563403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229600" cy="6172200"/>
          </a:xfrm>
        </p:spPr>
        <p:txBody>
          <a:bodyPr>
            <a:normAutofit lnSpcReduction="10000"/>
          </a:bodyPr>
          <a:lstStyle/>
          <a:p>
            <a:r>
              <a:rPr lang="en-US" b="1" dirty="0"/>
              <a:t>Call by value:</a:t>
            </a:r>
          </a:p>
          <a:p>
            <a:pPr marL="0" indent="0" algn="just">
              <a:buNone/>
            </a:pPr>
            <a:r>
              <a:rPr lang="en-IN" dirty="0"/>
              <a:t>   This method copies the actual value of an argument into the formal parameter of the function. In this case, changes made to the parameter inside the function have no effect on the argument.</a:t>
            </a:r>
          </a:p>
          <a:p>
            <a:r>
              <a:rPr lang="en-IN" b="1" dirty="0"/>
              <a:t>Call by reference</a:t>
            </a:r>
          </a:p>
          <a:p>
            <a:pPr marL="0" indent="0" algn="just">
              <a:buNone/>
            </a:pPr>
            <a:r>
              <a:rPr lang="en-IN" dirty="0"/>
              <a:t>   This method copies the address of an argument into the formal parameter. Inside the function, the address is used to access the actual argument used in the call. This means that changes made to the parameter affect the argument.</a:t>
            </a:r>
            <a:endParaRPr lang="en-US" dirty="0"/>
          </a:p>
        </p:txBody>
      </p:sp>
    </p:spTree>
    <p:extLst>
      <p:ext uri="{BB962C8B-B14F-4D97-AF65-F5344CB8AC3E}">
        <p14:creationId xmlns:p14="http://schemas.microsoft.com/office/powerpoint/2010/main" val="1807377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75518"/>
            <a:ext cx="8229600" cy="4906963"/>
          </a:xfrm>
        </p:spPr>
        <p:txBody>
          <a:bodyPr>
            <a:normAutofit fontScale="92500"/>
          </a:bodyPr>
          <a:lstStyle/>
          <a:p>
            <a:r>
              <a:rPr lang="en-IN" b="1" dirty="0"/>
              <a:t>Category of Functions</a:t>
            </a:r>
            <a:endParaRPr lang="en-US" dirty="0"/>
          </a:p>
          <a:p>
            <a:pPr lvl="0"/>
            <a:r>
              <a:rPr lang="en-IN" dirty="0"/>
              <a:t>Functions with no arguments and no return values</a:t>
            </a:r>
            <a:endParaRPr lang="en-US" dirty="0"/>
          </a:p>
          <a:p>
            <a:pPr lvl="0"/>
            <a:r>
              <a:rPr lang="en-IN" dirty="0"/>
              <a:t>Functions with arguments and no return values</a:t>
            </a:r>
            <a:endParaRPr lang="en-US" dirty="0"/>
          </a:p>
          <a:p>
            <a:pPr lvl="0"/>
            <a:r>
              <a:rPr lang="en-IN" dirty="0"/>
              <a:t>Functions with arguments and one return value</a:t>
            </a:r>
            <a:endParaRPr lang="en-US" dirty="0"/>
          </a:p>
          <a:p>
            <a:pPr lvl="0"/>
            <a:r>
              <a:rPr lang="en-IN" dirty="0"/>
              <a:t>Functions with no arguments but return a value</a:t>
            </a:r>
            <a:endParaRPr lang="en-US" dirty="0"/>
          </a:p>
          <a:p>
            <a:pPr lvl="0"/>
            <a:r>
              <a:rPr lang="en-IN" dirty="0"/>
              <a:t>Functions that return multiple values (call by reference)</a:t>
            </a:r>
            <a:endParaRPr lang="en-US" dirty="0"/>
          </a:p>
          <a:p>
            <a:endParaRPr lang="en-US" dirty="0"/>
          </a:p>
        </p:txBody>
      </p:sp>
    </p:spTree>
    <p:extLst>
      <p:ext uri="{BB962C8B-B14F-4D97-AF65-F5344CB8AC3E}">
        <p14:creationId xmlns:p14="http://schemas.microsoft.com/office/powerpoint/2010/main" val="3599111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1295400"/>
          </a:xfrm>
        </p:spPr>
        <p:txBody>
          <a:bodyPr>
            <a:normAutofit fontScale="90000"/>
          </a:bodyPr>
          <a:lstStyle/>
          <a:p>
            <a:pPr lvl="0"/>
            <a:r>
              <a:rPr lang="en-IN" dirty="0"/>
              <a:t>Functions with no arguments and no return values</a:t>
            </a:r>
            <a:br>
              <a:rPr lang="en-US" dirty="0"/>
            </a:br>
            <a:endParaRPr lang="en-US" dirty="0"/>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43000" y="1600200"/>
            <a:ext cx="6248399"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8275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IN" dirty="0"/>
              <a:t>Functions with arguments and no return values</a:t>
            </a:r>
            <a:br>
              <a:rPr lang="en-US" dirty="0"/>
            </a:br>
            <a:endParaRPr lang="en-US" dirty="0"/>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7696199"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60353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IN" dirty="0"/>
              <a:t>Functions with arguments and one return value</a:t>
            </a:r>
            <a:br>
              <a:rPr lang="en-US" dirty="0"/>
            </a:br>
            <a:endParaRPr lang="en-US" dirty="0"/>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52588"/>
            <a:ext cx="6629400" cy="4291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47411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IN" dirty="0"/>
              <a:t>Functions with no arguments but return a value</a:t>
            </a:r>
            <a:br>
              <a:rPr lang="en-US" dirty="0"/>
            </a:br>
            <a:endParaRPr lang="en-US" b="1" dirty="0"/>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00200"/>
            <a:ext cx="5972175"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1618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Functions that return multiple values</a:t>
            </a:r>
            <a:endParaRPr 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295400"/>
            <a:ext cx="731520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2763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FUNCTIONS</a:t>
            </a:r>
          </a:p>
        </p:txBody>
      </p:sp>
      <p:sp>
        <p:nvSpPr>
          <p:cNvPr id="3" name="Content Placeholder 2"/>
          <p:cNvSpPr>
            <a:spLocks noGrp="1"/>
          </p:cNvSpPr>
          <p:nvPr>
            <p:ph idx="1"/>
          </p:nvPr>
        </p:nvSpPr>
        <p:spPr/>
        <p:txBody>
          <a:bodyPr/>
          <a:lstStyle/>
          <a:p>
            <a:r>
              <a:rPr lang="en-US" dirty="0"/>
              <a:t>A function is said to be recursive if a statement within the body of the function calls itself.</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352800"/>
            <a:ext cx="457200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6917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600200"/>
            <a:ext cx="7543800" cy="334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27175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1648619"/>
            <a:ext cx="5029200" cy="4429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4621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F606-8243-458C-8002-B54CCCA3A1F1}"/>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A1C3DD27-110E-4FE7-8355-3767AD5C3337}"/>
              </a:ext>
            </a:extLst>
          </p:cNvPr>
          <p:cNvPicPr>
            <a:picLocks noGrp="1" noChangeAspect="1"/>
          </p:cNvPicPr>
          <p:nvPr>
            <p:ph idx="1"/>
          </p:nvPr>
        </p:nvPicPr>
        <p:blipFill>
          <a:blip r:embed="rId3"/>
          <a:stretch>
            <a:fillRect/>
          </a:stretch>
        </p:blipFill>
        <p:spPr>
          <a:xfrm>
            <a:off x="457200" y="274638"/>
            <a:ext cx="8382000" cy="6049962"/>
          </a:xfrm>
          <a:prstGeom prst="rect">
            <a:avLst/>
          </a:prstGeom>
        </p:spPr>
      </p:pic>
    </p:spTree>
    <p:extLst>
      <p:ext uri="{BB962C8B-B14F-4D97-AF65-F5344CB8AC3E}">
        <p14:creationId xmlns:p14="http://schemas.microsoft.com/office/powerpoint/2010/main" val="771566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8F7D191-0FBD-456D-A831-7C5A90CCB358}"/>
              </a:ext>
            </a:extLst>
          </p:cNvPr>
          <p:cNvPicPr>
            <a:picLocks noGrp="1" noChangeAspect="1"/>
          </p:cNvPicPr>
          <p:nvPr>
            <p:ph idx="1"/>
          </p:nvPr>
        </p:nvPicPr>
        <p:blipFill>
          <a:blip r:embed="rId2"/>
          <a:stretch>
            <a:fillRect/>
          </a:stretch>
        </p:blipFill>
        <p:spPr>
          <a:xfrm>
            <a:off x="460578" y="840600"/>
            <a:ext cx="8378622" cy="5636400"/>
          </a:xfrm>
          <a:prstGeom prst="rect">
            <a:avLst/>
          </a:prstGeom>
        </p:spPr>
      </p:pic>
    </p:spTree>
    <p:extLst>
      <p:ext uri="{BB962C8B-B14F-4D97-AF65-F5344CB8AC3E}">
        <p14:creationId xmlns:p14="http://schemas.microsoft.com/office/powerpoint/2010/main" val="1947669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12FF9-6481-4BFF-855D-EC573F2CA20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5F7A0074-EFEB-4668-9E88-966029DC3489}"/>
              </a:ext>
            </a:extLst>
          </p:cNvPr>
          <p:cNvPicPr>
            <a:picLocks noGrp="1" noChangeAspect="1"/>
          </p:cNvPicPr>
          <p:nvPr>
            <p:ph idx="1"/>
          </p:nvPr>
        </p:nvPicPr>
        <p:blipFill>
          <a:blip r:embed="rId2"/>
          <a:stretch>
            <a:fillRect/>
          </a:stretch>
        </p:blipFill>
        <p:spPr>
          <a:xfrm>
            <a:off x="652462" y="457200"/>
            <a:ext cx="8034338" cy="5596731"/>
          </a:xfrm>
          <a:prstGeom prst="rect">
            <a:avLst/>
          </a:prstGeom>
        </p:spPr>
      </p:pic>
    </p:spTree>
    <p:extLst>
      <p:ext uri="{BB962C8B-B14F-4D97-AF65-F5344CB8AC3E}">
        <p14:creationId xmlns:p14="http://schemas.microsoft.com/office/powerpoint/2010/main" val="381253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BBDE-5A0E-4336-B154-0C41E772A8C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F64F5D56-92E3-4755-98C8-F63B75D48FA6}"/>
              </a:ext>
            </a:extLst>
          </p:cNvPr>
          <p:cNvPicPr>
            <a:picLocks noGrp="1" noChangeAspect="1"/>
          </p:cNvPicPr>
          <p:nvPr>
            <p:ph idx="1"/>
          </p:nvPr>
        </p:nvPicPr>
        <p:blipFill>
          <a:blip r:embed="rId3"/>
          <a:stretch>
            <a:fillRect/>
          </a:stretch>
        </p:blipFill>
        <p:spPr>
          <a:xfrm>
            <a:off x="457200" y="457200"/>
            <a:ext cx="8229600" cy="5668963"/>
          </a:xfrm>
          <a:prstGeom prst="rect">
            <a:avLst/>
          </a:prstGeom>
        </p:spPr>
      </p:pic>
    </p:spTree>
    <p:extLst>
      <p:ext uri="{BB962C8B-B14F-4D97-AF65-F5344CB8AC3E}">
        <p14:creationId xmlns:p14="http://schemas.microsoft.com/office/powerpoint/2010/main" val="4146497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CB07-B638-45EA-8A63-7C19079F1D01}"/>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5E6A889-EBC5-40BA-918C-88645229C5B0}"/>
              </a:ext>
            </a:extLst>
          </p:cNvPr>
          <p:cNvPicPr>
            <a:picLocks noGrp="1" noChangeAspect="1"/>
          </p:cNvPicPr>
          <p:nvPr>
            <p:ph idx="1"/>
          </p:nvPr>
        </p:nvPicPr>
        <p:blipFill>
          <a:blip r:embed="rId2"/>
          <a:stretch>
            <a:fillRect/>
          </a:stretch>
        </p:blipFill>
        <p:spPr>
          <a:xfrm>
            <a:off x="457200" y="1600200"/>
            <a:ext cx="4676775" cy="4791075"/>
          </a:xfrm>
          <a:prstGeom prst="rect">
            <a:avLst/>
          </a:prstGeom>
        </p:spPr>
      </p:pic>
    </p:spTree>
    <p:extLst>
      <p:ext uri="{BB962C8B-B14F-4D97-AF65-F5344CB8AC3E}">
        <p14:creationId xmlns:p14="http://schemas.microsoft.com/office/powerpoint/2010/main" val="1654348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6F0F1-D365-4DA2-A2F3-9ED11FA17EB9}"/>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BE5593F-B08E-4BA5-BF23-7E9DC989F3CB}"/>
              </a:ext>
            </a:extLst>
          </p:cNvPr>
          <p:cNvPicPr>
            <a:picLocks noGrp="1" noChangeAspect="1"/>
          </p:cNvPicPr>
          <p:nvPr>
            <p:ph idx="1"/>
          </p:nvPr>
        </p:nvPicPr>
        <p:blipFill>
          <a:blip r:embed="rId3"/>
          <a:stretch>
            <a:fillRect/>
          </a:stretch>
        </p:blipFill>
        <p:spPr>
          <a:xfrm>
            <a:off x="609601" y="274638"/>
            <a:ext cx="8077200" cy="5851525"/>
          </a:xfrm>
          <a:prstGeom prst="rect">
            <a:avLst/>
          </a:prstGeom>
        </p:spPr>
      </p:pic>
    </p:spTree>
    <p:extLst>
      <p:ext uri="{BB962C8B-B14F-4D97-AF65-F5344CB8AC3E}">
        <p14:creationId xmlns:p14="http://schemas.microsoft.com/office/powerpoint/2010/main" val="2351666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EB386-0F22-4464-9660-9AB83D8F66A8}"/>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1BE0D295-E72A-4275-82AD-6B6BAC526282}"/>
              </a:ext>
            </a:extLst>
          </p:cNvPr>
          <p:cNvPicPr>
            <a:picLocks noGrp="1" noChangeAspect="1"/>
          </p:cNvPicPr>
          <p:nvPr>
            <p:ph idx="1"/>
          </p:nvPr>
        </p:nvPicPr>
        <p:blipFill>
          <a:blip r:embed="rId2"/>
          <a:stretch>
            <a:fillRect/>
          </a:stretch>
        </p:blipFill>
        <p:spPr>
          <a:xfrm>
            <a:off x="457200" y="274638"/>
            <a:ext cx="8229600" cy="5537410"/>
          </a:xfrm>
          <a:prstGeom prst="rect">
            <a:avLst/>
          </a:prstGeom>
        </p:spPr>
      </p:pic>
    </p:spTree>
    <p:extLst>
      <p:ext uri="{BB962C8B-B14F-4D97-AF65-F5344CB8AC3E}">
        <p14:creationId xmlns:p14="http://schemas.microsoft.com/office/powerpoint/2010/main" val="1108557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B08FE-EEFB-4999-9281-F558ABCC3635}"/>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237AA538-5B43-4485-BB59-0B12F1E1BB2C}"/>
              </a:ext>
            </a:extLst>
          </p:cNvPr>
          <p:cNvPicPr>
            <a:picLocks noGrp="1" noChangeAspect="1"/>
          </p:cNvPicPr>
          <p:nvPr>
            <p:ph idx="1"/>
          </p:nvPr>
        </p:nvPicPr>
        <p:blipFill>
          <a:blip r:embed="rId2"/>
          <a:stretch>
            <a:fillRect/>
          </a:stretch>
        </p:blipFill>
        <p:spPr>
          <a:xfrm>
            <a:off x="609601" y="1828800"/>
            <a:ext cx="3978812" cy="3705225"/>
          </a:xfrm>
          <a:prstGeom prst="rect">
            <a:avLst/>
          </a:prstGeom>
        </p:spPr>
      </p:pic>
    </p:spTree>
    <p:extLst>
      <p:ext uri="{BB962C8B-B14F-4D97-AF65-F5344CB8AC3E}">
        <p14:creationId xmlns:p14="http://schemas.microsoft.com/office/powerpoint/2010/main" val="2578110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42D57-5C0C-4EBC-817A-03ED6A0C1B9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F6A10EF9-A954-40E3-9AE3-F71FE4307A17}"/>
              </a:ext>
            </a:extLst>
          </p:cNvPr>
          <p:cNvPicPr>
            <a:picLocks noGrp="1" noChangeAspect="1"/>
          </p:cNvPicPr>
          <p:nvPr>
            <p:ph idx="1"/>
          </p:nvPr>
        </p:nvPicPr>
        <p:blipFill>
          <a:blip r:embed="rId2"/>
          <a:stretch>
            <a:fillRect/>
          </a:stretch>
        </p:blipFill>
        <p:spPr>
          <a:xfrm>
            <a:off x="457200" y="274637"/>
            <a:ext cx="8232518" cy="5853600"/>
          </a:xfrm>
          <a:prstGeom prst="rect">
            <a:avLst/>
          </a:prstGeom>
        </p:spPr>
      </p:pic>
    </p:spTree>
    <p:extLst>
      <p:ext uri="{BB962C8B-B14F-4D97-AF65-F5344CB8AC3E}">
        <p14:creationId xmlns:p14="http://schemas.microsoft.com/office/powerpoint/2010/main" val="2013966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5E87E-6789-45F0-A8AC-BD8CAC45B5E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71D320B2-93BB-4DEC-AF5A-27BC5760431C}"/>
              </a:ext>
            </a:extLst>
          </p:cNvPr>
          <p:cNvPicPr>
            <a:picLocks noGrp="1" noChangeAspect="1"/>
          </p:cNvPicPr>
          <p:nvPr>
            <p:ph idx="1"/>
          </p:nvPr>
        </p:nvPicPr>
        <p:blipFill>
          <a:blip r:embed="rId2"/>
          <a:stretch>
            <a:fillRect/>
          </a:stretch>
        </p:blipFill>
        <p:spPr>
          <a:xfrm>
            <a:off x="457200" y="274638"/>
            <a:ext cx="8382000" cy="3865619"/>
          </a:xfrm>
          <a:prstGeom prst="rect">
            <a:avLst/>
          </a:prstGeom>
        </p:spPr>
      </p:pic>
    </p:spTree>
    <p:extLst>
      <p:ext uri="{BB962C8B-B14F-4D97-AF65-F5344CB8AC3E}">
        <p14:creationId xmlns:p14="http://schemas.microsoft.com/office/powerpoint/2010/main" val="2821600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A846B-12B0-46E4-9F86-E6F5CF21CB1C}"/>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61C6368-E841-4676-9C8A-9B7867A1AC22}"/>
              </a:ext>
            </a:extLst>
          </p:cNvPr>
          <p:cNvPicPr>
            <a:picLocks noGrp="1" noChangeAspect="1"/>
          </p:cNvPicPr>
          <p:nvPr>
            <p:ph idx="1"/>
          </p:nvPr>
        </p:nvPicPr>
        <p:blipFill>
          <a:blip r:embed="rId3"/>
          <a:stretch>
            <a:fillRect/>
          </a:stretch>
        </p:blipFill>
        <p:spPr>
          <a:xfrm>
            <a:off x="609600" y="1924050"/>
            <a:ext cx="2762250" cy="2343150"/>
          </a:xfrm>
          <a:prstGeom prst="rect">
            <a:avLst/>
          </a:prstGeom>
        </p:spPr>
      </p:pic>
      <p:pic>
        <p:nvPicPr>
          <p:cNvPr id="5" name="Picture 4">
            <a:extLst>
              <a:ext uri="{FF2B5EF4-FFF2-40B4-BE49-F238E27FC236}">
                <a16:creationId xmlns:a16="http://schemas.microsoft.com/office/drawing/2014/main" id="{0B570412-0056-431E-9DAC-56E331E85192}"/>
              </a:ext>
            </a:extLst>
          </p:cNvPr>
          <p:cNvPicPr>
            <a:picLocks noChangeAspect="1"/>
          </p:cNvPicPr>
          <p:nvPr/>
        </p:nvPicPr>
        <p:blipFill>
          <a:blip r:embed="rId4"/>
          <a:stretch>
            <a:fillRect/>
          </a:stretch>
        </p:blipFill>
        <p:spPr>
          <a:xfrm>
            <a:off x="5486400" y="1752600"/>
            <a:ext cx="2466975" cy="3714750"/>
          </a:xfrm>
          <a:prstGeom prst="rect">
            <a:avLst/>
          </a:prstGeom>
        </p:spPr>
      </p:pic>
    </p:spTree>
    <p:extLst>
      <p:ext uri="{BB962C8B-B14F-4D97-AF65-F5344CB8AC3E}">
        <p14:creationId xmlns:p14="http://schemas.microsoft.com/office/powerpoint/2010/main" val="3724410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C1F02-5C61-4BCD-A3AC-6799CA4EE8F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0A808C2C-1771-4495-B342-C755FB39DCB5}"/>
              </a:ext>
            </a:extLst>
          </p:cNvPr>
          <p:cNvPicPr>
            <a:picLocks noGrp="1" noChangeAspect="1"/>
          </p:cNvPicPr>
          <p:nvPr>
            <p:ph idx="1"/>
          </p:nvPr>
        </p:nvPicPr>
        <p:blipFill>
          <a:blip r:embed="rId2"/>
          <a:stretch>
            <a:fillRect/>
          </a:stretch>
        </p:blipFill>
        <p:spPr>
          <a:xfrm>
            <a:off x="457200" y="381000"/>
            <a:ext cx="8001000" cy="5745163"/>
          </a:xfrm>
          <a:prstGeom prst="rect">
            <a:avLst/>
          </a:prstGeom>
        </p:spPr>
      </p:pic>
    </p:spTree>
    <p:extLst>
      <p:ext uri="{BB962C8B-B14F-4D97-AF65-F5344CB8AC3E}">
        <p14:creationId xmlns:p14="http://schemas.microsoft.com/office/powerpoint/2010/main" val="2364735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87107-3E6C-490E-8D55-6B7BBED9D5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68BA33-6AEA-44FD-BB4E-DF61390BF44D}"/>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95DA308-5204-4683-8A5E-2AAFDBBA4059}"/>
              </a:ext>
            </a:extLst>
          </p:cNvPr>
          <p:cNvPicPr>
            <a:picLocks noChangeAspect="1"/>
          </p:cNvPicPr>
          <p:nvPr/>
        </p:nvPicPr>
        <p:blipFill>
          <a:blip r:embed="rId2"/>
          <a:stretch>
            <a:fillRect/>
          </a:stretch>
        </p:blipFill>
        <p:spPr>
          <a:xfrm>
            <a:off x="285750" y="274639"/>
            <a:ext cx="8572500" cy="5216524"/>
          </a:xfrm>
          <a:prstGeom prst="rect">
            <a:avLst/>
          </a:prstGeom>
        </p:spPr>
      </p:pic>
    </p:spTree>
    <p:extLst>
      <p:ext uri="{BB962C8B-B14F-4D97-AF65-F5344CB8AC3E}">
        <p14:creationId xmlns:p14="http://schemas.microsoft.com/office/powerpoint/2010/main" val="3066321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2961</TotalTime>
  <Words>419</Words>
  <Application>Microsoft Macintosh PowerPoint</Application>
  <PresentationFormat>On-screen Show (4:3)</PresentationFormat>
  <Paragraphs>46</Paragraphs>
  <Slides>30</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Elements of a function</vt:lpstr>
      <vt:lpstr>Function Declaration </vt:lpstr>
      <vt:lpstr>Function definition </vt:lpstr>
      <vt:lpstr>Ex. of function definition</vt:lpstr>
      <vt:lpstr>Function call</vt:lpstr>
      <vt:lpstr>PowerPoint Presentation</vt:lpstr>
      <vt:lpstr>PowerPoint Presentation</vt:lpstr>
      <vt:lpstr>Functions with no arguments and no return values </vt:lpstr>
      <vt:lpstr>Functions with arguments and no return values </vt:lpstr>
      <vt:lpstr>Functions with arguments and one return value </vt:lpstr>
      <vt:lpstr>Functions with no arguments but return a value </vt:lpstr>
      <vt:lpstr>Functions that return multiple values</vt:lpstr>
      <vt:lpstr>RECURSIVE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Apoorva Karnwal</cp:lastModifiedBy>
  <cp:revision>10</cp:revision>
  <dcterms:created xsi:type="dcterms:W3CDTF">2021-03-10T07:02:48Z</dcterms:created>
  <dcterms:modified xsi:type="dcterms:W3CDTF">2023-07-01T19:41:58Z</dcterms:modified>
</cp:coreProperties>
</file>