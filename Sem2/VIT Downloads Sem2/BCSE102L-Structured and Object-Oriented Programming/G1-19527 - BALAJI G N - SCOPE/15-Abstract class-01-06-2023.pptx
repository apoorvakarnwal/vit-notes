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1129" r:id="rId2"/>
    <p:sldId id="1161" r:id="rId3"/>
    <p:sldId id="1186" r:id="rId4"/>
    <p:sldId id="1193" r:id="rId5"/>
    <p:sldId id="1194" r:id="rId6"/>
    <p:sldId id="1196" r:id="rId7"/>
    <p:sldId id="1200" r:id="rId8"/>
    <p:sldId id="1205" r:id="rId9"/>
    <p:sldId id="1206" r:id="rId10"/>
    <p:sldId id="1201" r:id="rId11"/>
    <p:sldId id="1202" r:id="rId12"/>
    <p:sldId id="1204" r:id="rId13"/>
    <p:sldId id="1207" r:id="rId14"/>
    <p:sldId id="1208" r:id="rId15"/>
    <p:sldId id="1211" r:id="rId16"/>
    <p:sldId id="1212" r:id="rId17"/>
    <p:sldId id="1213" r:id="rId18"/>
    <p:sldId id="1214" r:id="rId19"/>
    <p:sldId id="1215" r:id="rId20"/>
    <p:sldId id="1216" r:id="rId21"/>
    <p:sldId id="1217" r:id="rId22"/>
    <p:sldId id="1218" r:id="rId23"/>
    <p:sldId id="1219" r:id="rId24"/>
    <p:sldId id="1220" r:id="rId25"/>
    <p:sldId id="1221" r:id="rId26"/>
    <p:sldId id="1222" r:id="rId27"/>
    <p:sldId id="1199" r:id="rId28"/>
    <p:sldId id="118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06" autoAdjust="0"/>
  </p:normalViewPr>
  <p:slideViewPr>
    <p:cSldViewPr>
      <p:cViewPr varScale="1">
        <p:scale>
          <a:sx n="76" d="100"/>
          <a:sy n="76" d="100"/>
        </p:scale>
        <p:origin x="78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4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C1047-4518-45B2-999F-96377EC3D217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05798-E5C7-4FFF-B5C7-3C829EE80A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75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5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26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7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0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15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0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83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46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7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70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20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54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7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32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65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54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39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10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297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61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025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958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6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605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1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60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AE87-90CF-4644-B164-4F0EDCE61CBF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52EF-D621-4455-8BA0-D73533A0A090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54BA-AD80-4AE4-8F73-4438D46049FF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C8AB-BF46-4FA5-858B-FCA13D5AFDE6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B3C6D-D689-4CBE-BBED-3B86345DEFF7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72A7-F1E2-417E-B4CA-577FF6AE8A98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6B18F-B12B-439F-81E7-A5DF011C248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1054-5743-49C5-B8E5-55DDB9F535F4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3CD8-2571-4965-A1E1-D0426C38CDF8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0C75-087A-4A2E-B94C-37CD70A73C04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269A-F230-43F3-8DEC-AC2015A09EB0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548BA-1386-403E-8350-54D35650EF1C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 7 polymorphism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polymorphism means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many forms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 occurs when there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hierarchy of classes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related by inheritance.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polymorphism means that a call to a member function will cause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function to be executed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type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that invokes the function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98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or Dynamic Polymorphism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runtime polymorphism, the compiler resolves the object at run time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decides which function call should be associated with that object.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dynamic or late binding polymorphism.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polymorphism is executed through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and function overriding.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methods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runtime polymorphism get invoked during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run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7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are the member functions of the base class which are overridden in a derived class.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make a call to such a function by using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or reference to the base 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virtual function is called and the derived class’s version of the function gets invoked.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18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are only dynamic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declared within a base class by using 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keyword “virtual”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are called 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run time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are always d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eclared with a base class and overridden in a child class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can exist in the absence of inheritance. In that case, the base class version of the function will be called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03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3140F3-2727-E8CC-4229-114F9A4A4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7" y="164903"/>
            <a:ext cx="4527823" cy="541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23D343-B8C8-8D3F-7B99-60AB2A27D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521" y="76200"/>
            <a:ext cx="4430302" cy="541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CD8A6-FFB5-54EC-84D6-C1545326D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5581"/>
            <a:ext cx="5710222" cy="4664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0A4F8E-B0AD-14AB-FD0D-52EA28B57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935" y="1996578"/>
            <a:ext cx="722706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pure virtual function is a virtual function in C++ for which we need not to write any function definition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we have to declare it.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declared by assigning 0 in the declaration.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3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Function- Syntax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Test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Data members of class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 Pure Virtual Function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virtual void show() = 0;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8438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#include&lt;iostream&gt;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{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public: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virtual void s() = 0; // Pure Virtual Function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D:public B {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public: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void s() {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"Virtual Function in Derived class\n";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8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 *b;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 = &amp;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b-&gt;s();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1600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Virtual Function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 *b;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 = &amp;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dobj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b-&gt;s();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0883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abstract class is a class in C++ which have at least </a:t>
            </a:r>
            <a:r>
              <a:rPr lang="en-US" sz="2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pure virtual function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can have </a:t>
            </a:r>
            <a:r>
              <a:rPr lang="en-US" sz="2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functions and variables along with a pure virtual function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cannot be instantiated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pointers and references of Abstract class type can be created.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00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 are mainly used for Upcasting, so that its derived classes can use its interface.</a:t>
            </a:r>
          </a:p>
          <a:p>
            <a:pPr marL="0" indent="0" algn="just">
              <a:buNone/>
            </a:pPr>
            <a:endParaRPr lang="en-US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an Abstract Class has derived class, they must implement all pure virtual functions, or else they will become Abstract too.</a:t>
            </a:r>
          </a:p>
        </p:txBody>
      </p:sp>
    </p:spTree>
    <p:extLst>
      <p:ext uri="{BB962C8B-B14F-4D97-AF65-F5344CB8AC3E}">
        <p14:creationId xmlns:p14="http://schemas.microsoft.com/office/powerpoint/2010/main" val="342063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 are mainly used for Upcasting, so that its derived classes can use its interface.</a:t>
            </a:r>
          </a:p>
          <a:p>
            <a:pPr marL="0" indent="0" algn="just">
              <a:buNone/>
            </a:pPr>
            <a:endParaRPr lang="en-US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an Abstract Class has derived class, they must implement all pure virtual functions, or else they will become Abstract too.</a:t>
            </a:r>
          </a:p>
        </p:txBody>
      </p:sp>
    </p:spTree>
    <p:extLst>
      <p:ext uri="{BB962C8B-B14F-4D97-AF65-F5344CB8AC3E}">
        <p14:creationId xmlns:p14="http://schemas.microsoft.com/office/powerpoint/2010/main" val="3939450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abstract class in </a:t>
            </a:r>
            <a:r>
              <a:rPr lang="en-US" sz="2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class that contains at least one pure virtual function, and these classes cannot be instantiated.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 came from the idea of abstraction. </a:t>
            </a:r>
          </a:p>
        </p:txBody>
      </p:sp>
    </p:spTree>
    <p:extLst>
      <p:ext uri="{BB962C8B-B14F-4D97-AF65-F5344CB8AC3E}">
        <p14:creationId xmlns:p14="http://schemas.microsoft.com/office/powerpoint/2010/main" val="1053052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4A98DB-D5D3-CB59-B0D9-7F6606E18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81200"/>
            <a:ext cx="7924800" cy="377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15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D7D5C-F075-CF10-11E2-4F4A079F0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41" y="1905000"/>
            <a:ext cx="839951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54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D7D5C-F075-CF10-11E2-4F4A079F0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41" y="1905000"/>
            <a:ext cx="839951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1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ABB53-BDB9-911F-EB4E-CCB0AD5ED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1812154"/>
            <a:ext cx="7969866" cy="359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BCE65-F788-17A0-F4FB-CDB7AB181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1" y="2156286"/>
            <a:ext cx="8074346" cy="264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22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519724-53CF-3503-9E8B-FB1740C70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98" y="2152616"/>
            <a:ext cx="7266404" cy="25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64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E0AF2-F452-BD41-3677-90B26BFDE91B}"/>
              </a:ext>
            </a:extLst>
          </p:cNvPr>
          <p:cNvSpPr txBox="1"/>
          <p:nvPr/>
        </p:nvSpPr>
        <p:spPr>
          <a:xfrm>
            <a:off x="381000" y="1997839"/>
            <a:ext cx="838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having a pure virtual function is an abstract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abstract class can have concrete also.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 of abstract class cannot be created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derived class must override pure virtual function, otherwise, it will also become an abstract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pointer of the abstract class can be created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pointer of the abstract class can hold the object of the derived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 are used for achieving polymorphism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class can be concrete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with some concrete and some pure virtual functions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573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E0AF2-F452-BD41-3677-90B26BFDE91B}"/>
              </a:ext>
            </a:extLst>
          </p:cNvPr>
          <p:cNvSpPr txBox="1"/>
          <p:nvPr/>
        </p:nvSpPr>
        <p:spPr>
          <a:xfrm>
            <a:off x="381000" y="1997839"/>
            <a:ext cx="838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Fun1()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"Base Class Fun1"&lt;&lt;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virtual void Fun2() = 0; // Pure Virtual Function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5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E0AF2-F452-BD41-3677-90B26BFDE91B}"/>
              </a:ext>
            </a:extLst>
          </p:cNvPr>
          <p:cNvSpPr txBox="1"/>
          <p:nvPr/>
        </p:nvSpPr>
        <p:spPr>
          <a:xfrm>
            <a:off x="381000" y="1997839"/>
            <a:ext cx="838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Derived:public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Fun2()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"Derived Class Fun2"&lt;&lt;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}};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Derived d;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d.Fun1();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d.Fun2();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0;}</a:t>
            </a:r>
          </a:p>
        </p:txBody>
      </p:sp>
    </p:spTree>
    <p:extLst>
      <p:ext uri="{BB962C8B-B14F-4D97-AF65-F5344CB8AC3E}">
        <p14:creationId xmlns:p14="http://schemas.microsoft.com/office/powerpoint/2010/main" val="3205972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455399-C418-BA85-CB28-273F30A2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FDCAFE-3C12-7246-5F46-10D34DD55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438399"/>
            <a:ext cx="7391399" cy="267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92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404" y="896980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short form of standard,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 namespace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classes and declared functions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find all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types and functions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"std" namespace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 several namespaces inside "std."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44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E19126C-274C-3016-DFBC-6DCA6A371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200" y="910685"/>
            <a:ext cx="6705600" cy="5468912"/>
          </a:xfr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 7 polymorphism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35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7 polymorphism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DDFCC-61C9-68B2-9370-9C2BFFC1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9A15-1D5C-4AC4-9876-211BCC304292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BABE-A8E6-CF69-D09E-A779C1BD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564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15282</TotalTime>
  <Words>1062</Words>
  <Application>Microsoft Office PowerPoint</Application>
  <PresentationFormat>On-screen Show (4:3)</PresentationFormat>
  <Paragraphs>273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Nunito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WEKA</dc:title>
  <dc:creator>admin</dc:creator>
  <cp:lastModifiedBy>BALAJI GN</cp:lastModifiedBy>
  <cp:revision>476</cp:revision>
  <dcterms:created xsi:type="dcterms:W3CDTF">2013-06-01T01:30:20Z</dcterms:created>
  <dcterms:modified xsi:type="dcterms:W3CDTF">2023-06-19T09:53:01Z</dcterms:modified>
</cp:coreProperties>
</file>