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1129" r:id="rId2"/>
    <p:sldId id="1207" r:id="rId3"/>
    <p:sldId id="1186" r:id="rId4"/>
    <p:sldId id="1193" r:id="rId5"/>
    <p:sldId id="1194" r:id="rId6"/>
    <p:sldId id="1195" r:id="rId7"/>
    <p:sldId id="1196" r:id="rId8"/>
    <p:sldId id="1197" r:id="rId9"/>
    <p:sldId id="1199" r:id="rId10"/>
    <p:sldId id="1200" r:id="rId11"/>
    <p:sldId id="1201" r:id="rId12"/>
    <p:sldId id="1202" r:id="rId13"/>
    <p:sldId id="1203" r:id="rId14"/>
    <p:sldId id="1205" r:id="rId15"/>
    <p:sldId id="1206" r:id="rId16"/>
    <p:sldId id="65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406" autoAdjust="0"/>
  </p:normalViewPr>
  <p:slideViewPr>
    <p:cSldViewPr>
      <p:cViewPr varScale="1">
        <p:scale>
          <a:sx n="88" d="100"/>
          <a:sy n="88" d="100"/>
        </p:scale>
        <p:origin x="1095" y="8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4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32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C1047-4518-45B2-999F-96377EC3D217}" type="datetimeFigureOut">
              <a:rPr lang="en-US" smtClean="0"/>
              <a:pPr/>
              <a:t>6/13/2023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05798-E5C7-4FFF-B5C7-3C829EE80A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75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55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89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73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99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48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33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66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49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87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93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860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2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05798-E5C7-4FFF-B5C7-3C829EE80A8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32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E3CC2-611B-411D-8354-BFBD3631E5AB}" type="datetime1">
              <a:rPr lang="en-US" smtClean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12A2-E3DB-44F4-8B24-901560DAB70F}" type="datetime1">
              <a:rPr lang="en-US" smtClean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4107F-B58C-4DBD-9EF2-E018DF99B423}" type="datetime1">
              <a:rPr lang="en-US" smtClean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7244-371C-4D5C-9360-B846CCF42D40}" type="datetime1">
              <a:rPr lang="en-US" smtClean="0"/>
              <a:t>6/13/2023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92B71-8AD1-47B4-975B-2695E4333E7F}" type="datetime1">
              <a:rPr lang="en-US" smtClean="0"/>
              <a:t>6/13/2023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505A-0F66-469E-84D4-253C5DF46778}" type="datetime1">
              <a:rPr lang="en-US" smtClean="0"/>
              <a:t>6/13/2023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84B3-92F5-40C3-BC86-448E74C21681}" type="datetime1">
              <a:rPr lang="en-US" smtClean="0"/>
              <a:t>6/13/2023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C2B86-B6BE-4F9C-B3C5-DFC4F45C5CA2}" type="datetime1">
              <a:rPr lang="en-US" smtClean="0"/>
              <a:t>6/13/2023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238B8-30D5-42A6-A9D1-5EF08D36C69D}" type="datetime1">
              <a:rPr lang="en-US" smtClean="0"/>
              <a:t>6/13/2023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A88A6-35CC-42A1-8E37-284F15AA424A}" type="datetime1">
              <a:rPr lang="en-US" smtClean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BF9E-7903-4530-AE1C-C25BECDD097A}" type="datetime1">
              <a:rPr lang="en-US" smtClean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A09A1-70C8-4A1A-ADA1-84AEA51058C6}" type="datetime1">
              <a:rPr lang="en-US" smtClean="0"/>
              <a:t>6/13/2023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 8 Generic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1BE49-015A-4EC5-BD70-915B549BAA6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73947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 pattern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generalizes the approach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it may be used with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variety of data types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220D78-CC54-1CF8-8E83-A0E532BFB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2514600"/>
            <a:ext cx="9067800" cy="416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8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58B3-4BA7-9175-1CCF-D201BFC1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7ACDF-E0AE-54D5-2968-51AA9B1F5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7C302E-61A6-9246-E9AF-15BAA9F3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6EAE3C-B511-984F-D334-CC9DFB03B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5234"/>
            <a:ext cx="9144000" cy="474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1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classes and template functions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provide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way of programming.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88C119-66A6-32FD-9E55-B995215BE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362200"/>
            <a:ext cx="6248400" cy="414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75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4B957-5B79-7AD8-9E39-1552F3685848}"/>
              </a:ext>
            </a:extLst>
          </p:cNvPr>
          <p:cNvSpPr txBox="1"/>
          <p:nvPr/>
        </p:nvSpPr>
        <p:spPr>
          <a:xfrm>
            <a:off x="448408" y="1376933"/>
            <a:ext cx="77049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Templates: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define a template for a function.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we have an add() function, we can create versions of the add function for adding the int, float or double type values.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081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4B957-5B79-7AD8-9E39-1552F3685848}"/>
              </a:ext>
            </a:extLst>
          </p:cNvPr>
          <p:cNvSpPr txBox="1"/>
          <p:nvPr/>
        </p:nvSpPr>
        <p:spPr>
          <a:xfrm>
            <a:off x="448408" y="1376933"/>
            <a:ext cx="77049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Template: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define a template for a class.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class template can be created for the array class that can accept the array of various types such as int array, float array or double array.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08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4B957-5B79-7AD8-9E39-1552F3685848}"/>
              </a:ext>
            </a:extLst>
          </p:cNvPr>
          <p:cNvSpPr txBox="1"/>
          <p:nvPr/>
        </p:nvSpPr>
        <p:spPr>
          <a:xfrm>
            <a:off x="448408" y="1376933"/>
            <a:ext cx="770499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 of Function Template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emplate&lt;class 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Ttype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fun_name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(parameter list)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algn="just"/>
            <a:endParaRPr lang="en-I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168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4B957-5B79-7AD8-9E39-1552F3685848}"/>
              </a:ext>
            </a:extLst>
          </p:cNvPr>
          <p:cNvSpPr txBox="1"/>
          <p:nvPr/>
        </p:nvSpPr>
        <p:spPr>
          <a:xfrm>
            <a:off x="448408" y="1376933"/>
            <a:ext cx="770499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Ttype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It is a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placeholder name for a data type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by the function. </a:t>
            </a: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used within the function definition. </a:t>
            </a: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only a placeholder that the compiler will automatically replace this placeholder with the actual data type.</a:t>
            </a:r>
          </a:p>
          <a:p>
            <a:pPr algn="just"/>
            <a:endParaRPr lang="en-US" sz="24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class keyword is used to specify a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generic type in a template declaration.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945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A63095-BDE5-BA04-34CA-CFD699DF3E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1" y="2141111"/>
            <a:ext cx="365760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0E9353-2EA1-F8BD-AA4A-6EAE76D3EF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5786" y="1710511"/>
            <a:ext cx="5138214" cy="413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56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4B957-5B79-7AD8-9E39-1552F3685848}"/>
              </a:ext>
            </a:extLst>
          </p:cNvPr>
          <p:cNvSpPr txBox="1"/>
          <p:nvPr/>
        </p:nvSpPr>
        <p:spPr>
          <a:xfrm>
            <a:off x="448408" y="1376933"/>
            <a:ext cx="77049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/>
            <a:endParaRPr lang="en-US" sz="24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 of </a:t>
            </a:r>
            <a:r>
              <a:rPr lang="en-US" sz="24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j is :5</a:t>
            </a:r>
          </a:p>
          <a:p>
            <a:pPr algn="just"/>
            <a:r>
              <a:rPr lang="en-US" sz="24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 of m and n is :3.5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680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4B957-5B79-7AD8-9E39-1552F3685848}"/>
              </a:ext>
            </a:extLst>
          </p:cNvPr>
          <p:cNvSpPr txBox="1"/>
          <p:nvPr/>
        </p:nvSpPr>
        <p:spPr>
          <a:xfrm>
            <a:off x="448408" y="1650373"/>
            <a:ext cx="77049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Templates with Multiple Parameters</a:t>
            </a:r>
          </a:p>
          <a:p>
            <a:pPr algn="just"/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algn="just"/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T1, 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T2,.....&gt;  </a:t>
            </a:r>
          </a:p>
          <a:p>
            <a:pPr algn="just"/>
            <a:r>
              <a:rPr lang="en-US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(arguments of type T1, T2....)  </a:t>
            </a:r>
          </a:p>
          <a:p>
            <a:pPr algn="just"/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algn="just"/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// body of function.  </a:t>
            </a:r>
          </a:p>
          <a:p>
            <a:pPr algn="just"/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pPr algn="just"/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804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4B957-5B79-7AD8-9E39-1552F3685848}"/>
              </a:ext>
            </a:extLst>
          </p:cNvPr>
          <p:cNvSpPr txBox="1"/>
          <p:nvPr/>
        </p:nvSpPr>
        <p:spPr>
          <a:xfrm>
            <a:off x="448408" y="1650373"/>
            <a:ext cx="77049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 &lt;iostream&gt;  </a:t>
            </a:r>
          </a:p>
          <a:p>
            <a:pPr algn="just"/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std;  </a:t>
            </a:r>
          </a:p>
          <a:p>
            <a:pPr algn="just"/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</a:t>
            </a:r>
            <a:r>
              <a:rPr lang="en-IN" sz="24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Y&gt; 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fun(X 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a,Y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b)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&lt;&lt; "Value of a is : " &lt;&lt;a&lt;&lt; 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&lt;&lt; "Value of b is : " &lt;&lt;b&lt;&lt; 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pPr algn="just"/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main()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fun(15,12.3);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0;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pPr algn="just"/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038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4B957-5B79-7AD8-9E39-1552F3685848}"/>
              </a:ext>
            </a:extLst>
          </p:cNvPr>
          <p:cNvSpPr txBox="1"/>
          <p:nvPr/>
        </p:nvSpPr>
        <p:spPr>
          <a:xfrm>
            <a:off x="524608" y="1650373"/>
            <a:ext cx="77049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/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 of a is : 15</a:t>
            </a:r>
          </a:p>
          <a:p>
            <a:pPr algn="just"/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 of b is : 12.3</a:t>
            </a:r>
            <a:endParaRPr lang="en-I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357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4B957-5B79-7AD8-9E39-1552F3685848}"/>
              </a:ext>
            </a:extLst>
          </p:cNvPr>
          <p:cNvSpPr txBox="1"/>
          <p:nvPr/>
        </p:nvSpPr>
        <p:spPr>
          <a:xfrm>
            <a:off x="609600" y="1458496"/>
            <a:ext cx="77049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IN" sz="2400" b="0" i="0" dirty="0">
                <a:effectLst/>
                <a:latin typeface="erdana"/>
              </a:rPr>
              <a:t>Overloading a Function Template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 &lt;iostream&gt;  </a:t>
            </a:r>
          </a:p>
          <a:p>
            <a:pPr algn="just"/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std;  </a:t>
            </a:r>
          </a:p>
          <a:p>
            <a:pPr algn="just"/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X&gt; 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fun(X a)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&lt;&lt; "Value of a is : " &lt;&lt;a</a:t>
            </a:r>
            <a:r>
              <a:rPr lang="en-IN" sz="2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&lt;&lt; endl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pPr algn="just"/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</a:t>
            </a:r>
            <a:r>
              <a:rPr lang="en-IN" sz="24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Y&gt; 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fun(X b ,Y c)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&lt;&lt; "Value of b is : " &lt;&lt;b&lt;&lt; 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&lt;&lt; "Value of c is : " &lt;&lt;c&lt;&lt; 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pPr algn="just"/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4FDCE2-EB5F-283E-C5E2-2A1CD06BE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Value of a is : 15 Value of b is : 12.3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827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4B957-5B79-7AD8-9E39-1552F3685848}"/>
              </a:ext>
            </a:extLst>
          </p:cNvPr>
          <p:cNvSpPr txBox="1"/>
          <p:nvPr/>
        </p:nvSpPr>
        <p:spPr>
          <a:xfrm>
            <a:off x="524608" y="1650373"/>
            <a:ext cx="77049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0" i="0" dirty="0">
                <a:effectLst/>
                <a:latin typeface="erdana"/>
              </a:rPr>
              <a:t>Overloading a Function Template</a:t>
            </a:r>
          </a:p>
          <a:p>
            <a:pPr algn="just"/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main()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fun(10);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fun(20,30.5);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0;  </a:t>
            </a:r>
          </a:p>
          <a:p>
            <a:pPr algn="just"/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pPr algn="just"/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4FDCE2-EB5F-283E-C5E2-2A1CD06BE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Value of a is : 15 Value of b is : 12.3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361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543192" cy="557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Programming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762" y="-129329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C6703-91D2-6C1F-34A6-394CBBB3A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3" y="-36033"/>
            <a:ext cx="5816088" cy="1018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4B957-5B79-7AD8-9E39-1552F3685848}"/>
              </a:ext>
            </a:extLst>
          </p:cNvPr>
          <p:cNvSpPr txBox="1"/>
          <p:nvPr/>
        </p:nvSpPr>
        <p:spPr>
          <a:xfrm>
            <a:off x="524608" y="1650373"/>
            <a:ext cx="77049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/>
            <a:endParaRPr lang="en-US" sz="2400" dirty="0">
              <a:latin typeface="erdana"/>
            </a:endParaRPr>
          </a:p>
          <a:p>
            <a:pPr algn="just"/>
            <a:r>
              <a:rPr lang="en-US" sz="2400" b="0" i="0" dirty="0">
                <a:effectLst/>
                <a:latin typeface="erdana"/>
              </a:rPr>
              <a:t>Value of a is : 10</a:t>
            </a:r>
          </a:p>
          <a:p>
            <a:pPr algn="just"/>
            <a:r>
              <a:rPr lang="en-US" sz="2400" b="0" i="0" dirty="0">
                <a:effectLst/>
                <a:latin typeface="erdana"/>
              </a:rPr>
              <a:t>Value of b is : 20</a:t>
            </a:r>
          </a:p>
          <a:p>
            <a:pPr algn="just"/>
            <a:r>
              <a:rPr lang="en-US" sz="2400" b="0" i="0" dirty="0">
                <a:effectLst/>
                <a:latin typeface="erdana"/>
              </a:rPr>
              <a:t>Value of c is : 30.5</a:t>
            </a:r>
            <a:endParaRPr 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392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08" y="978458"/>
            <a:ext cx="8229600" cy="537789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43549" cy="9960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CSE2008</a:t>
            </a:r>
            <a:r>
              <a:rPr lang="en-IN" dirty="0"/>
              <a:t>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549" y="-1"/>
            <a:ext cx="3373238" cy="996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 8 Generic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546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15466</TotalTime>
  <Words>628</Words>
  <Application>Microsoft Office PowerPoint</Application>
  <PresentationFormat>On-screen Show (4:3)</PresentationFormat>
  <Paragraphs>148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Unicode MS</vt:lpstr>
      <vt:lpstr>Calibri</vt:lpstr>
      <vt:lpstr>erdana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WEKA</dc:title>
  <dc:creator>admin</dc:creator>
  <cp:lastModifiedBy>BALAJI GN</cp:lastModifiedBy>
  <cp:revision>487</cp:revision>
  <dcterms:created xsi:type="dcterms:W3CDTF">2013-06-01T01:30:20Z</dcterms:created>
  <dcterms:modified xsi:type="dcterms:W3CDTF">2023-06-13T03:28:48Z</dcterms:modified>
</cp:coreProperties>
</file>