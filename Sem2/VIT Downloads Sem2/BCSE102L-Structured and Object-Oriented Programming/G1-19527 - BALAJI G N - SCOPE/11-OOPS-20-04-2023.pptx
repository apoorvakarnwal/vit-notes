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0FE75-92AC-F238-D3F0-9DE025814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7C2D4-3A0C-52B2-01E8-60BF580FE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A79AD-8092-1830-6E60-B10DDE7A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8CFB-F51F-4DCC-9E8D-AF17C9DFDDD8}" type="datetimeFigureOut">
              <a:rPr lang="en-IN" smtClean="0"/>
              <a:t>23-04-2023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84330-99FF-3210-2E5F-906C32B2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F554D-C1A8-82E5-8A80-7FAB6CE79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610F-A3B9-4C0F-8E35-3EBDC20B4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800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D42FF-66B9-DE71-852A-EAFFF76B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BAC16-813C-2551-513E-4C7A997DF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AB86F-DC09-2A38-AEE3-D4A50A8D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8CFB-F51F-4DCC-9E8D-AF17C9DFDDD8}" type="datetimeFigureOut">
              <a:rPr lang="en-IN" smtClean="0"/>
              <a:t>23-04-2023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C790B-4996-6F8C-531A-B10DE1948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AE21C-CA12-ECD5-38A5-A9949CB20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610F-A3B9-4C0F-8E35-3EBDC20B4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492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3816-9C6E-788D-2C58-51A916999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C1C66-18A0-F3AE-D089-84D833C0A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02098-8A85-2C58-8E5F-B71A8AFE4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8CFB-F51F-4DCC-9E8D-AF17C9DFDDD8}" type="datetimeFigureOut">
              <a:rPr lang="en-IN" smtClean="0"/>
              <a:t>23-04-2023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FD9C4-7DFA-DC5A-F9CB-6360316BB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F197A-2FF8-46D1-B929-613D05EB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610F-A3B9-4C0F-8E35-3EBDC20B4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11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57339-4E83-C8E5-7F52-DCB2C1A5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9286F-B50C-AFF8-7411-B97E686CA4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3D93F-D2E5-1FD8-B014-396B7C299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AD678-4FCC-E467-634B-2DE7E016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8CFB-F51F-4DCC-9E8D-AF17C9DFDDD8}" type="datetimeFigureOut">
              <a:rPr lang="en-IN" smtClean="0"/>
              <a:t>23-04-2023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98B08-E41B-9384-C519-1D8098847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FA607-AE94-8EFA-A04A-611A6192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610F-A3B9-4C0F-8E35-3EBDC20B4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444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2695-78CB-B1B7-66C0-EE6AA6BE6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6B21C-938B-C736-9204-C93380924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8A2C7-A246-8E22-B82F-466EC1BC7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6BB6E1-967E-2344-792B-DC52C35A6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2EC687-2D9B-9431-82E3-BC1885A07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C4AEF-386B-B321-300F-A7180FDAA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8CFB-F51F-4DCC-9E8D-AF17C9DFDDD8}" type="datetimeFigureOut">
              <a:rPr lang="en-IN" smtClean="0"/>
              <a:t>23-04-2023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87B972-D6E4-1243-9FBE-313333297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B5FE27-51DA-3730-EB57-4A91B20F5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610F-A3B9-4C0F-8E35-3EBDC20B4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5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D67D-D680-D4AA-61AF-4F84119D3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A7CEE3-B430-3889-7AF3-E24A33A0B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8CFB-F51F-4DCC-9E8D-AF17C9DFDDD8}" type="datetimeFigureOut">
              <a:rPr lang="en-IN" smtClean="0"/>
              <a:t>23-04-2023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D21E1-9BD6-C04F-C92B-9CD8ADA3B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4E42E-0F1A-422D-DE54-83F8438F4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610F-A3B9-4C0F-8E35-3EBDC20B4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40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D94E6-4926-2DA5-A54C-9F00470D9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8CFB-F51F-4DCC-9E8D-AF17C9DFDDD8}" type="datetimeFigureOut">
              <a:rPr lang="en-IN" smtClean="0"/>
              <a:t>23-04-2023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8B23BE-D9F8-136B-93AD-1614402C0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D093C-F9D7-1EE9-1910-B086ABD3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610F-A3B9-4C0F-8E35-3EBDC20B4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941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523DC-A124-8530-7D7E-AA5D79DF9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CA712-AA1C-F1FD-CE11-13691B41F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77F1F-CAA7-B702-B7AD-CD6E21C87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CB2FE-01DA-5520-2D71-ED6B9AA2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8CFB-F51F-4DCC-9E8D-AF17C9DFDDD8}" type="datetimeFigureOut">
              <a:rPr lang="en-IN" smtClean="0"/>
              <a:t>23-04-2023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C0EDA-D3AD-361F-83E6-208C81C80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9088C-E5D1-EC56-CE96-C34FA7BC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610F-A3B9-4C0F-8E35-3EBDC20B4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815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A714-BF4A-4A6D-E05A-3B8F62BCE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CCA9F4-B69F-CAEA-E49E-999539D829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4F074-8D59-86D1-1BBB-0CCF041D8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A7255-88BF-11B5-FD13-3BCD7B54E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8CFB-F51F-4DCC-9E8D-AF17C9DFDDD8}" type="datetimeFigureOut">
              <a:rPr lang="en-IN" smtClean="0"/>
              <a:t>23-04-2023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4400E-A3AE-C87E-7026-A2B7BE2C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AC6AC-B2DF-1C5E-BE36-D07ABEAED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610F-A3B9-4C0F-8E35-3EBDC20B4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730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8E02D-EC17-E5F9-568F-24C453DE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BC41B-D7DE-7B80-E03C-17E28AE09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C843C-F72C-DF38-402A-E1F46A6C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8CFB-F51F-4DCC-9E8D-AF17C9DFDDD8}" type="datetimeFigureOut">
              <a:rPr lang="en-IN" smtClean="0"/>
              <a:t>23-04-2023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4CF5D-94F0-2E96-689A-C7E582B4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985B5-CFDF-5DBF-6CDE-5A68988FC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610F-A3B9-4C0F-8E35-3EBDC20B4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189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15E382-AA3F-24D6-2146-C4620CA25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193D7-1D6B-017B-55BE-D48ECD1B5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C105E-8BB0-2415-8A25-7B997FBB6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8CFB-F51F-4DCC-9E8D-AF17C9DFDDD8}" type="datetimeFigureOut">
              <a:rPr lang="en-IN" smtClean="0"/>
              <a:t>23-04-2023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D4079-EF52-60AE-731F-F18967C30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EF2F2-B9B9-C566-14A2-FF19AE2B8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610F-A3B9-4C0F-8E35-3EBDC20B4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1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409F4E-B16C-D725-06B1-13E5FF79E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26E34-56BD-2F26-4732-226B50D45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660C4-84C0-9E9F-38F2-2F9CAD333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A8CFB-F51F-4DCC-9E8D-AF17C9DFDDD8}" type="datetimeFigureOut">
              <a:rPr lang="en-IN" smtClean="0"/>
              <a:t>23-04-2023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37A68-0AC2-DAAF-35F1-D738749FC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082EB-7696-5A43-A32F-838D6177D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1610F-A3B9-4C0F-8E35-3EBDC20B4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539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9ECC-BB91-5467-AF40-D0B776EE76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Classes and Objects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A90DC-AB77-E681-F467-E007BBCE94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226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6345E-A5D7-8C6E-F373-E07F71E25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Class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F6812-3E0C-8FB8-BEA1-374771B1D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To create a class, use the class keyword: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Create a class called "</a:t>
            </a:r>
            <a:r>
              <a:rPr lang="en-US" dirty="0" err="1"/>
              <a:t>MyClass</a:t>
            </a:r>
            <a:r>
              <a:rPr lang="en-US" dirty="0"/>
              <a:t>":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MyClass</a:t>
            </a:r>
            <a:r>
              <a:rPr lang="en-US" dirty="0"/>
              <a:t> {                                                    // The class</a:t>
            </a:r>
          </a:p>
          <a:p>
            <a:pPr marL="0" indent="0">
              <a:buNone/>
            </a:pPr>
            <a:r>
              <a:rPr lang="en-US" dirty="0"/>
              <a:t>  public:                                                                // Access specifier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myNum</a:t>
            </a:r>
            <a:r>
              <a:rPr lang="en-US" dirty="0"/>
              <a:t>;                                                   // Attribute (int variable)</a:t>
            </a:r>
          </a:p>
          <a:p>
            <a:pPr marL="0" indent="0">
              <a:buNone/>
            </a:pPr>
            <a:r>
              <a:rPr lang="en-US" dirty="0"/>
              <a:t>    string </a:t>
            </a:r>
            <a:r>
              <a:rPr lang="en-US" dirty="0" err="1"/>
              <a:t>myString</a:t>
            </a:r>
            <a:r>
              <a:rPr lang="en-US" dirty="0"/>
              <a:t>;                                           // Attribute (string variable)</a:t>
            </a:r>
          </a:p>
          <a:p>
            <a:pPr marL="0" indent="0">
              <a:buNone/>
            </a:pPr>
            <a:r>
              <a:rPr lang="en-US" dirty="0"/>
              <a:t>};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4361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1622D-D1FB-4A27-34F3-AD1049E9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Create an Object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FA5DB-616F-BE79-C3AE-0B053F15F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6665" cy="438378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       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            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myNum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  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string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myString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b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BF52F-EE06-3C3C-3D30-BE3D4382079A}"/>
              </a:ext>
            </a:extLst>
          </p:cNvPr>
          <p:cNvSpPr txBox="1"/>
          <p:nvPr/>
        </p:nvSpPr>
        <p:spPr>
          <a:xfrm>
            <a:off x="5369443" y="1456660"/>
            <a:ext cx="70600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main() {</a:t>
            </a:r>
            <a:br>
              <a:rPr lang="en-IN" sz="2400" dirty="0"/>
            </a:b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4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</a:p>
          <a:p>
            <a:r>
              <a:rPr lang="en-IN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an object of </a:t>
            </a:r>
            <a:r>
              <a:rPr lang="en-IN" sz="24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MyClass</a:t>
            </a:r>
            <a:br>
              <a:rPr lang="en-IN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br>
              <a:rPr lang="en-IN" sz="2400" dirty="0"/>
            </a:b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Access attributes and set values</a:t>
            </a:r>
            <a:br>
              <a:rPr lang="en-IN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24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myObj.myNum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br>
              <a:rPr lang="en-IN" sz="2400" dirty="0"/>
            </a:b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24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myObj.myString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"Some text"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400" dirty="0"/>
            </a:br>
            <a:br>
              <a:rPr lang="en-IN" sz="2400" dirty="0"/>
            </a:b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Print attribute values</a:t>
            </a:r>
            <a:br>
              <a:rPr lang="en-IN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myObj.myNum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IN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400" dirty="0"/>
            </a:b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IN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myObj.myString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400" dirty="0"/>
            </a:b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400" dirty="0"/>
            </a:br>
            <a:r>
              <a:rPr lang="en-IN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9375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11CA-32AC-7BD1-DB56-B461685E8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83" y="18255"/>
            <a:ext cx="10515600" cy="1325563"/>
          </a:xfrm>
        </p:spPr>
        <p:txBody>
          <a:bodyPr/>
          <a:lstStyle/>
          <a:p>
            <a:r>
              <a:rPr lang="en-IN" dirty="0"/>
              <a:t>Multiple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3AF20-1008-2EF5-2194-881E9FE63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302" y="1825625"/>
            <a:ext cx="3710763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 {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string brand;   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string model;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year;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D6887-99DF-8B83-28EC-54A8351F2D7B}"/>
              </a:ext>
            </a:extLst>
          </p:cNvPr>
          <p:cNvSpPr txBox="1"/>
          <p:nvPr/>
        </p:nvSpPr>
        <p:spPr>
          <a:xfrm>
            <a:off x="4019107" y="430226"/>
            <a:ext cx="875059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main() {</a:t>
            </a:r>
            <a:br>
              <a:rPr lang="en-IN" sz="2000" dirty="0"/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an object of Car</a:t>
            </a:r>
            <a:br>
              <a:rPr lang="en-IN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carObj1;</a:t>
            </a:r>
            <a:br>
              <a:rPr lang="en-IN" sz="2000" dirty="0"/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carObj1.brand = </a:t>
            </a:r>
            <a:r>
              <a:rPr lang="en-IN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"BMW"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000" dirty="0"/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carObj1.model = </a:t>
            </a:r>
            <a:r>
              <a:rPr lang="en-IN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"X5"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000" dirty="0"/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carObj1.year = </a:t>
            </a:r>
            <a:r>
              <a:rPr lang="en-IN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1999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000" dirty="0"/>
            </a:br>
            <a:br>
              <a:rPr lang="en-IN" sz="2000" dirty="0"/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another object of Car</a:t>
            </a:r>
            <a:br>
              <a:rPr lang="en-IN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carObj2;</a:t>
            </a:r>
            <a:br>
              <a:rPr lang="en-IN" sz="2000" dirty="0"/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carObj2.brand = </a:t>
            </a:r>
            <a:r>
              <a:rPr lang="en-IN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000" dirty="0"/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carObj2.model = </a:t>
            </a:r>
            <a:r>
              <a:rPr lang="en-IN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"Mustang"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000" dirty="0"/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carObj2.year = </a:t>
            </a:r>
            <a:r>
              <a:rPr lang="en-IN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1969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000" dirty="0"/>
            </a:br>
            <a:br>
              <a:rPr lang="en-IN" sz="2000" dirty="0"/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Print attribute values</a:t>
            </a:r>
            <a:br>
              <a:rPr lang="en-IN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carObj1.brand &lt;&lt; </a:t>
            </a:r>
            <a:r>
              <a:rPr lang="en-IN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 carObj1.model &lt;&lt; </a:t>
            </a:r>
            <a:r>
              <a:rPr lang="en-IN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 carObj1.year &lt;&lt; </a:t>
            </a:r>
            <a:r>
              <a:rPr lang="en-IN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000" dirty="0"/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 carObj2.brand &lt;&lt; </a:t>
            </a:r>
            <a:r>
              <a:rPr lang="en-IN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 carObj2.model &lt;&lt; </a:t>
            </a:r>
            <a:r>
              <a:rPr lang="en-IN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 carObj2.year &lt;&lt; </a:t>
            </a:r>
            <a:r>
              <a:rPr lang="en-IN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000" dirty="0"/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000" dirty="0"/>
            </a:b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59865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DCFBC-6346-0268-EEAC-5467D852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Class Methods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3DDFE-2005-7DC7-1BF9-25FAAA0EE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Methods are </a:t>
            </a:r>
            <a:r>
              <a:rPr lang="en-US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functions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that belongs to the class.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There are two ways to define functions that belongs to a class: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Inside class definition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Outside class definition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62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71AE5B-08A8-BFC5-B73C-E2D2AC4EE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772" y="433101"/>
            <a:ext cx="11933328" cy="5425440"/>
          </a:xfrm>
        </p:spPr>
      </p:pic>
    </p:spTree>
    <p:extLst>
      <p:ext uri="{BB962C8B-B14F-4D97-AF65-F5344CB8AC3E}">
        <p14:creationId xmlns:p14="http://schemas.microsoft.com/office/powerpoint/2010/main" val="240781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1B8B-7F85-5BF7-969C-27D13FFA2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2F842-D572-D806-5B06-227DDADA1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A9B6EB-2416-FFB2-FCB4-81147E34A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576"/>
            <a:ext cx="9080205" cy="646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166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5485-1773-E580-63EB-9BC92EB4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Constructors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F0B34-59DB-B737-ED23-2F32CDAA9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712" y="1253331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 constructor in C++ is a special method that is automatically called when an object of a class is created.</a:t>
            </a:r>
          </a:p>
          <a:p>
            <a:pPr>
              <a:lnSpc>
                <a:spcPct val="150000"/>
              </a:lnSpc>
            </a:pPr>
            <a:r>
              <a:rPr lang="en-US" dirty="0"/>
              <a:t>To create a constructor, use the same name as the class, followed by parentheses ():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59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9229-38C6-0BF6-5995-E83DB0BE1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3D5CBB-BF36-1835-06DF-2A643596DA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591" y="1027905"/>
            <a:ext cx="11394379" cy="520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6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E715-71CB-B042-0127-F2EE9A87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7C50D-5D76-BE4E-D0B9-96C7AAACA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54477-CAA8-C693-AA15-587B4BF04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49" y="127591"/>
            <a:ext cx="8654902" cy="664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86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F3735-D925-055A-655A-AB2945328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8B479-D022-462E-D2E8-DBB4A13A0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4FEDB7-B2AA-A36B-BC9D-4CBAAAC2F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479" y="175764"/>
            <a:ext cx="9229061" cy="650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34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77F7-B48B-B83E-84BD-062B7FC03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C++ Destructor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D8457-F2F6-255A-C27E-5AE8FF102CF6}"/>
              </a:ext>
            </a:extLst>
          </p:cNvPr>
          <p:cNvSpPr txBox="1"/>
          <p:nvPr/>
        </p:nvSpPr>
        <p:spPr>
          <a:xfrm>
            <a:off x="393405" y="2126512"/>
            <a:ext cx="11079125" cy="167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Nunito" pitchFamily="2" charset="0"/>
              </a:rPr>
              <a:t>Destructors in C++ are members functions in a class that delete an object. They are called when the class object goes out of scope such as when the function ends, the program ends, a delete variable is called etc.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4224115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079D-CA0E-C06F-24BA-515C3513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694F5-12C1-5E21-1CAF-A057A97DE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61643B-63CE-9FEA-BD48-14E68C6E4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20" y="100484"/>
            <a:ext cx="6583476" cy="667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22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E695-BA9D-2863-2858-B513D3461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This Pointer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238EF4C-A647-E94B-E746-AB8D3C6BB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In C++ programming,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this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is a keyword that refers to the current instance of the class. There can be 3 main usage of this keyword in C++.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can be used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to pass current object as a parameter to another method.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can be used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to refer current class instance variable.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can be used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to declare indexers.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5361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03CD-BB9C-3FFD-8C68-B2C7DE20C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B526A-1F8B-C9B7-C4EA-C6E1C85F1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1139D-2E87-2ECB-C947-76A646FCC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5620233" cy="6492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481676-3A7B-EA4C-3F7C-99F8B57DD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919" y="1656058"/>
            <a:ext cx="5169166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097FB-432B-A11F-B38E-C5911418A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FA098E-3E6F-3563-AFD2-B6972964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0E75BB-57BE-29D7-933B-D93396D41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775"/>
            <a:ext cx="12192000" cy="626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12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3F85-CA24-5D44-84F9-50866683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Static data member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ACE20-A238-F722-C88D-F6C29FAEC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static </a:t>
            </a:r>
            <a:r>
              <a:rPr lang="en-US" dirty="0" err="1"/>
              <a:t>data_type</a:t>
            </a:r>
            <a:r>
              <a:rPr lang="en-US" dirty="0"/>
              <a:t> </a:t>
            </a:r>
            <a:r>
              <a:rPr lang="en-US" dirty="0" err="1"/>
              <a:t>data_member</a:t>
            </a:r>
            <a:r>
              <a:rPr lang="en-US" dirty="0"/>
              <a:t>;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Here, the static is a keyword of the predefined library.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37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9EE11-9D7E-E93A-7095-A650056F1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E0744-6F7B-F17A-1850-11AE84B55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708428-DFE5-7753-116E-2EE6CB43F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492" y="0"/>
            <a:ext cx="77810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8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FCAD-6EFF-B29A-06E9-0AD54DCFF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97EB9-5C1A-1D18-6B81-678707AA9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B61C3E-6286-95ED-46EB-938336FA6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100"/>
            <a:ext cx="12192000" cy="627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4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FE45-7957-E4ED-F91E-BB2809C7A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D3A63-7CAE-4DA0-4C5F-AFDDA583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77E409-7734-DA6E-C95B-3C3A80869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700"/>
            <a:ext cx="12192000" cy="607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254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1790-1324-8F81-D5B3-71B78A081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0C4A5-2DCF-6591-882E-0DD2470A5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0A556B-3389-7FA0-3727-3118E8045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191" y="0"/>
            <a:ext cx="7527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471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542</Words>
  <Application>Microsoft Office PowerPoint</Application>
  <PresentationFormat>Widescreen</PresentationFormat>
  <Paragraphs>40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erdana</vt:lpstr>
      <vt:lpstr>inter-bold</vt:lpstr>
      <vt:lpstr>inter-regular</vt:lpstr>
      <vt:lpstr>Nunito</vt:lpstr>
      <vt:lpstr>Segoe UI</vt:lpstr>
      <vt:lpstr>Verdana</vt:lpstr>
      <vt:lpstr>Office Theme</vt:lpstr>
      <vt:lpstr>Classes and Objects</vt:lpstr>
      <vt:lpstr>Create a Class </vt:lpstr>
      <vt:lpstr>Create an Object </vt:lpstr>
      <vt:lpstr>Multiple Objects</vt:lpstr>
      <vt:lpstr>Class Methods </vt:lpstr>
      <vt:lpstr>PowerPoint Presentation</vt:lpstr>
      <vt:lpstr>PowerPoint Presentation</vt:lpstr>
      <vt:lpstr>Constructors </vt:lpstr>
      <vt:lpstr>PowerPoint Presentation</vt:lpstr>
      <vt:lpstr>PowerPoint Presentation</vt:lpstr>
      <vt:lpstr>PowerPoint Presentation</vt:lpstr>
      <vt:lpstr>C++ Destructor </vt:lpstr>
      <vt:lpstr>PowerPoint Presentation</vt:lpstr>
      <vt:lpstr>This Pointer</vt:lpstr>
      <vt:lpstr>PowerPoint Presentation</vt:lpstr>
      <vt:lpstr>PowerPoint Presentation</vt:lpstr>
      <vt:lpstr>Static data member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 and Objects</dc:title>
  <dc:creator>BALAJI GN</dc:creator>
  <cp:lastModifiedBy>BALAJI GN</cp:lastModifiedBy>
  <cp:revision>7</cp:revision>
  <dcterms:created xsi:type="dcterms:W3CDTF">2023-04-19T11:28:11Z</dcterms:created>
  <dcterms:modified xsi:type="dcterms:W3CDTF">2023-04-23T07:59:56Z</dcterms:modified>
</cp:coreProperties>
</file>