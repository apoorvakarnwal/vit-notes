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939" r:id="rId3"/>
    <p:sldId id="1037" r:id="rId4"/>
    <p:sldId id="1038" r:id="rId5"/>
    <p:sldId id="1040" r:id="rId6"/>
    <p:sldId id="1041" r:id="rId7"/>
    <p:sldId id="1042" r:id="rId8"/>
    <p:sldId id="1043" r:id="rId9"/>
    <p:sldId id="1044" r:id="rId10"/>
    <p:sldId id="104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7E606-AB1C-42C5-AF87-025B21998C8A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6B62-2560-48F3-BF0F-C2E4D72A1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83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55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96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41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90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80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87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79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90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8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3C79-DB93-6C5A-A517-2D2EBC797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70CC3-EF06-8123-34F8-DF1CBA9AC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8330A-741F-2D89-05DD-7FC8863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618FA-CE39-6675-A50F-981BF9678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C9BAC-C4E4-5A8D-B3FE-B62E8221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3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085B-D530-5D7E-3F62-5FF91B09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35E8-8C02-FA52-B814-7FB69C5DD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F8EB6-5913-D70D-93D6-C0EB9C12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EC82-A24C-01D0-0792-3A979098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9E26F-B5E8-1208-5AE0-3A068597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68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5E5E-6E38-A098-643B-66ADE0A2A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C2B5E-C233-C1C5-4C65-6F8D7D48B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0BD7D-5BE0-6467-7F46-1E1E17371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56A59-79A7-F7C5-E65D-4C3BE415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24B82-8026-7558-2269-19C7FB44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681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06E3-FC22-1372-921C-B28CFED0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82B54-29FD-E567-E06D-689705176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DA3A4-BE39-ECE4-4E37-55A60BBEC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A3A88-AB58-CCB4-A9B9-F5DFAB32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85FEC-08F6-414E-4BFD-A1311D71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EA026-2D75-7B1D-0675-46D6FE16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7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667C-9AE4-CB0D-9B6C-0614D9A5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8EA82-77E8-A6EB-19C0-62FAF0458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AB1FD-7D70-DAB4-32EE-27F35F4A0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3D832-C6E0-FEAA-24F6-88E40F451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7B74D-10A4-8A9A-D7A9-C5CD836C4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F5CEE-7050-A816-2524-28045D07C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85938-EB58-2E35-724F-B625D8E9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62E03-ABE7-ED5B-C0DA-7A451A91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636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447E-E88F-B448-513F-4A75426F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41E4B-003E-D500-AD97-A627C99D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CA42B-E2F1-412F-0E20-8BFD342C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C860B-D4B5-BE4F-9FEA-C2EF6322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21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7F97B-06BF-299E-1451-51457D408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08F37-CB17-63F7-A7E3-2B7CDE43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D96A8-CFF4-6C27-2F8C-0FD1727F8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87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74A9-05BD-AFFE-47AE-79726CAC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40143-8038-DA7D-AE18-6414D0DD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CAB17-2E58-C98F-015B-DB904AC74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245E1-B755-CACF-405D-864211CF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B98D6-AC98-5694-7635-649C85E4B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4B27-C606-AF64-5F9C-9A8FBE783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22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349B-4E99-6E7D-8410-8A7CDDD5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C9E7A-9A5B-07CF-A69B-DD2C08BD4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24CE7-83D1-D523-CFB9-BAD50EB45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092B5-EE36-434F-8B23-35EC09833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25979-8C34-8578-7695-7C7B1F41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4D63D-0157-6331-5919-B911764B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73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46C4-8FB1-FAD2-88D7-B04872D9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CBEFD-1274-8879-953C-4DF5D5983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53DA4-B1C4-CEBA-192D-0DCFBCFF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1DE36-8677-6F5E-967B-517A855B6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49A4F-B40B-BC4F-0E88-DD4BE2E0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25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4AD8C-010F-E32B-6E60-C8945217C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67D0A-6CA4-8C1C-AB06-E71DE74F8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981D0-C3BD-EE30-430D-A70F2D87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54838-1D6C-408F-6838-53B94AAD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753E0-14F3-E1CC-B499-5D07EAA3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2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FB891-69CF-6D60-9B21-084B98E4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F5B97-D167-F65A-8C34-56154946D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274B-432D-64BD-B720-8C2980257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ECE1D-3D8E-4490-816D-637735FE4F9E}" type="datetimeFigureOut">
              <a:rPr lang="en-IN" smtClean="0"/>
              <a:t>24-04-2023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75455-5279-F666-6A1C-B5B225B8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A2E0F-C487-1F38-5549-483C3A560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3D439-2E97-4351-A5EA-E0963EE4F6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67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B405-340E-88D5-60E6-0149A45C43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14765E-8111-006C-984B-6B13800B09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072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4 Structures and Unions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7200-E964-4FC0-96DD-6B2C56A3B0D5}" type="datetime1">
              <a:rPr lang="en-US" smtClean="0"/>
              <a:t>4/24/2023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177D9-F4E4-2ACC-CF1D-B18014AC853D}"/>
              </a:ext>
            </a:extLst>
          </p:cNvPr>
          <p:cNvSpPr txBox="1"/>
          <p:nvPr/>
        </p:nvSpPr>
        <p:spPr>
          <a:xfrm>
            <a:off x="1909815" y="1524000"/>
            <a:ext cx="837237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structures, a union is a collection of variables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 types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difference between a structure and a union is that in case of unions,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only store information in one field at any one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better understand a union, think of it as a chunk of memory that is used to store variables of different types.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value is assigned to a field, the existing data is replaced with the new data.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CD19A-B8BF-95C3-5C1F-6A96DD2BD417}"/>
              </a:ext>
            </a:extLst>
          </p:cNvPr>
          <p:cNvSpPr txBox="1"/>
          <p:nvPr/>
        </p:nvSpPr>
        <p:spPr>
          <a:xfrm>
            <a:off x="3581400" y="685801"/>
            <a:ext cx="563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Union in C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5443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4 Structures and Unions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7200-E964-4FC0-96DD-6B2C56A3B0D5}" type="datetime1">
              <a:rPr lang="en-US" smtClean="0"/>
              <a:t>4/24/2023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177D9-F4E4-2ACC-CF1D-B18014AC853D}"/>
              </a:ext>
            </a:extLst>
          </p:cNvPr>
          <p:cNvSpPr txBox="1"/>
          <p:nvPr/>
        </p:nvSpPr>
        <p:spPr>
          <a:xfrm>
            <a:off x="1909815" y="1524000"/>
            <a:ext cx="8372371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unions are used to save memory.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useful for applications that involve multiple members, where values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not be assigned to all the members at any one time</a:t>
            </a:r>
          </a:p>
        </p:txBody>
      </p:sp>
    </p:spTree>
    <p:extLst>
      <p:ext uri="{BB962C8B-B14F-4D97-AF65-F5344CB8AC3E}">
        <p14:creationId xmlns:p14="http://schemas.microsoft.com/office/powerpoint/2010/main" val="181719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5104" y="207294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Union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4 Structures and Unions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7200-E964-4FC0-96DD-6B2C56A3B0D5}" type="datetime1">
              <a:rPr lang="en-US" smtClean="0"/>
              <a:t>4/24/2023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EF235E-B64D-9925-590F-C1DCBE751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85801"/>
            <a:ext cx="6400800" cy="37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4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2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4 Structures and Unions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7200-E964-4FC0-96DD-6B2C56A3B0D5}" type="datetime1">
              <a:rPr lang="en-US" smtClean="0"/>
              <a:t>4/24/2023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3DD33-9A71-7E63-0224-F4E5BD93F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24945"/>
            <a:ext cx="6477000" cy="4008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B3A6FC-C21B-5E36-D138-C0F1B04B1454}"/>
              </a:ext>
            </a:extLst>
          </p:cNvPr>
          <p:cNvSpPr txBox="1"/>
          <p:nvPr/>
        </p:nvSpPr>
        <p:spPr>
          <a:xfrm>
            <a:off x="3087914" y="53536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coordinates of P2 are 5 and 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00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2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4 Structures and Unions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7200-E964-4FC0-96DD-6B2C56A3B0D5}" type="datetime1">
              <a:rPr lang="en-US" smtClean="0"/>
              <a:t>4/24/2023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4D734F-F598-8B9E-82EC-94FAC6362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559325"/>
            <a:ext cx="6991610" cy="132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83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7376" y="136525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4 Structures and Unions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7200-E964-4FC0-96DD-6B2C56A3B0D5}" type="datetime1">
              <a:rPr lang="en-US" smtClean="0"/>
              <a:t>4/24/2023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13CD8-BBA2-58BE-917F-6A586BC40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-6096"/>
            <a:ext cx="6781800" cy="455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56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2408" y="978458"/>
            <a:ext cx="8543192" cy="5574742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is a user-defined data type that can store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information (even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 types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structure is declared using the keyword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the structure name.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any data type, memory is  allocated for the structure when we declare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of the structure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4 Structures and Unions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7200-E964-4FC0-96DD-6B2C56A3B0D5}" type="datetime1">
              <a:rPr lang="en-US" smtClean="0"/>
              <a:t>4/24/2023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8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2408" y="978458"/>
            <a:ext cx="8543192" cy="557474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struct name is preceded with the keyword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struct becomes a new type.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does not explicitly initialize the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structure, then C automatically does it. For int and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members, the values are initialized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zero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and string members are initialized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'\0'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structure member variable is generally accessed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'.' (dot) operator.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 can be placed within another structure.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a structure may contain another structure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its member. Such a structure is called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structure.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4 Structures and Unions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7200-E964-4FC0-96DD-6B2C56A3B0D5}" type="datetime1">
              <a:rPr lang="en-US" smtClean="0"/>
              <a:t>4/24/2023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957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2408" y="978458"/>
            <a:ext cx="8543192" cy="557474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Self-referential structures are those structures that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a reference to data of its same type. That is,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self-referential structure, in addition to other data,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 pointer to a data that is of the same type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that of the structure.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union is a collection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of different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memory is shared among these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 The size of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is equal to the size of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largest member.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difference between a structure and a union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that in case of unions information can only be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member at a time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4 Structures and Unions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67200-E964-4FC0-96DD-6B2C56A3B0D5}" type="datetime1">
              <a:rPr lang="en-US" smtClean="0"/>
              <a:t>4/24/2023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611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Widescreen</PresentationFormat>
  <Paragraphs>80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BALAJI GN</dc:creator>
  <cp:lastModifiedBy>BALAJI GN</cp:lastModifiedBy>
  <cp:revision>1</cp:revision>
  <dcterms:created xsi:type="dcterms:W3CDTF">2023-04-24T08:57:44Z</dcterms:created>
  <dcterms:modified xsi:type="dcterms:W3CDTF">2023-04-24T08:57:58Z</dcterms:modified>
</cp:coreProperties>
</file>