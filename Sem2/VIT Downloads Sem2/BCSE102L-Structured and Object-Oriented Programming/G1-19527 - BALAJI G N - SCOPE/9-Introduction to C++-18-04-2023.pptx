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1284C-8A16-9542-7292-68CBEB517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64DF5D-C7C8-5034-157E-265865603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73236-3F85-A876-696E-9B79DAD20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3BFE0-46DE-4135-89D6-0806CA46BE80}" type="datetimeFigureOut">
              <a:rPr lang="en-IN" smtClean="0"/>
              <a:t>16-04-2023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35ABB-F77F-A41F-55E7-638A5532B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BB40F-2D90-2D42-735A-F38FC229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E2425-1758-4D42-B576-F22168E70E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877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774C-94C3-A6BB-D310-6E89334F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909F8-25F3-0CF9-80B2-D55E86BB8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2AB40-F01E-F6CB-38D2-3DEC3D0F7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3BFE0-46DE-4135-89D6-0806CA46BE80}" type="datetimeFigureOut">
              <a:rPr lang="en-IN" smtClean="0"/>
              <a:t>16-04-2023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0225B-BCCD-02AB-7F6C-1132EFE91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65585-9A43-5A11-5708-48DFB4A8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E2425-1758-4D42-B576-F22168E70E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527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C5795-4A94-BAC8-8BB2-1B4D1665A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7BF00-E9C3-B177-75EB-21353A5F4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BE289-974B-A425-3D6B-646718C93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3BFE0-46DE-4135-89D6-0806CA46BE80}" type="datetimeFigureOut">
              <a:rPr lang="en-IN" smtClean="0"/>
              <a:t>16-04-2023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E9E53-1BA7-DB3F-7C14-F0C2A5954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A7F62-B4EE-163F-ABFA-316586F5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E2425-1758-4D42-B576-F22168E70E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443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2BC49-D0CD-B8C0-EFF8-2BDCC1B45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0A102-4C3E-325E-5517-D4C91942C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F3DBC-8A69-A773-6DF7-93DF54773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FAB8A-4C98-308B-1989-9950D7E5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3BFE0-46DE-4135-89D6-0806CA46BE80}" type="datetimeFigureOut">
              <a:rPr lang="en-IN" smtClean="0"/>
              <a:t>16-04-2023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2758C-8242-5A1A-2B34-734CA1F6B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96201-D053-7A96-8E60-EF5AC954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E2425-1758-4D42-B576-F22168E70E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013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90B4-04DE-3FB8-311B-F40A67133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D5EBB-F25A-68D7-0E32-62D789B15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11EB8-4D38-E35F-344B-884A28A87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10A520-7199-821F-6EEB-02E1F46980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7E7F55-BE4D-162B-1D98-108053A836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2D8894-278D-D377-7918-86F22C1C5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3BFE0-46DE-4135-89D6-0806CA46BE80}" type="datetimeFigureOut">
              <a:rPr lang="en-IN" smtClean="0"/>
              <a:t>16-04-2023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0B5285-FF8A-E435-E69A-C7C0D5B7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19FCC0-8224-130E-E5C4-3AF19597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E2425-1758-4D42-B576-F22168E70E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24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503CF-7299-6A58-E3D2-EFCBA5D9B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F3F5CD-59C2-E761-6709-F5314F25A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3BFE0-46DE-4135-89D6-0806CA46BE80}" type="datetimeFigureOut">
              <a:rPr lang="en-IN" smtClean="0"/>
              <a:t>16-04-2023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BFFAC-D6CF-70B8-18E6-8984FDB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A7D49-7B5F-C3A4-EDAB-91BEC2A08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E2425-1758-4D42-B576-F22168E70E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294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B5CB23-5909-7804-F97B-AF582E8C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3BFE0-46DE-4135-89D6-0806CA46BE80}" type="datetimeFigureOut">
              <a:rPr lang="en-IN" smtClean="0"/>
              <a:t>16-04-2023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53CF40-5FBE-7C48-FAF7-F38CB1D47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BF443-EBD4-D8CB-1A5D-2A45C81B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E2425-1758-4D42-B576-F22168E70E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42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5DABD-99C9-DD13-69CA-E468C366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171D9-9045-446B-3A43-3E28C67E3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6AA05-A0AA-60BE-8314-3659A732C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7ADE4-E7B6-83B2-0227-97553302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3BFE0-46DE-4135-89D6-0806CA46BE80}" type="datetimeFigureOut">
              <a:rPr lang="en-IN" smtClean="0"/>
              <a:t>16-04-2023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4D3B9-2ED2-92F6-ABBD-6A79ADD32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A8B7E-4446-6561-E321-943454FF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E2425-1758-4D42-B576-F22168E70E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284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2304-D03E-46E1-96DB-DCFE0956E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C4B31-C454-7DF7-3BA4-572841A5CB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5D91B-A6B9-84C3-7638-EC45D2BC9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C5FEC-46E7-7814-0FE7-A60B3AB83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3BFE0-46DE-4135-89D6-0806CA46BE80}" type="datetimeFigureOut">
              <a:rPr lang="en-IN" smtClean="0"/>
              <a:t>16-04-2023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92700-35F7-7D6F-611E-BC810C404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823F0-B50D-DBDC-AFBB-E5FDF83ED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E2425-1758-4D42-B576-F22168E70E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195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C2652-881E-39F3-9186-E46BB202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DD679-1315-8B87-B3A0-119711B70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DD65E-9688-016C-1B7D-2FA1D0BB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3BFE0-46DE-4135-89D6-0806CA46BE80}" type="datetimeFigureOut">
              <a:rPr lang="en-IN" smtClean="0"/>
              <a:t>16-04-2023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0E723-425F-AFFF-0949-5E476B52A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7589A-73B7-1C9D-4167-A3A70BBA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E2425-1758-4D42-B576-F22168E70E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123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D7E9DF-8CC5-25BE-86FF-EE4C67376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1A7EB2-99F8-8346-DC45-509059033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E08A6-60D4-116B-00DE-1C7F3746F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3BFE0-46DE-4135-89D6-0806CA46BE80}" type="datetimeFigureOut">
              <a:rPr lang="en-IN" smtClean="0"/>
              <a:t>16-04-2023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6F773-B246-AB6F-76E4-4F79A392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72300-E048-B9D8-4DB0-B8E3FFCF5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E2425-1758-4D42-B576-F22168E70E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743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9DF4C0-6A06-A431-7035-97379F80A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C9543-4154-7920-5956-1BDCA70A1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01FA8-476F-2FF4-1A1F-4F8687ED2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3BFE0-46DE-4135-89D6-0806CA46BE80}" type="datetimeFigureOut">
              <a:rPr lang="en-IN" smtClean="0"/>
              <a:t>16-04-2023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4EF47-F32A-6760-83E6-06B9764C58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A09E8-A4F1-FC85-7243-B0BD0621A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E2425-1758-4D42-B576-F22168E70E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661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/index.php" TargetMode="External"/><Relationship Id="rId2" Type="http://schemas.openxmlformats.org/officeDocument/2006/relationships/hyperlink" Target="https://www.w3schools.com/c/index.ph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java/default.asp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CF57D-2CB6-182B-F856-180B9EDC55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Introduction to C++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D4105-68EB-0CF6-36F2-C7DE9052DC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260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5A3B-0EE5-731A-EFAD-D744F342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879CD-88CA-DD2D-FB03-F69AB43DE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36D160-E196-CC50-497C-AF9B66556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661" y="0"/>
            <a:ext cx="91786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44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BEC2-79D8-E1F8-7CB6-FF0C6AFFB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20E5D-6E99-64F2-DA02-B81295703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ct val="220000"/>
              </a:lnSpc>
            </a:pPr>
            <a:r>
              <a:rPr lang="en-US" sz="6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C++ is one of the world's most popular programming languages.</a:t>
            </a:r>
          </a:p>
          <a:p>
            <a:pPr algn="l">
              <a:lnSpc>
                <a:spcPct val="220000"/>
              </a:lnSpc>
            </a:pPr>
            <a:r>
              <a:rPr lang="en-US" sz="6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C++ can be found in today's operating systems, Graphical User Interfaces, and embedded systems.</a:t>
            </a:r>
          </a:p>
          <a:p>
            <a:pPr algn="l">
              <a:lnSpc>
                <a:spcPct val="220000"/>
              </a:lnSpc>
            </a:pPr>
            <a:r>
              <a:rPr lang="en-US" sz="6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C++ is an object-oriented programming language which gives a clear structure to programs and allows code to be reused, lowering development costs.</a:t>
            </a:r>
          </a:p>
          <a:p>
            <a:pPr algn="l">
              <a:lnSpc>
                <a:spcPct val="220000"/>
              </a:lnSpc>
            </a:pPr>
            <a:r>
              <a:rPr lang="en-US" sz="6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C++ is portable and can be used to develop applications that can be adapted to multiple platforms.</a:t>
            </a:r>
          </a:p>
          <a:p>
            <a:pPr algn="l">
              <a:lnSpc>
                <a:spcPct val="220000"/>
              </a:lnSpc>
            </a:pPr>
            <a:r>
              <a:rPr lang="en-US" sz="6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 C++ is close to </a:t>
            </a:r>
            <a:r>
              <a:rPr lang="en-US" sz="6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2"/>
              </a:rPr>
              <a:t>C</a:t>
            </a:r>
            <a:r>
              <a:rPr lang="en-US" sz="6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 </a:t>
            </a:r>
            <a:r>
              <a:rPr lang="en-US" sz="6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3"/>
              </a:rPr>
              <a:t>C#</a:t>
            </a:r>
            <a:r>
              <a:rPr lang="en-US" sz="6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and </a:t>
            </a:r>
            <a:r>
              <a:rPr lang="en-US" sz="6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4"/>
              </a:rPr>
              <a:t>Java</a:t>
            </a:r>
            <a:r>
              <a:rPr lang="en-US" sz="6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it makes it easy for programmers to switch to C++ or vice versa.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148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515CB-1F1B-F71E-F5A3-8869BEFC5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myfirstprog.cpp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5CD6B-2467-06C5-CB4F-318CBEDD8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24107" cy="4351338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&lt;iostream&gt;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using namespace std;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main()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"Hello World!"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FB03EB-0001-AFEF-9250-903A2E9F323A}"/>
              </a:ext>
            </a:extLst>
          </p:cNvPr>
          <p:cNvSpPr txBox="1"/>
          <p:nvPr/>
        </p:nvSpPr>
        <p:spPr>
          <a:xfrm>
            <a:off x="7070651" y="1435395"/>
            <a:ext cx="4146698" cy="3625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0151A94-1C71-34A9-1D7E-BDF3633A8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9798" y="848675"/>
            <a:ext cx="5708403" cy="3544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C++ </a:t>
            </a:r>
            <a:r>
              <a:rPr kumimoji="0" lang="en-US" altLang="en-US" sz="5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Quickstart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Let's create our first C++ file.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Open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Codeblocks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and go to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File &gt; New &gt; Empty File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Write the following C++ code and save the file as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myfirstprogram.cpp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519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7396D-4056-AAA7-3CF7-D0408266B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7E3BE-2376-2CD6-09A4-962C66277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&lt;iostream&gt;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using namespace std;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main()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"Hello World! </a:t>
            </a:r>
            <a:r>
              <a:rPr lang="en-US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\n\n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"I am learning C++"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194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FE74-E2C6-6D80-3782-3D88A9626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191"/>
          </a:xfrm>
        </p:spPr>
        <p:txBody>
          <a:bodyPr>
            <a:normAutofit fontScale="90000"/>
          </a:bodyPr>
          <a:lstStyle/>
          <a:p>
            <a:r>
              <a:rPr lang="en-US" dirty="0"/>
              <a:t>C++ Comments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EE188-1A72-B132-9C33-2ADB9F75C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340"/>
            <a:ext cx="10515600" cy="5347623"/>
          </a:xfrm>
        </p:spPr>
        <p:txBody>
          <a:bodyPr>
            <a:normAutofit/>
          </a:bodyPr>
          <a:lstStyle/>
          <a:p>
            <a:r>
              <a:rPr lang="en-US" dirty="0"/>
              <a:t>Comments can be used to explain C++ code, and to make it more readable. It can also be used to prevent execution when testing alternative code. Comments can be singled-lined or multi-lined.</a:t>
            </a:r>
          </a:p>
          <a:p>
            <a:endParaRPr lang="en-US" dirty="0"/>
          </a:p>
          <a:p>
            <a:r>
              <a:rPr lang="en-US" dirty="0"/>
              <a:t>Single-line Comments</a:t>
            </a:r>
          </a:p>
          <a:p>
            <a:r>
              <a:rPr lang="en-US" dirty="0"/>
              <a:t>Single-line comments start with two forward slashes (//).</a:t>
            </a:r>
          </a:p>
          <a:p>
            <a:endParaRPr lang="en-US" dirty="0"/>
          </a:p>
          <a:p>
            <a:r>
              <a:rPr lang="en-US" dirty="0"/>
              <a:t>Any text between // and the end of the line is ignored by the compiler (will not be executed). C++ Multi-line Comments</a:t>
            </a:r>
          </a:p>
          <a:p>
            <a:r>
              <a:rPr lang="en-US" dirty="0"/>
              <a:t>Multi-line comments start with /* and ends with */.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112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2B42-3997-0468-DEB8-3BDEC65A0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5D65B6-05AB-FD30-62E0-7A7568B63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163" y="238140"/>
            <a:ext cx="10919637" cy="5717618"/>
          </a:xfrm>
        </p:spPr>
      </p:pic>
    </p:spTree>
    <p:extLst>
      <p:ext uri="{BB962C8B-B14F-4D97-AF65-F5344CB8AC3E}">
        <p14:creationId xmlns:p14="http://schemas.microsoft.com/office/powerpoint/2010/main" val="2099239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21A53-95DD-4E5F-B8AF-F5434B94E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80B43-0787-FB4A-2C83-D41227434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2EB503-8CBF-8133-797C-8B78AF54C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8" y="681037"/>
            <a:ext cx="11974743" cy="356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214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072A5-E920-A459-35E7-2FC0DAB99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27EA0D-5409-52EF-3F2C-C3AF7E3B1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061" y="233918"/>
            <a:ext cx="10745739" cy="5931208"/>
          </a:xfrm>
        </p:spPr>
      </p:pic>
    </p:spTree>
    <p:extLst>
      <p:ext uri="{BB962C8B-B14F-4D97-AF65-F5344CB8AC3E}">
        <p14:creationId xmlns:p14="http://schemas.microsoft.com/office/powerpoint/2010/main" val="2508415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2C48-4519-94F8-F8D5-52A8947B4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 Value to Multiple variables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295ECC-7848-897D-9E57-B8DD31422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5125"/>
            <a:ext cx="9329904" cy="4061638"/>
          </a:xfrm>
        </p:spPr>
      </p:pic>
    </p:spTree>
    <p:extLst>
      <p:ext uri="{BB962C8B-B14F-4D97-AF65-F5344CB8AC3E}">
        <p14:creationId xmlns:p14="http://schemas.microsoft.com/office/powerpoint/2010/main" val="1711523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ACD2-FEC8-0DE9-A234-01B81BB41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User Input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9F8A5-7B03-7A08-AC6A-FB117F3FA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already learned that </a:t>
            </a:r>
            <a:r>
              <a:rPr lang="en-US" dirty="0" err="1"/>
              <a:t>cout</a:t>
            </a:r>
            <a:r>
              <a:rPr lang="en-US" dirty="0"/>
              <a:t> is used to output (print) values. Now we will use </a:t>
            </a:r>
            <a:r>
              <a:rPr lang="en-US" dirty="0" err="1"/>
              <a:t>cin</a:t>
            </a:r>
            <a:r>
              <a:rPr lang="en-US" dirty="0"/>
              <a:t> to get user input.</a:t>
            </a:r>
          </a:p>
          <a:p>
            <a:endParaRPr lang="en-US" dirty="0"/>
          </a:p>
          <a:p>
            <a:r>
              <a:rPr lang="en-US" dirty="0" err="1"/>
              <a:t>cin</a:t>
            </a:r>
            <a:r>
              <a:rPr lang="en-US" dirty="0"/>
              <a:t> is a predefined variable that reads data from the keyboard with the extraction operator (&gt;&gt;).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9269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6E886-D81E-2461-7D09-67C083A0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CF3D7-2C19-9E6F-E045-8A00A7695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E0B88-8CA2-BDB4-5F3F-F52FD5399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3" y="524782"/>
            <a:ext cx="11699913" cy="515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38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575F-424E-C6EB-F7F9-D5FEA5A54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39ACF-A106-0FE0-62FD-A008F3B6B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Arithmetic operators</a:t>
            </a:r>
          </a:p>
          <a:p>
            <a:r>
              <a:rPr lang="en-US" dirty="0"/>
              <a:t>Assignment operators</a:t>
            </a:r>
          </a:p>
          <a:p>
            <a:r>
              <a:rPr lang="en-US" dirty="0"/>
              <a:t>Comparison operators</a:t>
            </a:r>
          </a:p>
          <a:p>
            <a:r>
              <a:rPr lang="en-US" dirty="0"/>
              <a:t>Logical operators</a:t>
            </a:r>
          </a:p>
          <a:p>
            <a:r>
              <a:rPr lang="en-US" dirty="0"/>
              <a:t>Bitwise operators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2179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E2B2-9192-C083-D894-4E843D24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8163B-2557-D4DC-F1B2-F54A4AA42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47A7B1-92D8-09B2-A223-03AB068B0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261" y="365125"/>
            <a:ext cx="7714722" cy="593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34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B0B0D-6FA6-D9C2-55FD-60440AD0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D9ABA-EB3C-ADF3-C04A-18A289339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62C0D-D351-8489-6E3E-9936DAA16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618" y="582616"/>
            <a:ext cx="7808437" cy="547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838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E808-06E6-EC7E-5A08-F4D488D6A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61616-6ADB-0153-86F9-D2A38F168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939C9C-AA3C-D287-9C50-E6F838E71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354" y="600583"/>
            <a:ext cx="8616555" cy="548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6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8819-CE61-313B-E295-997C05B3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23450-32F0-F37C-352B-6F880C1A3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2C53CC-6561-2DC3-2FDE-6982A8017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467" y="925032"/>
            <a:ext cx="10105495" cy="498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27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374</Words>
  <Application>Microsoft Office PowerPoint</Application>
  <PresentationFormat>Widescreen</PresentationFormat>
  <Paragraphs>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Segoe UI</vt:lpstr>
      <vt:lpstr>Verdana</vt:lpstr>
      <vt:lpstr>Office Theme</vt:lpstr>
      <vt:lpstr>Introduction to C++</vt:lpstr>
      <vt:lpstr>PowerPoint Presentation</vt:lpstr>
      <vt:lpstr>Why C++</vt:lpstr>
      <vt:lpstr>myfirstprog.cpp</vt:lpstr>
      <vt:lpstr>PowerPoint Presentation</vt:lpstr>
      <vt:lpstr>C++ Comments </vt:lpstr>
      <vt:lpstr>PowerPoint Presentation</vt:lpstr>
      <vt:lpstr>PowerPoint Presentation</vt:lpstr>
      <vt:lpstr>PowerPoint Presentation</vt:lpstr>
      <vt:lpstr>One Value to Multiple variables</vt:lpstr>
      <vt:lpstr>C++ User Input </vt:lpstr>
      <vt:lpstr>PowerPoint Presentation</vt:lpstr>
      <vt:lpstr>Operators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C++</dc:title>
  <dc:creator>BALAJI GN</dc:creator>
  <cp:lastModifiedBy>BALAJI GN</cp:lastModifiedBy>
  <cp:revision>2</cp:revision>
  <dcterms:created xsi:type="dcterms:W3CDTF">2023-04-16T05:19:12Z</dcterms:created>
  <dcterms:modified xsi:type="dcterms:W3CDTF">2023-04-16T06:11:45Z</dcterms:modified>
</cp:coreProperties>
</file>