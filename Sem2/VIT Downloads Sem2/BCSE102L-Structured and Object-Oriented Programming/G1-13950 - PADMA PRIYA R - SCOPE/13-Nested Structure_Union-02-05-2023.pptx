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162FC-98D8-A064-AA77-A8DCFDEA9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64732-A331-2E30-4FC7-5E4425FEB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E4E50-6189-CD6E-2723-873A1AC2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9A12C-B972-59DA-F3FE-B02A1ABF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F8914-F813-CC62-8694-44796AB3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52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9DFA-2CCE-163C-89C1-9B512E83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1A82A-A213-3226-BF24-D496CEA60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2C2D-D66F-15E9-1935-0B6F2A1A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B7BD9-5202-C374-E671-97DF0818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D926B-A553-3073-ED9C-E8B3DFD0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91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4DBF-4D93-EEB5-7C13-25B00B9A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823CC-9226-E36A-2BFE-57A52E356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8AF4-C3C8-ADEE-0893-5B9CAAADB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85498-21C9-3B7A-BFA9-035D3FA7D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323E7-3D69-ECE3-353C-15F1E260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07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E7DF-FB4E-2471-96DA-C9FE9AFD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50B54-7F1B-EDDA-192B-DBA883AF6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37F40-47A3-961F-FCD8-04834CF1D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4E7E9-AF62-B4CA-5FDB-7A5AA163F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D73A9-BDFB-7FBC-0214-55CFC810B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A7AB1-EF68-69F1-CFAE-6935E87F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41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A081-B754-C843-74C9-EEA571911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521DF-7621-EC93-6A50-032AACB6B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19617-9EB9-38D3-5510-D3DD79770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20471-4111-150B-9CE0-EAAB97D87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A587C-E6AC-BFB7-A8C3-39A32574B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B7FF65-5A13-9B25-C5BE-A94E4304C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23224-73FC-BF2B-16EF-B3930324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9FA15-0058-3A14-63C9-3D74DE27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63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C27D-7247-229E-7045-EDED66CB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DBA94-D345-6914-BD43-AA66F100B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83723-F36E-D92D-A7E0-AE643783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D4780-3AE4-2950-2673-323D0105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484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EC4A5-AC0A-3240-88A3-8B1C9790B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E9AC8-2D44-E4FE-7591-24E104110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A53ED-CC84-F427-08DB-BF6F5250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17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6B62-B87F-5EFF-AFA7-192B5E290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A69A-CD37-D09C-8F11-4D9DC4CD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EEF68-C965-E01D-8D8E-C2396EFC0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535DA-FE46-CC81-9D0F-BC43A1E7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F3645-5E0D-2CE1-D845-F9EC5639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80396-3B2E-A691-2A31-07AD1BB0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58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54C9-424D-EFF5-9414-10D942700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F39BE-F947-7E5C-2B32-698F8E639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DD280-2ACA-4E99-3316-764968595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3691C-C1C4-5A51-7E28-533D44B0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A4B1C-E85E-86B4-88B0-24008E53A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B590A-9C63-22D6-F6D0-3E06B7FB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45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9D0C-0089-11EC-A145-F6A58616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C3E8C-073A-2776-9A91-E0A6BB42E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75923-6F1D-C706-DC72-CCFF467B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58E11-AF83-18B6-A88A-DC331D99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92D59-73C7-45A6-25B3-80E31F3A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54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2E36D9-7609-7EB8-081B-01BEA15EC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931F3-9475-6A02-28BB-FB5D4DA3C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DDBA9-2D41-440D-0EEA-4F7534E9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CFB4-24D4-7996-AD12-8B54A28C4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1B1B0-C8A3-E036-FDAA-5D9FA601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49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1DF23-F44C-2CBF-6E98-32DF7417F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2343D-EBA0-F307-68DB-1D9CF8240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A8D2-8D8E-5CF0-A807-904584999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2C637-4A8D-4229-9FBC-7E090A63368D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71596-0CC9-3766-7DB4-5034B1304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2CCD1-3B7B-7288-8597-75B87F5FA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D8B71-8AB1-48FC-812C-CA9F84EAA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14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B412-8849-3141-4853-7F12D172A5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Today’s Objective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9AA87-06FF-48A3-E301-F6036F7784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Nested Structure (Structure within Structure)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2391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83B3E-FBAF-DDBF-C43A-95D005FAC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54" y="188481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Example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3D5064-9EE0-56F8-9217-39A74A761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31273"/>
            <a:ext cx="5181600" cy="534569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string.h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</a:t>
            </a:r>
            <a:r>
              <a:rPr lang="en-IN" dirty="0" err="1"/>
              <a:t>student_college_detail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college_id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char </a:t>
            </a:r>
            <a:r>
              <a:rPr lang="en-IN" dirty="0" err="1"/>
              <a:t>college_name</a:t>
            </a:r>
            <a:r>
              <a:rPr lang="en-IN" dirty="0"/>
              <a:t>[50];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struct </a:t>
            </a:r>
            <a:r>
              <a:rPr lang="en-IN" dirty="0" err="1"/>
              <a:t>student_detail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int id;</a:t>
            </a:r>
          </a:p>
          <a:p>
            <a:pPr marL="0" indent="0">
              <a:buNone/>
            </a:pPr>
            <a:r>
              <a:rPr lang="en-IN" dirty="0"/>
              <a:t>char name[20];</a:t>
            </a:r>
          </a:p>
          <a:p>
            <a:pPr marL="0" indent="0">
              <a:buNone/>
            </a:pPr>
            <a:r>
              <a:rPr lang="en-IN" dirty="0"/>
              <a:t>float percentage;</a:t>
            </a:r>
          </a:p>
          <a:p>
            <a:pPr marL="0" indent="0">
              <a:buNone/>
            </a:pPr>
            <a:r>
              <a:rPr lang="en-IN" dirty="0"/>
              <a:t>// structure within structure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struct </a:t>
            </a:r>
            <a:r>
              <a:rPr lang="en-IN" dirty="0" err="1">
                <a:solidFill>
                  <a:srgbClr val="FF0000"/>
                </a:solidFill>
              </a:rPr>
              <a:t>student_college_detail</a:t>
            </a: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 err="1">
                <a:solidFill>
                  <a:srgbClr val="FF0000"/>
                </a:solidFill>
              </a:rPr>
              <a:t>clg_data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  <a:r>
              <a:rPr lang="en-IN" dirty="0" err="1"/>
              <a:t>stu_data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E6A94-7D08-7808-8212-4CC81159E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8419" y="644236"/>
            <a:ext cx="7107382" cy="55327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struct </a:t>
            </a:r>
            <a:r>
              <a:rPr lang="en-IN" dirty="0" err="1"/>
              <a:t>student_detail</a:t>
            </a:r>
            <a:r>
              <a:rPr lang="en-IN" dirty="0"/>
              <a:t>   </a:t>
            </a:r>
            <a:r>
              <a:rPr lang="en-IN" dirty="0" err="1"/>
              <a:t>stu_data</a:t>
            </a:r>
            <a:r>
              <a:rPr lang="en-IN" dirty="0"/>
              <a:t> = {1, "Raju",</a:t>
            </a:r>
          </a:p>
          <a:p>
            <a:pPr marL="0" indent="0">
              <a:buNone/>
            </a:pPr>
            <a:r>
              <a:rPr lang="en-IN" dirty="0"/>
              <a:t>90.5, 71145,“VIT University"};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 Id is: %d \n", stu_data.id);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 Name is: %s \n", stu_data.name);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 Percentage is: %f \n\n", </a:t>
            </a:r>
            <a:r>
              <a:rPr lang="en-IN" dirty="0" err="1"/>
              <a:t>stu_data.percentage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 College Id is: %d \n", </a:t>
            </a:r>
            <a:r>
              <a:rPr lang="en-IN" dirty="0" err="1">
                <a:solidFill>
                  <a:srgbClr val="FF0000"/>
                </a:solidFill>
              </a:rPr>
              <a:t>stu_data.clg_data.college_id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 College Name is: %s \n", </a:t>
            </a:r>
            <a:r>
              <a:rPr lang="en-IN" dirty="0" err="1">
                <a:solidFill>
                  <a:srgbClr val="FF0000"/>
                </a:solidFill>
              </a:rPr>
              <a:t>stu_data.clg_data.college_name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/>
              <a:t>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896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8D7F-9A98-256A-3931-AB8621ED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26135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F66E2-BB84-CD37-5B7C-25D3F1868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struct student{</a:t>
            </a:r>
          </a:p>
          <a:p>
            <a:pPr marL="0" indent="0">
              <a:buNone/>
            </a:pPr>
            <a:r>
              <a:rPr lang="en-IN" dirty="0"/>
              <a:t>char name[30];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struct </a:t>
            </a:r>
            <a:r>
              <a:rPr lang="en-IN" dirty="0" err="1">
                <a:solidFill>
                  <a:srgbClr val="FF0000"/>
                </a:solidFill>
              </a:rPr>
              <a:t>avg</a:t>
            </a: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int sub1, sub2, sub3;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float average;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}avg1;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EEA32-771B-3FD1-31E4-EED0DF7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046" y="613064"/>
            <a:ext cx="8655628" cy="55638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struct student stud1;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("Enter the Name of the student ");</a:t>
            </a:r>
          </a:p>
          <a:p>
            <a:pPr marL="0" indent="0">
              <a:buNone/>
            </a:pPr>
            <a:r>
              <a:rPr lang="en-IN" dirty="0" err="1"/>
              <a:t>scanf</a:t>
            </a:r>
            <a:r>
              <a:rPr lang="en-IN" dirty="0"/>
              <a:t>("%s", stud1.name);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the marks of the student ");</a:t>
            </a:r>
          </a:p>
          <a:p>
            <a:pPr marL="0" indent="0">
              <a:buNone/>
            </a:pPr>
            <a:r>
              <a:rPr lang="en-IN" dirty="0" err="1"/>
              <a:t>scanf</a:t>
            </a:r>
            <a:r>
              <a:rPr lang="en-IN" dirty="0"/>
              <a:t>("%d %d %d ", &amp;stud1.avg1.sub1, &amp;stud1.avg1.sub2, &amp;stud1.avg1.sub3);</a:t>
            </a:r>
          </a:p>
          <a:p>
            <a:pPr marL="0" indent="0">
              <a:buNone/>
            </a:pPr>
            <a:r>
              <a:rPr lang="en-IN" dirty="0"/>
              <a:t>stud1.avg1.average = (stud1.avg1.sub1 + stud1.avg1.sub2 + stud1.avg1.sub3)/3;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("\n-------Student Details-------\n ");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("%s", stud1.name);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("\nsub1: %d \n sub2: %d \n sub3: %d ", stud1.avg1.sub1, stud1.avg1.sub2, stud1.avg1.sub3);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("\n Average: %f %", stud1.avg1.average);</a:t>
            </a:r>
          </a:p>
          <a:p>
            <a:pPr marL="0" indent="0">
              <a:buNone/>
            </a:pPr>
            <a:r>
              <a:rPr lang="en-IN" dirty="0"/>
              <a:t>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4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0AFF36F-8E68-9CD9-58AE-953F08BADF6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#include&lt;stdio.h&gt;</a:t>
            </a:r>
          </a:p>
          <a:p>
            <a:pPr marL="0" indent="0">
              <a:buNone/>
            </a:pPr>
            <a:r>
              <a:rPr lang="en-US" dirty="0"/>
              <a:t>struct Zone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char Area[25];</a:t>
            </a:r>
          </a:p>
          <a:p>
            <a:pPr marL="0" indent="0">
              <a:buNone/>
            </a:pPr>
            <a:r>
              <a:rPr lang="en-US" dirty="0"/>
              <a:t>char City[25];</a:t>
            </a:r>
          </a:p>
          <a:p>
            <a:pPr marL="0" indent="0">
              <a:buNone/>
            </a:pPr>
            <a:r>
              <a:rPr lang="en-US" dirty="0"/>
              <a:t>};</a:t>
            </a:r>
            <a:endParaRPr lang="en-IN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5858670-0FA8-5A40-4FAA-70F8239F1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51864" y="1628197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struct </a:t>
            </a:r>
            <a:r>
              <a:rPr lang="en-US" dirty="0" err="1"/>
              <a:t>PANCard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Id;</a:t>
            </a:r>
          </a:p>
          <a:p>
            <a:pPr marL="0" indent="0">
              <a:buNone/>
            </a:pPr>
            <a:r>
              <a:rPr lang="en-US" dirty="0"/>
              <a:t>char Name[25];</a:t>
            </a:r>
          </a:p>
          <a:p>
            <a:pPr marL="0" indent="0">
              <a:buNone/>
            </a:pPr>
            <a:r>
              <a:rPr lang="en-US" dirty="0"/>
              <a:t>float Salary;</a:t>
            </a:r>
          </a:p>
          <a:p>
            <a:pPr marL="0" indent="0">
              <a:buNone/>
            </a:pPr>
            <a:r>
              <a:rPr lang="en-US" dirty="0"/>
              <a:t>struct Zone z;</a:t>
            </a:r>
          </a:p>
          <a:p>
            <a:pPr marL="0" indent="0">
              <a:buNone/>
            </a:pPr>
            <a:r>
              <a:rPr lang="en-US" dirty="0"/>
              <a:t>};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022A1F4-2D92-ACCE-177D-D747E0946342}"/>
              </a:ext>
            </a:extLst>
          </p:cNvPr>
          <p:cNvSpPr txBox="1">
            <a:spLocks/>
          </p:cNvSpPr>
          <p:nvPr/>
        </p:nvSpPr>
        <p:spPr>
          <a:xfrm>
            <a:off x="644236" y="126135"/>
            <a:ext cx="10633364" cy="55490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</a:rPr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66653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F39606-6468-A20E-FC8C-47C5E0E3F7CA}"/>
              </a:ext>
            </a:extLst>
          </p:cNvPr>
          <p:cNvSpPr txBox="1"/>
          <p:nvPr/>
        </p:nvSpPr>
        <p:spPr>
          <a:xfrm>
            <a:off x="820882" y="58847"/>
            <a:ext cx="905048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int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dirty="0"/>
              <a:t>struct </a:t>
            </a:r>
            <a:r>
              <a:rPr lang="en-IN" dirty="0" err="1"/>
              <a:t>PANCard</a:t>
            </a:r>
            <a:r>
              <a:rPr lang="en-IN" dirty="0"/>
              <a:t> E;</a:t>
            </a:r>
          </a:p>
          <a:p>
            <a:r>
              <a:rPr lang="en-IN" dirty="0" err="1"/>
              <a:t>printf</a:t>
            </a:r>
            <a:r>
              <a:rPr lang="en-IN" dirty="0"/>
              <a:t>("\n\</a:t>
            </a:r>
            <a:r>
              <a:rPr lang="en-IN" dirty="0" err="1"/>
              <a:t>tEnter</a:t>
            </a:r>
            <a:r>
              <a:rPr lang="en-IN" dirty="0"/>
              <a:t> Person PAN Id : ");</a:t>
            </a:r>
          </a:p>
          <a:p>
            <a:r>
              <a:rPr lang="en-IN" dirty="0" err="1"/>
              <a:t>scanf</a:t>
            </a:r>
            <a:r>
              <a:rPr lang="en-IN" dirty="0"/>
              <a:t>("%d",&amp;</a:t>
            </a:r>
            <a:r>
              <a:rPr lang="en-IN" dirty="0" err="1"/>
              <a:t>E.Id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("\n\</a:t>
            </a:r>
            <a:r>
              <a:rPr lang="en-IN" dirty="0" err="1"/>
              <a:t>tEnter</a:t>
            </a:r>
            <a:r>
              <a:rPr lang="en-IN" dirty="0"/>
              <a:t> Person Name : ");</a:t>
            </a:r>
          </a:p>
          <a:p>
            <a:r>
              <a:rPr lang="en-IN" dirty="0" err="1"/>
              <a:t>scanf</a:t>
            </a:r>
            <a:r>
              <a:rPr lang="en-IN" dirty="0"/>
              <a:t>("%s",&amp;</a:t>
            </a:r>
            <a:r>
              <a:rPr lang="en-IN" dirty="0" err="1"/>
              <a:t>E.Name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("\n\</a:t>
            </a:r>
            <a:r>
              <a:rPr lang="en-IN" dirty="0" err="1"/>
              <a:t>tEnter</a:t>
            </a:r>
            <a:r>
              <a:rPr lang="en-IN" dirty="0"/>
              <a:t> Person Salary : ");</a:t>
            </a:r>
          </a:p>
          <a:p>
            <a:r>
              <a:rPr lang="en-IN" dirty="0" err="1"/>
              <a:t>scanf</a:t>
            </a:r>
            <a:r>
              <a:rPr lang="en-IN" dirty="0"/>
              <a:t>("%f",&amp;</a:t>
            </a:r>
            <a:r>
              <a:rPr lang="en-IN" dirty="0" err="1"/>
              <a:t>E.Salary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("\n\</a:t>
            </a:r>
            <a:r>
              <a:rPr lang="en-IN" dirty="0" err="1"/>
              <a:t>tEnter</a:t>
            </a:r>
            <a:r>
              <a:rPr lang="en-IN" dirty="0"/>
              <a:t> Person House No : ");</a:t>
            </a:r>
          </a:p>
          <a:p>
            <a:r>
              <a:rPr lang="en-IN" dirty="0" err="1"/>
              <a:t>scanf</a:t>
            </a:r>
            <a:r>
              <a:rPr lang="en-IN" dirty="0"/>
              <a:t>("%s",&amp;</a:t>
            </a:r>
            <a:r>
              <a:rPr lang="en-IN" dirty="0" err="1"/>
              <a:t>E.z.Area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("\n\</a:t>
            </a:r>
            <a:r>
              <a:rPr lang="en-IN" dirty="0" err="1"/>
              <a:t>tEnter</a:t>
            </a:r>
            <a:r>
              <a:rPr lang="en-IN" dirty="0"/>
              <a:t> Person City : ");</a:t>
            </a:r>
          </a:p>
          <a:p>
            <a:r>
              <a:rPr lang="en-IN" dirty="0" err="1"/>
              <a:t>scanf</a:t>
            </a:r>
            <a:r>
              <a:rPr lang="en-IN" dirty="0"/>
              <a:t>("%s",&amp;</a:t>
            </a:r>
            <a:r>
              <a:rPr lang="en-IN" dirty="0" err="1"/>
              <a:t>E.z.City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 PAN Details of Person ");</a:t>
            </a:r>
          </a:p>
          <a:p>
            <a:r>
              <a:rPr lang="en-IN" dirty="0" err="1"/>
              <a:t>printf</a:t>
            </a:r>
            <a:r>
              <a:rPr lang="en-IN" dirty="0"/>
              <a:t>("\n\</a:t>
            </a:r>
            <a:r>
              <a:rPr lang="en-IN" dirty="0" err="1"/>
              <a:t>tPAN</a:t>
            </a:r>
            <a:r>
              <a:rPr lang="en-IN" dirty="0"/>
              <a:t> Id : %d",</a:t>
            </a:r>
            <a:r>
              <a:rPr lang="en-IN" dirty="0" err="1"/>
              <a:t>E.Id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("\n\t Person Name : %s",</a:t>
            </a:r>
            <a:r>
              <a:rPr lang="en-IN" dirty="0" err="1"/>
              <a:t>E.Name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("\n\t Person Salary : %f",</a:t>
            </a:r>
            <a:r>
              <a:rPr lang="en-IN" dirty="0" err="1"/>
              <a:t>E.Salary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("\n\t Person </a:t>
            </a:r>
            <a:r>
              <a:rPr lang="en-IN" dirty="0" err="1"/>
              <a:t>HouseNo</a:t>
            </a:r>
            <a:r>
              <a:rPr lang="en-IN" dirty="0"/>
              <a:t> : %s",</a:t>
            </a:r>
            <a:r>
              <a:rPr lang="en-IN" dirty="0" err="1"/>
              <a:t>E.z.Area</a:t>
            </a:r>
            <a:r>
              <a:rPr lang="en-IN" dirty="0"/>
              <a:t>);</a:t>
            </a:r>
          </a:p>
          <a:p>
            <a:r>
              <a:rPr lang="en-IN" dirty="0" err="1"/>
              <a:t>printf</a:t>
            </a:r>
            <a:r>
              <a:rPr lang="en-IN" dirty="0"/>
              <a:t>("\n\t Person City : %s",</a:t>
            </a:r>
            <a:r>
              <a:rPr lang="en-IN" dirty="0" err="1"/>
              <a:t>E.z.City</a:t>
            </a:r>
            <a:r>
              <a:rPr lang="en-IN" dirty="0"/>
              <a:t>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955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028EF-AD0D-19F8-F97F-EB961B823A46}"/>
              </a:ext>
            </a:extLst>
          </p:cNvPr>
          <p:cNvSpPr txBox="1"/>
          <p:nvPr/>
        </p:nvSpPr>
        <p:spPr>
          <a:xfrm>
            <a:off x="3047134" y="1859340"/>
            <a:ext cx="60942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union car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char name[50];</a:t>
            </a:r>
          </a:p>
          <a:p>
            <a:r>
              <a:rPr lang="en-IN" dirty="0"/>
              <a:t>  int price;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union car car1, car2, *car3;</a:t>
            </a:r>
          </a:p>
          <a:p>
            <a:r>
              <a:rPr lang="en-IN" dirty="0"/>
              <a:t>  return 0;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8C8106-FB12-E7C4-A277-8F2D22CF5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D61A2-9EC1-11C9-8FEB-E4B02E45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9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2CF742-3437-3159-8720-9213B988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ABBBC6-2564-86A1-A705-72A6EC57E7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union </a:t>
            </a:r>
            <a:r>
              <a:rPr lang="en-IN" dirty="0" err="1"/>
              <a:t>unionJob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//defining a union</a:t>
            </a:r>
          </a:p>
          <a:p>
            <a:pPr marL="0" indent="0">
              <a:buNone/>
            </a:pPr>
            <a:r>
              <a:rPr lang="en-IN" dirty="0"/>
              <a:t>   char name[32];</a:t>
            </a:r>
          </a:p>
          <a:p>
            <a:pPr marL="0" indent="0">
              <a:buNone/>
            </a:pPr>
            <a:r>
              <a:rPr lang="en-IN" dirty="0"/>
              <a:t>   float salary;</a:t>
            </a:r>
          </a:p>
          <a:p>
            <a:pPr marL="0" indent="0">
              <a:buNone/>
            </a:pPr>
            <a:r>
              <a:rPr lang="en-IN" dirty="0"/>
              <a:t>   int </a:t>
            </a:r>
            <a:r>
              <a:rPr lang="en-IN" dirty="0" err="1"/>
              <a:t>workerNo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 </a:t>
            </a:r>
            <a:r>
              <a:rPr lang="en-IN" dirty="0" err="1"/>
              <a:t>uJob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D1DE36-8DAA-6BBE-AB61-2001F8067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0273" y="365125"/>
            <a:ext cx="7834745" cy="58118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struct </a:t>
            </a:r>
            <a:r>
              <a:rPr lang="en-IN" dirty="0" err="1"/>
              <a:t>structJob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char name[32];</a:t>
            </a:r>
          </a:p>
          <a:p>
            <a:pPr marL="0" indent="0">
              <a:buNone/>
            </a:pPr>
            <a:r>
              <a:rPr lang="en-IN" dirty="0"/>
              <a:t>   float salary;</a:t>
            </a:r>
          </a:p>
          <a:p>
            <a:pPr marL="0" indent="0">
              <a:buNone/>
            </a:pPr>
            <a:r>
              <a:rPr lang="en-IN" dirty="0"/>
              <a:t>   int </a:t>
            </a:r>
            <a:r>
              <a:rPr lang="en-IN" dirty="0" err="1"/>
              <a:t>workerNo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 </a:t>
            </a:r>
            <a:r>
              <a:rPr lang="en-IN" dirty="0" err="1"/>
              <a:t>sJob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("size of union = %d bytes", 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uJob</a:t>
            </a:r>
            <a:r>
              <a:rPr lang="en-IN" dirty="0"/>
              <a:t>));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nsize</a:t>
            </a:r>
            <a:r>
              <a:rPr lang="en-IN" dirty="0"/>
              <a:t> of structure = %d bytes", 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sJob</a:t>
            </a:r>
            <a:r>
              <a:rPr lang="en-IN" dirty="0"/>
              <a:t>));</a:t>
            </a:r>
          </a:p>
          <a:p>
            <a:pPr marL="0" indent="0">
              <a:buNone/>
            </a:pPr>
            <a:r>
              <a:rPr lang="en-IN" dirty="0"/>
              <a:t>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26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05C16-B72C-D901-49E4-8484FF88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E5864-5726-53BB-B6A1-D4EFD318AE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union Job {</a:t>
            </a:r>
          </a:p>
          <a:p>
            <a:pPr marL="0" indent="0">
              <a:buNone/>
            </a:pPr>
            <a:r>
              <a:rPr lang="en-US" dirty="0"/>
              <a:t>   float salary;</a:t>
            </a:r>
          </a:p>
          <a:p>
            <a:pPr marL="0" indent="0">
              <a:buNone/>
            </a:pPr>
            <a:r>
              <a:rPr lang="en-US" dirty="0"/>
              <a:t>   int </a:t>
            </a:r>
            <a:r>
              <a:rPr lang="en-US" dirty="0" err="1"/>
              <a:t>workerNo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 j;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007E-6454-D77A-D6A0-DCE7A4615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27764" y="779318"/>
            <a:ext cx="7426036" cy="53976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j.salary</a:t>
            </a:r>
            <a:r>
              <a:rPr lang="en-US" dirty="0"/>
              <a:t> = 12.3;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// when </a:t>
            </a:r>
            <a:r>
              <a:rPr lang="en-US" dirty="0" err="1"/>
              <a:t>j.workerNo</a:t>
            </a:r>
            <a:r>
              <a:rPr lang="en-US" dirty="0"/>
              <a:t> is assigned a value,</a:t>
            </a:r>
          </a:p>
          <a:p>
            <a:pPr marL="0" indent="0">
              <a:buNone/>
            </a:pPr>
            <a:r>
              <a:rPr lang="en-US" dirty="0"/>
              <a:t>   // </a:t>
            </a:r>
            <a:r>
              <a:rPr lang="en-US" dirty="0" err="1"/>
              <a:t>j.salary</a:t>
            </a:r>
            <a:r>
              <a:rPr lang="en-US" dirty="0"/>
              <a:t> will no longer hold 12.3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j.workerNo</a:t>
            </a:r>
            <a:r>
              <a:rPr lang="en-US" dirty="0"/>
              <a:t> = 100;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("Salary = %.1f\n", </a:t>
            </a:r>
            <a:r>
              <a:rPr lang="en-US" dirty="0" err="1"/>
              <a:t>j.salary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("Number of workers = %d", </a:t>
            </a:r>
            <a:r>
              <a:rPr lang="en-US" dirty="0" err="1"/>
              <a:t>j.workerNo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218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850</Words>
  <Application>Microsoft Office PowerPoint</Application>
  <PresentationFormat>Widescreen</PresentationFormat>
  <Paragraphs>136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Today’s Objective</vt:lpstr>
      <vt:lpstr>Example 1</vt:lpstr>
      <vt:lpstr>Example 2</vt:lpstr>
      <vt:lpstr>PowerPoint Presentation</vt:lpstr>
      <vt:lpstr>PowerPoint Presentation</vt:lpstr>
      <vt:lpstr>Union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Padma Priya R</dc:creator>
  <cp:lastModifiedBy>Padma Priya R</cp:lastModifiedBy>
  <cp:revision>38</cp:revision>
  <dcterms:created xsi:type="dcterms:W3CDTF">2023-05-04T17:17:39Z</dcterms:created>
  <dcterms:modified xsi:type="dcterms:W3CDTF">2023-05-05T13:20:38Z</dcterms:modified>
</cp:coreProperties>
</file>