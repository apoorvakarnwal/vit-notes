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39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03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9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43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9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8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16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43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17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18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35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F2BB7-D73A-4061-ADD6-6C3ABDF0CC3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4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Constructor-Destructor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19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95536" y="5796"/>
            <a:ext cx="8229600" cy="6869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Constructor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7504" y="692696"/>
            <a:ext cx="9036496" cy="616530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IN" sz="2200" dirty="0"/>
              <a:t>It is a member function having same name as it’s class </a:t>
            </a:r>
          </a:p>
          <a:p>
            <a:pPr>
              <a:lnSpc>
                <a:spcPct val="170000"/>
              </a:lnSpc>
            </a:pPr>
            <a:r>
              <a:rPr lang="en-IN" sz="2200" dirty="0"/>
              <a:t>It is used to initialize the objects of that class type with a legal initial value. </a:t>
            </a:r>
          </a:p>
          <a:p>
            <a:pPr>
              <a:lnSpc>
                <a:spcPct val="170000"/>
              </a:lnSpc>
            </a:pPr>
            <a:r>
              <a:rPr lang="en-IN" sz="2200" dirty="0"/>
              <a:t>Constructor is automatically called/invoked when object is created.</a:t>
            </a:r>
          </a:p>
          <a:p>
            <a:pPr>
              <a:lnSpc>
                <a:spcPct val="170000"/>
              </a:lnSpc>
            </a:pPr>
            <a:r>
              <a:rPr lang="en-IN" sz="2200" dirty="0"/>
              <a:t>They should be declared in the public section.</a:t>
            </a:r>
          </a:p>
          <a:p>
            <a:pPr>
              <a:lnSpc>
                <a:spcPct val="170000"/>
              </a:lnSpc>
            </a:pPr>
            <a:r>
              <a:rPr lang="en-IN" sz="2200" dirty="0"/>
              <a:t>They do not have any return type.</a:t>
            </a:r>
          </a:p>
          <a:p>
            <a:pPr>
              <a:lnSpc>
                <a:spcPct val="170000"/>
              </a:lnSpc>
            </a:pPr>
            <a:r>
              <a:rPr lang="en-IN" sz="2200" b="1" dirty="0"/>
              <a:t>Types of Constructors</a:t>
            </a:r>
          </a:p>
          <a:p>
            <a:pPr lvl="1">
              <a:lnSpc>
                <a:spcPct val="170000"/>
              </a:lnSpc>
            </a:pPr>
            <a:r>
              <a:rPr lang="en-IN" sz="2200" dirty="0"/>
              <a:t>Default Constructor</a:t>
            </a:r>
          </a:p>
          <a:p>
            <a:pPr lvl="1">
              <a:lnSpc>
                <a:spcPct val="170000"/>
              </a:lnSpc>
            </a:pPr>
            <a:r>
              <a:rPr lang="en-IN" sz="2200" dirty="0"/>
              <a:t>Parametrized Constructor</a:t>
            </a:r>
          </a:p>
          <a:p>
            <a:pPr lvl="1">
              <a:lnSpc>
                <a:spcPct val="170000"/>
              </a:lnSpc>
            </a:pPr>
            <a:r>
              <a:rPr lang="en-IN" sz="2200" dirty="0"/>
              <a:t>Copy Constructor</a:t>
            </a:r>
          </a:p>
          <a:p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44640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3600" dirty="0"/>
              <a:t>Default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IN" dirty="0"/>
              <a:t>A constructor that accepts no parameters is known as default constructor.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Circle()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radius = 0;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51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IN" dirty="0"/>
              <a:t>Default constructor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4784"/>
            <a:ext cx="4038600" cy="51125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class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maths;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science;</a:t>
            </a:r>
          </a:p>
          <a:p>
            <a:pPr marL="0" indent="0">
              <a:buNone/>
            </a:pPr>
            <a:r>
              <a:rPr lang="en-IN" dirty="0"/>
              <a:t>      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>
                <a:solidFill>
                  <a:srgbClr val="FF0000"/>
                </a:solidFill>
              </a:rPr>
              <a:t>Marks()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maths=0;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science=0;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928" y="1412776"/>
            <a:ext cx="5220072" cy="5445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 void display() </a:t>
            </a:r>
          </a:p>
          <a:p>
            <a:pPr marL="0" indent="0">
              <a:buNone/>
            </a:pPr>
            <a:r>
              <a:rPr lang="en-IN" sz="2300" dirty="0"/>
              <a:t>   {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"Maths :  " &lt;&lt; maths &lt;&lt;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"Science :" &lt;&lt; science &lt;&lt; 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}</a:t>
            </a:r>
          </a:p>
          <a:p>
            <a:pPr marL="0" indent="0">
              <a:buNone/>
            </a:pPr>
            <a:r>
              <a:rPr lang="en-IN" sz="2300" dirty="0"/>
              <a:t>};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int</a:t>
            </a:r>
            <a:r>
              <a:rPr lang="en-IN" sz="2300" dirty="0"/>
              <a:t> main() 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>
                <a:solidFill>
                  <a:srgbClr val="00B050"/>
                </a:solidFill>
              </a:rPr>
              <a:t>Marks m;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m.display</a:t>
            </a:r>
            <a:r>
              <a:rPr lang="en-IN" sz="2300" dirty="0"/>
              <a:t>();</a:t>
            </a:r>
          </a:p>
          <a:p>
            <a:pPr marL="0" indent="0">
              <a:buNone/>
            </a:pPr>
            <a:r>
              <a:rPr lang="en-IN" sz="2300" dirty="0"/>
              <a:t> 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456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3600" dirty="0"/>
              <a:t>Parameterized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4929411"/>
          </a:xfrm>
        </p:spPr>
        <p:txBody>
          <a:bodyPr/>
          <a:lstStyle/>
          <a:p>
            <a:r>
              <a:rPr lang="en-IN" dirty="0"/>
              <a:t>A constructor that receives arguments/parameters, is called parameterized constructor.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Circle(double r)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radius = r;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25034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en-IN" dirty="0"/>
              <a:t>Parameterized constructor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484784"/>
            <a:ext cx="4038600" cy="5112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#include&lt;</a:t>
            </a:r>
            <a:r>
              <a:rPr lang="en-IN" sz="2300" dirty="0" err="1"/>
              <a:t>iostream</a:t>
            </a:r>
            <a:r>
              <a:rPr lang="en-IN" sz="2300" dirty="0"/>
              <a:t>&gt;</a:t>
            </a:r>
          </a:p>
          <a:p>
            <a:pPr marL="0" indent="0">
              <a:buNone/>
            </a:pPr>
            <a:r>
              <a:rPr lang="en-IN" sz="2300" dirty="0"/>
              <a:t>using namespace </a:t>
            </a:r>
            <a:r>
              <a:rPr lang="en-IN" sz="2300" dirty="0" err="1"/>
              <a:t>std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 class Marks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public: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int</a:t>
            </a:r>
            <a:r>
              <a:rPr lang="en-IN" sz="2300" dirty="0"/>
              <a:t> maths;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int</a:t>
            </a:r>
            <a:r>
              <a:rPr lang="en-IN" sz="2300" dirty="0"/>
              <a:t> science;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>
                <a:solidFill>
                  <a:srgbClr val="FF0000"/>
                </a:solidFill>
              </a:rPr>
              <a:t>Marks(</a:t>
            </a:r>
            <a:r>
              <a:rPr lang="en-IN" sz="2300" dirty="0" err="1">
                <a:solidFill>
                  <a:srgbClr val="FF0000"/>
                </a:solidFill>
              </a:rPr>
              <a:t>int</a:t>
            </a:r>
            <a:r>
              <a:rPr lang="en-IN" sz="2300" dirty="0">
                <a:solidFill>
                  <a:srgbClr val="FF0000"/>
                </a:solidFill>
              </a:rPr>
              <a:t> mark1,int mark2) 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FF0000"/>
                </a:solidFill>
              </a:rPr>
              <a:t>   {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FF0000"/>
                </a:solidFill>
              </a:rPr>
              <a:t>      maths = mark1;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FF0000"/>
                </a:solidFill>
              </a:rPr>
              <a:t>      science = mark2;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FF0000"/>
                </a:solidFill>
              </a:rPr>
              <a:t>   }</a:t>
            </a:r>
          </a:p>
          <a:p>
            <a:pPr marL="0" indent="0">
              <a:buNone/>
            </a:pPr>
            <a:r>
              <a:rPr lang="en-IN" sz="2300" dirty="0"/>
              <a:t> </a:t>
            </a:r>
          </a:p>
          <a:p>
            <a:pPr marL="0" indent="0">
              <a:buNone/>
            </a:pPr>
            <a:endParaRPr lang="en-IN" sz="23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928" y="1412776"/>
            <a:ext cx="5220072" cy="5445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  void display() {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"Maths :  " &lt;&lt; maths &lt;&lt;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"Science :" &lt;&lt; science &lt;&lt; 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}</a:t>
            </a:r>
          </a:p>
          <a:p>
            <a:pPr marL="0" indent="0">
              <a:buNone/>
            </a:pPr>
            <a:r>
              <a:rPr lang="en-IN" sz="2300" dirty="0"/>
              <a:t>};</a:t>
            </a:r>
          </a:p>
          <a:p>
            <a:pPr marL="0" indent="0">
              <a:buNone/>
            </a:pPr>
            <a:r>
              <a:rPr lang="en-IN" sz="2300" dirty="0"/>
              <a:t>   </a:t>
            </a:r>
          </a:p>
          <a:p>
            <a:pPr marL="0" indent="0">
              <a:buNone/>
            </a:pPr>
            <a:r>
              <a:rPr lang="en-IN" sz="2300" dirty="0" err="1"/>
              <a:t>int</a:t>
            </a:r>
            <a:r>
              <a:rPr lang="en-IN" sz="2300" dirty="0"/>
              <a:t> main() {</a:t>
            </a:r>
          </a:p>
          <a:p>
            <a:pPr marL="0" indent="0">
              <a:buNone/>
            </a:pPr>
            <a:r>
              <a:rPr lang="en-IN" sz="2300" dirty="0"/>
              <a:t>  </a:t>
            </a:r>
          </a:p>
          <a:p>
            <a:pPr marL="0" indent="0">
              <a:buNone/>
            </a:pPr>
            <a:r>
              <a:rPr lang="en-IN" sz="2300" dirty="0"/>
              <a:t>  </a:t>
            </a:r>
            <a:r>
              <a:rPr lang="en-IN" sz="2300" dirty="0">
                <a:solidFill>
                  <a:srgbClr val="00B050"/>
                </a:solidFill>
              </a:rPr>
              <a:t>Marks m(90,85);</a:t>
            </a:r>
          </a:p>
          <a:p>
            <a:pPr marL="0" indent="0">
              <a:buNone/>
            </a:pPr>
            <a:r>
              <a:rPr lang="en-IN" sz="2300" dirty="0"/>
              <a:t>  </a:t>
            </a:r>
            <a:r>
              <a:rPr lang="en-IN" sz="2300" dirty="0" err="1"/>
              <a:t>m.display</a:t>
            </a:r>
            <a:r>
              <a:rPr lang="en-IN" sz="2300" dirty="0"/>
              <a:t>();</a:t>
            </a:r>
          </a:p>
          <a:p>
            <a:pPr marL="0" indent="0">
              <a:buNone/>
            </a:pPr>
            <a:r>
              <a:rPr lang="en-IN" sz="2300" dirty="0"/>
              <a:t>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489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3600" dirty="0"/>
              <a:t>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492941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 constructor that initializes an object using values of another object passed to it as parameter, is called copy constructor. It creates the copy of the passed object.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Circle(Circle &amp;t)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radius = t.radius;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147856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IN" dirty="0"/>
              <a:t>Copy constructor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201" y="548539"/>
            <a:ext cx="4506144" cy="63367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class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maths;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science;</a:t>
            </a:r>
          </a:p>
          <a:p>
            <a:pPr marL="0" indent="0">
              <a:buNone/>
            </a:pPr>
            <a:r>
              <a:rPr lang="en-IN" dirty="0"/>
              <a:t>      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>
                <a:solidFill>
                  <a:srgbClr val="FF0000"/>
                </a:solidFill>
              </a:rPr>
              <a:t>Marks()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maths=10;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science=5;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}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Marks(Marks  &amp;t)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maths=</a:t>
            </a:r>
            <a:r>
              <a:rPr lang="en-IN" dirty="0" err="1">
                <a:solidFill>
                  <a:srgbClr val="FF0000"/>
                </a:solidFill>
              </a:rPr>
              <a:t>t.maths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science=</a:t>
            </a:r>
            <a:r>
              <a:rPr lang="en-IN" dirty="0" err="1">
                <a:solidFill>
                  <a:srgbClr val="FF0000"/>
                </a:solidFill>
              </a:rPr>
              <a:t>t.science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928" y="836712"/>
            <a:ext cx="5220072" cy="5589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 void display() </a:t>
            </a:r>
          </a:p>
          <a:p>
            <a:pPr marL="0" indent="0">
              <a:buNone/>
            </a:pPr>
            <a:r>
              <a:rPr lang="en-IN" sz="2300" dirty="0"/>
              <a:t>   {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"Maths :  " &lt;&lt; maths &lt;&lt;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"Science :" &lt;&lt; science &lt;&lt; 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}</a:t>
            </a:r>
          </a:p>
          <a:p>
            <a:pPr marL="0" indent="0">
              <a:buNone/>
            </a:pPr>
            <a:r>
              <a:rPr lang="en-IN" sz="2300" dirty="0"/>
              <a:t>};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int</a:t>
            </a:r>
            <a:r>
              <a:rPr lang="en-IN" sz="2300" dirty="0"/>
              <a:t> main() 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>
                <a:solidFill>
                  <a:srgbClr val="00B050"/>
                </a:solidFill>
              </a:rPr>
              <a:t>Marks m1;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00B050"/>
                </a:solidFill>
              </a:rPr>
              <a:t>   Marks m2(m1);</a:t>
            </a:r>
          </a:p>
          <a:p>
            <a:pPr marL="0" indent="0">
              <a:buNone/>
            </a:pPr>
            <a:r>
              <a:rPr lang="en-IN" sz="2300" dirty="0"/>
              <a:t>   m1.display();</a:t>
            </a:r>
          </a:p>
          <a:p>
            <a:pPr marL="0" indent="0">
              <a:buNone/>
            </a:pPr>
            <a:r>
              <a:rPr lang="en-US" sz="2300" dirty="0"/>
              <a:t>   m2.display();</a:t>
            </a:r>
            <a:endParaRPr lang="en-IN" sz="2300" dirty="0"/>
          </a:p>
          <a:p>
            <a:pPr marL="0" indent="0">
              <a:buNone/>
            </a:pPr>
            <a:r>
              <a:rPr lang="en-IN" sz="2300" dirty="0"/>
              <a:t> 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008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en-IN" dirty="0"/>
              <a:t>Copy constructor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484784"/>
            <a:ext cx="4038600" cy="5112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#include&lt;</a:t>
            </a:r>
            <a:r>
              <a:rPr lang="en-IN" sz="2300" dirty="0" err="1"/>
              <a:t>iostream</a:t>
            </a:r>
            <a:r>
              <a:rPr lang="en-IN" sz="2300" dirty="0"/>
              <a:t>&gt;</a:t>
            </a:r>
          </a:p>
          <a:p>
            <a:pPr marL="0" indent="0">
              <a:buNone/>
            </a:pPr>
            <a:r>
              <a:rPr lang="en-IN" sz="2300" dirty="0"/>
              <a:t>using namespace </a:t>
            </a:r>
            <a:r>
              <a:rPr lang="en-IN" sz="2300" dirty="0" err="1"/>
              <a:t>std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class Circle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    private :</a:t>
            </a:r>
          </a:p>
          <a:p>
            <a:pPr marL="0" indent="0">
              <a:buNone/>
            </a:pPr>
            <a:r>
              <a:rPr lang="en-IN" sz="2300" dirty="0"/>
              <a:t>        double radius;</a:t>
            </a:r>
          </a:p>
          <a:p>
            <a:pPr marL="0" indent="0">
              <a:buNone/>
            </a:pPr>
            <a:r>
              <a:rPr lang="en-IN" sz="2300" dirty="0"/>
              <a:t>public:</a:t>
            </a:r>
          </a:p>
          <a:p>
            <a:pPr marL="0" indent="0">
              <a:buNone/>
            </a:pPr>
            <a:r>
              <a:rPr lang="en-IN" sz="2300" dirty="0"/>
              <a:t>    Circle()</a:t>
            </a:r>
          </a:p>
          <a:p>
            <a:pPr marL="0" indent="0">
              <a:buNone/>
            </a:pPr>
            <a:r>
              <a:rPr lang="en-IN" sz="2300" dirty="0"/>
              <a:t>       {radius=10;}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00B050"/>
                </a:solidFill>
              </a:rPr>
              <a:t>   Circle(Circle &amp;t) {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00B050"/>
                </a:solidFill>
              </a:rPr>
              <a:t>            radius = t.radius;</a:t>
            </a:r>
          </a:p>
          <a:p>
            <a:pPr marL="0" indent="0">
              <a:buNone/>
            </a:pPr>
            <a:r>
              <a:rPr lang="en-IN" sz="2300" dirty="0"/>
              <a:t>        }</a:t>
            </a:r>
          </a:p>
          <a:p>
            <a:pPr marL="0" indent="0">
              <a:buNone/>
            </a:pPr>
            <a:endParaRPr lang="en-IN" sz="23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9992" y="1412776"/>
            <a:ext cx="4644008" cy="5445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double </a:t>
            </a:r>
            <a:r>
              <a:rPr lang="en-IN" sz="2300" dirty="0" err="1"/>
              <a:t>getArea</a:t>
            </a:r>
            <a:r>
              <a:rPr lang="en-IN" sz="2300" dirty="0"/>
              <a:t>()</a:t>
            </a:r>
          </a:p>
          <a:p>
            <a:pPr marL="0" indent="0">
              <a:buNone/>
            </a:pPr>
            <a:r>
              <a:rPr lang="en-IN" sz="2300" dirty="0"/>
              <a:t>        {</a:t>
            </a:r>
          </a:p>
          <a:p>
            <a:pPr marL="0" indent="0">
              <a:buNone/>
            </a:pPr>
            <a:r>
              <a:rPr lang="en-IN" sz="2300" dirty="0"/>
              <a:t>            return 3.14 * radius * radius;</a:t>
            </a:r>
          </a:p>
          <a:p>
            <a:pPr marL="0" indent="0">
              <a:buNone/>
            </a:pPr>
            <a:r>
              <a:rPr lang="en-IN" sz="2300" dirty="0"/>
              <a:t>        }</a:t>
            </a:r>
          </a:p>
          <a:p>
            <a:pPr marL="0" indent="0">
              <a:buNone/>
            </a:pPr>
            <a:r>
              <a:rPr lang="en-IN" sz="2300" dirty="0"/>
              <a:t>};         </a:t>
            </a:r>
          </a:p>
          <a:p>
            <a:pPr marL="0" indent="0">
              <a:buNone/>
            </a:pPr>
            <a:r>
              <a:rPr lang="en-IN" sz="2300" dirty="0" err="1"/>
              <a:t>int</a:t>
            </a:r>
            <a:r>
              <a:rPr lang="en-IN" sz="2300" dirty="0"/>
              <a:t> main()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   Circle c1;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00B050"/>
                </a:solidFill>
              </a:rPr>
              <a:t>   Circle c2(c1);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cout</a:t>
            </a:r>
            <a:r>
              <a:rPr lang="en-IN" sz="2300" dirty="0"/>
              <a:t> &lt;&lt; c2.getArea()&lt;&lt;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3812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N" dirty="0"/>
              <a:t>Destructor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destructor is a member function having same name as that of its class preceded by ~(tilde) sign and which is used to destroy the objects that have been created by a constructor. It gets invoked when an object’s scope is over.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~Circle()   {}</a:t>
            </a:r>
          </a:p>
        </p:txBody>
      </p:sp>
    </p:spTree>
    <p:extLst>
      <p:ext uri="{BB962C8B-B14F-4D97-AF65-F5344CB8AC3E}">
        <p14:creationId xmlns:p14="http://schemas.microsoft.com/office/powerpoint/2010/main" val="2995382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0" y="404664"/>
            <a:ext cx="4648200" cy="645333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conio.h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BaseClass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BaseClass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cout</a:t>
            </a:r>
            <a:r>
              <a:rPr lang="en-IN" dirty="0"/>
              <a:t> &lt;&lt; "Constructor of the </a:t>
            </a:r>
            <a:r>
              <a:rPr lang="en-IN" dirty="0" err="1"/>
              <a:t>BaseClass</a:t>
            </a:r>
            <a:r>
              <a:rPr lang="en-IN" dirty="0"/>
              <a:t> : Object Created"&lt;&lt;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~</a:t>
            </a:r>
            <a:r>
              <a:rPr lang="en-IN" dirty="0" err="1"/>
              <a:t>BaseClass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cout</a:t>
            </a:r>
            <a:r>
              <a:rPr lang="en-IN" dirty="0"/>
              <a:t> &lt;&lt; "Destructor of the </a:t>
            </a:r>
            <a:r>
              <a:rPr lang="en-IN" dirty="0" err="1"/>
              <a:t>BaseClass</a:t>
            </a:r>
            <a:r>
              <a:rPr lang="en-IN" dirty="0"/>
              <a:t> : Object Destroyed"&lt;&lt;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105400" y="274638"/>
            <a:ext cx="3859088" cy="65833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 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BaseClass</a:t>
            </a:r>
            <a:r>
              <a:rPr lang="en-IN" dirty="0"/>
              <a:t> des;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getch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244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266"/>
            <a:ext cx="8229600" cy="75343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Constructor Example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692696"/>
            <a:ext cx="4038600" cy="616530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Area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private: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 err="1"/>
              <a:t>int</a:t>
            </a:r>
            <a:r>
              <a:rPr lang="en-IN" dirty="0"/>
              <a:t> length;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 err="1"/>
              <a:t>int</a:t>
            </a:r>
            <a:r>
              <a:rPr lang="en-IN" dirty="0"/>
              <a:t> breadth;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public:</a:t>
            </a:r>
          </a:p>
          <a:p>
            <a:pPr marL="0" indent="0">
              <a:buNone/>
            </a:pPr>
            <a:r>
              <a:rPr lang="en-IN" dirty="0"/>
              <a:t>       // Constructor with no arguments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>
                <a:solidFill>
                  <a:srgbClr val="FF0000"/>
                </a:solidFill>
              </a:rPr>
              <a:t>Area(){length=5; breadth=2 ;}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// Constructor with two arguments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   Area(</a:t>
            </a:r>
            <a:r>
              <a:rPr lang="en-IN" dirty="0" err="1">
                <a:solidFill>
                  <a:srgbClr val="00B050"/>
                </a:solidFill>
              </a:rPr>
              <a:t>int</a:t>
            </a:r>
            <a:r>
              <a:rPr lang="en-IN" dirty="0">
                <a:solidFill>
                  <a:srgbClr val="00B050"/>
                </a:solidFill>
              </a:rPr>
              <a:t> l, </a:t>
            </a:r>
            <a:r>
              <a:rPr lang="en-IN" dirty="0" err="1">
                <a:solidFill>
                  <a:srgbClr val="00B050"/>
                </a:solidFill>
              </a:rPr>
              <a:t>int</a:t>
            </a:r>
            <a:r>
              <a:rPr lang="en-IN" dirty="0">
                <a:solidFill>
                  <a:srgbClr val="00B050"/>
                </a:solidFill>
              </a:rPr>
              <a:t> b): length(l), breadth(b){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//copy constructor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 Area(Area &amp;a)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{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  length=</a:t>
            </a:r>
            <a:r>
              <a:rPr lang="en-IN" dirty="0" err="1">
                <a:solidFill>
                  <a:srgbClr val="0070C0"/>
                </a:solidFill>
              </a:rPr>
              <a:t>a.length</a:t>
            </a:r>
            <a:r>
              <a:rPr lang="en-IN" dirty="0">
                <a:solidFill>
                  <a:srgbClr val="0070C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  breadth=</a:t>
            </a:r>
            <a:r>
              <a:rPr lang="en-IN" dirty="0" err="1">
                <a:solidFill>
                  <a:srgbClr val="0070C0"/>
                </a:solidFill>
              </a:rPr>
              <a:t>a.breadth</a:t>
            </a:r>
            <a:r>
              <a:rPr lang="en-IN" dirty="0">
                <a:solidFill>
                  <a:srgbClr val="0070C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void </a:t>
            </a:r>
            <a:r>
              <a:rPr lang="en-IN" dirty="0" err="1"/>
              <a:t>GetLength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   {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cout</a:t>
            </a:r>
            <a:r>
              <a:rPr lang="en-IN" dirty="0"/>
              <a:t>&lt;&lt; "Enter length and breadth respectively: ";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cin</a:t>
            </a:r>
            <a:r>
              <a:rPr lang="en-IN" dirty="0"/>
              <a:t>&gt;&gt;length&gt;&gt;breadth;</a:t>
            </a:r>
          </a:p>
          <a:p>
            <a:pPr marL="0" indent="0">
              <a:buNone/>
            </a:pPr>
            <a:r>
              <a:rPr lang="en-IN" dirty="0"/>
              <a:t>       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692696"/>
            <a:ext cx="4038600" cy="616530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AreaCalculation</a:t>
            </a:r>
            <a:r>
              <a:rPr lang="en-IN" dirty="0"/>
              <a:t>() {  return length * breadth;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void </a:t>
            </a:r>
            <a:r>
              <a:rPr lang="en-IN" dirty="0" err="1"/>
              <a:t>DisplayArea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temp)</a:t>
            </a:r>
          </a:p>
          <a:p>
            <a:pPr marL="0" indent="0">
              <a:buNone/>
            </a:pPr>
            <a:r>
              <a:rPr lang="en-IN" dirty="0"/>
              <a:t>       {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cout</a:t>
            </a:r>
            <a:r>
              <a:rPr lang="en-IN" dirty="0"/>
              <a:t> &lt;&lt; "Area: " &lt;&lt; temp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Area A1, A2(2, 1);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Area A3(A2);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temp;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"Default Area when no argument is passed."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temp = A1.AreaCalculation();</a:t>
            </a:r>
          </a:p>
          <a:p>
            <a:pPr marL="0" indent="0">
              <a:buNone/>
            </a:pPr>
            <a:r>
              <a:rPr lang="en-IN" dirty="0"/>
              <a:t>    A1.DisplayArea(temp);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"Area when (2,1) is passed as argument."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temp = A2.AreaCalculation();</a:t>
            </a:r>
          </a:p>
          <a:p>
            <a:pPr marL="0" indent="0">
              <a:buNone/>
            </a:pPr>
            <a:r>
              <a:rPr lang="en-IN" dirty="0"/>
              <a:t>    A2.DisplayArea(temp);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cout</a:t>
            </a:r>
            <a:r>
              <a:rPr lang="en-IN" dirty="0"/>
              <a:t> &lt;&lt; "Area when A1 (object ) is passed as argument."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temp = A3.AreaCalculation();</a:t>
            </a:r>
          </a:p>
          <a:p>
            <a:pPr marL="0" indent="0">
              <a:buNone/>
            </a:pPr>
            <a:r>
              <a:rPr lang="en-IN" dirty="0"/>
              <a:t>    A3.DisplayArea(temp);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3246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2414</TotalTime>
  <Words>1001</Words>
  <Application>Microsoft Office PowerPoint</Application>
  <PresentationFormat>On-screen Show (4:3)</PresentationFormat>
  <Paragraphs>228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Constructor-Destructor</vt:lpstr>
      <vt:lpstr>Constructor</vt:lpstr>
      <vt:lpstr>Default Constructor</vt:lpstr>
      <vt:lpstr>Default constructor - Example</vt:lpstr>
      <vt:lpstr>Parameterized Constructor</vt:lpstr>
      <vt:lpstr>Parameterized constructor - Example</vt:lpstr>
      <vt:lpstr>Copy Constructor</vt:lpstr>
      <vt:lpstr>Copy constructor - Example</vt:lpstr>
      <vt:lpstr>Copy constructor - Example</vt:lpstr>
      <vt:lpstr>Destructor</vt:lpstr>
      <vt:lpstr>PowerPoint Presentation</vt:lpstr>
      <vt:lpstr>Constructor Example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Constructor-Destructor</dc:title>
  <dc:creator>Gladys</dc:creator>
  <cp:lastModifiedBy>Sreethar1978</cp:lastModifiedBy>
  <cp:revision>10</cp:revision>
  <dcterms:created xsi:type="dcterms:W3CDTF">2017-02-10T10:52:18Z</dcterms:created>
  <dcterms:modified xsi:type="dcterms:W3CDTF">2023-04-19T03:27:25Z</dcterms:modified>
</cp:coreProperties>
</file>