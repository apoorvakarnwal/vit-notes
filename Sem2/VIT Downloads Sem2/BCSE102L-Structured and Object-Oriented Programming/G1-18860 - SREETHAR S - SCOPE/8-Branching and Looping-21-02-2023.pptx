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7" r:id="rId6"/>
    <p:sldId id="259" r:id="rId7"/>
    <p:sldId id="261" r:id="rId8"/>
    <p:sldId id="262" r:id="rId9"/>
    <p:sldId id="264" r:id="rId10"/>
    <p:sldId id="265" r:id="rId11"/>
    <p:sldId id="266" r:id="rId12"/>
    <p:sldId id="263" r:id="rId13"/>
    <p:sldId id="270" r:id="rId14"/>
    <p:sldId id="271" r:id="rId15"/>
    <p:sldId id="272" r:id="rId16"/>
    <p:sldId id="273" r:id="rId17"/>
    <p:sldId id="268" r:id="rId18"/>
    <p:sldId id="269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97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6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77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3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7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88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33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7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285AD-6B76-4F0A-9318-D3A082F8FD03}" type="datetimeFigureOut">
              <a:rPr lang="en-IN" smtClean="0"/>
              <a:t>01-03-2022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D0E8A-EB31-4A79-B15D-4565974BB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59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Iteration statements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03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programmer in C might want to repeat any set of instructions or certain statements in the program to meet the necessary requirements</a:t>
            </a:r>
            <a:r>
              <a:rPr lang="en-US" dirty="0" smtClean="0"/>
              <a:t>.</a:t>
            </a:r>
          </a:p>
          <a:p>
            <a:r>
              <a:rPr lang="en-US" dirty="0"/>
              <a:t>We have the following types of loops in C:</a:t>
            </a:r>
          </a:p>
          <a:p>
            <a:pPr lvl="1"/>
            <a:r>
              <a:rPr lang="en-US" dirty="0"/>
              <a:t>Do While Loop</a:t>
            </a:r>
          </a:p>
          <a:p>
            <a:pPr lvl="1"/>
            <a:r>
              <a:rPr lang="en-US" dirty="0"/>
              <a:t>While Loop</a:t>
            </a:r>
          </a:p>
          <a:p>
            <a:pPr lvl="1"/>
            <a:r>
              <a:rPr lang="en-US" dirty="0"/>
              <a:t>For Loop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7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8654"/>
            <a:ext cx="8229600" cy="994122"/>
          </a:xfrm>
        </p:spPr>
        <p:txBody>
          <a:bodyPr/>
          <a:lstStyle/>
          <a:p>
            <a:r>
              <a:rPr lang="en-IN" dirty="0" smtClean="0"/>
              <a:t>Loops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While loop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283968" y="1600200"/>
            <a:ext cx="4608512" cy="45967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int</a:t>
            </a:r>
            <a:r>
              <a:rPr lang="en-IN" dirty="0" smtClean="0"/>
              <a:t> main () 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a = 10;</a:t>
            </a:r>
          </a:p>
          <a:p>
            <a:pPr marL="0" indent="0">
              <a:buNone/>
            </a:pPr>
            <a:r>
              <a:rPr lang="en-IN" dirty="0" smtClean="0"/>
              <a:t>while( a &lt; 20 )</a:t>
            </a:r>
          </a:p>
          <a:p>
            <a:pPr marL="0" indent="0">
              <a:buNone/>
            </a:pP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      </a:t>
            </a:r>
            <a:r>
              <a:rPr lang="en-IN" dirty="0" err="1" smtClean="0"/>
              <a:t>printf</a:t>
            </a:r>
            <a:r>
              <a:rPr lang="en-IN" dirty="0" smtClean="0"/>
              <a:t>("value of a: %d\n", a);</a:t>
            </a:r>
          </a:p>
          <a:p>
            <a:pPr marL="0" indent="0">
              <a:buNone/>
            </a:pPr>
            <a:r>
              <a:rPr lang="en-IN" dirty="0" smtClean="0"/>
              <a:t>      a++;</a:t>
            </a:r>
          </a:p>
          <a:p>
            <a:pPr marL="0" indent="0">
              <a:buNone/>
            </a:pPr>
            <a:r>
              <a:rPr lang="en-IN" dirty="0" smtClean="0"/>
              <a:t>   }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61845"/>
            <a:ext cx="2952328" cy="453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18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en-IN" dirty="0"/>
              <a:t>for loop</a:t>
            </a:r>
            <a:br>
              <a:rPr lang="en-IN" dirty="0"/>
            </a:b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283968" y="1600200"/>
            <a:ext cx="4752528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( </a:t>
            </a:r>
            <a:r>
              <a:rPr lang="en-US" dirty="0" err="1"/>
              <a:t>init</a:t>
            </a:r>
            <a:r>
              <a:rPr lang="en-US" dirty="0"/>
              <a:t>; condition; increment ) {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statement(s);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IN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3548873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405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for </a:t>
            </a:r>
            <a:r>
              <a:rPr lang="en-IN" dirty="0" smtClean="0"/>
              <a:t>loop Example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 smtClean="0"/>
              <a:t>int</a:t>
            </a:r>
            <a:r>
              <a:rPr lang="en-IN" dirty="0" smtClean="0"/>
              <a:t> main ()</a:t>
            </a:r>
          </a:p>
          <a:p>
            <a:pPr marL="0" indent="0">
              <a:buNone/>
            </a:pPr>
            <a:r>
              <a:rPr lang="en-IN" dirty="0" smtClean="0"/>
              <a:t> {</a:t>
            </a:r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int</a:t>
            </a:r>
            <a:r>
              <a:rPr lang="en-IN" dirty="0" smtClean="0"/>
              <a:t> a;</a:t>
            </a:r>
          </a:p>
          <a:p>
            <a:pPr marL="0" indent="0">
              <a:buNone/>
            </a:pPr>
            <a:r>
              <a:rPr lang="en-IN" dirty="0" smtClean="0"/>
              <a:t>   for( a = 10; a &lt; 20; a = a + 1 )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   </a:t>
            </a:r>
            <a:r>
              <a:rPr lang="en-IN" dirty="0" err="1" smtClean="0"/>
              <a:t>printf</a:t>
            </a:r>
            <a:r>
              <a:rPr lang="en-IN" dirty="0" smtClean="0"/>
              <a:t>("value of a: %d\n", a);</a:t>
            </a:r>
          </a:p>
          <a:p>
            <a:pPr marL="0" indent="0">
              <a:buNone/>
            </a:pPr>
            <a:r>
              <a:rPr lang="en-IN" dirty="0" smtClean="0"/>
              <a:t>   }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33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IN" dirty="0"/>
              <a:t>do...while </a:t>
            </a:r>
            <a:r>
              <a:rPr lang="en-IN" dirty="0" smtClean="0"/>
              <a:t>loop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5976" y="1600200"/>
            <a:ext cx="4536504" cy="5069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#include &lt;</a:t>
            </a:r>
            <a:r>
              <a:rPr lang="en-IN" dirty="0" err="1" smtClean="0"/>
              <a:t>stdio.h</a:t>
            </a:r>
            <a:r>
              <a:rPr lang="en-IN" dirty="0" smtClean="0"/>
              <a:t>&gt; 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main () 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err="1" smtClean="0"/>
              <a:t>int</a:t>
            </a:r>
            <a:r>
              <a:rPr lang="en-IN" dirty="0" smtClean="0"/>
              <a:t> a = 10;</a:t>
            </a:r>
          </a:p>
          <a:p>
            <a:pPr marL="0" indent="0">
              <a:buNone/>
            </a:pPr>
            <a:r>
              <a:rPr lang="en-IN" dirty="0" smtClean="0"/>
              <a:t>do 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    </a:t>
            </a:r>
            <a:r>
              <a:rPr lang="en-IN" dirty="0" err="1" smtClean="0"/>
              <a:t>printf</a:t>
            </a:r>
            <a:r>
              <a:rPr lang="en-IN" dirty="0" smtClean="0"/>
              <a:t>("value of a: %d\n", a);</a:t>
            </a:r>
          </a:p>
          <a:p>
            <a:pPr marL="0" indent="0">
              <a:buNone/>
            </a:pPr>
            <a:r>
              <a:rPr lang="en-IN" dirty="0" smtClean="0"/>
              <a:t>      a = a + 1;</a:t>
            </a:r>
          </a:p>
          <a:p>
            <a:pPr marL="0" indent="0">
              <a:buNone/>
            </a:pPr>
            <a:r>
              <a:rPr lang="en-IN" dirty="0" smtClean="0"/>
              <a:t>   }  while( a &lt; 20 );</a:t>
            </a:r>
          </a:p>
          <a:p>
            <a:pPr marL="0" indent="0">
              <a:buNone/>
            </a:pPr>
            <a:r>
              <a:rPr lang="en-IN" dirty="0" smtClean="0"/>
              <a:t>    return 0;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lang="en-IN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1772816"/>
            <a:ext cx="304013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Types of Loops in C</a:t>
            </a:r>
            <a:r>
              <a:rPr lang="en-US" dirty="0" smtClean="0"/>
              <a:t>: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328120"/>
              </p:ext>
            </p:extLst>
          </p:nvPr>
        </p:nvGraphicFramePr>
        <p:xfrm>
          <a:off x="395531" y="1541382"/>
          <a:ext cx="8568956" cy="4667829"/>
        </p:xfrm>
        <a:graphic>
          <a:graphicData uri="http://schemas.openxmlformats.org/drawingml/2006/table">
            <a:tbl>
              <a:tblPr/>
              <a:tblGrid>
                <a:gridCol w="1728197"/>
                <a:gridCol w="6840759"/>
              </a:tblGrid>
              <a:tr h="253454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Type of Loop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Description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8127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for loop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This kind of loop performs the execution of a sequence of various statements various times. It then abbreviates the available code that manages the variables of the loop.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3997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while loop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This type of loop is used for repeating any given statement or a group of various statements whenever the condition we have is true. Thus, it will perform the testing of the condition before the execution of the body of the loop.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8127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do…while loop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This loop is just like the while statement. The only exception is that the do-while statement performs the testing of the condition that is present at the very end of a loop body.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2258">
                <a:tc>
                  <a:txBody>
                    <a:bodyPr/>
                    <a:lstStyle/>
                    <a:p>
                      <a:pPr fontAlgn="t"/>
                      <a:r>
                        <a:rPr lang="en-IN" sz="2000">
                          <a:effectLst/>
                        </a:rPr>
                        <a:t>nested loops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We can make use of a single loop or multiple loops inside any other loop, such as for, while, or even the do-while loop.</a:t>
                      </a:r>
                    </a:p>
                  </a:txBody>
                  <a:tcPr marL="45260" marR="45260" marT="45260" marB="4526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50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Control Statements in </a:t>
            </a:r>
            <a:r>
              <a:rPr lang="en-US" dirty="0" smtClean="0"/>
              <a:t>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C programming language provides support for various control statements. These are:</a:t>
            </a:r>
          </a:p>
          <a:p>
            <a:pPr lvl="1"/>
            <a:r>
              <a:rPr lang="en-US" dirty="0" err="1"/>
              <a:t>goto</a:t>
            </a:r>
            <a:r>
              <a:rPr lang="en-US" dirty="0"/>
              <a:t> statement</a:t>
            </a:r>
          </a:p>
          <a:p>
            <a:pPr lvl="1"/>
            <a:r>
              <a:rPr lang="en-US" dirty="0"/>
              <a:t>continue statement</a:t>
            </a:r>
          </a:p>
          <a:p>
            <a:pPr lvl="1"/>
            <a:r>
              <a:rPr lang="en-US" dirty="0"/>
              <a:t>break statement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47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4000" dirty="0"/>
              <a:t>B</a:t>
            </a:r>
            <a:r>
              <a:rPr lang="en-US" sz="4000" dirty="0" smtClean="0"/>
              <a:t>reak statement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 () {</a:t>
            </a:r>
          </a:p>
          <a:p>
            <a:pPr marL="0" indent="0">
              <a:buNone/>
            </a:pPr>
            <a:r>
              <a:rPr lang="en-US" dirty="0"/>
              <a:t>/* definition of the local variable */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20;</a:t>
            </a:r>
          </a:p>
          <a:p>
            <a:pPr marL="0" indent="0">
              <a:buNone/>
            </a:pPr>
            <a:r>
              <a:rPr lang="en-US" dirty="0"/>
              <a:t>/* execution of the while loop */</a:t>
            </a:r>
          </a:p>
          <a:p>
            <a:pPr marL="0" indent="0">
              <a:buNone/>
            </a:pPr>
            <a:r>
              <a:rPr lang="en-US" dirty="0"/>
              <a:t>while( x &lt; 40 ) 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(“The available value of x is: %d\n”, x);</a:t>
            </a:r>
          </a:p>
          <a:p>
            <a:pPr marL="0" indent="0">
              <a:buNone/>
            </a:pPr>
            <a:r>
              <a:rPr lang="en-US" dirty="0"/>
              <a:t>x++;</a:t>
            </a:r>
          </a:p>
          <a:p>
            <a:pPr marL="0" indent="0">
              <a:buNone/>
            </a:pPr>
            <a:r>
              <a:rPr lang="en-US" dirty="0"/>
              <a:t>if( x &gt; 30) {</a:t>
            </a:r>
          </a:p>
          <a:p>
            <a:pPr marL="0" indent="0">
              <a:buNone/>
            </a:pPr>
            <a:r>
              <a:rPr lang="en-US" dirty="0"/>
              <a:t>/* termination of the loop with the use of the break statement */</a:t>
            </a:r>
          </a:p>
          <a:p>
            <a:pPr marL="0" indent="0">
              <a:buNone/>
            </a:pPr>
            <a:r>
              <a:rPr lang="en-US" dirty="0"/>
              <a:t>break;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69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92088"/>
          </a:xfrm>
        </p:spPr>
        <p:txBody>
          <a:bodyPr>
            <a:normAutofit/>
          </a:bodyPr>
          <a:lstStyle/>
          <a:p>
            <a:r>
              <a:rPr lang="en-IN" dirty="0"/>
              <a:t>Continue </a:t>
            </a:r>
            <a:r>
              <a:rPr lang="en-IN" dirty="0" smtClean="0"/>
              <a:t>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496944" cy="561662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 () {</a:t>
            </a:r>
          </a:p>
          <a:p>
            <a:pPr marL="0" indent="0">
              <a:buNone/>
            </a:pPr>
            <a:r>
              <a:rPr lang="en-US" dirty="0" smtClean="0"/>
              <a:t>/* </a:t>
            </a:r>
            <a:r>
              <a:rPr lang="en-US" dirty="0"/>
              <a:t>definition of the local variable */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x = 10;</a:t>
            </a:r>
          </a:p>
          <a:p>
            <a:pPr marL="0" indent="0">
              <a:buNone/>
            </a:pPr>
            <a:r>
              <a:rPr lang="en-US" dirty="0" smtClean="0"/>
              <a:t>/* </a:t>
            </a:r>
            <a:r>
              <a:rPr lang="en-US" dirty="0"/>
              <a:t>execution of the do loop */</a:t>
            </a:r>
          </a:p>
          <a:p>
            <a:pPr marL="0" indent="0">
              <a:buNone/>
            </a:pPr>
            <a:r>
              <a:rPr lang="en-US" dirty="0" smtClean="0"/>
              <a:t>do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if</a:t>
            </a:r>
            <a:r>
              <a:rPr lang="en-US" dirty="0"/>
              <a:t>( x == 15) {</a:t>
            </a:r>
          </a:p>
          <a:p>
            <a:pPr marL="0" indent="0">
              <a:buNone/>
            </a:pPr>
            <a:r>
              <a:rPr lang="en-US" dirty="0" smtClean="0"/>
              <a:t>/* </a:t>
            </a:r>
            <a:r>
              <a:rPr lang="en-US" dirty="0"/>
              <a:t>skipping of the iteration */</a:t>
            </a:r>
          </a:p>
          <a:p>
            <a:pPr marL="0" indent="0">
              <a:buNone/>
            </a:pPr>
            <a:r>
              <a:rPr lang="en-US" dirty="0" smtClean="0"/>
              <a:t>x </a:t>
            </a:r>
            <a:r>
              <a:rPr lang="en-US" dirty="0"/>
              <a:t>= x + 1;</a:t>
            </a:r>
          </a:p>
          <a:p>
            <a:pPr marL="0" indent="0">
              <a:buNone/>
            </a:pPr>
            <a:r>
              <a:rPr lang="en-US" dirty="0" smtClean="0"/>
              <a:t>continue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printf</a:t>
            </a:r>
            <a:r>
              <a:rPr lang="en-US" dirty="0"/>
              <a:t>(“The given value of a is: %d\n”, x);</a:t>
            </a:r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 smtClean="0"/>
              <a:t>} </a:t>
            </a:r>
            <a:r>
              <a:rPr lang="en-US" dirty="0"/>
              <a:t>while( x &lt; 20 );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214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Goto</a:t>
            </a:r>
            <a:r>
              <a:rPr lang="en-IN" dirty="0"/>
              <a:t> </a:t>
            </a:r>
            <a:r>
              <a:rPr lang="en-IN" dirty="0" smtClean="0"/>
              <a:t>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5000" dirty="0"/>
              <a:t>Syntax</a:t>
            </a:r>
          </a:p>
          <a:p>
            <a:pPr marL="0" indent="0">
              <a:buNone/>
            </a:pPr>
            <a:r>
              <a:rPr lang="en-US" sz="5000" dirty="0" err="1" smtClean="0"/>
              <a:t>goto</a:t>
            </a:r>
            <a:r>
              <a:rPr lang="en-US" sz="5000" dirty="0" smtClean="0"/>
              <a:t> </a:t>
            </a:r>
            <a:r>
              <a:rPr lang="en-US" sz="5000" dirty="0"/>
              <a:t>label;</a:t>
            </a:r>
          </a:p>
          <a:p>
            <a:pPr marL="0" indent="0">
              <a:buNone/>
            </a:pPr>
            <a:r>
              <a:rPr lang="en-US" sz="5000" dirty="0"/>
              <a:t>..</a:t>
            </a:r>
          </a:p>
          <a:p>
            <a:pPr marL="0" indent="0">
              <a:buNone/>
            </a:pPr>
            <a:r>
              <a:rPr lang="en-US" sz="5000" dirty="0"/>
              <a:t>.</a:t>
            </a:r>
          </a:p>
          <a:p>
            <a:pPr marL="0" indent="0">
              <a:buNone/>
            </a:pPr>
            <a:r>
              <a:rPr lang="en-US" sz="5000" dirty="0"/>
              <a:t>label: statement;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968" y="1124744"/>
            <a:ext cx="4608512" cy="573325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 smtClean="0"/>
              <a:t>&gt;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/>
              <a:t>int</a:t>
            </a:r>
            <a:r>
              <a:rPr lang="en-US" dirty="0"/>
              <a:t> main ()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x = 10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 smtClean="0"/>
              <a:t>LOOP:do</a:t>
            </a: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if</a:t>
            </a:r>
            <a:r>
              <a:rPr lang="en-US" dirty="0"/>
              <a:t>( x == 15</a:t>
            </a:r>
            <a:r>
              <a:rPr lang="en-US" dirty="0" smtClean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x </a:t>
            </a:r>
            <a:r>
              <a:rPr lang="en-US" dirty="0"/>
              <a:t>= x + 1;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 smtClean="0"/>
              <a:t>goto</a:t>
            </a:r>
            <a:r>
              <a:rPr lang="en-US" dirty="0" smtClean="0"/>
              <a:t> </a:t>
            </a:r>
            <a:r>
              <a:rPr lang="en-US" dirty="0"/>
              <a:t>LOOP;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 smtClean="0"/>
              <a:t>printf</a:t>
            </a:r>
            <a:r>
              <a:rPr lang="en-US" dirty="0"/>
              <a:t>(“The value of the variable x is: %d\n”, x);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x</a:t>
            </a:r>
            <a:r>
              <a:rPr lang="en-US" dirty="0"/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}</a:t>
            </a:r>
            <a:r>
              <a:rPr lang="en-US" dirty="0"/>
              <a:t>while( a &lt; 20 );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890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Summary of Loop Control Statements in </a:t>
            </a:r>
            <a:r>
              <a:rPr lang="en-US" sz="3600" dirty="0" smtClean="0"/>
              <a:t>C</a:t>
            </a:r>
            <a:endParaRPr lang="en-IN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037398"/>
              </p:ext>
            </p:extLst>
          </p:nvPr>
        </p:nvGraphicFramePr>
        <p:xfrm>
          <a:off x="395536" y="1600200"/>
          <a:ext cx="8568952" cy="5278112"/>
        </p:xfrm>
        <a:graphic>
          <a:graphicData uri="http://schemas.openxmlformats.org/drawingml/2006/table">
            <a:tbl>
              <a:tblPr/>
              <a:tblGrid>
                <a:gridCol w="2821218"/>
                <a:gridCol w="5747734"/>
              </a:tblGrid>
              <a:tr h="839293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Type of Loop Control Statements in C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Description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9293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goto statement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This type of statement transfers the control to any labeled statement.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1271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continue statement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This type of statement will cause a loop to skip the remainder present in its body and then retest its actual condition (immediately) before reiterating it.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1271">
                <a:tc>
                  <a:txBody>
                    <a:bodyPr/>
                    <a:lstStyle/>
                    <a:p>
                      <a:pPr fontAlgn="t"/>
                      <a:r>
                        <a:rPr lang="en-IN" sz="2400">
                          <a:effectLst/>
                        </a:rPr>
                        <a:t>break statement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This type of statement ultimately terminates the switch statement and the loop statement. It then transfers the statement execution after following the switch or loop immediately.</a:t>
                      </a:r>
                    </a:p>
                  </a:txBody>
                  <a:tcPr marL="65404" marR="65404" marT="65404" marB="65404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28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Nesting of loops</a:t>
            </a:r>
            <a:r>
              <a:rPr lang="en-US" dirty="0"/>
              <a:t> is the feature in C that allows the looping of statements inside another loop.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27584" y="3068960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 err="1"/>
              <a:t>Outer_loop</a:t>
            </a:r>
            <a:r>
              <a:rPr lang="en-IN" sz="2400" dirty="0"/>
              <a:t>  </a:t>
            </a:r>
          </a:p>
          <a:p>
            <a:r>
              <a:rPr lang="en-IN" sz="2400" dirty="0"/>
              <a:t>{  </a:t>
            </a:r>
          </a:p>
          <a:p>
            <a:r>
              <a:rPr lang="en-IN" sz="2400" dirty="0"/>
              <a:t>    </a:t>
            </a:r>
            <a:r>
              <a:rPr lang="en-IN" sz="2400" dirty="0" err="1"/>
              <a:t>Inner_loop</a:t>
            </a:r>
            <a:r>
              <a:rPr lang="en-IN" sz="2400" dirty="0"/>
              <a:t>  </a:t>
            </a:r>
          </a:p>
          <a:p>
            <a:r>
              <a:rPr lang="en-IN" sz="2400" dirty="0"/>
              <a:t>   {  </a:t>
            </a:r>
          </a:p>
          <a:p>
            <a:r>
              <a:rPr lang="en-IN" sz="2400" dirty="0"/>
              <a:t>         // inner loop statements.  </a:t>
            </a:r>
          </a:p>
          <a:p>
            <a:r>
              <a:rPr lang="en-IN" sz="2400" dirty="0"/>
              <a:t>   }  </a:t>
            </a:r>
          </a:p>
          <a:p>
            <a:r>
              <a:rPr lang="en-IN" sz="2400" dirty="0"/>
              <a:t>       // outer loop statements.  </a:t>
            </a:r>
          </a:p>
          <a:p>
            <a:r>
              <a:rPr lang="en-IN" sz="2400" dirty="0"/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1335498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Nested </a:t>
            </a:r>
            <a:r>
              <a:rPr lang="en-IN" b="1" dirty="0" smtClean="0"/>
              <a:t>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52" y="1593215"/>
            <a:ext cx="4834880" cy="248094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for</a:t>
            </a:r>
            <a:r>
              <a:rPr lang="en-US" dirty="0"/>
              <a:t> (initialization; condition; update)   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for</a:t>
            </a:r>
            <a:r>
              <a:rPr lang="en-US" dirty="0"/>
              <a:t>(initialization; condition; update)  </a:t>
            </a:r>
          </a:p>
          <a:p>
            <a:pPr marL="0" indent="0">
              <a:buNone/>
            </a:pPr>
            <a:r>
              <a:rPr lang="en-US" dirty="0"/>
              <a:t>    {  </a:t>
            </a:r>
          </a:p>
          <a:p>
            <a:pPr marL="0" indent="0">
              <a:buNone/>
            </a:pPr>
            <a:r>
              <a:rPr lang="en-US" dirty="0"/>
              <a:t>           // inner loop statements.  </a:t>
            </a:r>
          </a:p>
          <a:p>
            <a:pPr marL="0" indent="0">
              <a:buNone/>
            </a:pPr>
            <a:r>
              <a:rPr lang="en-US" dirty="0"/>
              <a:t>    }  </a:t>
            </a:r>
          </a:p>
          <a:p>
            <a:pPr marL="0" indent="0">
              <a:buNone/>
            </a:pPr>
            <a:r>
              <a:rPr lang="en-US" dirty="0"/>
              <a:t>    // outer loop statements.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07704" y="4221088"/>
            <a:ext cx="4320480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while</a:t>
            </a:r>
            <a:r>
              <a:rPr lang="en-US" dirty="0"/>
              <a:t>(condition)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 </a:t>
            </a:r>
            <a:r>
              <a:rPr lang="en-US" b="1" dirty="0"/>
              <a:t>while</a:t>
            </a:r>
            <a:r>
              <a:rPr lang="en-US" dirty="0"/>
              <a:t>(condition)  </a:t>
            </a:r>
          </a:p>
          <a:p>
            <a:r>
              <a:rPr lang="en-US" dirty="0"/>
              <a:t>    {  </a:t>
            </a:r>
          </a:p>
          <a:p>
            <a:r>
              <a:rPr lang="en-US" dirty="0"/>
              <a:t>         // inner loop statements.  </a:t>
            </a:r>
          </a:p>
          <a:p>
            <a:r>
              <a:rPr lang="en-US" dirty="0"/>
              <a:t>    }  </a:t>
            </a:r>
          </a:p>
          <a:p>
            <a:r>
              <a:rPr lang="en-US" dirty="0"/>
              <a:t>// outer loop statements.  </a:t>
            </a:r>
          </a:p>
          <a:p>
            <a:r>
              <a:rPr lang="en-US" dirty="0"/>
              <a:t>} 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36096" y="1692478"/>
            <a:ext cx="3419872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do</a:t>
            </a:r>
            <a:r>
              <a:rPr lang="en-US" dirty="0"/>
              <a:t>  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   </a:t>
            </a:r>
            <a:r>
              <a:rPr lang="en-US" b="1" dirty="0"/>
              <a:t>do</a:t>
            </a:r>
            <a:r>
              <a:rPr lang="en-US" dirty="0"/>
              <a:t>  </a:t>
            </a:r>
          </a:p>
          <a:p>
            <a:r>
              <a:rPr lang="en-US" dirty="0"/>
              <a:t>  {   </a:t>
            </a:r>
          </a:p>
          <a:p>
            <a:r>
              <a:rPr lang="en-US" dirty="0"/>
              <a:t>      // inner loop statements.  </a:t>
            </a:r>
          </a:p>
          <a:p>
            <a:r>
              <a:rPr lang="en-US" dirty="0"/>
              <a:t>   }</a:t>
            </a:r>
            <a:r>
              <a:rPr lang="en-US" b="1" dirty="0"/>
              <a:t>while</a:t>
            </a:r>
            <a:r>
              <a:rPr lang="en-US" dirty="0"/>
              <a:t>(condition);  </a:t>
            </a:r>
          </a:p>
          <a:p>
            <a:r>
              <a:rPr lang="en-US" dirty="0"/>
              <a:t>// outer loop statements.  </a:t>
            </a:r>
          </a:p>
          <a:p>
            <a:r>
              <a:rPr lang="en-US" dirty="0"/>
              <a:t>}</a:t>
            </a:r>
            <a:r>
              <a:rPr lang="en-US" b="1" dirty="0"/>
              <a:t>while</a:t>
            </a:r>
            <a:r>
              <a:rPr lang="en-US" dirty="0"/>
              <a:t>(condition);  </a:t>
            </a:r>
          </a:p>
        </p:txBody>
      </p:sp>
    </p:spTree>
    <p:extLst>
      <p:ext uri="{BB962C8B-B14F-4D97-AF65-F5344CB8AC3E}">
        <p14:creationId xmlns:p14="http://schemas.microsoft.com/office/powerpoint/2010/main" val="136812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Nested for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#include &lt;</a:t>
            </a:r>
            <a:r>
              <a:rPr lang="en-IN" dirty="0" err="1"/>
              <a:t>stdio.h</a:t>
            </a:r>
            <a:r>
              <a:rPr lang="en-IN" dirty="0"/>
              <a:t>&gt;  </a:t>
            </a:r>
          </a:p>
          <a:p>
            <a:pPr marL="0" indent="0">
              <a:buNone/>
            </a:pPr>
            <a:r>
              <a:rPr lang="en-IN" b="1" dirty="0" err="1"/>
              <a:t>int</a:t>
            </a:r>
            <a:r>
              <a:rPr lang="en-IN" dirty="0"/>
              <a:t> main()  </a:t>
            </a:r>
          </a:p>
          <a:p>
            <a:pPr marL="0" indent="0">
              <a:buNone/>
            </a:pPr>
            <a:r>
              <a:rPr lang="en-IN" dirty="0"/>
              <a:t>{  </a:t>
            </a:r>
          </a:p>
          <a:p>
            <a:pPr marL="0" indent="0">
              <a:buNone/>
            </a:pPr>
            <a:r>
              <a:rPr lang="en-IN" dirty="0"/>
              <a:t>   </a:t>
            </a:r>
            <a:r>
              <a:rPr lang="en-IN" b="1" dirty="0" err="1"/>
              <a:t>int</a:t>
            </a:r>
            <a:r>
              <a:rPr lang="en-IN" dirty="0"/>
              <a:t> </a:t>
            </a:r>
            <a:r>
              <a:rPr lang="en-IN" dirty="0" smtClean="0"/>
              <a:t>n;</a:t>
            </a:r>
          </a:p>
          <a:p>
            <a:pPr marL="0" indent="0">
              <a:buNone/>
            </a:pPr>
            <a:r>
              <a:rPr lang="en-IN" dirty="0"/>
              <a:t>   </a:t>
            </a:r>
            <a:r>
              <a:rPr lang="en-IN" dirty="0" err="1"/>
              <a:t>printf</a:t>
            </a:r>
            <a:r>
              <a:rPr lang="en-IN" dirty="0"/>
              <a:t>("Enter the value of n :");  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</a:t>
            </a:r>
            <a:r>
              <a:rPr lang="en-IN" dirty="0" err="1" smtClean="0"/>
              <a:t>scanf</a:t>
            </a:r>
            <a:r>
              <a:rPr lang="en-IN" dirty="0"/>
              <a:t>("%</a:t>
            </a:r>
            <a:r>
              <a:rPr lang="en-IN" dirty="0" err="1"/>
              <a:t>d",&amp;n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   </a:t>
            </a:r>
            <a:r>
              <a:rPr lang="en-IN" b="1" dirty="0"/>
              <a:t>for</a:t>
            </a:r>
            <a:r>
              <a:rPr lang="en-IN" dirty="0"/>
              <a:t>(</a:t>
            </a:r>
            <a:r>
              <a:rPr lang="en-IN" b="1" dirty="0" err="1"/>
              <a:t>int</a:t>
            </a:r>
            <a:r>
              <a:rPr lang="en-IN" dirty="0"/>
              <a:t> </a:t>
            </a:r>
            <a:r>
              <a:rPr lang="en-IN" dirty="0" err="1"/>
              <a:t>i</a:t>
            </a:r>
            <a:r>
              <a:rPr lang="en-IN" dirty="0"/>
              <a:t>=1;i&lt;=</a:t>
            </a:r>
            <a:r>
              <a:rPr lang="en-IN" dirty="0" err="1"/>
              <a:t>n;i</a:t>
            </a:r>
            <a:r>
              <a:rPr lang="en-IN" dirty="0" smtClean="0"/>
              <a:t>++)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   {  </a:t>
            </a:r>
          </a:p>
          <a:p>
            <a:pPr marL="0" indent="0">
              <a:buNone/>
            </a:pPr>
            <a:r>
              <a:rPr lang="en-IN" dirty="0"/>
              <a:t>       </a:t>
            </a:r>
            <a:r>
              <a:rPr lang="en-IN" b="1" dirty="0"/>
              <a:t>for</a:t>
            </a:r>
            <a:r>
              <a:rPr lang="en-IN" dirty="0"/>
              <a:t>(</a:t>
            </a:r>
            <a:r>
              <a:rPr lang="en-IN" b="1" dirty="0" err="1"/>
              <a:t>int</a:t>
            </a:r>
            <a:r>
              <a:rPr lang="en-IN" dirty="0"/>
              <a:t> j=1;j</a:t>
            </a:r>
            <a:r>
              <a:rPr lang="en-IN" dirty="0" smtClean="0"/>
              <a:t>&lt;=</a:t>
            </a:r>
            <a:r>
              <a:rPr lang="en-IN" dirty="0"/>
              <a:t>5</a:t>
            </a:r>
            <a:r>
              <a:rPr lang="en-IN" dirty="0" smtClean="0"/>
              <a:t>;j</a:t>
            </a:r>
            <a:r>
              <a:rPr lang="en-IN" dirty="0"/>
              <a:t>++)        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</a:t>
            </a:r>
            <a:r>
              <a:rPr lang="en-IN" dirty="0"/>
              <a:t> {  </a:t>
            </a:r>
          </a:p>
          <a:p>
            <a:pPr marL="0" indent="0">
              <a:buNone/>
            </a:pPr>
            <a:r>
              <a:rPr lang="en-IN" dirty="0"/>
              <a:t>           </a:t>
            </a:r>
            <a:r>
              <a:rPr lang="en-IN" dirty="0" err="1"/>
              <a:t>printf</a:t>
            </a:r>
            <a:r>
              <a:rPr lang="en-IN" dirty="0"/>
              <a:t>("%d\t",(</a:t>
            </a:r>
            <a:r>
              <a:rPr lang="en-IN" dirty="0" err="1"/>
              <a:t>i</a:t>
            </a:r>
            <a:r>
              <a:rPr lang="en-IN" dirty="0"/>
              <a:t>*j));   </a:t>
            </a:r>
          </a:p>
          <a:p>
            <a:pPr marL="0" indent="0">
              <a:buNone/>
            </a:pPr>
            <a:r>
              <a:rPr lang="en-IN" dirty="0"/>
              <a:t>       }  </a:t>
            </a:r>
          </a:p>
          <a:p>
            <a:pPr marL="0" indent="0">
              <a:buNone/>
            </a:pPr>
            <a:r>
              <a:rPr lang="en-IN" dirty="0"/>
              <a:t>       </a:t>
            </a:r>
            <a:r>
              <a:rPr lang="en-IN" dirty="0" err="1"/>
              <a:t>printf</a:t>
            </a:r>
            <a:r>
              <a:rPr lang="en-IN" dirty="0"/>
              <a:t>("\n");  </a:t>
            </a:r>
          </a:p>
          <a:p>
            <a:pPr marL="0" indent="0">
              <a:buNone/>
            </a:pPr>
            <a:r>
              <a:rPr lang="en-IN" dirty="0"/>
              <a:t>   } 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46828" y="486916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Enter the value of n :5</a:t>
            </a:r>
          </a:p>
          <a:p>
            <a:r>
              <a:rPr lang="en-US" dirty="0"/>
              <a:t>1       2       3       4       5</a:t>
            </a:r>
          </a:p>
          <a:p>
            <a:r>
              <a:rPr lang="en-US" dirty="0"/>
              <a:t>2       4       6       8       10</a:t>
            </a:r>
          </a:p>
          <a:p>
            <a:r>
              <a:rPr lang="en-US" dirty="0"/>
              <a:t>3       6       9       12      15</a:t>
            </a:r>
          </a:p>
          <a:p>
            <a:r>
              <a:rPr lang="en-US" dirty="0"/>
              <a:t>4       8       12      16      20</a:t>
            </a:r>
          </a:p>
          <a:p>
            <a:r>
              <a:rPr lang="en-US" dirty="0"/>
              <a:t>5       10      15      20      25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41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507288" cy="6336704"/>
          </a:xfrm>
        </p:spPr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dirty="0"/>
              <a:t>program uses a nested for loop to print a 2D matrix of 3</a:t>
            </a:r>
            <a:r>
              <a:rPr lang="en-US" dirty="0" smtClean="0"/>
              <a:t>×</a:t>
            </a:r>
            <a:r>
              <a:rPr lang="en-IN" dirty="0"/>
              <a:t>// C program that uses nested for loop</a:t>
            </a:r>
          </a:p>
          <a:p>
            <a:pPr marL="0" indent="0" fontAlgn="base">
              <a:buNone/>
            </a:pPr>
            <a:r>
              <a:rPr lang="en-IN" dirty="0" smtClean="0"/>
              <a:t>#</a:t>
            </a:r>
            <a:r>
              <a:rPr lang="en-IN" dirty="0"/>
              <a:t>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 fontAlgn="base">
              <a:buNone/>
            </a:pPr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pPr marL="0" indent="0" fontAlgn="base">
              <a:buNone/>
            </a:pPr>
            <a:r>
              <a:rPr lang="en-IN" dirty="0"/>
              <a:t>  </a:t>
            </a:r>
          </a:p>
          <a:p>
            <a:pPr marL="0" indent="0" fontAlgn="base">
              <a:buNone/>
            </a:pPr>
            <a:r>
              <a:rPr lang="en-IN" dirty="0"/>
              <a:t>#define ROW 3</a:t>
            </a:r>
          </a:p>
          <a:p>
            <a:pPr marL="0" indent="0" fontAlgn="base">
              <a:buNone/>
            </a:pPr>
            <a:r>
              <a:rPr lang="en-IN" dirty="0"/>
              <a:t>#define COL 3</a:t>
            </a:r>
          </a:p>
          <a:p>
            <a:pPr marL="0" indent="0" fontAlgn="base">
              <a:buNone/>
            </a:pPr>
            <a:r>
              <a:rPr lang="en-IN" dirty="0"/>
              <a:t> 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</a:t>
            </a:r>
          </a:p>
          <a:p>
            <a:pPr marL="0" indent="0" fontAlgn="base">
              <a:buNone/>
            </a:pPr>
            <a:r>
              <a:rPr lang="en-IN" dirty="0"/>
              <a:t>{</a:t>
            </a:r>
          </a:p>
          <a:p>
            <a:pPr marL="0" indent="0" fontAlgn="base">
              <a:buNone/>
            </a:pPr>
            <a:r>
              <a:rPr lang="en-IN" dirty="0"/>
              <a:t>      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, j;</a:t>
            </a:r>
          </a:p>
          <a:p>
            <a:pPr marL="0" indent="0" fontAlgn="base">
              <a:buNone/>
            </a:pPr>
            <a:r>
              <a:rPr lang="en-IN" dirty="0"/>
              <a:t>      </a:t>
            </a:r>
            <a:r>
              <a:rPr lang="en-IN" dirty="0" err="1"/>
              <a:t>int</a:t>
            </a:r>
            <a:r>
              <a:rPr lang="en-IN" dirty="0"/>
              <a:t> matrix[ROW][COL] = { { 1, 2, 3 },</a:t>
            </a:r>
          </a:p>
          <a:p>
            <a:pPr marL="0" indent="0" fontAlgn="base">
              <a:buNone/>
            </a:pPr>
            <a:r>
              <a:rPr lang="en-IN" dirty="0"/>
              <a:t>                             { 4, 5, 6 },</a:t>
            </a:r>
          </a:p>
          <a:p>
            <a:pPr marL="0" indent="0" fontAlgn="base">
              <a:buNone/>
            </a:pPr>
            <a:r>
              <a:rPr lang="en-IN" dirty="0"/>
              <a:t>                             { 7, 8, 9 } };</a:t>
            </a:r>
          </a:p>
          <a:p>
            <a:pPr marL="0" indent="0" fontAlgn="base">
              <a:buNone/>
            </a:pPr>
            <a:r>
              <a:rPr lang="en-IN" dirty="0"/>
              <a:t>          for 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ROW;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 fontAlgn="base">
              <a:buNone/>
            </a:pPr>
            <a:r>
              <a:rPr lang="en-IN" dirty="0"/>
              <a:t>  </a:t>
            </a:r>
          </a:p>
          <a:p>
            <a:pPr marL="0" indent="0" fontAlgn="base">
              <a:buNone/>
            </a:pPr>
            <a:r>
              <a:rPr lang="en-IN" dirty="0"/>
              <a:t>        for (j = 0; j &lt; COL; </a:t>
            </a:r>
            <a:r>
              <a:rPr lang="en-IN" dirty="0" err="1"/>
              <a:t>j++</a:t>
            </a:r>
            <a:r>
              <a:rPr lang="en-IN" dirty="0"/>
              <a:t>)</a:t>
            </a:r>
          </a:p>
          <a:p>
            <a:pPr marL="0" indent="0" fontAlgn="base">
              <a:buNone/>
            </a:pPr>
            <a:r>
              <a:rPr lang="en-IN" dirty="0"/>
              <a:t>            </a:t>
            </a:r>
            <a:r>
              <a:rPr lang="en-IN" dirty="0" err="1"/>
              <a:t>printf</a:t>
            </a:r>
            <a:r>
              <a:rPr lang="en-IN" dirty="0"/>
              <a:t>("%d ", matrix[</a:t>
            </a:r>
            <a:r>
              <a:rPr lang="en-IN" dirty="0" err="1"/>
              <a:t>i</a:t>
            </a:r>
            <a:r>
              <a:rPr lang="en-IN" dirty="0"/>
              <a:t>][j]);</a:t>
            </a:r>
          </a:p>
          <a:p>
            <a:pPr marL="0" indent="0" fontAlgn="base">
              <a:buNone/>
            </a:pPr>
            <a:r>
              <a:rPr lang="en-IN" dirty="0"/>
              <a:t>  </a:t>
            </a:r>
          </a:p>
          <a:p>
            <a:pPr marL="0" indent="0" fontAlgn="base">
              <a:buNone/>
            </a:pPr>
            <a:r>
              <a:rPr lang="en-IN" dirty="0"/>
              <a:t>        </a:t>
            </a:r>
            <a:r>
              <a:rPr lang="en-IN" dirty="0" err="1"/>
              <a:t>printf</a:t>
            </a:r>
            <a:r>
              <a:rPr lang="en-IN" dirty="0"/>
              <a:t>("\n");</a:t>
            </a:r>
          </a:p>
          <a:p>
            <a:pPr marL="0" indent="0" fontAlgn="base">
              <a:buNone/>
            </a:pPr>
            <a:r>
              <a:rPr lang="en-IN" dirty="0"/>
              <a:t>    }</a:t>
            </a:r>
          </a:p>
          <a:p>
            <a:pPr marL="0" indent="0" fontAlgn="base">
              <a:buNone/>
            </a:pPr>
            <a:r>
              <a:rPr lang="en-IN" dirty="0"/>
              <a:t>      return 0;</a:t>
            </a:r>
          </a:p>
          <a:p>
            <a:pPr marL="0" indent="0" fontAlgn="base">
              <a:buNone/>
            </a:pPr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2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85313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find sum of all even numbers between 1 to n.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calculate sum of digits of a number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6743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enter a number and print its reverse.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check whether a number is palindrome or not.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calculate factorial of a number.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check whether a number is Prime number or not.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 program to print Fibonacci series up to n terms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 program to print Pascal triangle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rows.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pattern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pattern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28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30+ Most Asked Pattern Programs in C, C++ and Java | FACE Pre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7" y="188639"/>
            <a:ext cx="4175076" cy="331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732" y="2780928"/>
            <a:ext cx="4932754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600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363272" cy="6408712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Write </a:t>
            </a:r>
            <a:r>
              <a:rPr lang="en-US" dirty="0"/>
              <a:t>a C program to input electricity unit charges and calculate total electricity bill according to the given condition:</a:t>
            </a:r>
            <a:br>
              <a:rPr lang="en-US" dirty="0"/>
            </a:br>
            <a:r>
              <a:rPr lang="en-US" dirty="0"/>
              <a:t>For first 50 units </a:t>
            </a:r>
            <a:r>
              <a:rPr lang="en-US" dirty="0" err="1"/>
              <a:t>Rs</a:t>
            </a:r>
            <a:r>
              <a:rPr lang="en-US" dirty="0"/>
              <a:t>. 0.50/unit</a:t>
            </a:r>
            <a:br>
              <a:rPr lang="en-US" dirty="0"/>
            </a:br>
            <a:r>
              <a:rPr lang="en-US" dirty="0"/>
              <a:t>For next 100 units </a:t>
            </a:r>
            <a:r>
              <a:rPr lang="en-US" dirty="0" err="1"/>
              <a:t>Rs</a:t>
            </a:r>
            <a:r>
              <a:rPr lang="en-US" dirty="0"/>
              <a:t>. 0.75/unit</a:t>
            </a:r>
            <a:br>
              <a:rPr lang="en-US" dirty="0"/>
            </a:br>
            <a:r>
              <a:rPr lang="en-US" dirty="0"/>
              <a:t>For next 100 units </a:t>
            </a:r>
            <a:r>
              <a:rPr lang="en-US" dirty="0" err="1"/>
              <a:t>Rs</a:t>
            </a:r>
            <a:r>
              <a:rPr lang="en-US" dirty="0"/>
              <a:t>. 1.20/unit</a:t>
            </a:r>
            <a:br>
              <a:rPr lang="en-US" dirty="0"/>
            </a:br>
            <a:r>
              <a:rPr lang="en-US" dirty="0"/>
              <a:t>For unit above 250 </a:t>
            </a:r>
            <a:r>
              <a:rPr lang="en-US" dirty="0" err="1"/>
              <a:t>Rs</a:t>
            </a:r>
            <a:r>
              <a:rPr lang="en-US" dirty="0"/>
              <a:t>. 1.50/unit</a:t>
            </a:r>
            <a:br>
              <a:rPr lang="en-US" dirty="0"/>
            </a:br>
            <a:r>
              <a:rPr lang="en-US" dirty="0"/>
              <a:t>An additional surcharge of 20% is added to the </a:t>
            </a:r>
            <a:r>
              <a:rPr lang="en-US" dirty="0" smtClean="0"/>
              <a:t>bill</a:t>
            </a:r>
          </a:p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C program to check whether a number is Prime number or not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Write a C program to input all sides of a triangle and check whether triangle is valid or not.</a:t>
            </a:r>
          </a:p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program in C to display the n terms of harmonic series and their </a:t>
            </a:r>
            <a:r>
              <a:rPr lang="en-US" dirty="0" smtClean="0"/>
              <a:t>sum</a:t>
            </a:r>
          </a:p>
          <a:p>
            <a:pPr marL="0" indent="0">
              <a:buNone/>
            </a:pPr>
            <a:r>
              <a:rPr lang="en-IN" dirty="0" smtClean="0"/>
              <a:t>    1 </a:t>
            </a:r>
            <a:r>
              <a:rPr lang="en-IN" dirty="0"/>
              <a:t>+ 1/2 + 1/3 + 1/4 + 1/5 ... 1/n </a:t>
            </a:r>
            <a:r>
              <a:rPr lang="en-IN" dirty="0" smtClean="0"/>
              <a:t>terms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Write a program in C to display the sum of the series [ 9 + 99 + 999 + 9999 </a:t>
            </a:r>
            <a:r>
              <a:rPr lang="en-US" dirty="0" smtClean="0"/>
              <a:t>...].</a:t>
            </a:r>
          </a:p>
          <a:p>
            <a:endParaRPr lang="en-US" dirty="0" smtClean="0"/>
          </a:p>
          <a:p>
            <a:r>
              <a:rPr lang="en-US" dirty="0"/>
              <a:t>Write a program in C to display the first n terms of Fibonacci series.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7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8919</TotalTime>
  <Words>942</Words>
  <Application>Microsoft Office PowerPoint</Application>
  <PresentationFormat>On-screen Show (4:3)</PresentationFormat>
  <Paragraphs>225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Iteration statements</vt:lpstr>
      <vt:lpstr>Loops</vt:lpstr>
      <vt:lpstr>Loops</vt:lpstr>
      <vt:lpstr>for loop </vt:lpstr>
      <vt:lpstr>for loop Example</vt:lpstr>
      <vt:lpstr>do...while loop</vt:lpstr>
      <vt:lpstr>Summary of Types of Loops in C:</vt:lpstr>
      <vt:lpstr>Loop Control Statements in C</vt:lpstr>
      <vt:lpstr>Break statement</vt:lpstr>
      <vt:lpstr>Continue Statement</vt:lpstr>
      <vt:lpstr>Goto Statement</vt:lpstr>
      <vt:lpstr>Summary of Loop Control Statements in C</vt:lpstr>
      <vt:lpstr>Nested loop</vt:lpstr>
      <vt:lpstr>Nested loop</vt:lpstr>
      <vt:lpstr>Example – Nested for loop</vt:lpstr>
      <vt:lpstr>PowerPoint Presentation</vt:lpstr>
      <vt:lpstr>Practice Problems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statements</dc:title>
  <dc:creator>Gladys</dc:creator>
  <cp:lastModifiedBy>Admin</cp:lastModifiedBy>
  <cp:revision>26</cp:revision>
  <dcterms:created xsi:type="dcterms:W3CDTF">2017-01-20T06:28:28Z</dcterms:created>
  <dcterms:modified xsi:type="dcterms:W3CDTF">2022-03-02T04:24:25Z</dcterms:modified>
</cp:coreProperties>
</file>