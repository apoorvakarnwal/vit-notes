
<file path=[Content_Types].xml><?xml version="1.0" encoding="utf-8"?>
<Types xmlns="http://schemas.openxmlformats.org/package/2006/content-types">
  <Default Extension="xml" ContentType="application/vnd.openxmlformats-officedocument.presentationml.presentation.main+xml"/>
  <Default Extension="image" ContentType="image/jpg"/>
  <Default Extension="png" ContentType="image/png"/>
  <Default Extension="rels" ContentType="application/vnd.openxmlformats-package.relationship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Slides/notesSlide1.xml" ContentType="application/vnd.openxmlformats-officedocument.presentationml.notesSlid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&#65279;<?xml version="1.0" encoding="utf-8"?><Relationships xmlns="http://schemas.openxmlformats.org/package/2006/relationships"><Relationship Type="http://schemas.openxmlformats.org/officeDocument/2006/relationships/officeDocument" Target="/ppt/presentation.xml" Id="R19956a1e609a45df" /><Relationship Type="http://schemas.openxmlformats.org/package/2006/relationships/metadata/core-properties" Target="/docProps/core.xml" Id="Rc6754987d92240c3" /><Relationship Type="http://schemas.openxmlformats.org/officeDocument/2006/relationships/extended-properties" Target="/docProps/app.xml" Id="Rf033334ea2c84d6c" /><Relationship Type="http://schemas.openxmlformats.org/officeDocument/2006/relationships/custom-properties" Target="/docProps/custom.xml" Id="R239692f886f64183"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p:sldMasterIdLst>
    <p:sldMasterId id="2147483648" r:id="R3095099bc8b04237"/>
    <p:sldMasterId id="2147483654" r:id="R2f6a0c7794c44a0e"/>
    <p:sldMasterId id="2147483666" r:id="Rdb1cc9932fcd4c9e"/>
  </p:sldMasterIdLst>
  <p:notesMasterIdLst>
    <p:notesMasterId r:id="R175ec609e40f4266"/>
  </p:notesMasterIdLst>
  <p:sldIdLst>
    <p:sldId id="256" r:id="R5c9903b4377d42ce"/>
    <p:sldId id="257" r:id="R6fbc98e2886e4c9b"/>
    <p:sldId id="258" r:id="R06ded5e15fdb4dff"/>
    <p:sldId id="259" r:id="R61b6babf6fdf4b53"/>
    <p:sldId id="260" r:id="R0fde004102184680"/>
    <p:sldId id="261" r:id="Rfe49ce2777cb4097"/>
    <p:sldId id="262" r:id="R29edf16d8b404616"/>
    <p:sldId id="263" r:id="R0053cf0f0b904db8"/>
    <p:sldId id="264" r:id="Rc8befe9f6daa4739"/>
    <p:sldId id="265" r:id="R5a3f6adb827d4c95"/>
    <p:sldId id="266" r:id="R47487e835c2747dd"/>
    <p:sldId id="267" r:id="Rfb5d91ce21ec4aa6"/>
    <p:sldId id="268" r:id="R1e0aa665e0844ec3"/>
    <p:sldId id="269" r:id="Rb37e636182dc40a2"/>
    <p:sldId id="270" r:id="R523155e6782a4f6d"/>
    <p:sldId id="271" r:id="Racd060669269413c"/>
    <p:sldId id="272" r:id="R99d144c6fba24b65"/>
    <p:sldId id="273" r:id="Rdbf109b76fe145a1"/>
    <p:sldId id="274" r:id="Rd3d3be9d8a5c4f70"/>
    <p:sldId id="275" r:id="R2c93cdbbff864386"/>
    <p:sldId id="276" r:id="R056ea4da33724845"/>
    <p:sldId id="277" r:id="R2b49f013a6e042c9"/>
    <p:sldId id="278" r:id="R1ebaa281dd284d61"/>
    <p:sldId id="279" r:id="R31ed4700c6f34bc7"/>
    <p:sldId id="280" r:id="Ra3518f6281f24c44"/>
    <p:sldId id="281" r:id="R3c426a56148647ae"/>
    <p:sldId id="282" r:id="Rdf5d9f5d3d3b48b9"/>
    <p:sldId id="283" r:id="R32276bfb831041f8"/>
    <p:sldId id="284" r:id="R68530cdff87c4942"/>
    <p:sldId id="285" r:id="R4f7cf8e250484bfb"/>
    <p:sldId id="286" r:id="Ra93b3969ef6e4c17"/>
    <p:sldId id="287" r:id="Re91cab17874844af"/>
    <p:sldId id="288" r:id="R12c8ae94fea84de2"/>
    <p:sldId id="289" r:id="R4c02da02ae8447e7"/>
    <p:sldId id="290" r:id="Rc2328332558445d4"/>
    <p:sldId id="291" r:id="Re9f77a5d2dd44710"/>
    <p:sldId id="292" r:id="Rba785513bffa4306"/>
    <p:sldId id="293" r:id="R4d5833b7191d4a2b"/>
    <p:sldId id="294" r:id="R2a745e61be2546a0"/>
    <p:sldId id="295" r:id="Re963eb6015974643"/>
    <p:sldId id="296" r:id="R7bc6f290ab7c4d13"/>
    <p:sldId id="297" r:id="Ra43fe839f93746dd"/>
    <p:sldId id="298" r:id="R643dca7dd853485d"/>
    <p:sldId id="299" r:id="R837a5640b14f45eb"/>
    <p:sldId id="300" r:id="R95c55966d50d434d"/>
    <p:sldId id="301" r:id="R8aa5ef402dc64391"/>
    <p:sldId id="302" r:id="Rc00cad1919c34787"/>
    <p:sldId id="303" r:id="R125c9e9626e64f89"/>
    <p:sldId id="304" r:id="R437dc0de3a3143ec"/>
    <p:sldId id="305" r:id="Red85515467304c57"/>
    <p:sldId id="306" r:id="Rfa1ed31b6bf8415a"/>
    <p:sldId id="307" r:id="R70b1087492204953"/>
    <p:sldId id="308" r:id="Rd16f2cc14ce24c7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1500" y="7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175ec609e40f4266" /><Relationship Type="http://schemas.openxmlformats.org/officeDocument/2006/relationships/presProps" Target="/ppt/presProps.xml" Id="Rea397121ff7c45a6" /><Relationship Type="http://schemas.openxmlformats.org/officeDocument/2006/relationships/viewProps" Target="/ppt/viewProps.xml" Id="R5bfb9dbb8eb64d87" /><Relationship Type="http://schemas.openxmlformats.org/officeDocument/2006/relationships/slideMaster" Target="/ppt/slideMasters/slideMaster1.xml" Id="R3095099bc8b04237" /><Relationship Type="http://schemas.openxmlformats.org/officeDocument/2006/relationships/theme" Target="/ppt/slideMasters/theme/theme2.xml" Id="Re72e068b128540d9" /><Relationship Type="http://schemas.openxmlformats.org/officeDocument/2006/relationships/slideMaster" Target="/ppt/slideMasters/slideMaster2.xml" Id="R2f6a0c7794c44a0e" /><Relationship Type="http://schemas.openxmlformats.org/officeDocument/2006/relationships/slide" Target="/ppt/slides/slide1.xml" Id="R5c9903b4377d42ce" /><Relationship Type="http://schemas.openxmlformats.org/officeDocument/2006/relationships/slide" Target="/ppt/slides/slide2.xml" Id="R6fbc98e2886e4c9b" /><Relationship Type="http://schemas.openxmlformats.org/officeDocument/2006/relationships/slide" Target="/ppt/slides/slide3.xml" Id="R06ded5e15fdb4dff" /><Relationship Type="http://schemas.openxmlformats.org/officeDocument/2006/relationships/slide" Target="/ppt/slides/slide4.xml" Id="R61b6babf6fdf4b53" /><Relationship Type="http://schemas.openxmlformats.org/officeDocument/2006/relationships/slide" Target="/ppt/slides/slide5.xml" Id="R0fde004102184680" /><Relationship Type="http://schemas.openxmlformats.org/officeDocument/2006/relationships/slide" Target="/ppt/slides/slide6.xml" Id="Rfe49ce2777cb4097" /><Relationship Type="http://schemas.openxmlformats.org/officeDocument/2006/relationships/slide" Target="/ppt/slides/slide7.xml" Id="R29edf16d8b404616" /><Relationship Type="http://schemas.openxmlformats.org/officeDocument/2006/relationships/slide" Target="/ppt/slides/slide8.xml" Id="R0053cf0f0b904db8" /><Relationship Type="http://schemas.openxmlformats.org/officeDocument/2006/relationships/slide" Target="/ppt/slides/slide9.xml" Id="Rc8befe9f6daa4739" /><Relationship Type="http://schemas.openxmlformats.org/officeDocument/2006/relationships/slide" Target="/ppt/slides/slide10.xml" Id="R5a3f6adb827d4c95" /><Relationship Type="http://schemas.openxmlformats.org/officeDocument/2006/relationships/slide" Target="/ppt/slides/slide11.xml" Id="R47487e835c2747dd" /><Relationship Type="http://schemas.openxmlformats.org/officeDocument/2006/relationships/slide" Target="/ppt/slides/slide12.xml" Id="Rfb5d91ce21ec4aa6" /><Relationship Type="http://schemas.openxmlformats.org/officeDocument/2006/relationships/slide" Target="/ppt/slides/slide13.xml" Id="R1e0aa665e0844ec3" /><Relationship Type="http://schemas.openxmlformats.org/officeDocument/2006/relationships/slide" Target="/ppt/slides/slide14.xml" Id="Rb37e636182dc40a2" /><Relationship Type="http://schemas.openxmlformats.org/officeDocument/2006/relationships/slide" Target="/ppt/slides/slide15.xml" Id="R523155e6782a4f6d" /><Relationship Type="http://schemas.openxmlformats.org/officeDocument/2006/relationships/slide" Target="/ppt/slides/slide16.xml" Id="Racd060669269413c" /><Relationship Type="http://schemas.openxmlformats.org/officeDocument/2006/relationships/slide" Target="/ppt/slides/slide17.xml" Id="R99d144c6fba24b65" /><Relationship Type="http://schemas.openxmlformats.org/officeDocument/2006/relationships/slide" Target="/ppt/slides/slide18.xml" Id="Rdbf109b76fe145a1" /><Relationship Type="http://schemas.openxmlformats.org/officeDocument/2006/relationships/slide" Target="/ppt/slides/slide19.xml" Id="Rd3d3be9d8a5c4f70" /><Relationship Type="http://schemas.openxmlformats.org/officeDocument/2006/relationships/slide" Target="/ppt/slides/slide20.xml" Id="R2c93cdbbff864386" /><Relationship Type="http://schemas.openxmlformats.org/officeDocument/2006/relationships/slide" Target="/ppt/slides/slide21.xml" Id="R056ea4da33724845" /><Relationship Type="http://schemas.openxmlformats.org/officeDocument/2006/relationships/slide" Target="/ppt/slides/slide22.xml" Id="R2b49f013a6e042c9" /><Relationship Type="http://schemas.openxmlformats.org/officeDocument/2006/relationships/slide" Target="/ppt/slides/slide23.xml" Id="R1ebaa281dd284d61" /><Relationship Type="http://schemas.openxmlformats.org/officeDocument/2006/relationships/slide" Target="/ppt/slides/slide24.xml" Id="R31ed4700c6f34bc7" /><Relationship Type="http://schemas.openxmlformats.org/officeDocument/2006/relationships/slide" Target="/ppt/slides/slide25.xml" Id="Ra3518f6281f24c44" /><Relationship Type="http://schemas.openxmlformats.org/officeDocument/2006/relationships/slide" Target="/ppt/slides/slide26.xml" Id="R3c426a56148647ae" /><Relationship Type="http://schemas.openxmlformats.org/officeDocument/2006/relationships/slide" Target="/ppt/slides/slide27.xml" Id="Rdf5d9f5d3d3b48b9" /><Relationship Type="http://schemas.openxmlformats.org/officeDocument/2006/relationships/slide" Target="/ppt/slides/slide28.xml" Id="R32276bfb831041f8" /><Relationship Type="http://schemas.openxmlformats.org/officeDocument/2006/relationships/slide" Target="/ppt/slides/slide29.xml" Id="R68530cdff87c4942" /><Relationship Type="http://schemas.openxmlformats.org/officeDocument/2006/relationships/slide" Target="/ppt/slides/slide30.xml" Id="R4f7cf8e250484bfb" /><Relationship Type="http://schemas.openxmlformats.org/officeDocument/2006/relationships/slide" Target="/ppt/slides/slide31.xml" Id="Ra93b3969ef6e4c17" /><Relationship Type="http://schemas.openxmlformats.org/officeDocument/2006/relationships/slide" Target="/ppt/slides/slide32.xml" Id="Re91cab17874844af" /><Relationship Type="http://schemas.openxmlformats.org/officeDocument/2006/relationships/slide" Target="/ppt/slides/slide33.xml" Id="R12c8ae94fea84de2" /><Relationship Type="http://schemas.openxmlformats.org/officeDocument/2006/relationships/slide" Target="/ppt/slides/slide34.xml" Id="R4c02da02ae8447e7" /><Relationship Type="http://schemas.openxmlformats.org/officeDocument/2006/relationships/slide" Target="/ppt/slides/slide35.xml" Id="Rc2328332558445d4" /><Relationship Type="http://schemas.openxmlformats.org/officeDocument/2006/relationships/slide" Target="/ppt/slides/slide36.xml" Id="Re9f77a5d2dd44710" /><Relationship Type="http://schemas.openxmlformats.org/officeDocument/2006/relationships/slide" Target="/ppt/slides/slide37.xml" Id="Rba785513bffa4306" /><Relationship Type="http://schemas.openxmlformats.org/officeDocument/2006/relationships/slide" Target="/ppt/slides/slide38.xml" Id="R4d5833b7191d4a2b" /><Relationship Type="http://schemas.openxmlformats.org/officeDocument/2006/relationships/slideMaster" Target="/ppt/slideMasters/slideMaster3.xml" Id="Rdb1cc9932fcd4c9e" /><Relationship Type="http://schemas.openxmlformats.org/officeDocument/2006/relationships/slide" Target="/ppt/slides/slide39.xml" Id="R2a745e61be2546a0" /><Relationship Type="http://schemas.openxmlformats.org/officeDocument/2006/relationships/slide" Target="/ppt/slides/slide40.xml" Id="Re963eb6015974643" /><Relationship Type="http://schemas.openxmlformats.org/officeDocument/2006/relationships/slide" Target="/ppt/slides/slide41.xml" Id="R7bc6f290ab7c4d13" /><Relationship Type="http://schemas.openxmlformats.org/officeDocument/2006/relationships/slide" Target="/ppt/slides/slide42.xml" Id="Ra43fe839f93746dd" /><Relationship Type="http://schemas.openxmlformats.org/officeDocument/2006/relationships/slide" Target="/ppt/slides/slide43.xml" Id="R643dca7dd853485d" /><Relationship Type="http://schemas.openxmlformats.org/officeDocument/2006/relationships/slide" Target="/ppt/slides/slide44.xml" Id="R837a5640b14f45eb" /><Relationship Type="http://schemas.openxmlformats.org/officeDocument/2006/relationships/slide" Target="/ppt/slides/slide45.xml" Id="R95c55966d50d434d" /><Relationship Type="http://schemas.openxmlformats.org/officeDocument/2006/relationships/slide" Target="/ppt/slides/slide46.xml" Id="R8aa5ef402dc64391" /><Relationship Type="http://schemas.openxmlformats.org/officeDocument/2006/relationships/slide" Target="/ppt/slides/slide47.xml" Id="Rc00cad1919c34787" /><Relationship Type="http://schemas.openxmlformats.org/officeDocument/2006/relationships/slide" Target="/ppt/slides/slide48.xml" Id="R125c9e9626e64f89" /><Relationship Type="http://schemas.openxmlformats.org/officeDocument/2006/relationships/slide" Target="/ppt/slides/slide49.xml" Id="R437dc0de3a3143ec" /><Relationship Type="http://schemas.openxmlformats.org/officeDocument/2006/relationships/slide" Target="/ppt/slides/slide50.xml" Id="Red85515467304c57" /><Relationship Type="http://schemas.openxmlformats.org/officeDocument/2006/relationships/slide" Target="/ppt/slides/slide51.xml" Id="Rfa1ed31b6bf8415a" /><Relationship Type="http://schemas.openxmlformats.org/officeDocument/2006/relationships/slide" Target="/ppt/slides/slide52.xml" Id="R70b1087492204953" /><Relationship Type="http://schemas.openxmlformats.org/officeDocument/2006/relationships/slide" Target="/ppt/slides/slide53.xml" Id="Rd16f2cc14ce24c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1.xml" Id="R817caaa559714638"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095434-B353-4F69-ADEB-7A2518CBE06D}" type="datetimeFigureOut">
              <a:rPr lang="en-IN"/>
              <a:t>28-03-2025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F08671-0AB8-4139-B30D-17E0B52A910B}" type="slidenum">
              <a:rPr lang="en-IN"/>
              <a:t>‹#›</a:t>
            </a:fld>
            <a:endParaRPr lang="en-IN"/>
          </a:p>
        </p:txBody>
      </p:sp>
    </p:spTree>
    <p:extLst>
      <p:ext uri="{BB962C8B-B14F-4D97-AF65-F5344CB8AC3E}">
        <p14:creationId xmlns:p14="http://schemas.microsoft.com/office/powerpoint/2010/main" val="2909608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notesSlides/_rels/notesSlide1.xml.rels>&#65279;<?xml version="1.0" encoding="utf-8"?><Relationships xmlns="http://schemas.openxmlformats.org/package/2006/relationships"><Relationship Type="http://schemas.openxmlformats.org/officeDocument/2006/relationships/slide" Target="/ppt/slides/slide38.xml" Id="R89205b51274946b0" /><Relationship Type="http://schemas.openxmlformats.org/officeDocument/2006/relationships/notesMaster" Target="/ppt/notesMasters/notesMaster1.xml" Id="R93b503f8ab20405f"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8F08671-0AB8-4139-B30D-17E0B52A910B}" type="slidenum">
              <a:rPr lang="en-IN"/>
              <a:t>17</a:t>
            </a:fld>
            <a:endParaRPr lang="en-IN"/>
          </a:p>
        </p:txBody>
      </p:sp>
    </p:spTree>
    <p:extLst>
      <p:ext uri="{BB962C8B-B14F-4D97-AF65-F5344CB8AC3E}">
        <p14:creationId xmlns:p14="http://schemas.microsoft.com/office/powerpoint/2010/main" val="1875588506"/>
      </p:ext>
    </p:extLst>
  </p:cSld>
  <p:clrMapOvr>
    <a:masterClrMapping/>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00cb9d1add74e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c7e45fd04cd4fe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01400e659d5c421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e883bbb90d764900"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3.xml" Id="R63df5ce868ae44b5"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3.xml" Id="R675d3e59ca4e4e80" /></Relationships>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1" i="0">
                <a:solidFill>
                  <a:srgbClr val="FF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9F935-5183-61D3-1432-E2A7230BB7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9EDEB1-356D-D88E-0B4A-35D2FAFAA0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C6DA22-DC6E-F6D5-1A61-B788578656B2}"/>
              </a:ext>
            </a:extLst>
          </p:cNvPr>
          <p:cNvSpPr>
            <a:spLocks noGrp="1"/>
          </p:cNvSpPr>
          <p:nvPr>
            <p:ph type="dt" sz="half" idx="10"/>
          </p:nvPr>
        </p:nvSpPr>
        <p:spPr/>
        <p:txBody>
          <a:bodyPr/>
          <a:lstStyle/>
          <a:p>
            <a:fld id="{E981C227-966C-4851-B1AF-068B1C7A8072}" type="datetimeFigureOut">
              <a:rPr lang="en-IN"/>
              <a:t>28-03-2025</a:t>
            </a:fld>
            <a:endParaRPr lang="en-IN"/>
          </a:p>
        </p:txBody>
      </p:sp>
      <p:sp>
        <p:nvSpPr>
          <p:cNvPr id="5" name="Footer Placeholder 4">
            <a:extLst>
              <a:ext uri="{FF2B5EF4-FFF2-40B4-BE49-F238E27FC236}">
                <a16:creationId xmlns:a16="http://schemas.microsoft.com/office/drawing/2014/main" id="{5B11E042-607D-2AED-9A53-8D00190B8D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9827D3-D12F-0997-3E2B-CB253F18B4D6}"/>
              </a:ext>
            </a:extLst>
          </p:cNvPr>
          <p:cNvSpPr>
            <a:spLocks noGrp="1"/>
          </p:cNvSpPr>
          <p:nvPr>
            <p:ph type="sldNum" sz="quarter" idx="12"/>
          </p:nvPr>
        </p:nvSpPr>
        <p:spPr/>
        <p:txBody>
          <a:bodyPr/>
          <a:lstStyle/>
          <a:p>
            <a:fld id="{F36228E4-A0FE-4D5A-9EC4-ABE038382089}" type="slidenum">
              <a:rPr lang="en-IN"/>
              <a:t>‹#›</a:t>
            </a:fld>
            <a:endParaRPr lang="en-IN"/>
          </a:p>
        </p:txBody>
      </p:sp>
    </p:spTree>
    <p:extLst>
      <p:ext uri="{BB962C8B-B14F-4D97-AF65-F5344CB8AC3E}">
        <p14:creationId xmlns:p14="http://schemas.microsoft.com/office/powerpoint/2010/main" val="874851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431DF-3826-4307-87D2-4BE21A46D22A}"/>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9FE4BF74-19FC-3A1A-2210-E49F6E9F185F}"/>
              </a:ext>
            </a:extLst>
          </p:cNvPr>
          <p:cNvSpPr>
            <a:spLocks noGrp="1"/>
          </p:cNvSpPr>
          <p:nvPr>
            <p:ph type="subTitle" idx="1"/>
          </p:nvPr>
        </p:nvSpPr>
        <p:spPr>
          <a:xfrm>
            <a:off x="1143000" y="2701528"/>
            <a:ext cx="6858000" cy="1241821"/>
          </a:xfrm>
        </p:spPr>
        <p:txBody>
          <a:bodyPr/>
          <a:lstStyle>
            <a:lvl1pPr marL="0" indent="0" algn="ctr">
              <a:buNone/>
              <a:defRPr sz="1800"/>
            </a:lvl1pPr>
            <a:lvl2pPr marL="457200" indent="0" algn="ctr">
              <a:buNone/>
              <a:defRPr sz="1500"/>
            </a:lvl2pPr>
            <a:lvl3pPr marL="914400" indent="0" algn="ctr">
              <a:buNone/>
              <a:defRPr sz="1350"/>
            </a:lvl3pPr>
            <a:lvl4pPr marL="1371600" indent="0" algn="ctr">
              <a:buNone/>
              <a:defRPr sz="1200"/>
            </a:lvl4pPr>
            <a:lvl5pPr marL="1828800" indent="0" algn="ctr">
              <a:buNone/>
              <a:defRPr sz="1200"/>
            </a:lvl5pPr>
            <a:lvl6pPr marL="2286000" indent="0" algn="ctr">
              <a:buNone/>
              <a:defRPr sz="1200"/>
            </a:lvl6pPr>
            <a:lvl7pPr marL="2743200" indent="0" algn="ctr">
              <a:buNone/>
              <a:defRPr sz="1200"/>
            </a:lvl7pPr>
            <a:lvl8pPr marL="3200400" indent="0" algn="ctr">
              <a:buNone/>
              <a:defRPr sz="1200"/>
            </a:lvl8pPr>
            <a:lvl9pPr marL="36576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18F88B5-FD21-4C02-4B97-6E159DBDF593}"/>
              </a:ext>
            </a:extLst>
          </p:cNvPr>
          <p:cNvSpPr>
            <a:spLocks noGrp="1"/>
          </p:cNvSpPr>
          <p:nvPr>
            <p:ph type="dt" sz="half" idx="10"/>
          </p:nvPr>
        </p:nvSpPr>
        <p:spPr/>
        <p:txBody>
          <a:bodyPr/>
          <a:lstStyle/>
          <a:p>
            <a:fld id="{E981C227-966C-4851-B1AF-068B1C7A8072}" type="datetimeFigureOut">
              <a:rPr lang="en-IN"/>
              <a:t>28-03-2025</a:t>
            </a:fld>
            <a:endParaRPr lang="en-IN"/>
          </a:p>
        </p:txBody>
      </p:sp>
      <p:sp>
        <p:nvSpPr>
          <p:cNvPr id="5" name="Footer Placeholder 4">
            <a:extLst>
              <a:ext uri="{FF2B5EF4-FFF2-40B4-BE49-F238E27FC236}">
                <a16:creationId xmlns:a16="http://schemas.microsoft.com/office/drawing/2014/main" id="{4AA774B7-FBE5-71C1-2B45-BB7A1F6314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428AC1-99C3-334A-B473-7C830B4CEE1B}"/>
              </a:ext>
            </a:extLst>
          </p:cNvPr>
          <p:cNvSpPr>
            <a:spLocks noGrp="1"/>
          </p:cNvSpPr>
          <p:nvPr>
            <p:ph type="sldNum" sz="quarter" idx="12"/>
          </p:nvPr>
        </p:nvSpPr>
        <p:spPr/>
        <p:txBody>
          <a:bodyPr/>
          <a:lstStyle/>
          <a:p>
            <a:fld id="{F36228E4-A0FE-4D5A-9EC4-ABE038382089}" type="slidenum">
              <a:rPr lang="en-IN"/>
              <a:t>‹#›</a:t>
            </a:fld>
            <a:endParaRPr lang="en-IN"/>
          </a:p>
        </p:txBody>
      </p:sp>
    </p:spTree>
    <p:extLst>
      <p:ext uri="{BB962C8B-B14F-4D97-AF65-F5344CB8AC3E}">
        <p14:creationId xmlns:p14="http://schemas.microsoft.com/office/powerpoint/2010/main" val="38658299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07ee3fcef84cc2" /><Relationship Type="http://schemas.openxmlformats.org/officeDocument/2006/relationships/slideLayout" Target="/ppt/slideLayouts/slideLayout2.xml" Id="Re9bab61e85d3401b" /><Relationship Type="http://schemas.openxmlformats.org/officeDocument/2006/relationships/slideLayout" Target="/ppt/slideLayouts/slideLayout4.xml" Id="Rcbaeb4438f4e425c"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95d98b75b2884ff2" /><Relationship Type="http://schemas.openxmlformats.org/officeDocument/2006/relationships/slideLayout" Target="/ppt/slideLayouts/slideLayout9.xml" Id="Raff036626e7c4ea4" /><Relationship Type="http://schemas.openxmlformats.org/officeDocument/2006/relationships/slideLayout" Target="/ppt/slideLayouts/slideLayout10.xml" Id="R38b0725bf99f43da"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133e0618b26d49d2" /><Relationship Type="http://schemas.openxmlformats.org/officeDocument/2006/relationships/slideLayout" Target="/ppt/slideLayouts/slideLayout18.xml" Id="Rc492f4809d4e4ae7" /><Relationship Type="http://schemas.openxmlformats.org/officeDocument/2006/relationships/slideLayout" Target="/ppt/slideLayouts/slideLayout20.xml" Id="R0e6cf51e4e134a59"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74167" y="69850"/>
            <a:ext cx="8195665" cy="422275"/>
          </a:xfrm>
          <a:prstGeom prst="rect">
            <a:avLst/>
          </a:prstGeom>
        </p:spPr>
        <p:txBody>
          <a:bodyPr wrap="square" lIns="0" tIns="0" rIns="0" bIns="0">
            <a:spAutoFit/>
          </a:bodyPr>
          <a:lstStyle>
            <a:lvl1pPr>
              <a:defRPr sz="2600" b="1" i="0">
                <a:solidFill>
                  <a:srgbClr val="FF0000"/>
                </a:solidFill>
                <a:latin typeface="Calibri"/>
                <a:cs typeface="Calibri"/>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3/26/2025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50" r:id="Re9bab61e85d3401b"/>
    <p:sldLayoutId id="2147483652" r:id="Rcbaeb4438f4e425c"/>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E0AB9-2726-DA55-3B25-8236AF194DE8}"/>
              </a:ext>
            </a:extLst>
          </p:cNvPr>
          <p:cNvSpPr>
            <a:spLocks noGrp="1"/>
          </p:cNvSpPr>
          <p:nvPr>
            <p:ph type="title"/>
          </p:nvPr>
        </p:nvSpPr>
        <p:spPr>
          <a:xfrm>
            <a:off x="628650" y="273843"/>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8EC383-62D5-E239-EF08-7481231EDF7D}"/>
              </a:ext>
            </a:extLst>
          </p:cNvPr>
          <p:cNvSpPr>
            <a:spLocks noGrp="1"/>
          </p:cNvSpPr>
          <p:nvPr>
            <p:ph type="body" idx="1"/>
          </p:nvPr>
        </p:nvSpPr>
        <p:spPr>
          <a:xfrm>
            <a:off x="628650" y="1369218"/>
            <a:ext cx="7886700" cy="32635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963D8D-2EFE-6A8A-FA70-86A61A05A4DA}"/>
              </a:ext>
            </a:extLst>
          </p:cNvPr>
          <p:cNvSpPr>
            <a:spLocks noGrp="1"/>
          </p:cNvSpPr>
          <p:nvPr>
            <p:ph type="dt" sz="half" idx="2"/>
          </p:nvPr>
        </p:nvSpPr>
        <p:spPr>
          <a:xfrm>
            <a:off x="628650" y="4767262"/>
            <a:ext cx="2057400" cy="273843"/>
          </a:xfrm>
          <a:prstGeom prst="rect">
            <a:avLst/>
          </a:prstGeom>
        </p:spPr>
        <p:txBody>
          <a:bodyPr vert="horz" lIns="91440" tIns="45720" rIns="91440" bIns="45720" rtlCol="0" anchor="ctr"/>
          <a:lstStyle>
            <a:lvl1pPr algn="l">
              <a:defRPr sz="900">
                <a:solidFill>
                  <a:schemeClr val="tx1">
                    <a:tint val="75000"/>
                  </a:schemeClr>
                </a:solidFill>
              </a:defRPr>
            </a:lvl1pPr>
          </a:lstStyle>
          <a:p>
            <a:fld id="{E981C227-966C-4851-B1AF-068B1C7A8072}" type="datetimeFigureOut">
              <a:rPr lang="en-IN"/>
              <a:t>28-03-2025</a:t>
            </a:fld>
            <a:endParaRPr lang="en-IN"/>
          </a:p>
        </p:txBody>
      </p:sp>
      <p:sp>
        <p:nvSpPr>
          <p:cNvPr id="5" name="Footer Placeholder 4">
            <a:extLst>
              <a:ext uri="{FF2B5EF4-FFF2-40B4-BE49-F238E27FC236}">
                <a16:creationId xmlns:a16="http://schemas.microsoft.com/office/drawing/2014/main" id="{31402EE5-DCF6-EA1A-FD52-9E3CE1ADBD6E}"/>
              </a:ext>
            </a:extLst>
          </p:cNvPr>
          <p:cNvSpPr>
            <a:spLocks noGrp="1"/>
          </p:cNvSpPr>
          <p:nvPr>
            <p:ph type="ftr" sz="quarter" idx="3"/>
          </p:nvPr>
        </p:nvSpPr>
        <p:spPr>
          <a:xfrm>
            <a:off x="3028950" y="4767262"/>
            <a:ext cx="3086100" cy="27384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1A90FFA-F405-E50A-6572-C954BC6F4F2A}"/>
              </a:ext>
            </a:extLst>
          </p:cNvPr>
          <p:cNvSpPr>
            <a:spLocks noGrp="1"/>
          </p:cNvSpPr>
          <p:nvPr>
            <p:ph type="sldNum" sz="quarter" idx="4"/>
          </p:nvPr>
        </p:nvSpPr>
        <p:spPr>
          <a:xfrm>
            <a:off x="6457950" y="4767262"/>
            <a:ext cx="2057400" cy="273843"/>
          </a:xfrm>
          <a:prstGeom prst="rect">
            <a:avLst/>
          </a:prstGeom>
        </p:spPr>
        <p:txBody>
          <a:bodyPr vert="horz" lIns="91440" tIns="45720" rIns="91440" bIns="45720" rtlCol="0" anchor="ctr"/>
          <a:lstStyle>
            <a:lvl1pPr algn="r">
              <a:defRPr sz="900">
                <a:solidFill>
                  <a:schemeClr val="tx1">
                    <a:tint val="75000"/>
                  </a:schemeClr>
                </a:solidFill>
              </a:defRPr>
            </a:lvl1pPr>
          </a:lstStyle>
          <a:p>
            <a:fld id="{F36228E4-A0FE-4D5A-9EC4-ABE038382089}" type="slidenum">
              <a:rPr lang="en-IN"/>
              <a:t>‹#›</a:t>
            </a:fld>
            <a:endParaRPr lang="en-IN"/>
          </a:p>
        </p:txBody>
      </p:sp>
    </p:spTree>
    <p:extLst>
      <p:ext uri="{BB962C8B-B14F-4D97-AF65-F5344CB8AC3E}">
        <p14:creationId xmlns:p14="http://schemas.microsoft.com/office/powerpoint/2010/main" val="2919989536"/>
      </p:ext>
    </p:extLst>
  </p:cSld>
  <p:clrMap bg1="lt1" tx1="dk1" bg2="lt2" tx2="dk2" accent1="accent1" accent2="accent2" accent3="accent3" accent4="accent4" accent5="accent5" accent6="accent6" hlink="hlink" folHlink="folHlink"/>
  <p:sldLayoutIdLst>
    <p:sldLayoutId id="2147483658" r:id="Raff036626e7c4ea4"/>
    <p:sldLayoutId id="2147483659" r:id="R38b0725bf99f43da"/>
  </p:sldLayoutIdLst>
  <p:txStyles>
    <p:titleStyle>
      <a:lvl1pPr algn="l" defTabSz="9144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914400" rtl="0" eaLnBrk="1" latinLnBrk="0" hangingPunct="1">
        <a:defRPr sz="1350" kern="1200">
          <a:solidFill>
            <a:schemeClr val="tx1"/>
          </a:solidFill>
          <a:latin typeface="+mn-lt"/>
          <a:ea typeface="+mn-ea"/>
          <a:cs typeface="+mn-cs"/>
        </a:defRPr>
      </a:lvl1pPr>
      <a:lvl2pPr marL="457200" algn="l" defTabSz="914400" rtl="0" eaLnBrk="1" latinLnBrk="0" hangingPunct="1">
        <a:defRPr sz="1350" kern="1200">
          <a:solidFill>
            <a:schemeClr val="tx1"/>
          </a:solidFill>
          <a:latin typeface="+mn-lt"/>
          <a:ea typeface="+mn-ea"/>
          <a:cs typeface="+mn-cs"/>
        </a:defRPr>
      </a:lvl2pPr>
      <a:lvl3pPr marL="914400" algn="l" defTabSz="914400" rtl="0" eaLnBrk="1" latinLnBrk="0" hangingPunct="1">
        <a:defRPr sz="1350" kern="1200">
          <a:solidFill>
            <a:schemeClr val="tx1"/>
          </a:solidFill>
          <a:latin typeface="+mn-lt"/>
          <a:ea typeface="+mn-ea"/>
          <a:cs typeface="+mn-cs"/>
        </a:defRPr>
      </a:lvl3pPr>
      <a:lvl4pPr marL="1371600" algn="l" defTabSz="914400" rtl="0" eaLnBrk="1" latinLnBrk="0" hangingPunct="1">
        <a:defRPr sz="1350" kern="1200">
          <a:solidFill>
            <a:schemeClr val="tx1"/>
          </a:solidFill>
          <a:latin typeface="+mn-lt"/>
          <a:ea typeface="+mn-ea"/>
          <a:cs typeface="+mn-cs"/>
        </a:defRPr>
      </a:lvl4pPr>
      <a:lvl5pPr marL="1828800" algn="l" defTabSz="914400" rtl="0" eaLnBrk="1" latinLnBrk="0" hangingPunct="1">
        <a:defRPr sz="1350" kern="1200">
          <a:solidFill>
            <a:schemeClr val="tx1"/>
          </a:solidFill>
          <a:latin typeface="+mn-lt"/>
          <a:ea typeface="+mn-ea"/>
          <a:cs typeface="+mn-cs"/>
        </a:defRPr>
      </a:lvl5pPr>
      <a:lvl6pPr marL="2286000" algn="l" defTabSz="914400" rtl="0" eaLnBrk="1" latinLnBrk="0" hangingPunct="1">
        <a:defRPr sz="1350" kern="1200">
          <a:solidFill>
            <a:schemeClr val="tx1"/>
          </a:solidFill>
          <a:latin typeface="+mn-lt"/>
          <a:ea typeface="+mn-ea"/>
          <a:cs typeface="+mn-cs"/>
        </a:defRPr>
      </a:lvl6pPr>
      <a:lvl7pPr marL="2743200" algn="l" defTabSz="914400" rtl="0" eaLnBrk="1" latinLnBrk="0" hangingPunct="1">
        <a:defRPr sz="1350" kern="1200">
          <a:solidFill>
            <a:schemeClr val="tx1"/>
          </a:solidFill>
          <a:latin typeface="+mn-lt"/>
          <a:ea typeface="+mn-ea"/>
          <a:cs typeface="+mn-cs"/>
        </a:defRPr>
      </a:lvl7pPr>
      <a:lvl8pPr marL="3200400" algn="l" defTabSz="914400" rtl="0" eaLnBrk="1" latinLnBrk="0" hangingPunct="1">
        <a:defRPr sz="1350" kern="1200">
          <a:solidFill>
            <a:schemeClr val="tx1"/>
          </a:solidFill>
          <a:latin typeface="+mn-lt"/>
          <a:ea typeface="+mn-ea"/>
          <a:cs typeface="+mn-cs"/>
        </a:defRPr>
      </a:lvl8pPr>
      <a:lvl9pPr marL="3657600" algn="l" defTabSz="9144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78814" y="-23926"/>
            <a:ext cx="7586370" cy="635000"/>
          </a:xfrm>
          <a:prstGeom prst="rect">
            <a:avLst/>
          </a:prstGeom>
        </p:spPr>
        <p:txBody>
          <a:bodyPr wrap="square" lIns="0" tIns="0" rIns="0" bIns="0">
            <a:spAutoFit/>
          </a:bodyPr>
          <a:lstStyle>
            <a:lvl1pPr>
              <a:defRPr sz="4000" b="1" i="0">
                <a:solidFill>
                  <a:schemeClr val="tx1"/>
                </a:solidFill>
                <a:latin typeface="Calibri"/>
                <a:cs typeface="Calibri"/>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3/28/2025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8" r:id="Rc492f4809d4e4ae7"/>
    <p:sldLayoutId id="2147483670" r:id="R0e6cf51e4e134a59"/>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slide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Masters/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slides/_rels/slide1.xml.rels>&#65279;<?xml version="1.0" encoding="utf-8"?><Relationships xmlns="http://schemas.openxmlformats.org/package/2006/relationships"><Relationship Type="http://schemas.openxmlformats.org/officeDocument/2006/relationships/image" Target="/ppt/media/image.image" Id="Rb08e3f34acfd4cb5" /><Relationship Type="http://schemas.openxmlformats.org/officeDocument/2006/relationships/slideLayout" Target="/ppt/slideLayouts/slideLayout2.xml" Id="R8776d3c1ca20477e" /></Relationships>
</file>

<file path=ppt/slides/_rels/slide2.xml.rels>&#65279;<?xml version="1.0" encoding="utf-8"?><Relationships xmlns="http://schemas.openxmlformats.org/package/2006/relationships"><Relationship Type="http://schemas.openxmlformats.org/officeDocument/2006/relationships/image" Target="/ppt/media/image.png" Id="Rb4cdd39da6e045db" /><Relationship Type="http://schemas.openxmlformats.org/officeDocument/2006/relationships/slideLayout" Target="/ppt/slideLayouts/slideLayout4.xml" Id="Rb0980f4658774a58" /></Relationships>
</file>

<file path=ppt/slides/_rels/slide3.xml.rels>&#65279;<?xml version="1.0" encoding="utf-8"?><Relationships xmlns="http://schemas.openxmlformats.org/package/2006/relationships"><Relationship Type="http://schemas.openxmlformats.org/officeDocument/2006/relationships/image" Target="/ppt/media/image2.png" Id="R4e03e2091d9f4ab1" /><Relationship Type="http://schemas.openxmlformats.org/officeDocument/2006/relationships/image" Target="/ppt/media/image2.image" Id="R11f333f688c142ae" /><Relationship Type="http://schemas.openxmlformats.org/officeDocument/2006/relationships/slideLayout" Target="/ppt/slideLayouts/slideLayout4.xml" Id="R683950ebfbb24d8f" /></Relationships>
</file>

<file path=ppt/slides/_rels/slide4.xml.rels>&#65279;<?xml version="1.0" encoding="utf-8"?><Relationships xmlns="http://schemas.openxmlformats.org/package/2006/relationships"><Relationship Type="http://schemas.openxmlformats.org/officeDocument/2006/relationships/image" Target="/ppt/media/image3.image" Id="Rfe1fd9b48e264941" /><Relationship Type="http://schemas.openxmlformats.org/officeDocument/2006/relationships/slideLayout" Target="/ppt/slideLayouts/slideLayout4.xml" Id="R3126d59f486b4444" /></Relationships>
</file>

<file path=ppt/slides/_rels/slide5.xml.rels>&#65279;<?xml version="1.0" encoding="utf-8"?><Relationships xmlns="http://schemas.openxmlformats.org/package/2006/relationships"><Relationship Type="http://schemas.openxmlformats.org/officeDocument/2006/relationships/image" Target="/ppt/media/image3.png" Id="Rba7179a283ad42c4" /><Relationship Type="http://schemas.openxmlformats.org/officeDocument/2006/relationships/slideLayout" Target="/ppt/slideLayouts/slideLayout4.xml" Id="Recedb2ec4c9744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0eb1ef82e91f43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625d39aa459c4f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604c217912b24f91" /></Relationships>
</file>

<file path=ppt/slides/_rels/slide9.xml.rels>&#65279;<?xml version="1.0" encoding="utf-8"?><Relationships xmlns="http://schemas.openxmlformats.org/package/2006/relationships"><Relationship Type="http://schemas.openxmlformats.org/officeDocument/2006/relationships/image" Target="/ppt/media/image4.image" Id="Raedd7706abf24d0f" /><Relationship Type="http://schemas.openxmlformats.org/officeDocument/2006/relationships/slideLayout" Target="/ppt/slideLayouts/slideLayout4.xml" Id="Rd02a153ca96e4e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6ec14712c1bf44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4f46ccbfa8284604" /></Relationships>
</file>

<file path=ppt/slides/_rels/slide12.xml.rels>&#65279;<?xml version="1.0" encoding="utf-8"?><Relationships xmlns="http://schemas.openxmlformats.org/package/2006/relationships"><Relationship Type="http://schemas.openxmlformats.org/officeDocument/2006/relationships/image" Target="/ppt/media/image5.image" Id="Rd232ee9f0d2a41d5" /><Relationship Type="http://schemas.openxmlformats.org/officeDocument/2006/relationships/slideLayout" Target="/ppt/slideLayouts/slideLayout4.xml" Id="R55eeac70173b4c46" /></Relationships>
</file>

<file path=ppt/slides/_rels/slide13.xml.rels>&#65279;<?xml version="1.0" encoding="utf-8"?><Relationships xmlns="http://schemas.openxmlformats.org/package/2006/relationships"><Relationship Type="http://schemas.openxmlformats.org/officeDocument/2006/relationships/image" Target="/ppt/media/image6.image" Id="Radcf35a49bfc46df" /><Relationship Type="http://schemas.openxmlformats.org/officeDocument/2006/relationships/slideLayout" Target="/ppt/slideLayouts/slideLayout2.xml" Id="R7e7e37448aaa4ed6" /></Relationships>
</file>

<file path=ppt/slides/_rels/slide14.xml.rels>&#65279;<?xml version="1.0" encoding="utf-8"?><Relationships xmlns="http://schemas.openxmlformats.org/package/2006/relationships"><Relationship Type="http://schemas.openxmlformats.org/officeDocument/2006/relationships/image" Target="/ppt/media/image7.image" Id="R7ea5ff16da91481f" /><Relationship Type="http://schemas.openxmlformats.org/officeDocument/2006/relationships/slideLayout" Target="/ppt/slideLayouts/slideLayout4.xml" Id="R947c15e9fee14d17" /></Relationships>
</file>

<file path=ppt/slides/_rels/slide15.xml.rels>&#65279;<?xml version="1.0" encoding="utf-8"?><Relationships xmlns="http://schemas.openxmlformats.org/package/2006/relationships"><Relationship Type="http://schemas.openxmlformats.org/officeDocument/2006/relationships/image" Target="/ppt/media/image8.image" Id="R6d59470b7aa94357" /><Relationship Type="http://schemas.openxmlformats.org/officeDocument/2006/relationships/slideLayout" Target="/ppt/slideLayouts/slideLayout2.xml" Id="Rac88f5ebcdef41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4.xml" Id="Rb9d31027c70f451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aa0cac47d5c5434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4.xml" Id="R9d253e1dd6654e3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4.xml" Id="R7d88121a3dea49cb" /></Relationships>
</file>

<file path=ppt/slides/_rels/slide20.xml.rels>&#65279;<?xml version="1.0" encoding="utf-8"?><Relationships xmlns="http://schemas.openxmlformats.org/package/2006/relationships"><Relationship Type="http://schemas.openxmlformats.org/officeDocument/2006/relationships/image" Target="/ppt/media/image4.png" Id="R5ae2c1e4a4d242b5" /><Relationship Type="http://schemas.openxmlformats.org/officeDocument/2006/relationships/slideLayout" Target="/ppt/slideLayouts/slideLayout4.xml" Id="Rc2aaf918f5764a2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4.xml" Id="Re1186601d3d84f4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0.xml" Id="R003863af02b1431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9.xml" Id="R472a5769b3bc427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9.xml" Id="R6c51b74b250b4a8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9.xml" Id="Ra98059913a9c459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9.xml" Id="R7237e9845dc246a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9.xml" Id="R5193f35a5a9d49b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9.xml" Id="R364d924979c2475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9.xml" Id="Rc48368831bd9421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9.xml" Id="R88b60dc0b0d64ab6" /></Relationships>
</file>

<file path=ppt/slides/_rels/slide31.xml.rels>&#65279;<?xml version="1.0" encoding="utf-8"?><Relationships xmlns="http://schemas.openxmlformats.org/package/2006/relationships"><Relationship Type="http://schemas.openxmlformats.org/officeDocument/2006/relationships/image" Target="/ppt/media/image5.png" Id="R95a36a217cac4bae" /><Relationship Type="http://schemas.openxmlformats.org/officeDocument/2006/relationships/slideLayout" Target="/ppt/slideLayouts/slideLayout9.xml" Id="Rf270f615e5af4b3f" /></Relationships>
</file>

<file path=ppt/slides/_rels/slide32.xml.rels>&#65279;<?xml version="1.0" encoding="utf-8"?><Relationships xmlns="http://schemas.openxmlformats.org/package/2006/relationships"><Relationship Type="http://schemas.openxmlformats.org/officeDocument/2006/relationships/image" Target="/ppt/media/image6.png" Id="R701dc2700fc244d0" /><Relationship Type="http://schemas.openxmlformats.org/officeDocument/2006/relationships/slideLayout" Target="/ppt/slideLayouts/slideLayout9.xml" Id="Rb9e8c83ebf4e41f7" /></Relationships>
</file>

<file path=ppt/slides/_rels/slide33.xml.rels>&#65279;<?xml version="1.0" encoding="utf-8"?><Relationships xmlns="http://schemas.openxmlformats.org/package/2006/relationships"><Relationship Type="http://schemas.openxmlformats.org/officeDocument/2006/relationships/image" Target="/ppt/media/image7.png" Id="R903f80e6fe32447c" /><Relationship Type="http://schemas.openxmlformats.org/officeDocument/2006/relationships/slideLayout" Target="/ppt/slideLayouts/slideLayout9.xml" Id="R23215e2084344df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9.xml" Id="R5444c1cc0f4f44f6" /></Relationships>
</file>

<file path=ppt/slides/_rels/slide35.xml.rels>&#65279;<?xml version="1.0" encoding="utf-8"?><Relationships xmlns="http://schemas.openxmlformats.org/package/2006/relationships"><Relationship Type="http://schemas.openxmlformats.org/officeDocument/2006/relationships/image" Target="/ppt/media/image8.png" Id="Rf23cd0a336c64970" /><Relationship Type="http://schemas.openxmlformats.org/officeDocument/2006/relationships/slideLayout" Target="/ppt/slideLayouts/slideLayout9.xml" Id="R26962dd7c31c48e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9.xml" Id="R4088b6db41594d78" /></Relationships>
</file>

<file path=ppt/slides/_rels/slide37.xml.rels>&#65279;<?xml version="1.0" encoding="utf-8"?><Relationships xmlns="http://schemas.openxmlformats.org/package/2006/relationships"><Relationship Type="http://schemas.openxmlformats.org/officeDocument/2006/relationships/image" Target="/ppt/media/image9.png" Id="Rdf1bc8a4610c4a69" /><Relationship Type="http://schemas.openxmlformats.org/officeDocument/2006/relationships/slideLayout" Target="/ppt/slideLayouts/slideLayout9.xml" Id="Reb5bd9c2a7ca4a46" /></Relationships>
</file>

<file path=ppt/slides/_rels/slide38.xml.rels>&#65279;<?xml version="1.0" encoding="utf-8"?><Relationships xmlns="http://schemas.openxmlformats.org/package/2006/relationships"><Relationship Type="http://schemas.openxmlformats.org/officeDocument/2006/relationships/image" Target="/ppt/media/image10.png" Id="R4258f9f40b3246a3" /><Relationship Type="http://schemas.openxmlformats.org/officeDocument/2006/relationships/image" Target="/ppt/media/image11.png" Id="Ra644ee72197d4add" /><Relationship Type="http://schemas.openxmlformats.org/officeDocument/2006/relationships/notesSlide" Target="/ppt/notesSlides/notesSlide1.xml" Id="Rb7d101dcdbc645ca" /><Relationship Type="http://schemas.openxmlformats.org/officeDocument/2006/relationships/slideLayout" Target="/ppt/slideLayouts/slideLayout9.xml" Id="R64e5883532994b49" /></Relationships>
</file>

<file path=ppt/slides/_rels/slide39.xml.rels>&#65279;<?xml version="1.0" encoding="utf-8"?><Relationships xmlns="http://schemas.openxmlformats.org/package/2006/relationships"><Relationship Type="http://schemas.openxmlformats.org/officeDocument/2006/relationships/image" Target="/ppt/media/image9.image" Id="R0e25f42949c54077" /><Relationship Type="http://schemas.openxmlformats.org/officeDocument/2006/relationships/slideLayout" Target="/ppt/slideLayouts/slideLayout18.xml" Id="Rcb1cd24fbbe24f09" /></Relationships>
</file>

<file path=ppt/slides/_rels/slide40.xml.rels>&#65279;<?xml version="1.0" encoding="utf-8"?><Relationships xmlns="http://schemas.openxmlformats.org/package/2006/relationships"><Relationship Type="http://schemas.openxmlformats.org/officeDocument/2006/relationships/image" Target="/ppt/media/image10.image" Id="Rea3b8cb81d374c20" /><Relationship Type="http://schemas.openxmlformats.org/officeDocument/2006/relationships/slideLayout" Target="/ppt/slideLayouts/slideLayout20.xml" Id="R42c8ccdf240f49ec" /></Relationships>
</file>

<file path=ppt/slides/_rels/slide41.xml.rels>&#65279;<?xml version="1.0" encoding="utf-8"?><Relationships xmlns="http://schemas.openxmlformats.org/package/2006/relationships"><Relationship Type="http://schemas.openxmlformats.org/officeDocument/2006/relationships/image" Target="/ppt/media/image11.image" Id="Ra6bddd2513724f30" /><Relationship Type="http://schemas.openxmlformats.org/officeDocument/2006/relationships/image" Target="/ppt/media/image12.png" Id="Rc8ab06c9bfa2447e" /><Relationship Type="http://schemas.openxmlformats.org/officeDocument/2006/relationships/slideLayout" Target="/ppt/slideLayouts/slideLayout20.xml" Id="R59c3115710624acf" /></Relationships>
</file>

<file path=ppt/slides/_rels/slide42.xml.rels>&#65279;<?xml version="1.0" encoding="utf-8"?><Relationships xmlns="http://schemas.openxmlformats.org/package/2006/relationships"><Relationship Type="http://schemas.openxmlformats.org/officeDocument/2006/relationships/image" Target="/ppt/media/image12.image" Id="R0863e100d72c4c80" /><Relationship Type="http://schemas.openxmlformats.org/officeDocument/2006/relationships/image" Target="/ppt/media/image13.image" Id="R8d03dd90fdb14e65" /><Relationship Type="http://schemas.openxmlformats.org/officeDocument/2006/relationships/slideLayout" Target="/ppt/slideLayouts/slideLayout20.xml" Id="R0e69dd9b404741f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0.xml" Id="Rb8b191e23e664d71" /></Relationships>
</file>

<file path=ppt/slides/_rels/slide44.xml.rels>&#65279;<?xml version="1.0" encoding="utf-8"?><Relationships xmlns="http://schemas.openxmlformats.org/package/2006/relationships"><Relationship Type="http://schemas.openxmlformats.org/officeDocument/2006/relationships/image" Target="/ppt/media/image14.image" Id="R341f70bd72234257" /><Relationship Type="http://schemas.openxmlformats.org/officeDocument/2006/relationships/slideLayout" Target="/ppt/slideLayouts/slideLayout20.xml" Id="R4bdd7a2b7498418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0.xml" Id="Rae345a6a862e4c27" /></Relationships>
</file>

<file path=ppt/slides/_rels/slide46.xml.rels>&#65279;<?xml version="1.0" encoding="utf-8"?><Relationships xmlns="http://schemas.openxmlformats.org/package/2006/relationships"><Relationship Type="http://schemas.openxmlformats.org/officeDocument/2006/relationships/image" Target="/ppt/media/image13.png" Id="Rfe538bcf07034fc3" /><Relationship Type="http://schemas.openxmlformats.org/officeDocument/2006/relationships/slideLayout" Target="/ppt/slideLayouts/slideLayout20.xml" Id="R0b6771466fb14eaf" /></Relationships>
</file>

<file path=ppt/slides/_rels/slide47.xml.rels>&#65279;<?xml version="1.0" encoding="utf-8"?><Relationships xmlns="http://schemas.openxmlformats.org/package/2006/relationships"><Relationship Type="http://schemas.openxmlformats.org/officeDocument/2006/relationships/image" Target="/ppt/media/image15.image" Id="R4af57c54eb8d4f2c" /><Relationship Type="http://schemas.openxmlformats.org/officeDocument/2006/relationships/slideLayout" Target="/ppt/slideLayouts/slideLayout20.xml" Id="Rb1236c015cb441ca" /></Relationships>
</file>

<file path=ppt/slides/_rels/slide48.xml.rels>&#65279;<?xml version="1.0" encoding="utf-8"?><Relationships xmlns="http://schemas.openxmlformats.org/package/2006/relationships"><Relationship Type="http://schemas.openxmlformats.org/officeDocument/2006/relationships/image" Target="/ppt/media/image16.image" Id="R969cdd67eed546dc" /><Relationship Type="http://schemas.openxmlformats.org/officeDocument/2006/relationships/slideLayout" Target="/ppt/slideLayouts/slideLayout20.xml" Id="R4939a43d9d7a4ed5" /></Relationships>
</file>

<file path=ppt/slides/_rels/slide49.xml.rels>&#65279;<?xml version="1.0" encoding="utf-8"?><Relationships xmlns="http://schemas.openxmlformats.org/package/2006/relationships"><Relationship Type="http://schemas.openxmlformats.org/officeDocument/2006/relationships/image" Target="/ppt/media/image17.image" Id="R01c9d8869a1c49bc" /><Relationship Type="http://schemas.openxmlformats.org/officeDocument/2006/relationships/image" Target="/ppt/media/image18.image" Id="R165cdb1870974477" /><Relationship Type="http://schemas.openxmlformats.org/officeDocument/2006/relationships/image" Target="/ppt/media/image19.image" Id="Radc92cad1c994e41" /><Relationship Type="http://schemas.openxmlformats.org/officeDocument/2006/relationships/slideLayout" Target="/ppt/slideLayouts/slideLayout20.xml" Id="Ra91c3bb8f54342b4" /></Relationships>
</file>

<file path=ppt/slides/_rels/slide50.xml.rels>&#65279;<?xml version="1.0" encoding="utf-8"?><Relationships xmlns="http://schemas.openxmlformats.org/package/2006/relationships"><Relationship Type="http://schemas.openxmlformats.org/officeDocument/2006/relationships/image" Target="/ppt/media/image20.image" Id="R637c443d4d4a45f2" /><Relationship Type="http://schemas.openxmlformats.org/officeDocument/2006/relationships/slideLayout" Target="/ppt/slideLayouts/slideLayout20.xml" Id="R37c2456499b5456b" /></Relationships>
</file>

<file path=ppt/slides/_rels/slide51.xml.rels>&#65279;<?xml version="1.0" encoding="utf-8"?><Relationships xmlns="http://schemas.openxmlformats.org/package/2006/relationships"><Relationship Type="http://schemas.openxmlformats.org/officeDocument/2006/relationships/image" Target="/ppt/media/image21.image" Id="R7971aa1f7c4b4a16" /><Relationship Type="http://schemas.openxmlformats.org/officeDocument/2006/relationships/slideLayout" Target="/ppt/slideLayouts/slideLayout20.xml" Id="R45a342f8dc4448c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0.xml" Id="Rc5ed2fe1fc6d42d1" /></Relationships>
</file>

<file path=ppt/slides/_rels/slide53.xml.rels>&#65279;<?xml version="1.0" encoding="utf-8"?><Relationships xmlns="http://schemas.openxmlformats.org/package/2006/relationships"><Relationship Type="http://schemas.openxmlformats.org/officeDocument/2006/relationships/image" Target="/ppt/media/image22.image" Id="R110d0dcfcea44196" /><Relationship Type="http://schemas.openxmlformats.org/officeDocument/2006/relationships/slideLayout" Target="/ppt/slideLayouts/slideLayout20.xml" Id="R18df8f8099f24630" /></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514" y="58572"/>
            <a:ext cx="8785225" cy="634365"/>
          </a:xfrm>
          <a:prstGeom prst="rect">
            <a:avLst/>
          </a:prstGeom>
          <a:solidFill>
            <a:srgbClr val="E36C09"/>
          </a:solidFill>
          <a:ln w="9525">
            <a:solidFill>
              <a:srgbClr val="000000"/>
            </a:solidFill>
          </a:ln>
        </p:spPr>
        <p:txBody>
          <a:bodyPr vert="horz" wrap="square" lIns="0" tIns="0" rIns="0" bIns="0" rtlCol="0">
            <a:spAutoFit/>
          </a:bodyPr>
          <a:lstStyle/>
          <a:p>
            <a:pPr algn="ctr">
              <a:lnSpc>
                <a:spcPts val="4640"/>
              </a:lnSpc>
            </a:pPr>
            <a:r>
              <a:rPr sz="4000" spc="-15" dirty="0">
                <a:solidFill>
                  <a:srgbClr val="000000"/>
                </a:solidFill>
              </a:rPr>
              <a:t>FOG</a:t>
            </a:r>
            <a:r>
              <a:rPr sz="4000" spc="-25" dirty="0">
                <a:solidFill>
                  <a:srgbClr val="000000"/>
                </a:solidFill>
              </a:rPr>
              <a:t> </a:t>
            </a:r>
            <a:r>
              <a:rPr sz="4000" spc="-185" dirty="0">
                <a:solidFill>
                  <a:srgbClr val="000000"/>
                </a:solidFill>
              </a:rPr>
              <a:t>DATA</a:t>
            </a:r>
            <a:r>
              <a:rPr sz="4000" spc="-25" dirty="0">
                <a:solidFill>
                  <a:srgbClr val="000000"/>
                </a:solidFill>
              </a:rPr>
              <a:t> </a:t>
            </a:r>
            <a:r>
              <a:rPr sz="4000" spc="-15" dirty="0">
                <a:solidFill>
                  <a:srgbClr val="000000"/>
                </a:solidFill>
              </a:rPr>
              <a:t>MANAGEMENT</a:t>
            </a:r>
            <a:endParaRPr sz="4000"/>
          </a:p>
        </p:txBody>
      </p:sp>
      <p:sp>
        <p:nvSpPr>
          <p:cNvPr id="3" name="object 3"/>
          <p:cNvSpPr txBox="1"/>
          <p:nvPr/>
        </p:nvSpPr>
        <p:spPr>
          <a:xfrm>
            <a:off x="330200" y="781304"/>
            <a:ext cx="8558530" cy="2171065"/>
          </a:xfrm>
          <a:prstGeom prst="rect">
            <a:avLst/>
          </a:prstGeom>
        </p:spPr>
        <p:txBody>
          <a:bodyPr vert="horz" wrap="square" lIns="0" tIns="12065" rIns="0" bIns="0" rtlCol="0">
            <a:spAutoFit/>
          </a:bodyPr>
          <a:lstStyle/>
          <a:p>
            <a:pPr marL="355600" marR="294640" indent="-343535" algn="just">
              <a:lnSpc>
                <a:spcPct val="100000"/>
              </a:lnSpc>
              <a:spcBef>
                <a:spcPts val="95"/>
              </a:spcBef>
              <a:buFont typeface="Arial MT"/>
              <a:buChar char="•"/>
              <a:tabLst>
                <a:tab pos="356235" algn="l"/>
              </a:tabLst>
            </a:pPr>
            <a:r>
              <a:rPr sz="2200" spc="-20" dirty="0">
                <a:latin typeface="Calibri"/>
                <a:cs typeface="Calibri"/>
              </a:rPr>
              <a:t>Data life </a:t>
            </a:r>
            <a:r>
              <a:rPr sz="2200" spc="-10" dirty="0">
                <a:latin typeface="Calibri"/>
                <a:cs typeface="Calibri"/>
              </a:rPr>
              <a:t>cycle </a:t>
            </a:r>
            <a:r>
              <a:rPr sz="2200" spc="-5" dirty="0">
                <a:latin typeface="Calibri"/>
                <a:cs typeface="Calibri"/>
              </a:rPr>
              <a:t>and </a:t>
            </a:r>
            <a:r>
              <a:rPr sz="2200" spc="-20" dirty="0">
                <a:latin typeface="Calibri"/>
                <a:cs typeface="Calibri"/>
              </a:rPr>
              <a:t>fog data </a:t>
            </a:r>
            <a:r>
              <a:rPr sz="2200" spc="-10" dirty="0">
                <a:latin typeface="Calibri"/>
                <a:cs typeface="Calibri"/>
              </a:rPr>
              <a:t>characteristics </a:t>
            </a:r>
            <a:r>
              <a:rPr sz="2200" spc="-5" dirty="0">
                <a:latin typeface="Calibri"/>
                <a:cs typeface="Calibri"/>
              </a:rPr>
              <a:t>as </a:t>
            </a:r>
            <a:r>
              <a:rPr sz="2200" spc="-10" dirty="0">
                <a:latin typeface="Calibri"/>
                <a:cs typeface="Calibri"/>
              </a:rPr>
              <a:t>the </a:t>
            </a:r>
            <a:r>
              <a:rPr sz="2200" spc="-5" dirty="0">
                <a:latin typeface="Calibri"/>
                <a:cs typeface="Calibri"/>
              </a:rPr>
              <a:t>essential </a:t>
            </a:r>
            <a:r>
              <a:rPr sz="2200" spc="-10" dirty="0">
                <a:latin typeface="Calibri"/>
                <a:cs typeface="Calibri"/>
              </a:rPr>
              <a:t>concepts </a:t>
            </a:r>
            <a:r>
              <a:rPr sz="2200" spc="-5" dirty="0">
                <a:latin typeface="Calibri"/>
                <a:cs typeface="Calibri"/>
              </a:rPr>
              <a:t>of </a:t>
            </a:r>
            <a:r>
              <a:rPr sz="2200" spc="-484" dirty="0">
                <a:latin typeface="Calibri"/>
                <a:cs typeface="Calibri"/>
              </a:rPr>
              <a:t> </a:t>
            </a:r>
            <a:r>
              <a:rPr sz="2200" spc="-20" dirty="0">
                <a:latin typeface="Calibri"/>
                <a:cs typeface="Calibri"/>
              </a:rPr>
              <a:t>fog</a:t>
            </a:r>
            <a:r>
              <a:rPr sz="2200" dirty="0">
                <a:latin typeface="Calibri"/>
                <a:cs typeface="Calibri"/>
              </a:rPr>
              <a:t> </a:t>
            </a:r>
            <a:r>
              <a:rPr sz="2200" spc="-20" dirty="0">
                <a:latin typeface="Calibri"/>
                <a:cs typeface="Calibri"/>
              </a:rPr>
              <a:t>data</a:t>
            </a:r>
            <a:r>
              <a:rPr sz="2200" spc="-5" dirty="0">
                <a:latin typeface="Calibri"/>
                <a:cs typeface="Calibri"/>
              </a:rPr>
              <a:t> </a:t>
            </a:r>
            <a:r>
              <a:rPr sz="2200" spc="-10" dirty="0">
                <a:latin typeface="Calibri"/>
                <a:cs typeface="Calibri"/>
              </a:rPr>
              <a:t>Management</a:t>
            </a:r>
            <a:endParaRPr sz="2200">
              <a:latin typeface="Calibri"/>
              <a:cs typeface="Calibri"/>
            </a:endParaRPr>
          </a:p>
          <a:p>
            <a:pPr marL="12700" algn="just">
              <a:lnSpc>
                <a:spcPct val="100000"/>
              </a:lnSpc>
              <a:spcBef>
                <a:spcPts val="525"/>
              </a:spcBef>
            </a:pPr>
            <a:r>
              <a:rPr sz="2200" b="1" u="heavy" dirty="0">
                <a:uFill>
                  <a:solidFill>
                    <a:srgbClr val="000000"/>
                  </a:solidFill>
                </a:uFill>
                <a:latin typeface="Calibri"/>
                <a:cs typeface="Calibri"/>
              </a:rPr>
              <a:t>A.</a:t>
            </a:r>
            <a:r>
              <a:rPr sz="2200" b="1" u="heavy" spc="-10" dirty="0">
                <a:uFill>
                  <a:solidFill>
                    <a:srgbClr val="000000"/>
                  </a:solidFill>
                </a:uFill>
                <a:latin typeface="Calibri"/>
                <a:cs typeface="Calibri"/>
              </a:rPr>
              <a:t> </a:t>
            </a:r>
            <a:r>
              <a:rPr sz="2200" b="1" u="heavy" spc="-15" dirty="0">
                <a:uFill>
                  <a:solidFill>
                    <a:srgbClr val="000000"/>
                  </a:solidFill>
                </a:uFill>
                <a:latin typeface="Calibri"/>
                <a:cs typeface="Calibri"/>
              </a:rPr>
              <a:t>Fog</a:t>
            </a:r>
            <a:r>
              <a:rPr sz="2200" b="1" u="heavy" spc="10" dirty="0">
                <a:uFill>
                  <a:solidFill>
                    <a:srgbClr val="000000"/>
                  </a:solidFill>
                </a:uFill>
                <a:latin typeface="Calibri"/>
                <a:cs typeface="Calibri"/>
              </a:rPr>
              <a:t> </a:t>
            </a:r>
            <a:r>
              <a:rPr sz="2200" b="1" u="heavy" spc="-20" dirty="0">
                <a:uFill>
                  <a:solidFill>
                    <a:srgbClr val="000000"/>
                  </a:solidFill>
                </a:uFill>
                <a:latin typeface="Calibri"/>
                <a:cs typeface="Calibri"/>
              </a:rPr>
              <a:t>Data</a:t>
            </a:r>
            <a:r>
              <a:rPr sz="2200" b="1" u="heavy" spc="10" dirty="0">
                <a:uFill>
                  <a:solidFill>
                    <a:srgbClr val="000000"/>
                  </a:solidFill>
                </a:uFill>
                <a:latin typeface="Calibri"/>
                <a:cs typeface="Calibri"/>
              </a:rPr>
              <a:t> </a:t>
            </a:r>
            <a:r>
              <a:rPr sz="2200" b="1" u="heavy" spc="-15" dirty="0">
                <a:uFill>
                  <a:solidFill>
                    <a:srgbClr val="000000"/>
                  </a:solidFill>
                </a:uFill>
                <a:latin typeface="Calibri"/>
                <a:cs typeface="Calibri"/>
              </a:rPr>
              <a:t>Life</a:t>
            </a:r>
            <a:r>
              <a:rPr sz="2200" b="1" u="heavy" spc="5" dirty="0">
                <a:uFill>
                  <a:solidFill>
                    <a:srgbClr val="000000"/>
                  </a:solidFill>
                </a:uFill>
                <a:latin typeface="Calibri"/>
                <a:cs typeface="Calibri"/>
              </a:rPr>
              <a:t> </a:t>
            </a:r>
            <a:r>
              <a:rPr sz="2200" b="1" u="heavy" spc="-10" dirty="0">
                <a:uFill>
                  <a:solidFill>
                    <a:srgbClr val="000000"/>
                  </a:solidFill>
                </a:uFill>
                <a:latin typeface="Calibri"/>
                <a:cs typeface="Calibri"/>
              </a:rPr>
              <a:t>Cycle</a:t>
            </a:r>
            <a:endParaRPr sz="2200">
              <a:latin typeface="Calibri"/>
              <a:cs typeface="Calibri"/>
            </a:endParaRPr>
          </a:p>
          <a:p>
            <a:pPr marL="355600" marR="5080" indent="-343535" algn="just">
              <a:lnSpc>
                <a:spcPct val="100000"/>
              </a:lnSpc>
              <a:spcBef>
                <a:spcPts val="530"/>
              </a:spcBef>
              <a:buFont typeface="Arial MT"/>
              <a:buChar char="•"/>
              <a:tabLst>
                <a:tab pos="356235" algn="l"/>
              </a:tabLst>
            </a:pPr>
            <a:r>
              <a:rPr sz="2200" spc="-10" dirty="0">
                <a:latin typeface="Calibri"/>
                <a:cs typeface="Calibri"/>
              </a:rPr>
              <a:t>The</a:t>
            </a:r>
            <a:r>
              <a:rPr sz="2200" spc="-5" dirty="0">
                <a:latin typeface="Calibri"/>
                <a:cs typeface="Calibri"/>
              </a:rPr>
              <a:t> </a:t>
            </a:r>
            <a:r>
              <a:rPr sz="2200" spc="-20" dirty="0">
                <a:latin typeface="Calibri"/>
                <a:cs typeface="Calibri"/>
              </a:rPr>
              <a:t>fog</a:t>
            </a:r>
            <a:r>
              <a:rPr sz="2200" spc="-15" dirty="0">
                <a:latin typeface="Calibri"/>
                <a:cs typeface="Calibri"/>
              </a:rPr>
              <a:t> data</a:t>
            </a:r>
            <a:r>
              <a:rPr sz="2200" spc="-10" dirty="0">
                <a:latin typeface="Calibri"/>
                <a:cs typeface="Calibri"/>
              </a:rPr>
              <a:t> </a:t>
            </a:r>
            <a:r>
              <a:rPr sz="2200" spc="-20" dirty="0">
                <a:latin typeface="Calibri"/>
                <a:cs typeface="Calibri"/>
              </a:rPr>
              <a:t>life</a:t>
            </a:r>
            <a:r>
              <a:rPr sz="2200" spc="-15" dirty="0">
                <a:latin typeface="Calibri"/>
                <a:cs typeface="Calibri"/>
              </a:rPr>
              <a:t> </a:t>
            </a:r>
            <a:r>
              <a:rPr sz="2200" spc="-10" dirty="0">
                <a:latin typeface="Calibri"/>
                <a:cs typeface="Calibri"/>
              </a:rPr>
              <a:t>cycle</a:t>
            </a:r>
            <a:r>
              <a:rPr sz="2200" spc="-5" dirty="0">
                <a:latin typeface="Calibri"/>
                <a:cs typeface="Calibri"/>
              </a:rPr>
              <a:t> </a:t>
            </a:r>
            <a:r>
              <a:rPr sz="2200" spc="-10" dirty="0">
                <a:latin typeface="Calibri"/>
                <a:cs typeface="Calibri"/>
              </a:rPr>
              <a:t>consists</a:t>
            </a:r>
            <a:r>
              <a:rPr sz="2200" spc="-5" dirty="0">
                <a:latin typeface="Calibri"/>
                <a:cs typeface="Calibri"/>
              </a:rPr>
              <a:t> </a:t>
            </a:r>
            <a:r>
              <a:rPr sz="2200" dirty="0">
                <a:latin typeface="Calibri"/>
                <a:cs typeface="Calibri"/>
              </a:rPr>
              <a:t>of</a:t>
            </a:r>
            <a:r>
              <a:rPr sz="2200" spc="5" dirty="0">
                <a:latin typeface="Calibri"/>
                <a:cs typeface="Calibri"/>
              </a:rPr>
              <a:t> </a:t>
            </a:r>
            <a:r>
              <a:rPr sz="2200" spc="-5" dirty="0">
                <a:latin typeface="Calibri"/>
                <a:cs typeface="Calibri"/>
              </a:rPr>
              <a:t>5</a:t>
            </a:r>
            <a:r>
              <a:rPr sz="2200" dirty="0">
                <a:latin typeface="Calibri"/>
                <a:cs typeface="Calibri"/>
              </a:rPr>
              <a:t> </a:t>
            </a:r>
            <a:r>
              <a:rPr sz="2200" spc="-5" dirty="0">
                <a:latin typeface="Calibri"/>
                <a:cs typeface="Calibri"/>
              </a:rPr>
              <a:t>main</a:t>
            </a:r>
            <a:r>
              <a:rPr sz="2200" dirty="0">
                <a:latin typeface="Calibri"/>
                <a:cs typeface="Calibri"/>
              </a:rPr>
              <a:t> </a:t>
            </a:r>
            <a:r>
              <a:rPr sz="2200" spc="-15" dirty="0">
                <a:latin typeface="Calibri"/>
                <a:cs typeface="Calibri"/>
              </a:rPr>
              <a:t>steps</a:t>
            </a:r>
            <a:r>
              <a:rPr sz="2200" spc="-10" dirty="0">
                <a:latin typeface="Calibri"/>
                <a:cs typeface="Calibri"/>
              </a:rPr>
              <a:t> </a:t>
            </a:r>
            <a:r>
              <a:rPr sz="2200" i="1" spc="-15" dirty="0">
                <a:latin typeface="Calibri"/>
                <a:cs typeface="Calibri"/>
              </a:rPr>
              <a:t>data</a:t>
            </a:r>
            <a:r>
              <a:rPr sz="2200" i="1" spc="-10" dirty="0">
                <a:latin typeface="Calibri"/>
                <a:cs typeface="Calibri"/>
              </a:rPr>
              <a:t> acquisition</a:t>
            </a:r>
            <a:r>
              <a:rPr sz="2200" spc="-10" dirty="0">
                <a:latin typeface="Calibri"/>
                <a:cs typeface="Calibri"/>
              </a:rPr>
              <a:t>, </a:t>
            </a:r>
            <a:r>
              <a:rPr sz="2200" spc="-5" dirty="0">
                <a:latin typeface="Calibri"/>
                <a:cs typeface="Calibri"/>
              </a:rPr>
              <a:t> </a:t>
            </a:r>
            <a:r>
              <a:rPr sz="2200" i="1" spc="-10" dirty="0">
                <a:latin typeface="Calibri"/>
                <a:cs typeface="Calibri"/>
              </a:rPr>
              <a:t>lightweight</a:t>
            </a:r>
            <a:r>
              <a:rPr sz="2200" i="1" spc="-5" dirty="0">
                <a:latin typeface="Calibri"/>
                <a:cs typeface="Calibri"/>
              </a:rPr>
              <a:t> </a:t>
            </a:r>
            <a:r>
              <a:rPr sz="2200" i="1" spc="-10" dirty="0">
                <a:latin typeface="Calibri"/>
                <a:cs typeface="Calibri"/>
              </a:rPr>
              <a:t>processing</a:t>
            </a:r>
            <a:r>
              <a:rPr sz="2200" spc="-10" dirty="0">
                <a:latin typeface="Calibri"/>
                <a:cs typeface="Calibri"/>
              </a:rPr>
              <a:t>,</a:t>
            </a:r>
            <a:r>
              <a:rPr sz="2200" spc="-5" dirty="0">
                <a:latin typeface="Calibri"/>
                <a:cs typeface="Calibri"/>
              </a:rPr>
              <a:t> </a:t>
            </a:r>
            <a:r>
              <a:rPr sz="2200" i="1" spc="-10" dirty="0">
                <a:latin typeface="Calibri"/>
                <a:cs typeface="Calibri"/>
              </a:rPr>
              <a:t>processing</a:t>
            </a:r>
            <a:r>
              <a:rPr sz="2200" i="1" spc="-5" dirty="0">
                <a:latin typeface="Calibri"/>
                <a:cs typeface="Calibri"/>
              </a:rPr>
              <a:t> </a:t>
            </a:r>
            <a:r>
              <a:rPr sz="2200" i="1" spc="-10" dirty="0">
                <a:latin typeface="Calibri"/>
                <a:cs typeface="Calibri"/>
              </a:rPr>
              <a:t>and</a:t>
            </a:r>
            <a:r>
              <a:rPr sz="2200" i="1" spc="-5" dirty="0">
                <a:latin typeface="Calibri"/>
                <a:cs typeface="Calibri"/>
              </a:rPr>
              <a:t> </a:t>
            </a:r>
            <a:r>
              <a:rPr sz="2200" i="1" spc="-10" dirty="0">
                <a:latin typeface="Calibri"/>
                <a:cs typeface="Calibri"/>
              </a:rPr>
              <a:t>analysis</a:t>
            </a:r>
            <a:r>
              <a:rPr sz="2200" spc="-10" dirty="0">
                <a:latin typeface="Calibri"/>
                <a:cs typeface="Calibri"/>
              </a:rPr>
              <a:t>,</a:t>
            </a:r>
            <a:r>
              <a:rPr sz="2200" spc="-5" dirty="0">
                <a:latin typeface="Calibri"/>
                <a:cs typeface="Calibri"/>
              </a:rPr>
              <a:t> </a:t>
            </a:r>
            <a:r>
              <a:rPr sz="2200" i="1" spc="-10" dirty="0">
                <a:latin typeface="Calibri"/>
                <a:cs typeface="Calibri"/>
              </a:rPr>
              <a:t>study</a:t>
            </a:r>
            <a:r>
              <a:rPr sz="2200" i="1" spc="-5" dirty="0">
                <a:latin typeface="Calibri"/>
                <a:cs typeface="Calibri"/>
              </a:rPr>
              <a:t> </a:t>
            </a:r>
            <a:r>
              <a:rPr sz="2200" i="1" spc="-10" dirty="0">
                <a:latin typeface="Calibri"/>
                <a:cs typeface="Calibri"/>
              </a:rPr>
              <a:t>feedback,</a:t>
            </a:r>
            <a:r>
              <a:rPr sz="2200" i="1" spc="-5" dirty="0">
                <a:latin typeface="Calibri"/>
                <a:cs typeface="Calibri"/>
              </a:rPr>
              <a:t> </a:t>
            </a:r>
            <a:r>
              <a:rPr sz="2200" spc="-5" dirty="0">
                <a:latin typeface="Calibri"/>
                <a:cs typeface="Calibri"/>
              </a:rPr>
              <a:t>and </a:t>
            </a:r>
            <a:r>
              <a:rPr sz="2200" dirty="0">
                <a:latin typeface="Calibri"/>
                <a:cs typeface="Calibri"/>
              </a:rPr>
              <a:t> </a:t>
            </a:r>
            <a:r>
              <a:rPr sz="2200" i="1" spc="-10" dirty="0">
                <a:latin typeface="Calibri"/>
                <a:cs typeface="Calibri"/>
              </a:rPr>
              <a:t>command </a:t>
            </a:r>
            <a:r>
              <a:rPr sz="2200" i="1" spc="-20" dirty="0">
                <a:latin typeface="Calibri"/>
                <a:cs typeface="Calibri"/>
              </a:rPr>
              <a:t>execution</a:t>
            </a:r>
            <a:endParaRPr sz="2200">
              <a:latin typeface="Calibri"/>
              <a:cs typeface="Calibri"/>
            </a:endParaRPr>
          </a:p>
        </p:txBody>
      </p:sp>
      <p:grpSp>
        <p:nvGrpSpPr>
          <p:cNvPr id="4" name="object 4"/>
          <p:cNvGrpSpPr/>
          <p:nvPr/>
        </p:nvGrpSpPr>
        <p:grpSpPr>
          <a:xfrm>
            <a:off x="458012" y="2987408"/>
            <a:ext cx="8515985" cy="3698875"/>
            <a:chOff x="458012" y="2987408"/>
            <a:chExt cx="8515985" cy="3698875"/>
          </a:xfrm>
        </p:grpSpPr>
        <p:pic>
          <p:nvPicPr>
            <p:cNvPr id="5" name="object 5"/>
            <p:cNvPicPr/>
            <p:nvPr/>
          </p:nvPicPr>
          <p:blipFill>
            <a:blip r:embed="Rb08e3f34acfd4cb5" cstate="print"/>
            <a:stretch>
              <a:fillRect/>
            </a:stretch>
          </p:blipFill>
          <p:spPr>
            <a:xfrm>
              <a:off x="544883" y="3063229"/>
              <a:ext cx="8353293" cy="3546851"/>
            </a:xfrm>
            <a:prstGeom prst="rect">
              <a:avLst/>
            </a:prstGeom>
          </p:spPr>
        </p:pic>
        <p:sp>
          <p:nvSpPr>
            <p:cNvPr id="6" name="object 6"/>
            <p:cNvSpPr/>
            <p:nvPr/>
          </p:nvSpPr>
          <p:spPr>
            <a:xfrm>
              <a:off x="462775" y="2992170"/>
              <a:ext cx="8506460" cy="3689350"/>
            </a:xfrm>
            <a:custGeom>
              <a:avLst/>
              <a:gdLst/>
              <a:ahLst/>
              <a:cxnLst/>
              <a:rect l="l" t="t" r="r" b="b"/>
              <a:pathLst>
                <a:path w="8506460" h="3689350">
                  <a:moveTo>
                    <a:pt x="0" y="3688969"/>
                  </a:moveTo>
                  <a:lnTo>
                    <a:pt x="8506460" y="3688969"/>
                  </a:lnTo>
                  <a:lnTo>
                    <a:pt x="8506460" y="0"/>
                  </a:lnTo>
                  <a:lnTo>
                    <a:pt x="0" y="0"/>
                  </a:lnTo>
                  <a:lnTo>
                    <a:pt x="0" y="3688969"/>
                  </a:lnTo>
                  <a:close/>
                </a:path>
              </a:pathLst>
            </a:custGeom>
            <a:ln w="9524">
              <a:solidFill>
                <a:srgbClr val="000000"/>
              </a:solidFill>
            </a:ln>
          </p:spPr>
          <p:txBody>
            <a:bodyPr wrap="square" lIns="0" tIns="0" rIns="0" bIns="0" rtlCol="0"/>
            <a:lstStyle/>
            <a:p>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75653"/>
            <a:ext cx="8699500" cy="1971039"/>
          </a:xfrm>
          <a:prstGeom prst="rect">
            <a:avLst/>
          </a:prstGeom>
        </p:spPr>
        <p:txBody>
          <a:bodyPr vert="horz" wrap="square" lIns="0" tIns="80010" rIns="0" bIns="0" rtlCol="0">
            <a:spAutoFit/>
          </a:bodyPr>
          <a:lstStyle/>
          <a:p>
            <a:pPr marL="12700">
              <a:lnSpc>
                <a:spcPct val="100000"/>
              </a:lnSpc>
              <a:spcBef>
                <a:spcPts val="630"/>
              </a:spcBef>
            </a:pPr>
            <a:r>
              <a:rPr sz="2200" b="1" spc="-5" dirty="0">
                <a:latin typeface="Calibri"/>
                <a:cs typeface="Calibri"/>
              </a:rPr>
              <a:t>i)</a:t>
            </a:r>
            <a:r>
              <a:rPr sz="2200" b="1" spc="-15" dirty="0">
                <a:latin typeface="Calibri"/>
                <a:cs typeface="Calibri"/>
              </a:rPr>
              <a:t> </a:t>
            </a:r>
            <a:r>
              <a:rPr sz="2200" b="1" spc="-25" dirty="0">
                <a:latin typeface="Calibri"/>
                <a:cs typeface="Calibri"/>
              </a:rPr>
              <a:t>Data</a:t>
            </a:r>
            <a:r>
              <a:rPr sz="2200" b="1" spc="10" dirty="0">
                <a:latin typeface="Calibri"/>
                <a:cs typeface="Calibri"/>
              </a:rPr>
              <a:t> </a:t>
            </a:r>
            <a:r>
              <a:rPr sz="2200" b="1" spc="-5" dirty="0">
                <a:latin typeface="Calibri"/>
                <a:cs typeface="Calibri"/>
              </a:rPr>
              <a:t>Acquisition</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20" dirty="0">
                <a:latin typeface="Calibri"/>
                <a:cs typeface="Calibri"/>
              </a:rPr>
              <a:t>Data</a:t>
            </a:r>
            <a:r>
              <a:rPr sz="2200" dirty="0">
                <a:latin typeface="Calibri"/>
                <a:cs typeface="Calibri"/>
              </a:rPr>
              <a:t> </a:t>
            </a:r>
            <a:r>
              <a:rPr sz="2200" spc="-15" dirty="0">
                <a:latin typeface="Calibri"/>
                <a:cs typeface="Calibri"/>
              </a:rPr>
              <a:t>from</a:t>
            </a:r>
            <a:r>
              <a:rPr sz="2200" spc="10" dirty="0">
                <a:latin typeface="Calibri"/>
                <a:cs typeface="Calibri"/>
              </a:rPr>
              <a:t> </a:t>
            </a:r>
            <a:r>
              <a:rPr sz="2200" spc="-20" dirty="0">
                <a:latin typeface="Calibri"/>
                <a:cs typeface="Calibri"/>
              </a:rPr>
              <a:t>different</a:t>
            </a:r>
            <a:r>
              <a:rPr sz="2200" spc="15" dirty="0">
                <a:latin typeface="Calibri"/>
                <a:cs typeface="Calibri"/>
              </a:rPr>
              <a:t> </a:t>
            </a:r>
            <a:r>
              <a:rPr sz="2200" spc="-5" dirty="0">
                <a:latin typeface="Calibri"/>
                <a:cs typeface="Calibri"/>
              </a:rPr>
              <a:t>types</a:t>
            </a:r>
            <a:r>
              <a:rPr sz="2200" spc="25" dirty="0">
                <a:latin typeface="Calibri"/>
                <a:cs typeface="Calibri"/>
              </a:rPr>
              <a:t> </a:t>
            </a:r>
            <a:r>
              <a:rPr sz="2200" dirty="0">
                <a:latin typeface="Calibri"/>
                <a:cs typeface="Calibri"/>
              </a:rPr>
              <a:t>of</a:t>
            </a:r>
            <a:r>
              <a:rPr sz="2200" spc="5" dirty="0">
                <a:latin typeface="Calibri"/>
                <a:cs typeface="Calibri"/>
              </a:rPr>
              <a:t> </a:t>
            </a:r>
            <a:r>
              <a:rPr sz="2200" spc="-10" dirty="0">
                <a:latin typeface="Calibri"/>
                <a:cs typeface="Calibri"/>
              </a:rPr>
              <a:t>end</a:t>
            </a:r>
            <a:r>
              <a:rPr sz="2200" dirty="0">
                <a:latin typeface="Calibri"/>
                <a:cs typeface="Calibri"/>
              </a:rPr>
              <a:t> </a:t>
            </a:r>
            <a:r>
              <a:rPr sz="2200" spc="-10" dirty="0">
                <a:latin typeface="Calibri"/>
                <a:cs typeface="Calibri"/>
              </a:rPr>
              <a:t>devices</a:t>
            </a:r>
            <a:r>
              <a:rPr sz="2200" spc="10" dirty="0">
                <a:latin typeface="Calibri"/>
                <a:cs typeface="Calibri"/>
              </a:rPr>
              <a:t> </a:t>
            </a:r>
            <a:r>
              <a:rPr sz="2200" spc="-5" dirty="0">
                <a:latin typeface="Calibri"/>
                <a:cs typeface="Calibri"/>
              </a:rPr>
              <a:t>should</a:t>
            </a:r>
            <a:r>
              <a:rPr sz="2200" spc="-15" dirty="0">
                <a:latin typeface="Calibri"/>
                <a:cs typeface="Calibri"/>
              </a:rPr>
              <a:t> </a:t>
            </a:r>
            <a:r>
              <a:rPr sz="2200" spc="-5" dirty="0">
                <a:latin typeface="Calibri"/>
                <a:cs typeface="Calibri"/>
              </a:rPr>
              <a:t>be</a:t>
            </a:r>
            <a:r>
              <a:rPr sz="2200" spc="15" dirty="0">
                <a:latin typeface="Calibri"/>
                <a:cs typeface="Calibri"/>
              </a:rPr>
              <a:t> </a:t>
            </a:r>
            <a:r>
              <a:rPr sz="2200" spc="-5" dirty="0">
                <a:latin typeface="Calibri"/>
                <a:cs typeface="Calibri"/>
              </a:rPr>
              <a:t>acquired.</a:t>
            </a:r>
            <a:endParaRPr sz="2200">
              <a:latin typeface="Calibri"/>
              <a:cs typeface="Calibri"/>
            </a:endParaRPr>
          </a:p>
          <a:p>
            <a:pPr marL="355600" indent="-342900">
              <a:lnSpc>
                <a:spcPct val="100000"/>
              </a:lnSpc>
              <a:spcBef>
                <a:spcPts val="525"/>
              </a:spcBef>
              <a:buFont typeface="Arial MT"/>
              <a:buChar char="•"/>
              <a:tabLst>
                <a:tab pos="354965" algn="l"/>
                <a:tab pos="355600" algn="l"/>
              </a:tabLst>
            </a:pPr>
            <a:r>
              <a:rPr sz="2200" spc="-5" dirty="0">
                <a:latin typeface="Calibri"/>
                <a:cs typeface="Calibri"/>
              </a:rPr>
              <a:t>It </a:t>
            </a:r>
            <a:r>
              <a:rPr sz="2200" spc="-10" dirty="0">
                <a:latin typeface="Calibri"/>
                <a:cs typeface="Calibri"/>
              </a:rPr>
              <a:t>must</a:t>
            </a:r>
            <a:r>
              <a:rPr sz="2200" spc="10" dirty="0">
                <a:latin typeface="Calibri"/>
                <a:cs typeface="Calibri"/>
              </a:rPr>
              <a:t> </a:t>
            </a:r>
            <a:r>
              <a:rPr sz="2200" spc="-5" dirty="0">
                <a:latin typeface="Calibri"/>
                <a:cs typeface="Calibri"/>
              </a:rPr>
              <a:t>be</a:t>
            </a:r>
            <a:r>
              <a:rPr sz="2200" spc="5" dirty="0">
                <a:latin typeface="Calibri"/>
                <a:cs typeface="Calibri"/>
              </a:rPr>
              <a:t> </a:t>
            </a:r>
            <a:r>
              <a:rPr sz="2200" spc="-15" dirty="0">
                <a:latin typeface="Calibri"/>
                <a:cs typeface="Calibri"/>
              </a:rPr>
              <a:t>sent</a:t>
            </a:r>
            <a:r>
              <a:rPr sz="2200" spc="10" dirty="0">
                <a:latin typeface="Calibri"/>
                <a:cs typeface="Calibri"/>
              </a:rPr>
              <a:t> </a:t>
            </a:r>
            <a:r>
              <a:rPr sz="2200" spc="-20" dirty="0">
                <a:latin typeface="Calibri"/>
                <a:cs typeface="Calibri"/>
              </a:rPr>
              <a:t>to</a:t>
            </a:r>
            <a:r>
              <a:rPr sz="2200" spc="10" dirty="0">
                <a:latin typeface="Calibri"/>
                <a:cs typeface="Calibri"/>
              </a:rPr>
              <a:t> </a:t>
            </a:r>
            <a:r>
              <a:rPr sz="2200" spc="-10" dirty="0">
                <a:latin typeface="Calibri"/>
                <a:cs typeface="Calibri"/>
              </a:rPr>
              <a:t>upper</a:t>
            </a:r>
            <a:r>
              <a:rPr sz="2200" dirty="0">
                <a:latin typeface="Calibri"/>
                <a:cs typeface="Calibri"/>
              </a:rPr>
              <a:t> </a:t>
            </a:r>
            <a:r>
              <a:rPr sz="2200" spc="-20" dirty="0">
                <a:latin typeface="Calibri"/>
                <a:cs typeface="Calibri"/>
              </a:rPr>
              <a:t>layers.</a:t>
            </a:r>
            <a:endParaRPr sz="2200">
              <a:latin typeface="Calibri"/>
              <a:cs typeface="Calibri"/>
            </a:endParaRPr>
          </a:p>
          <a:p>
            <a:pPr marL="354965" marR="5080" indent="-342900">
              <a:lnSpc>
                <a:spcPct val="100000"/>
              </a:lnSpc>
              <a:spcBef>
                <a:spcPts val="530"/>
              </a:spcBef>
              <a:buFont typeface="Arial MT"/>
              <a:buChar char="•"/>
              <a:tabLst>
                <a:tab pos="354965" algn="l"/>
                <a:tab pos="355600" algn="l"/>
              </a:tabLst>
            </a:pPr>
            <a:r>
              <a:rPr sz="2200" spc="-100" dirty="0">
                <a:latin typeface="Calibri"/>
                <a:cs typeface="Calibri"/>
              </a:rPr>
              <a:t>To</a:t>
            </a:r>
            <a:r>
              <a:rPr sz="2200" spc="120" dirty="0">
                <a:latin typeface="Calibri"/>
                <a:cs typeface="Calibri"/>
              </a:rPr>
              <a:t> </a:t>
            </a:r>
            <a:r>
              <a:rPr sz="2200" spc="-5" dirty="0">
                <a:latin typeface="Calibri"/>
                <a:cs typeface="Calibri"/>
              </a:rPr>
              <a:t>this</a:t>
            </a:r>
            <a:r>
              <a:rPr sz="2200" spc="114" dirty="0">
                <a:latin typeface="Calibri"/>
                <a:cs typeface="Calibri"/>
              </a:rPr>
              <a:t> </a:t>
            </a:r>
            <a:r>
              <a:rPr sz="2200" spc="-10" dirty="0">
                <a:latin typeface="Calibri"/>
                <a:cs typeface="Calibri"/>
              </a:rPr>
              <a:t>end,</a:t>
            </a:r>
            <a:r>
              <a:rPr sz="2200" spc="105" dirty="0">
                <a:latin typeface="Calibri"/>
                <a:cs typeface="Calibri"/>
              </a:rPr>
              <a:t> </a:t>
            </a:r>
            <a:r>
              <a:rPr sz="2200" spc="-5" dirty="0">
                <a:latin typeface="Calibri"/>
                <a:cs typeface="Calibri"/>
              </a:rPr>
              <a:t>a</a:t>
            </a:r>
            <a:r>
              <a:rPr sz="2200" spc="120" dirty="0">
                <a:latin typeface="Calibri"/>
                <a:cs typeface="Calibri"/>
              </a:rPr>
              <a:t> </a:t>
            </a:r>
            <a:r>
              <a:rPr sz="2200" b="1" spc="-5" dirty="0">
                <a:solidFill>
                  <a:srgbClr val="FF0000"/>
                </a:solidFill>
                <a:latin typeface="Calibri"/>
                <a:cs typeface="Calibri"/>
              </a:rPr>
              <a:t>sink</a:t>
            </a:r>
            <a:r>
              <a:rPr sz="2200" b="1" spc="105" dirty="0">
                <a:solidFill>
                  <a:srgbClr val="FF0000"/>
                </a:solidFill>
                <a:latin typeface="Calibri"/>
                <a:cs typeface="Calibri"/>
              </a:rPr>
              <a:t> </a:t>
            </a:r>
            <a:r>
              <a:rPr sz="2200" b="1" spc="-5" dirty="0">
                <a:solidFill>
                  <a:srgbClr val="FF0000"/>
                </a:solidFill>
                <a:latin typeface="Calibri"/>
                <a:cs typeface="Calibri"/>
              </a:rPr>
              <a:t>node</a:t>
            </a:r>
            <a:r>
              <a:rPr sz="2200" b="1" spc="120" dirty="0">
                <a:solidFill>
                  <a:srgbClr val="FF0000"/>
                </a:solidFill>
                <a:latin typeface="Calibri"/>
                <a:cs typeface="Calibri"/>
              </a:rPr>
              <a:t> </a:t>
            </a:r>
            <a:r>
              <a:rPr sz="2200" dirty="0">
                <a:latin typeface="Calibri"/>
                <a:cs typeface="Calibri"/>
              </a:rPr>
              <a:t>or</a:t>
            </a:r>
            <a:r>
              <a:rPr sz="2200" spc="110" dirty="0">
                <a:latin typeface="Calibri"/>
                <a:cs typeface="Calibri"/>
              </a:rPr>
              <a:t> </a:t>
            </a:r>
            <a:r>
              <a:rPr sz="2200" b="1" spc="-5" dirty="0">
                <a:solidFill>
                  <a:srgbClr val="FF0000"/>
                </a:solidFill>
                <a:latin typeface="Calibri"/>
                <a:cs typeface="Calibri"/>
              </a:rPr>
              <a:t>local</a:t>
            </a:r>
            <a:r>
              <a:rPr sz="2200" b="1" spc="114" dirty="0">
                <a:solidFill>
                  <a:srgbClr val="FF0000"/>
                </a:solidFill>
                <a:latin typeface="Calibri"/>
                <a:cs typeface="Calibri"/>
              </a:rPr>
              <a:t> </a:t>
            </a:r>
            <a:r>
              <a:rPr sz="2200" b="1" spc="-25" dirty="0">
                <a:solidFill>
                  <a:srgbClr val="FF0000"/>
                </a:solidFill>
                <a:latin typeface="Calibri"/>
                <a:cs typeface="Calibri"/>
              </a:rPr>
              <a:t>gateway</a:t>
            </a:r>
            <a:r>
              <a:rPr sz="2200" b="1" spc="105" dirty="0">
                <a:solidFill>
                  <a:srgbClr val="FF0000"/>
                </a:solidFill>
                <a:latin typeface="Calibri"/>
                <a:cs typeface="Calibri"/>
              </a:rPr>
              <a:t> </a:t>
            </a:r>
            <a:r>
              <a:rPr sz="2200" b="1" spc="-5" dirty="0">
                <a:solidFill>
                  <a:srgbClr val="FF0000"/>
                </a:solidFill>
                <a:latin typeface="Calibri"/>
                <a:cs typeface="Calibri"/>
              </a:rPr>
              <a:t>node</a:t>
            </a:r>
            <a:r>
              <a:rPr sz="2200" b="1" spc="130" dirty="0">
                <a:solidFill>
                  <a:srgbClr val="FF0000"/>
                </a:solidFill>
                <a:latin typeface="Calibri"/>
                <a:cs typeface="Calibri"/>
              </a:rPr>
              <a:t> </a:t>
            </a:r>
            <a:r>
              <a:rPr sz="2200" spc="-15" dirty="0">
                <a:latin typeface="Calibri"/>
                <a:cs typeface="Calibri"/>
              </a:rPr>
              <a:t>may</a:t>
            </a:r>
            <a:r>
              <a:rPr sz="2200" spc="114" dirty="0">
                <a:latin typeface="Calibri"/>
                <a:cs typeface="Calibri"/>
              </a:rPr>
              <a:t> </a:t>
            </a:r>
            <a:r>
              <a:rPr sz="2200" spc="-20" dirty="0">
                <a:latin typeface="Calibri"/>
                <a:cs typeface="Calibri"/>
              </a:rPr>
              <a:t>exist</a:t>
            </a:r>
            <a:r>
              <a:rPr sz="2200" spc="130" dirty="0">
                <a:latin typeface="Calibri"/>
                <a:cs typeface="Calibri"/>
              </a:rPr>
              <a:t> </a:t>
            </a:r>
            <a:r>
              <a:rPr sz="2200" spc="-20" dirty="0">
                <a:latin typeface="Calibri"/>
                <a:cs typeface="Calibri"/>
              </a:rPr>
              <a:t>to</a:t>
            </a:r>
            <a:r>
              <a:rPr sz="2200" spc="125" dirty="0">
                <a:latin typeface="Calibri"/>
                <a:cs typeface="Calibri"/>
              </a:rPr>
              <a:t> </a:t>
            </a:r>
            <a:r>
              <a:rPr sz="2200" spc="-15" dirty="0">
                <a:latin typeface="Calibri"/>
                <a:cs typeface="Calibri"/>
              </a:rPr>
              <a:t>gather</a:t>
            </a:r>
            <a:r>
              <a:rPr sz="2200" spc="105" dirty="0">
                <a:latin typeface="Calibri"/>
                <a:cs typeface="Calibri"/>
              </a:rPr>
              <a:t> </a:t>
            </a:r>
            <a:r>
              <a:rPr sz="2200" spc="-15" dirty="0">
                <a:latin typeface="Calibri"/>
                <a:cs typeface="Calibri"/>
              </a:rPr>
              <a:t>data, </a:t>
            </a:r>
            <a:r>
              <a:rPr sz="2200" spc="-480" dirty="0">
                <a:latin typeface="Calibri"/>
                <a:cs typeface="Calibri"/>
              </a:rPr>
              <a:t> </a:t>
            </a:r>
            <a:r>
              <a:rPr sz="2200" dirty="0">
                <a:latin typeface="Calibri"/>
                <a:cs typeface="Calibri"/>
              </a:rPr>
              <a:t>or</a:t>
            </a:r>
            <a:r>
              <a:rPr sz="2200" spc="-10" dirty="0">
                <a:latin typeface="Calibri"/>
                <a:cs typeface="Calibri"/>
              </a:rPr>
              <a:t> sensors</a:t>
            </a:r>
            <a:r>
              <a:rPr sz="2200" spc="5" dirty="0">
                <a:latin typeface="Calibri"/>
                <a:cs typeface="Calibri"/>
              </a:rPr>
              <a:t> </a:t>
            </a:r>
            <a:r>
              <a:rPr sz="2200" spc="-15" dirty="0">
                <a:latin typeface="Calibri"/>
                <a:cs typeface="Calibri"/>
              </a:rPr>
              <a:t>can</a:t>
            </a:r>
            <a:r>
              <a:rPr sz="2200" spc="5" dirty="0">
                <a:latin typeface="Calibri"/>
                <a:cs typeface="Calibri"/>
              </a:rPr>
              <a:t> </a:t>
            </a:r>
            <a:r>
              <a:rPr sz="2200" spc="-10" dirty="0">
                <a:latin typeface="Calibri"/>
                <a:cs typeface="Calibri"/>
              </a:rPr>
              <a:t>send</a:t>
            </a:r>
            <a:r>
              <a:rPr sz="2200" spc="5" dirty="0">
                <a:latin typeface="Calibri"/>
                <a:cs typeface="Calibri"/>
              </a:rPr>
              <a:t> </a:t>
            </a:r>
            <a:r>
              <a:rPr sz="2200" spc="-20" dirty="0">
                <a:latin typeface="Calibri"/>
                <a:cs typeface="Calibri"/>
              </a:rPr>
              <a:t>data</a:t>
            </a:r>
            <a:r>
              <a:rPr sz="2200" dirty="0">
                <a:latin typeface="Calibri"/>
                <a:cs typeface="Calibri"/>
              </a:rPr>
              <a:t> </a:t>
            </a:r>
            <a:r>
              <a:rPr sz="2200" spc="-10" dirty="0">
                <a:latin typeface="Calibri"/>
                <a:cs typeface="Calibri"/>
              </a:rPr>
              <a:t>directly</a:t>
            </a:r>
            <a:r>
              <a:rPr sz="2200" spc="-5" dirty="0">
                <a:latin typeface="Calibri"/>
                <a:cs typeface="Calibri"/>
              </a:rPr>
              <a:t> </a:t>
            </a:r>
            <a:r>
              <a:rPr sz="2200" spc="-20" dirty="0">
                <a:latin typeface="Calibri"/>
                <a:cs typeface="Calibri"/>
              </a:rPr>
              <a:t>to</a:t>
            </a:r>
            <a:r>
              <a:rPr sz="2200" spc="10" dirty="0">
                <a:latin typeface="Calibri"/>
                <a:cs typeface="Calibri"/>
              </a:rPr>
              <a:t> </a:t>
            </a:r>
            <a:r>
              <a:rPr sz="2200" spc="-5" dirty="0">
                <a:latin typeface="Calibri"/>
                <a:cs typeface="Calibri"/>
              </a:rPr>
              <a:t>the</a:t>
            </a:r>
            <a:r>
              <a:rPr sz="2200" spc="10" dirty="0">
                <a:latin typeface="Calibri"/>
                <a:cs typeface="Calibri"/>
              </a:rPr>
              <a:t> </a:t>
            </a:r>
            <a:r>
              <a:rPr sz="2200" spc="-15" dirty="0">
                <a:latin typeface="Calibri"/>
                <a:cs typeface="Calibri"/>
              </a:rPr>
              <a:t>fog.</a:t>
            </a:r>
            <a:endParaRPr sz="2200">
              <a:latin typeface="Calibri"/>
              <a:cs typeface="Calibri"/>
            </a:endParaRPr>
          </a:p>
        </p:txBody>
      </p:sp>
      <p:pic>
        <p:nvPicPr>
          <p:cNvPr id="3" name="object 3"/>
          <p:cNvPicPr/>
          <p:nvPr/>
        </p:nvPicPr>
        <p:blipFill>
          <a:blip r:embed="Rb4cdd39da6e045db" cstate="print"/>
          <a:stretch>
            <a:fillRect/>
          </a:stretch>
        </p:blipFill>
        <p:spPr>
          <a:xfrm>
            <a:off x="925514" y="2438143"/>
            <a:ext cx="7284304" cy="414768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204978"/>
            <a:ext cx="2952750" cy="360680"/>
          </a:xfrm>
          <a:prstGeom prst="rect">
            <a:avLst/>
          </a:prstGeom>
        </p:spPr>
        <p:txBody>
          <a:bodyPr vert="horz" wrap="square" lIns="0" tIns="12065" rIns="0" bIns="0" rtlCol="0">
            <a:spAutoFit/>
          </a:bodyPr>
          <a:lstStyle/>
          <a:p>
            <a:pPr marL="12700">
              <a:lnSpc>
                <a:spcPct val="100000"/>
              </a:lnSpc>
              <a:spcBef>
                <a:spcPts val="95"/>
              </a:spcBef>
            </a:pPr>
            <a:r>
              <a:rPr sz="2200" b="1" spc="-5" dirty="0">
                <a:latin typeface="Calibri"/>
                <a:cs typeface="Calibri"/>
              </a:rPr>
              <a:t>ii)</a:t>
            </a:r>
            <a:r>
              <a:rPr sz="2200" b="1" spc="5" dirty="0">
                <a:latin typeface="Calibri"/>
                <a:cs typeface="Calibri"/>
              </a:rPr>
              <a:t> </a:t>
            </a:r>
            <a:r>
              <a:rPr sz="2200" b="1" spc="-15" dirty="0">
                <a:latin typeface="Calibri"/>
                <a:cs typeface="Calibri"/>
              </a:rPr>
              <a:t>Lightweight</a:t>
            </a:r>
            <a:r>
              <a:rPr sz="2200" b="1" spc="5" dirty="0">
                <a:latin typeface="Calibri"/>
                <a:cs typeface="Calibri"/>
              </a:rPr>
              <a:t> </a:t>
            </a:r>
            <a:r>
              <a:rPr sz="2200" b="1" spc="-10" dirty="0">
                <a:latin typeface="Calibri"/>
                <a:cs typeface="Calibri"/>
              </a:rPr>
              <a:t>Processing</a:t>
            </a:r>
            <a:endParaRPr sz="2200">
              <a:latin typeface="Calibri"/>
              <a:cs typeface="Calibri"/>
            </a:endParaRPr>
          </a:p>
        </p:txBody>
      </p:sp>
      <p:sp>
        <p:nvSpPr>
          <p:cNvPr id="3" name="object 3"/>
          <p:cNvSpPr txBox="1"/>
          <p:nvPr/>
        </p:nvSpPr>
        <p:spPr>
          <a:xfrm>
            <a:off x="258267" y="607263"/>
            <a:ext cx="7922895" cy="3110865"/>
          </a:xfrm>
          <a:prstGeom prst="rect">
            <a:avLst/>
          </a:prstGeom>
        </p:spPr>
        <p:txBody>
          <a:bodyPr vert="horz" wrap="square" lIns="0" tIns="12065" rIns="0" bIns="0" rtlCol="0">
            <a:spAutoFit/>
          </a:bodyPr>
          <a:lstStyle/>
          <a:p>
            <a:pPr marL="355600" indent="-342900">
              <a:lnSpc>
                <a:spcPct val="100000"/>
              </a:lnSpc>
              <a:spcBef>
                <a:spcPts val="95"/>
              </a:spcBef>
              <a:buFont typeface="Arial MT"/>
              <a:buChar char="•"/>
              <a:tabLst>
                <a:tab pos="354965" algn="l"/>
                <a:tab pos="355600" algn="l"/>
                <a:tab pos="996950" algn="l"/>
                <a:tab pos="1667510" algn="l"/>
                <a:tab pos="2824480" algn="l"/>
                <a:tab pos="4313555" algn="l"/>
                <a:tab pos="5017770" algn="l"/>
                <a:tab pos="6755765" algn="l"/>
                <a:tab pos="7368540" algn="l"/>
              </a:tabLst>
            </a:pPr>
            <a:r>
              <a:rPr sz="2200" spc="-5" dirty="0">
                <a:latin typeface="Calibri"/>
                <a:cs typeface="Calibri"/>
              </a:rPr>
              <a:t>This	</a:t>
            </a:r>
            <a:r>
              <a:rPr sz="2200" spc="-15" dirty="0">
                <a:latin typeface="Calibri"/>
                <a:cs typeface="Calibri"/>
              </a:rPr>
              <a:t>step	</a:t>
            </a:r>
            <a:r>
              <a:rPr sz="2200" spc="-10" dirty="0">
                <a:latin typeface="Calibri"/>
                <a:cs typeface="Calibri"/>
              </a:rPr>
              <a:t>provides	</a:t>
            </a:r>
            <a:r>
              <a:rPr sz="2200" b="1" spc="-15" dirty="0">
                <a:solidFill>
                  <a:srgbClr val="FF0000"/>
                </a:solidFill>
                <a:latin typeface="Calibri"/>
                <a:cs typeface="Calibri"/>
              </a:rPr>
              <a:t>lightweight	data	</a:t>
            </a:r>
            <a:r>
              <a:rPr sz="2200" b="1" spc="-10" dirty="0">
                <a:solidFill>
                  <a:srgbClr val="FF0000"/>
                </a:solidFill>
                <a:latin typeface="Calibri"/>
                <a:cs typeface="Calibri"/>
              </a:rPr>
              <a:t>manipulation	</a:t>
            </a:r>
            <a:r>
              <a:rPr sz="2200" spc="-5" dirty="0">
                <a:latin typeface="Calibri"/>
                <a:cs typeface="Calibri"/>
              </a:rPr>
              <a:t>and	</a:t>
            </a:r>
            <a:r>
              <a:rPr sz="2200" b="1" spc="-10" dirty="0">
                <a:solidFill>
                  <a:srgbClr val="FF0000"/>
                </a:solidFill>
                <a:latin typeface="Calibri"/>
                <a:cs typeface="Calibri"/>
              </a:rPr>
              <a:t>local</a:t>
            </a:r>
            <a:endParaRPr sz="2200">
              <a:latin typeface="Calibri"/>
              <a:cs typeface="Calibri"/>
            </a:endParaRPr>
          </a:p>
          <a:p>
            <a:pPr marL="355600">
              <a:lnSpc>
                <a:spcPct val="100000"/>
              </a:lnSpc>
            </a:pPr>
            <a:r>
              <a:rPr sz="2200" b="1" spc="-5" dirty="0">
                <a:solidFill>
                  <a:srgbClr val="FF0000"/>
                </a:solidFill>
                <a:latin typeface="Calibri"/>
                <a:cs typeface="Calibri"/>
              </a:rPr>
              <a:t>processing </a:t>
            </a:r>
            <a:r>
              <a:rPr sz="2200" dirty="0">
                <a:latin typeface="Calibri"/>
                <a:cs typeface="Calibri"/>
              </a:rPr>
              <a:t>on</a:t>
            </a:r>
            <a:r>
              <a:rPr sz="2200" spc="-25" dirty="0">
                <a:latin typeface="Calibri"/>
                <a:cs typeface="Calibri"/>
              </a:rPr>
              <a:t> </a:t>
            </a:r>
            <a:r>
              <a:rPr sz="2200" spc="-5" dirty="0">
                <a:latin typeface="Calibri"/>
                <a:cs typeface="Calibri"/>
              </a:rPr>
              <a:t>the </a:t>
            </a:r>
            <a:r>
              <a:rPr sz="2200" spc="-10" dirty="0">
                <a:latin typeface="Calibri"/>
                <a:cs typeface="Calibri"/>
              </a:rPr>
              <a:t>collected</a:t>
            </a:r>
            <a:r>
              <a:rPr sz="2200" dirty="0">
                <a:latin typeface="Calibri"/>
                <a:cs typeface="Calibri"/>
              </a:rPr>
              <a:t> </a:t>
            </a:r>
            <a:r>
              <a:rPr sz="2200" spc="-15" dirty="0">
                <a:latin typeface="Calibri"/>
                <a:cs typeface="Calibri"/>
              </a:rPr>
              <a:t>data.</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15" dirty="0">
                <a:latin typeface="Calibri"/>
                <a:cs typeface="Calibri"/>
              </a:rPr>
              <a:t>Lightweight</a:t>
            </a:r>
            <a:r>
              <a:rPr sz="2200" spc="25" dirty="0">
                <a:latin typeface="Calibri"/>
                <a:cs typeface="Calibri"/>
              </a:rPr>
              <a:t> </a:t>
            </a:r>
            <a:r>
              <a:rPr sz="2200" spc="-10" dirty="0">
                <a:latin typeface="Calibri"/>
                <a:cs typeface="Calibri"/>
              </a:rPr>
              <a:t>processing</a:t>
            </a:r>
            <a:r>
              <a:rPr sz="2200" spc="10" dirty="0">
                <a:latin typeface="Calibri"/>
                <a:cs typeface="Calibri"/>
              </a:rPr>
              <a:t> </a:t>
            </a:r>
            <a:r>
              <a:rPr sz="2200" spc="-15" dirty="0">
                <a:latin typeface="Calibri"/>
                <a:cs typeface="Calibri"/>
              </a:rPr>
              <a:t>may</a:t>
            </a:r>
            <a:r>
              <a:rPr sz="2200" spc="5" dirty="0">
                <a:latin typeface="Calibri"/>
                <a:cs typeface="Calibri"/>
              </a:rPr>
              <a:t> </a:t>
            </a:r>
            <a:r>
              <a:rPr sz="2200" spc="-5" dirty="0">
                <a:latin typeface="Calibri"/>
                <a:cs typeface="Calibri"/>
              </a:rPr>
              <a:t>include</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20" dirty="0">
                <a:solidFill>
                  <a:srgbClr val="006FC0"/>
                </a:solidFill>
                <a:latin typeface="Calibri"/>
                <a:cs typeface="Calibri"/>
              </a:rPr>
              <a:t>data</a:t>
            </a:r>
            <a:r>
              <a:rPr sz="2200" b="1" spc="-15" dirty="0">
                <a:solidFill>
                  <a:srgbClr val="006FC0"/>
                </a:solidFill>
                <a:latin typeface="Calibri"/>
                <a:cs typeface="Calibri"/>
              </a:rPr>
              <a:t> </a:t>
            </a:r>
            <a:r>
              <a:rPr sz="2200" b="1" spc="-10" dirty="0">
                <a:solidFill>
                  <a:srgbClr val="006FC0"/>
                </a:solidFill>
                <a:latin typeface="Calibri"/>
                <a:cs typeface="Calibri"/>
              </a:rPr>
              <a:t>aggregation</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20" dirty="0">
                <a:solidFill>
                  <a:srgbClr val="006FC0"/>
                </a:solidFill>
                <a:latin typeface="Calibri"/>
                <a:cs typeface="Calibri"/>
              </a:rPr>
              <a:t>data</a:t>
            </a:r>
            <a:r>
              <a:rPr sz="2200" b="1" spc="25" dirty="0">
                <a:solidFill>
                  <a:srgbClr val="006FC0"/>
                </a:solidFill>
                <a:latin typeface="Calibri"/>
                <a:cs typeface="Calibri"/>
              </a:rPr>
              <a:t> </a:t>
            </a:r>
            <a:r>
              <a:rPr sz="2200" b="1" spc="-5" dirty="0">
                <a:solidFill>
                  <a:srgbClr val="006FC0"/>
                </a:solidFill>
                <a:latin typeface="Calibri"/>
                <a:cs typeface="Calibri"/>
              </a:rPr>
              <a:t>filtering,</a:t>
            </a:r>
            <a:r>
              <a:rPr sz="2200" b="1" spc="5" dirty="0">
                <a:solidFill>
                  <a:srgbClr val="006FC0"/>
                </a:solidFill>
                <a:latin typeface="Calibri"/>
                <a:cs typeface="Calibri"/>
              </a:rPr>
              <a:t> </a:t>
            </a:r>
            <a:r>
              <a:rPr sz="2200" b="1" spc="-10" dirty="0">
                <a:solidFill>
                  <a:srgbClr val="006FC0"/>
                </a:solidFill>
                <a:latin typeface="Calibri"/>
                <a:cs typeface="Calibri"/>
              </a:rPr>
              <a:t>elimination</a:t>
            </a:r>
            <a:r>
              <a:rPr sz="2200" b="1" spc="35" dirty="0">
                <a:solidFill>
                  <a:srgbClr val="006FC0"/>
                </a:solidFill>
                <a:latin typeface="Calibri"/>
                <a:cs typeface="Calibri"/>
              </a:rPr>
              <a:t> </a:t>
            </a:r>
            <a:r>
              <a:rPr sz="2200" b="1" spc="-10" dirty="0">
                <a:solidFill>
                  <a:srgbClr val="006FC0"/>
                </a:solidFill>
                <a:latin typeface="Calibri"/>
                <a:cs typeface="Calibri"/>
              </a:rPr>
              <a:t>of</a:t>
            </a:r>
            <a:r>
              <a:rPr sz="2200" b="1" spc="20" dirty="0">
                <a:solidFill>
                  <a:srgbClr val="006FC0"/>
                </a:solidFill>
                <a:latin typeface="Calibri"/>
                <a:cs typeface="Calibri"/>
              </a:rPr>
              <a:t> </a:t>
            </a:r>
            <a:r>
              <a:rPr sz="2200" b="1" spc="-5" dirty="0">
                <a:solidFill>
                  <a:srgbClr val="006FC0"/>
                </a:solidFill>
                <a:latin typeface="Calibri"/>
                <a:cs typeface="Calibri"/>
              </a:rPr>
              <a:t>unnecessary</a:t>
            </a:r>
            <a:r>
              <a:rPr sz="2200" b="1" spc="15" dirty="0">
                <a:solidFill>
                  <a:srgbClr val="006FC0"/>
                </a:solidFill>
                <a:latin typeface="Calibri"/>
                <a:cs typeface="Calibri"/>
              </a:rPr>
              <a:t> </a:t>
            </a:r>
            <a:r>
              <a:rPr sz="2200" b="1" spc="-10" dirty="0">
                <a:solidFill>
                  <a:srgbClr val="006FC0"/>
                </a:solidFill>
                <a:latin typeface="Calibri"/>
                <a:cs typeface="Calibri"/>
              </a:rPr>
              <a:t>or</a:t>
            </a:r>
            <a:r>
              <a:rPr sz="2200" b="1" spc="20" dirty="0">
                <a:solidFill>
                  <a:srgbClr val="006FC0"/>
                </a:solidFill>
                <a:latin typeface="Calibri"/>
                <a:cs typeface="Calibri"/>
              </a:rPr>
              <a:t> </a:t>
            </a:r>
            <a:r>
              <a:rPr sz="2200" b="1" spc="-15" dirty="0">
                <a:solidFill>
                  <a:srgbClr val="006FC0"/>
                </a:solidFill>
                <a:latin typeface="Calibri"/>
                <a:cs typeface="Calibri"/>
              </a:rPr>
              <a:t>repetitive</a:t>
            </a:r>
            <a:r>
              <a:rPr sz="2200" b="1" spc="25" dirty="0">
                <a:solidFill>
                  <a:srgbClr val="006FC0"/>
                </a:solidFill>
                <a:latin typeface="Calibri"/>
                <a:cs typeface="Calibri"/>
              </a:rPr>
              <a:t> </a:t>
            </a:r>
            <a:r>
              <a:rPr sz="2200" b="1" spc="-20" dirty="0">
                <a:solidFill>
                  <a:srgbClr val="006FC0"/>
                </a:solidFill>
                <a:latin typeface="Calibri"/>
                <a:cs typeface="Calibri"/>
              </a:rPr>
              <a:t>data</a:t>
            </a:r>
            <a:endParaRPr sz="2200">
              <a:latin typeface="Calibri"/>
              <a:cs typeface="Calibri"/>
            </a:endParaRPr>
          </a:p>
          <a:p>
            <a:pPr marL="756285" lvl="1" indent="-287020">
              <a:lnSpc>
                <a:spcPct val="100000"/>
              </a:lnSpc>
              <a:spcBef>
                <a:spcPts val="525"/>
              </a:spcBef>
              <a:buFont typeface="Arial MT"/>
              <a:buChar char="–"/>
              <a:tabLst>
                <a:tab pos="756285" algn="l"/>
                <a:tab pos="756920" algn="l"/>
              </a:tabLst>
            </a:pPr>
            <a:r>
              <a:rPr sz="2200" b="1" spc="-20" dirty="0">
                <a:solidFill>
                  <a:srgbClr val="006FC0"/>
                </a:solidFill>
                <a:latin typeface="Calibri"/>
                <a:cs typeface="Calibri"/>
              </a:rPr>
              <a:t>data</a:t>
            </a:r>
            <a:r>
              <a:rPr sz="2200" b="1" spc="-5" dirty="0">
                <a:solidFill>
                  <a:srgbClr val="006FC0"/>
                </a:solidFill>
                <a:latin typeface="Calibri"/>
                <a:cs typeface="Calibri"/>
              </a:rPr>
              <a:t> </a:t>
            </a:r>
            <a:r>
              <a:rPr sz="2200" b="1" spc="-10" dirty="0">
                <a:solidFill>
                  <a:srgbClr val="006FC0"/>
                </a:solidFill>
                <a:latin typeface="Calibri"/>
                <a:cs typeface="Calibri"/>
              </a:rPr>
              <a:t>cleaning</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10" dirty="0">
                <a:solidFill>
                  <a:srgbClr val="006FC0"/>
                </a:solidFill>
                <a:latin typeface="Calibri"/>
                <a:cs typeface="Calibri"/>
              </a:rPr>
              <a:t>compression/</a:t>
            </a:r>
            <a:r>
              <a:rPr sz="2200" b="1" spc="25" dirty="0">
                <a:solidFill>
                  <a:srgbClr val="006FC0"/>
                </a:solidFill>
                <a:latin typeface="Calibri"/>
                <a:cs typeface="Calibri"/>
              </a:rPr>
              <a:t> </a:t>
            </a:r>
            <a:r>
              <a:rPr sz="2200" b="1" spc="-10" dirty="0">
                <a:solidFill>
                  <a:srgbClr val="006FC0"/>
                </a:solidFill>
                <a:latin typeface="Calibri"/>
                <a:cs typeface="Calibri"/>
              </a:rPr>
              <a:t>decompression</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5" dirty="0">
                <a:solidFill>
                  <a:srgbClr val="006FC0"/>
                </a:solidFill>
                <a:latin typeface="Calibri"/>
                <a:cs typeface="Calibri"/>
              </a:rPr>
              <a:t>some</a:t>
            </a:r>
            <a:r>
              <a:rPr sz="2200" b="1" spc="20" dirty="0">
                <a:solidFill>
                  <a:srgbClr val="006FC0"/>
                </a:solidFill>
                <a:latin typeface="Calibri"/>
                <a:cs typeface="Calibri"/>
              </a:rPr>
              <a:t> </a:t>
            </a:r>
            <a:r>
              <a:rPr sz="2200" b="1" spc="-15" dirty="0">
                <a:solidFill>
                  <a:srgbClr val="006FC0"/>
                </a:solidFill>
                <a:latin typeface="Calibri"/>
                <a:cs typeface="Calibri"/>
              </a:rPr>
              <a:t>lightweight</a:t>
            </a:r>
            <a:r>
              <a:rPr sz="2200" b="1" spc="5" dirty="0">
                <a:solidFill>
                  <a:srgbClr val="006FC0"/>
                </a:solidFill>
                <a:latin typeface="Calibri"/>
                <a:cs typeface="Calibri"/>
              </a:rPr>
              <a:t> </a:t>
            </a:r>
            <a:r>
              <a:rPr sz="2200" b="1" spc="-20" dirty="0">
                <a:solidFill>
                  <a:srgbClr val="006FC0"/>
                </a:solidFill>
                <a:latin typeface="Calibri"/>
                <a:cs typeface="Calibri"/>
              </a:rPr>
              <a:t>data</a:t>
            </a:r>
            <a:r>
              <a:rPr sz="2200" b="1" spc="30" dirty="0">
                <a:solidFill>
                  <a:srgbClr val="006FC0"/>
                </a:solidFill>
                <a:latin typeface="Calibri"/>
                <a:cs typeface="Calibri"/>
              </a:rPr>
              <a:t> </a:t>
            </a:r>
            <a:r>
              <a:rPr sz="2200" b="1" spc="-10" dirty="0">
                <a:solidFill>
                  <a:srgbClr val="006FC0"/>
                </a:solidFill>
                <a:latin typeface="Calibri"/>
                <a:cs typeface="Calibri"/>
              </a:rPr>
              <a:t>analysis</a:t>
            </a:r>
            <a:r>
              <a:rPr sz="2200" b="1" spc="10" dirty="0">
                <a:solidFill>
                  <a:srgbClr val="006FC0"/>
                </a:solidFill>
                <a:latin typeface="Calibri"/>
                <a:cs typeface="Calibri"/>
              </a:rPr>
              <a:t> </a:t>
            </a:r>
            <a:r>
              <a:rPr sz="2200" b="1" spc="-10" dirty="0">
                <a:solidFill>
                  <a:srgbClr val="006FC0"/>
                </a:solidFill>
                <a:latin typeface="Calibri"/>
                <a:cs typeface="Calibri"/>
              </a:rPr>
              <a:t>and</a:t>
            </a:r>
            <a:r>
              <a:rPr sz="2200" b="1" spc="15" dirty="0">
                <a:solidFill>
                  <a:srgbClr val="006FC0"/>
                </a:solidFill>
                <a:latin typeface="Calibri"/>
                <a:cs typeface="Calibri"/>
              </a:rPr>
              <a:t> </a:t>
            </a:r>
            <a:r>
              <a:rPr sz="2200" b="1" spc="-20" dirty="0">
                <a:solidFill>
                  <a:srgbClr val="006FC0"/>
                </a:solidFill>
                <a:latin typeface="Calibri"/>
                <a:cs typeface="Calibri"/>
              </a:rPr>
              <a:t>pattern</a:t>
            </a:r>
            <a:r>
              <a:rPr sz="2200" b="1" spc="30" dirty="0">
                <a:solidFill>
                  <a:srgbClr val="006FC0"/>
                </a:solidFill>
                <a:latin typeface="Calibri"/>
                <a:cs typeface="Calibri"/>
              </a:rPr>
              <a:t> </a:t>
            </a:r>
            <a:r>
              <a:rPr sz="2200" b="1" spc="-15" dirty="0">
                <a:solidFill>
                  <a:srgbClr val="006FC0"/>
                </a:solidFill>
                <a:latin typeface="Calibri"/>
                <a:cs typeface="Calibri"/>
              </a:rPr>
              <a:t>extraction</a:t>
            </a:r>
            <a:endParaRPr sz="2200">
              <a:latin typeface="Calibri"/>
              <a:cs typeface="Calibri"/>
            </a:endParaRPr>
          </a:p>
        </p:txBody>
      </p:sp>
      <p:sp>
        <p:nvSpPr>
          <p:cNvPr id="4" name="object 4"/>
          <p:cNvSpPr txBox="1"/>
          <p:nvPr/>
        </p:nvSpPr>
        <p:spPr>
          <a:xfrm>
            <a:off x="8341232" y="607263"/>
            <a:ext cx="542925" cy="360680"/>
          </a:xfrm>
          <a:prstGeom prst="rect">
            <a:avLst/>
          </a:prstGeom>
        </p:spPr>
        <p:txBody>
          <a:bodyPr vert="horz" wrap="square" lIns="0" tIns="12065" rIns="0" bIns="0" rtlCol="0">
            <a:spAutoFit/>
          </a:bodyPr>
          <a:lstStyle/>
          <a:p>
            <a:pPr marL="12700">
              <a:lnSpc>
                <a:spcPct val="100000"/>
              </a:lnSpc>
              <a:spcBef>
                <a:spcPts val="95"/>
              </a:spcBef>
            </a:pPr>
            <a:r>
              <a:rPr sz="2200" b="1" dirty="0">
                <a:solidFill>
                  <a:srgbClr val="FF0000"/>
                </a:solidFill>
                <a:latin typeface="Calibri"/>
                <a:cs typeface="Calibri"/>
              </a:rPr>
              <a:t>d</a:t>
            </a:r>
            <a:r>
              <a:rPr sz="2200" b="1" spc="-25" dirty="0">
                <a:solidFill>
                  <a:srgbClr val="FF0000"/>
                </a:solidFill>
                <a:latin typeface="Calibri"/>
                <a:cs typeface="Calibri"/>
              </a:rPr>
              <a:t>a</a:t>
            </a:r>
            <a:r>
              <a:rPr sz="2200" b="1" spc="-40" dirty="0">
                <a:solidFill>
                  <a:srgbClr val="FF0000"/>
                </a:solidFill>
                <a:latin typeface="Calibri"/>
                <a:cs typeface="Calibri"/>
              </a:rPr>
              <a:t>t</a:t>
            </a:r>
            <a:r>
              <a:rPr sz="2200" b="1" spc="-5" dirty="0">
                <a:solidFill>
                  <a:srgbClr val="FF0000"/>
                </a:solidFill>
                <a:latin typeface="Calibri"/>
                <a:cs typeface="Calibri"/>
              </a:rPr>
              <a:t>a</a:t>
            </a:r>
            <a:endParaRPr sz="2200">
              <a:latin typeface="Calibri"/>
              <a:cs typeface="Calibri"/>
            </a:endParaRPr>
          </a:p>
        </p:txBody>
      </p:sp>
      <p:grpSp>
        <p:nvGrpSpPr>
          <p:cNvPr id="5" name="object 5"/>
          <p:cNvGrpSpPr/>
          <p:nvPr/>
        </p:nvGrpSpPr>
        <p:grpSpPr>
          <a:xfrm>
            <a:off x="674039" y="3855834"/>
            <a:ext cx="5563870" cy="2865755"/>
            <a:chOff x="674039" y="3855834"/>
            <a:chExt cx="5563870" cy="2865755"/>
          </a:xfrm>
        </p:grpSpPr>
        <p:pic>
          <p:nvPicPr>
            <p:cNvPr id="6" name="object 6"/>
            <p:cNvPicPr/>
            <p:nvPr/>
          </p:nvPicPr>
          <p:blipFill>
            <a:blip r:embed="R4e03e2091d9f4ab1" cstate="print"/>
            <a:stretch>
              <a:fillRect/>
            </a:stretch>
          </p:blipFill>
          <p:spPr>
            <a:xfrm>
              <a:off x="683564" y="3905830"/>
              <a:ext cx="5544566" cy="2805980"/>
            </a:xfrm>
            <a:prstGeom prst="rect">
              <a:avLst/>
            </a:prstGeom>
          </p:spPr>
        </p:pic>
        <p:sp>
          <p:nvSpPr>
            <p:cNvPr id="7" name="object 7"/>
            <p:cNvSpPr/>
            <p:nvPr/>
          </p:nvSpPr>
          <p:spPr>
            <a:xfrm>
              <a:off x="678802" y="3860596"/>
              <a:ext cx="5554345" cy="2856230"/>
            </a:xfrm>
            <a:custGeom>
              <a:avLst/>
              <a:gdLst/>
              <a:ahLst/>
              <a:cxnLst/>
              <a:rect l="l" t="t" r="r" b="b"/>
              <a:pathLst>
                <a:path w="5554345" h="2856229">
                  <a:moveTo>
                    <a:pt x="0" y="2855975"/>
                  </a:moveTo>
                  <a:lnTo>
                    <a:pt x="5554091" y="2855975"/>
                  </a:lnTo>
                  <a:lnTo>
                    <a:pt x="5554091" y="0"/>
                  </a:lnTo>
                  <a:lnTo>
                    <a:pt x="0" y="0"/>
                  </a:lnTo>
                  <a:lnTo>
                    <a:pt x="0" y="2855975"/>
                  </a:lnTo>
                  <a:close/>
                </a:path>
              </a:pathLst>
            </a:custGeom>
            <a:ln w="9525">
              <a:solidFill>
                <a:srgbClr val="000000"/>
              </a:solidFill>
            </a:ln>
          </p:spPr>
          <p:txBody>
            <a:bodyPr wrap="square" lIns="0" tIns="0" rIns="0" bIns="0" rtlCol="0"/>
            <a:lstStyle/>
            <a:p>
              <a:endParaRPr/>
            </a:p>
          </p:txBody>
        </p:sp>
      </p:grpSp>
      <p:grpSp>
        <p:nvGrpSpPr>
          <p:cNvPr id="8" name="object 8"/>
          <p:cNvGrpSpPr/>
          <p:nvPr/>
        </p:nvGrpSpPr>
        <p:grpSpPr>
          <a:xfrm>
            <a:off x="6938708" y="3781631"/>
            <a:ext cx="1616075" cy="2969260"/>
            <a:chOff x="6938708" y="3781631"/>
            <a:chExt cx="1616075" cy="2969260"/>
          </a:xfrm>
        </p:grpSpPr>
        <p:pic>
          <p:nvPicPr>
            <p:cNvPr id="9" name="object 9"/>
            <p:cNvPicPr/>
            <p:nvPr/>
          </p:nvPicPr>
          <p:blipFill>
            <a:blip r:embed="R11f333f688c142ae" cstate="print"/>
            <a:stretch>
              <a:fillRect/>
            </a:stretch>
          </p:blipFill>
          <p:spPr>
            <a:xfrm>
              <a:off x="6948296" y="3791156"/>
              <a:ext cx="1596771" cy="2950210"/>
            </a:xfrm>
            <a:prstGeom prst="rect">
              <a:avLst/>
            </a:prstGeom>
          </p:spPr>
        </p:pic>
        <p:sp>
          <p:nvSpPr>
            <p:cNvPr id="10" name="object 10"/>
            <p:cNvSpPr/>
            <p:nvPr/>
          </p:nvSpPr>
          <p:spPr>
            <a:xfrm>
              <a:off x="6943470" y="3786394"/>
              <a:ext cx="1606550" cy="2959735"/>
            </a:xfrm>
            <a:custGeom>
              <a:avLst/>
              <a:gdLst/>
              <a:ahLst/>
              <a:cxnLst/>
              <a:rect l="l" t="t" r="r" b="b"/>
              <a:pathLst>
                <a:path w="1606550" h="2959734">
                  <a:moveTo>
                    <a:pt x="0" y="2959735"/>
                  </a:moveTo>
                  <a:lnTo>
                    <a:pt x="1606296" y="2959735"/>
                  </a:lnTo>
                  <a:lnTo>
                    <a:pt x="1606296" y="0"/>
                  </a:lnTo>
                  <a:lnTo>
                    <a:pt x="0" y="0"/>
                  </a:lnTo>
                  <a:lnTo>
                    <a:pt x="0" y="2959735"/>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0200" y="3908702"/>
            <a:ext cx="8557260" cy="2239010"/>
          </a:xfrm>
          <a:prstGeom prst="rect">
            <a:avLst/>
          </a:prstGeom>
        </p:spPr>
        <p:txBody>
          <a:bodyPr vert="horz" wrap="square" lIns="0" tIns="79375" rIns="0" bIns="0" rtlCol="0">
            <a:spAutoFit/>
          </a:bodyPr>
          <a:lstStyle/>
          <a:p>
            <a:pPr marL="355600" indent="-343535">
              <a:lnSpc>
                <a:spcPct val="100000"/>
              </a:lnSpc>
              <a:spcBef>
                <a:spcPts val="625"/>
              </a:spcBef>
              <a:buFont typeface="Arial MT"/>
              <a:buChar char="•"/>
              <a:tabLst>
                <a:tab pos="355600" algn="l"/>
                <a:tab pos="356235" algn="l"/>
              </a:tabLst>
            </a:pPr>
            <a:r>
              <a:rPr sz="2200" spc="-10" dirty="0">
                <a:latin typeface="Calibri"/>
                <a:cs typeface="Calibri"/>
              </a:rPr>
              <a:t>The</a:t>
            </a:r>
            <a:r>
              <a:rPr sz="2200" spc="20" dirty="0">
                <a:latin typeface="Calibri"/>
                <a:cs typeface="Calibri"/>
              </a:rPr>
              <a:t> </a:t>
            </a:r>
            <a:r>
              <a:rPr sz="2200" spc="-15" dirty="0">
                <a:latin typeface="Calibri"/>
                <a:cs typeface="Calibri"/>
              </a:rPr>
              <a:t>aggregated</a:t>
            </a:r>
            <a:r>
              <a:rPr sz="2200" spc="10" dirty="0">
                <a:latin typeface="Calibri"/>
                <a:cs typeface="Calibri"/>
              </a:rPr>
              <a:t> </a:t>
            </a:r>
            <a:r>
              <a:rPr sz="2200" spc="-20" dirty="0">
                <a:latin typeface="Calibri"/>
                <a:cs typeface="Calibri"/>
              </a:rPr>
              <a:t>data</a:t>
            </a:r>
            <a:r>
              <a:rPr sz="2200" spc="5" dirty="0">
                <a:latin typeface="Calibri"/>
                <a:cs typeface="Calibri"/>
              </a:rPr>
              <a:t> </a:t>
            </a:r>
            <a:r>
              <a:rPr sz="2200" spc="-5" dirty="0">
                <a:latin typeface="Calibri"/>
                <a:cs typeface="Calibri"/>
              </a:rPr>
              <a:t>will</a:t>
            </a:r>
            <a:r>
              <a:rPr sz="2200" dirty="0">
                <a:latin typeface="Calibri"/>
                <a:cs typeface="Calibri"/>
              </a:rPr>
              <a:t> </a:t>
            </a:r>
            <a:r>
              <a:rPr sz="2200" spc="-5" dirty="0">
                <a:latin typeface="Calibri"/>
                <a:cs typeface="Calibri"/>
              </a:rPr>
              <a:t>be</a:t>
            </a:r>
            <a:r>
              <a:rPr sz="2200" spc="15" dirty="0">
                <a:latin typeface="Calibri"/>
                <a:cs typeface="Calibri"/>
              </a:rPr>
              <a:t> </a:t>
            </a:r>
            <a:r>
              <a:rPr sz="2200" spc="-20" dirty="0">
                <a:latin typeface="Calibri"/>
                <a:cs typeface="Calibri"/>
              </a:rPr>
              <a:t>transferred</a:t>
            </a:r>
            <a:r>
              <a:rPr sz="2200" spc="5" dirty="0">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a:t>
            </a:r>
            <a:r>
              <a:rPr sz="2200" spc="20" dirty="0">
                <a:latin typeface="Calibri"/>
                <a:cs typeface="Calibri"/>
              </a:rPr>
              <a:t> </a:t>
            </a:r>
            <a:r>
              <a:rPr sz="2200" spc="-5" dirty="0">
                <a:latin typeface="Calibri"/>
                <a:cs typeface="Calibri"/>
              </a:rPr>
              <a:t>cloud via the</a:t>
            </a:r>
            <a:r>
              <a:rPr sz="2200" spc="15" dirty="0">
                <a:latin typeface="Calibri"/>
                <a:cs typeface="Calibri"/>
              </a:rPr>
              <a:t> </a:t>
            </a:r>
            <a:r>
              <a:rPr sz="2200" spc="-10" dirty="0">
                <a:latin typeface="Calibri"/>
                <a:cs typeface="Calibri"/>
              </a:rPr>
              <a:t>network.</a:t>
            </a:r>
            <a:endParaRPr sz="2200">
              <a:latin typeface="Calibri"/>
              <a:cs typeface="Calibri"/>
            </a:endParaRPr>
          </a:p>
          <a:p>
            <a:pPr marL="355600" indent="-343535">
              <a:lnSpc>
                <a:spcPct val="100000"/>
              </a:lnSpc>
              <a:spcBef>
                <a:spcPts val="530"/>
              </a:spcBef>
              <a:buFont typeface="Arial MT"/>
              <a:buChar char="•"/>
              <a:tabLst>
                <a:tab pos="355600" algn="l"/>
                <a:tab pos="356235" algn="l"/>
              </a:tabLst>
            </a:pPr>
            <a:r>
              <a:rPr sz="2200" spc="-5" dirty="0">
                <a:latin typeface="Calibri"/>
                <a:cs typeface="Calibri"/>
              </a:rPr>
              <a:t>In</a:t>
            </a:r>
            <a:r>
              <a:rPr sz="2200" spc="55" dirty="0">
                <a:latin typeface="Calibri"/>
                <a:cs typeface="Calibri"/>
              </a:rPr>
              <a:t> </a:t>
            </a:r>
            <a:r>
              <a:rPr sz="2200" spc="-5" dirty="0">
                <a:latin typeface="Calibri"/>
                <a:cs typeface="Calibri"/>
              </a:rPr>
              <a:t>addition,</a:t>
            </a:r>
            <a:r>
              <a:rPr sz="2200" spc="60" dirty="0">
                <a:latin typeface="Calibri"/>
                <a:cs typeface="Calibri"/>
              </a:rPr>
              <a:t> </a:t>
            </a:r>
            <a:r>
              <a:rPr sz="2200" spc="-5" dirty="0">
                <a:latin typeface="Calibri"/>
                <a:cs typeface="Calibri"/>
              </a:rPr>
              <a:t>the</a:t>
            </a:r>
            <a:r>
              <a:rPr sz="2200" spc="60" dirty="0">
                <a:latin typeface="Calibri"/>
                <a:cs typeface="Calibri"/>
              </a:rPr>
              <a:t> </a:t>
            </a:r>
            <a:r>
              <a:rPr sz="2200" b="1" spc="-10" dirty="0">
                <a:solidFill>
                  <a:srgbClr val="006FC0"/>
                </a:solidFill>
                <a:latin typeface="Calibri"/>
                <a:cs typeface="Calibri"/>
              </a:rPr>
              <a:t>feedback</a:t>
            </a:r>
            <a:r>
              <a:rPr sz="2200" b="1" spc="75" dirty="0">
                <a:solidFill>
                  <a:srgbClr val="006FC0"/>
                </a:solidFill>
                <a:latin typeface="Calibri"/>
                <a:cs typeface="Calibri"/>
              </a:rPr>
              <a:t> </a:t>
            </a:r>
            <a:r>
              <a:rPr sz="2200" b="1" spc="-10" dirty="0">
                <a:solidFill>
                  <a:srgbClr val="006FC0"/>
                </a:solidFill>
                <a:latin typeface="Calibri"/>
                <a:cs typeface="Calibri"/>
              </a:rPr>
              <a:t>as</a:t>
            </a:r>
            <a:r>
              <a:rPr sz="2200" b="1" spc="75" dirty="0">
                <a:solidFill>
                  <a:srgbClr val="006FC0"/>
                </a:solidFill>
                <a:latin typeface="Calibri"/>
                <a:cs typeface="Calibri"/>
              </a:rPr>
              <a:t> </a:t>
            </a:r>
            <a:r>
              <a:rPr sz="2200" b="1" spc="-10" dirty="0">
                <a:solidFill>
                  <a:srgbClr val="006FC0"/>
                </a:solidFill>
                <a:latin typeface="Calibri"/>
                <a:cs typeface="Calibri"/>
              </a:rPr>
              <a:t>response</a:t>
            </a:r>
            <a:r>
              <a:rPr sz="2200" b="1" spc="95" dirty="0">
                <a:solidFill>
                  <a:srgbClr val="006FC0"/>
                </a:solidFill>
                <a:latin typeface="Calibri"/>
                <a:cs typeface="Calibri"/>
              </a:rPr>
              <a:t> </a:t>
            </a:r>
            <a:r>
              <a:rPr sz="2200" b="1" spc="-20" dirty="0">
                <a:solidFill>
                  <a:srgbClr val="006FC0"/>
                </a:solidFill>
                <a:latin typeface="Calibri"/>
                <a:cs typeface="Calibri"/>
              </a:rPr>
              <a:t>data</a:t>
            </a:r>
            <a:r>
              <a:rPr sz="2200" b="1" spc="70" dirty="0">
                <a:solidFill>
                  <a:srgbClr val="006FC0"/>
                </a:solidFill>
                <a:latin typeface="Calibri"/>
                <a:cs typeface="Calibri"/>
              </a:rPr>
              <a:t> </a:t>
            </a:r>
            <a:r>
              <a:rPr sz="2200" spc="-5" dirty="0">
                <a:latin typeface="Calibri"/>
                <a:cs typeface="Calibri"/>
              </a:rPr>
              <a:t>should</a:t>
            </a:r>
            <a:r>
              <a:rPr sz="2200" spc="70" dirty="0">
                <a:latin typeface="Calibri"/>
                <a:cs typeface="Calibri"/>
              </a:rPr>
              <a:t> </a:t>
            </a:r>
            <a:r>
              <a:rPr sz="2200" spc="-5" dirty="0">
                <a:latin typeface="Calibri"/>
                <a:cs typeface="Calibri"/>
              </a:rPr>
              <a:t>be</a:t>
            </a:r>
            <a:r>
              <a:rPr sz="2200" spc="65" dirty="0">
                <a:latin typeface="Calibri"/>
                <a:cs typeface="Calibri"/>
              </a:rPr>
              <a:t> </a:t>
            </a:r>
            <a:r>
              <a:rPr sz="2200" spc="-20" dirty="0">
                <a:latin typeface="Calibri"/>
                <a:cs typeface="Calibri"/>
              </a:rPr>
              <a:t>transferred</a:t>
            </a:r>
            <a:r>
              <a:rPr sz="2200" spc="65" dirty="0">
                <a:latin typeface="Calibri"/>
                <a:cs typeface="Calibri"/>
              </a:rPr>
              <a:t> </a:t>
            </a:r>
            <a:r>
              <a:rPr sz="2200" spc="-20" dirty="0">
                <a:latin typeface="Calibri"/>
                <a:cs typeface="Calibri"/>
              </a:rPr>
              <a:t>to</a:t>
            </a:r>
            <a:r>
              <a:rPr sz="2200" spc="80" dirty="0">
                <a:latin typeface="Calibri"/>
                <a:cs typeface="Calibri"/>
              </a:rPr>
              <a:t> </a:t>
            </a:r>
            <a:r>
              <a:rPr sz="2200" spc="-5" dirty="0">
                <a:latin typeface="Calibri"/>
                <a:cs typeface="Calibri"/>
              </a:rPr>
              <a:t>the</a:t>
            </a:r>
            <a:endParaRPr sz="2200">
              <a:latin typeface="Calibri"/>
              <a:cs typeface="Calibri"/>
            </a:endParaRPr>
          </a:p>
          <a:p>
            <a:pPr marL="355600">
              <a:lnSpc>
                <a:spcPct val="100000"/>
              </a:lnSpc>
            </a:pPr>
            <a:r>
              <a:rPr sz="2200" spc="-10" dirty="0">
                <a:latin typeface="Calibri"/>
                <a:cs typeface="Calibri"/>
              </a:rPr>
              <a:t>device.</a:t>
            </a:r>
            <a:endParaRPr sz="2200">
              <a:latin typeface="Calibri"/>
              <a:cs typeface="Calibri"/>
            </a:endParaRPr>
          </a:p>
          <a:p>
            <a:pPr marL="355600" marR="5080" indent="-343535" algn="just">
              <a:lnSpc>
                <a:spcPct val="100000"/>
              </a:lnSpc>
              <a:spcBef>
                <a:spcPts val="530"/>
              </a:spcBef>
              <a:buFont typeface="Arial MT"/>
              <a:buChar char="•"/>
              <a:tabLst>
                <a:tab pos="356235" algn="l"/>
              </a:tabLst>
            </a:pPr>
            <a:r>
              <a:rPr sz="2200" spc="-10" dirty="0">
                <a:latin typeface="Calibri"/>
                <a:cs typeface="Calibri"/>
              </a:rPr>
              <a:t>Also, </a:t>
            </a:r>
            <a:r>
              <a:rPr sz="2200" spc="-5" dirty="0">
                <a:latin typeface="Calibri"/>
                <a:cs typeface="Calibri"/>
              </a:rPr>
              <a:t>as the </a:t>
            </a:r>
            <a:r>
              <a:rPr sz="2200" spc="-10" dirty="0">
                <a:latin typeface="Calibri"/>
                <a:cs typeface="Calibri"/>
              </a:rPr>
              <a:t>feedback </a:t>
            </a:r>
            <a:r>
              <a:rPr sz="2200" spc="-5" dirty="0">
                <a:latin typeface="Calibri"/>
                <a:cs typeface="Calibri"/>
              </a:rPr>
              <a:t>is </a:t>
            </a:r>
            <a:r>
              <a:rPr sz="2200" spc="-10" dirty="0">
                <a:latin typeface="Calibri"/>
                <a:cs typeface="Calibri"/>
              </a:rPr>
              <a:t>received </a:t>
            </a:r>
            <a:r>
              <a:rPr sz="2200" spc="-15" dirty="0">
                <a:latin typeface="Calibri"/>
                <a:cs typeface="Calibri"/>
              </a:rPr>
              <a:t>from </a:t>
            </a:r>
            <a:r>
              <a:rPr sz="2200" spc="-5" dirty="0">
                <a:latin typeface="Calibri"/>
                <a:cs typeface="Calibri"/>
              </a:rPr>
              <a:t>cloud </a:t>
            </a:r>
            <a:r>
              <a:rPr sz="2200" spc="-15" dirty="0">
                <a:latin typeface="Calibri"/>
                <a:cs typeface="Calibri"/>
              </a:rPr>
              <a:t>layer </a:t>
            </a:r>
            <a:r>
              <a:rPr sz="2200" spc="-5" dirty="0">
                <a:latin typeface="Calibri"/>
                <a:cs typeface="Calibri"/>
              </a:rPr>
              <a:t>and </a:t>
            </a:r>
            <a:r>
              <a:rPr sz="2200" spc="-10" dirty="0">
                <a:latin typeface="Calibri"/>
                <a:cs typeface="Calibri"/>
              </a:rPr>
              <a:t>sent </a:t>
            </a:r>
            <a:r>
              <a:rPr sz="2200" spc="-20" dirty="0">
                <a:latin typeface="Calibri"/>
                <a:cs typeface="Calibri"/>
              </a:rPr>
              <a:t>to </a:t>
            </a:r>
            <a:r>
              <a:rPr sz="2200" spc="-5" dirty="0">
                <a:latin typeface="Calibri"/>
                <a:cs typeface="Calibri"/>
              </a:rPr>
              <a:t>the </a:t>
            </a:r>
            <a:r>
              <a:rPr sz="2200" spc="-10" dirty="0">
                <a:latin typeface="Calibri"/>
                <a:cs typeface="Calibri"/>
              </a:rPr>
              <a:t>device </a:t>
            </a:r>
            <a:r>
              <a:rPr sz="2200" spc="-5" dirty="0">
                <a:latin typeface="Calibri"/>
                <a:cs typeface="Calibri"/>
              </a:rPr>
              <a:t> </a:t>
            </a:r>
            <a:r>
              <a:rPr sz="2200" spc="-45" dirty="0">
                <a:latin typeface="Calibri"/>
                <a:cs typeface="Calibri"/>
              </a:rPr>
              <a:t>layer, </a:t>
            </a:r>
            <a:r>
              <a:rPr sz="2200" spc="-10" dirty="0">
                <a:latin typeface="Calibri"/>
                <a:cs typeface="Calibri"/>
              </a:rPr>
              <a:t>there </a:t>
            </a:r>
            <a:r>
              <a:rPr sz="2200" spc="-15" dirty="0">
                <a:latin typeface="Calibri"/>
                <a:cs typeface="Calibri"/>
              </a:rPr>
              <a:t>may </a:t>
            </a:r>
            <a:r>
              <a:rPr sz="2200" spc="-5" dirty="0">
                <a:latin typeface="Calibri"/>
                <a:cs typeface="Calibri"/>
              </a:rPr>
              <a:t>be a </a:t>
            </a:r>
            <a:r>
              <a:rPr sz="2200" dirty="0">
                <a:latin typeface="Calibri"/>
                <a:cs typeface="Calibri"/>
              </a:rPr>
              <a:t>need </a:t>
            </a:r>
            <a:r>
              <a:rPr sz="2200" spc="-20" dirty="0">
                <a:latin typeface="Calibri"/>
                <a:cs typeface="Calibri"/>
              </a:rPr>
              <a:t>for data </a:t>
            </a:r>
            <a:r>
              <a:rPr sz="2200" spc="-10" dirty="0">
                <a:latin typeface="Calibri"/>
                <a:cs typeface="Calibri"/>
              </a:rPr>
              <a:t>decompression, </a:t>
            </a:r>
            <a:r>
              <a:rPr sz="2200" spc="-20" dirty="0">
                <a:latin typeface="Calibri"/>
                <a:cs typeface="Calibri"/>
              </a:rPr>
              <a:t>data </a:t>
            </a:r>
            <a:r>
              <a:rPr sz="2200" spc="-5" dirty="0">
                <a:latin typeface="Calibri"/>
                <a:cs typeface="Calibri"/>
              </a:rPr>
              <a:t>decryption, </a:t>
            </a:r>
            <a:r>
              <a:rPr sz="2200" dirty="0">
                <a:latin typeface="Calibri"/>
                <a:cs typeface="Calibri"/>
              </a:rPr>
              <a:t> </a:t>
            </a:r>
            <a:r>
              <a:rPr sz="2200" spc="-5" dirty="0">
                <a:latin typeface="Calibri"/>
                <a:cs typeface="Calibri"/>
              </a:rPr>
              <a:t>doing</a:t>
            </a:r>
            <a:r>
              <a:rPr sz="2200" spc="-15" dirty="0">
                <a:latin typeface="Calibri"/>
                <a:cs typeface="Calibri"/>
              </a:rPr>
              <a:t> </a:t>
            </a:r>
            <a:r>
              <a:rPr sz="2200" spc="-5" dirty="0">
                <a:latin typeface="Calibri"/>
                <a:cs typeface="Calibri"/>
              </a:rPr>
              <a:t>some</a:t>
            </a:r>
            <a:r>
              <a:rPr sz="2200" spc="15" dirty="0">
                <a:latin typeface="Calibri"/>
                <a:cs typeface="Calibri"/>
              </a:rPr>
              <a:t> </a:t>
            </a:r>
            <a:r>
              <a:rPr sz="2200" spc="-15" dirty="0">
                <a:latin typeface="Calibri"/>
                <a:cs typeface="Calibri"/>
              </a:rPr>
              <a:t>format</a:t>
            </a:r>
            <a:r>
              <a:rPr sz="2200" spc="15" dirty="0">
                <a:latin typeface="Calibri"/>
                <a:cs typeface="Calibri"/>
              </a:rPr>
              <a:t> </a:t>
            </a:r>
            <a:r>
              <a:rPr sz="2200" spc="-10" dirty="0">
                <a:latin typeface="Calibri"/>
                <a:cs typeface="Calibri"/>
              </a:rPr>
              <a:t>change</a:t>
            </a:r>
            <a:r>
              <a:rPr sz="2200" dirty="0">
                <a:latin typeface="Calibri"/>
                <a:cs typeface="Calibri"/>
              </a:rPr>
              <a:t> </a:t>
            </a:r>
            <a:r>
              <a:rPr sz="2200" spc="-5" dirty="0">
                <a:latin typeface="Calibri"/>
                <a:cs typeface="Calibri"/>
              </a:rPr>
              <a:t>on</a:t>
            </a:r>
            <a:r>
              <a:rPr sz="2200" dirty="0">
                <a:latin typeface="Calibri"/>
                <a:cs typeface="Calibri"/>
              </a:rPr>
              <a:t> </a:t>
            </a:r>
            <a:r>
              <a:rPr sz="2200" spc="-5" dirty="0">
                <a:latin typeface="Calibri"/>
                <a:cs typeface="Calibri"/>
              </a:rPr>
              <a:t>the</a:t>
            </a:r>
            <a:r>
              <a:rPr sz="2200" spc="5" dirty="0">
                <a:latin typeface="Calibri"/>
                <a:cs typeface="Calibri"/>
              </a:rPr>
              <a:t> </a:t>
            </a:r>
            <a:r>
              <a:rPr sz="2200" spc="-10" dirty="0">
                <a:latin typeface="Calibri"/>
                <a:cs typeface="Calibri"/>
              </a:rPr>
              <a:t>received</a:t>
            </a:r>
            <a:r>
              <a:rPr sz="2200" dirty="0">
                <a:latin typeface="Calibri"/>
                <a:cs typeface="Calibri"/>
              </a:rPr>
              <a:t> </a:t>
            </a:r>
            <a:r>
              <a:rPr sz="2200" spc="-15" dirty="0">
                <a:latin typeface="Calibri"/>
                <a:cs typeface="Calibri"/>
              </a:rPr>
              <a:t>data,</a:t>
            </a:r>
            <a:r>
              <a:rPr sz="2200" spc="5" dirty="0">
                <a:latin typeface="Calibri"/>
                <a:cs typeface="Calibri"/>
              </a:rPr>
              <a:t> </a:t>
            </a:r>
            <a:r>
              <a:rPr sz="2200" spc="-15" dirty="0">
                <a:latin typeface="Calibri"/>
                <a:cs typeface="Calibri"/>
              </a:rPr>
              <a:t>etc.</a:t>
            </a:r>
            <a:endParaRPr sz="2200">
              <a:latin typeface="Calibri"/>
              <a:cs typeface="Calibri"/>
            </a:endParaRPr>
          </a:p>
        </p:txBody>
      </p:sp>
      <p:grpSp>
        <p:nvGrpSpPr>
          <p:cNvPr id="3" name="object 3"/>
          <p:cNvGrpSpPr/>
          <p:nvPr/>
        </p:nvGrpSpPr>
        <p:grpSpPr>
          <a:xfrm>
            <a:off x="1898205" y="98107"/>
            <a:ext cx="5868670" cy="3772535"/>
            <a:chOff x="1898205" y="98107"/>
            <a:chExt cx="5868670" cy="3772535"/>
          </a:xfrm>
        </p:grpSpPr>
        <p:pic>
          <p:nvPicPr>
            <p:cNvPr id="4" name="object 4"/>
            <p:cNvPicPr/>
            <p:nvPr/>
          </p:nvPicPr>
          <p:blipFill>
            <a:blip r:embed="Rfe1fd9b48e264941" cstate="print"/>
            <a:stretch>
              <a:fillRect/>
            </a:stretch>
          </p:blipFill>
          <p:spPr>
            <a:xfrm>
              <a:off x="1907666" y="183906"/>
              <a:ext cx="5791954" cy="3677147"/>
            </a:xfrm>
            <a:prstGeom prst="rect">
              <a:avLst/>
            </a:prstGeom>
          </p:spPr>
        </p:pic>
        <p:sp>
          <p:nvSpPr>
            <p:cNvPr id="5" name="object 5"/>
            <p:cNvSpPr/>
            <p:nvPr/>
          </p:nvSpPr>
          <p:spPr>
            <a:xfrm>
              <a:off x="1902967" y="102869"/>
              <a:ext cx="5859145" cy="3763010"/>
            </a:xfrm>
            <a:custGeom>
              <a:avLst/>
              <a:gdLst/>
              <a:ahLst/>
              <a:cxnLst/>
              <a:rect l="l" t="t" r="r" b="b"/>
              <a:pathLst>
                <a:path w="5859145" h="3763010">
                  <a:moveTo>
                    <a:pt x="0" y="3762883"/>
                  </a:moveTo>
                  <a:lnTo>
                    <a:pt x="5858636" y="3762883"/>
                  </a:lnTo>
                  <a:lnTo>
                    <a:pt x="5858636" y="0"/>
                  </a:lnTo>
                  <a:lnTo>
                    <a:pt x="0" y="0"/>
                  </a:lnTo>
                  <a:lnTo>
                    <a:pt x="0" y="3762883"/>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75653"/>
            <a:ext cx="8773160" cy="3379470"/>
          </a:xfrm>
          <a:prstGeom prst="rect">
            <a:avLst/>
          </a:prstGeom>
        </p:spPr>
        <p:txBody>
          <a:bodyPr vert="horz" wrap="square" lIns="0" tIns="80010" rIns="0" bIns="0" rtlCol="0">
            <a:spAutoFit/>
          </a:bodyPr>
          <a:lstStyle/>
          <a:p>
            <a:pPr marL="12700">
              <a:lnSpc>
                <a:spcPct val="100000"/>
              </a:lnSpc>
              <a:spcBef>
                <a:spcPts val="630"/>
              </a:spcBef>
            </a:pPr>
            <a:r>
              <a:rPr sz="2200" b="1" spc="-5" dirty="0">
                <a:latin typeface="Calibri"/>
                <a:cs typeface="Calibri"/>
              </a:rPr>
              <a:t>iii)</a:t>
            </a:r>
            <a:r>
              <a:rPr sz="2200" b="1" spc="-25" dirty="0">
                <a:latin typeface="Calibri"/>
                <a:cs typeface="Calibri"/>
              </a:rPr>
              <a:t> </a:t>
            </a:r>
            <a:r>
              <a:rPr sz="2200" b="1" spc="-10" dirty="0">
                <a:latin typeface="Calibri"/>
                <a:cs typeface="Calibri"/>
              </a:rPr>
              <a:t>Processing</a:t>
            </a:r>
            <a:r>
              <a:rPr sz="2200" b="1" spc="25" dirty="0">
                <a:latin typeface="Calibri"/>
                <a:cs typeface="Calibri"/>
              </a:rPr>
              <a:t> </a:t>
            </a:r>
            <a:r>
              <a:rPr sz="2200" b="1" spc="-10" dirty="0">
                <a:latin typeface="Calibri"/>
                <a:cs typeface="Calibri"/>
              </a:rPr>
              <a:t>and </a:t>
            </a:r>
            <a:r>
              <a:rPr sz="2200" b="1" spc="-5" dirty="0">
                <a:latin typeface="Calibri"/>
                <a:cs typeface="Calibri"/>
              </a:rPr>
              <a:t>Analysis</a:t>
            </a:r>
            <a:endParaRPr sz="2200">
              <a:latin typeface="Calibri"/>
              <a:cs typeface="Calibri"/>
            </a:endParaRPr>
          </a:p>
          <a:p>
            <a:pPr marL="354965" marR="5715" indent="-342900">
              <a:lnSpc>
                <a:spcPct val="100000"/>
              </a:lnSpc>
              <a:spcBef>
                <a:spcPts val="530"/>
              </a:spcBef>
              <a:buFont typeface="Arial MT"/>
              <a:buChar char="•"/>
              <a:tabLst>
                <a:tab pos="354965" algn="l"/>
                <a:tab pos="355600" algn="l"/>
              </a:tabLst>
            </a:pPr>
            <a:r>
              <a:rPr sz="2200" spc="-10" dirty="0">
                <a:latin typeface="Calibri"/>
                <a:cs typeface="Calibri"/>
              </a:rPr>
              <a:t>Received</a:t>
            </a:r>
            <a:r>
              <a:rPr sz="2200" spc="315" dirty="0">
                <a:latin typeface="Calibri"/>
                <a:cs typeface="Calibri"/>
              </a:rPr>
              <a:t> </a:t>
            </a:r>
            <a:r>
              <a:rPr sz="2200" spc="-15" dirty="0">
                <a:latin typeface="Calibri"/>
                <a:cs typeface="Calibri"/>
              </a:rPr>
              <a:t>data</a:t>
            </a:r>
            <a:r>
              <a:rPr sz="2200" spc="320" dirty="0">
                <a:latin typeface="Calibri"/>
                <a:cs typeface="Calibri"/>
              </a:rPr>
              <a:t> </a:t>
            </a:r>
            <a:r>
              <a:rPr sz="2200" spc="-15" dirty="0">
                <a:latin typeface="Calibri"/>
                <a:cs typeface="Calibri"/>
              </a:rPr>
              <a:t>may</a:t>
            </a:r>
            <a:r>
              <a:rPr sz="2200" spc="320" dirty="0">
                <a:latin typeface="Calibri"/>
                <a:cs typeface="Calibri"/>
              </a:rPr>
              <a:t> </a:t>
            </a:r>
            <a:r>
              <a:rPr sz="2200" spc="-5" dirty="0">
                <a:latin typeface="Calibri"/>
                <a:cs typeface="Calibri"/>
              </a:rPr>
              <a:t>be</a:t>
            </a:r>
            <a:r>
              <a:rPr sz="2200" spc="330" dirty="0">
                <a:latin typeface="Calibri"/>
                <a:cs typeface="Calibri"/>
              </a:rPr>
              <a:t> </a:t>
            </a:r>
            <a:r>
              <a:rPr sz="2200" b="1" spc="-15" dirty="0">
                <a:solidFill>
                  <a:srgbClr val="006FC0"/>
                </a:solidFill>
                <a:latin typeface="Calibri"/>
                <a:cs typeface="Calibri"/>
              </a:rPr>
              <a:t>stored</a:t>
            </a:r>
            <a:r>
              <a:rPr sz="2200" b="1" spc="330" dirty="0">
                <a:solidFill>
                  <a:srgbClr val="006FC0"/>
                </a:solidFill>
                <a:latin typeface="Calibri"/>
                <a:cs typeface="Calibri"/>
              </a:rPr>
              <a:t> </a:t>
            </a:r>
            <a:r>
              <a:rPr sz="2200" b="1" spc="-5" dirty="0">
                <a:solidFill>
                  <a:srgbClr val="006FC0"/>
                </a:solidFill>
                <a:latin typeface="Calibri"/>
                <a:cs typeface="Calibri"/>
              </a:rPr>
              <a:t>permanently</a:t>
            </a:r>
            <a:r>
              <a:rPr sz="2200" b="1" spc="320" dirty="0">
                <a:solidFill>
                  <a:srgbClr val="006FC0"/>
                </a:solidFill>
                <a:latin typeface="Calibri"/>
                <a:cs typeface="Calibri"/>
              </a:rPr>
              <a:t> </a:t>
            </a:r>
            <a:r>
              <a:rPr sz="2200" b="1" spc="-5" dirty="0">
                <a:solidFill>
                  <a:srgbClr val="006FC0"/>
                </a:solidFill>
                <a:latin typeface="Calibri"/>
                <a:cs typeface="Calibri"/>
              </a:rPr>
              <a:t>in</a:t>
            </a:r>
            <a:r>
              <a:rPr sz="2200" b="1" spc="325" dirty="0">
                <a:solidFill>
                  <a:srgbClr val="006FC0"/>
                </a:solidFill>
                <a:latin typeface="Calibri"/>
                <a:cs typeface="Calibri"/>
              </a:rPr>
              <a:t> </a:t>
            </a:r>
            <a:r>
              <a:rPr sz="2200" b="1" spc="-5" dirty="0">
                <a:solidFill>
                  <a:srgbClr val="006FC0"/>
                </a:solidFill>
                <a:latin typeface="Calibri"/>
                <a:cs typeface="Calibri"/>
              </a:rPr>
              <a:t>the</a:t>
            </a:r>
            <a:r>
              <a:rPr sz="2200" b="1" spc="330" dirty="0">
                <a:solidFill>
                  <a:srgbClr val="006FC0"/>
                </a:solidFill>
                <a:latin typeface="Calibri"/>
                <a:cs typeface="Calibri"/>
              </a:rPr>
              <a:t> </a:t>
            </a:r>
            <a:r>
              <a:rPr sz="2200" b="1" spc="-10" dirty="0">
                <a:solidFill>
                  <a:srgbClr val="006FC0"/>
                </a:solidFill>
                <a:latin typeface="Calibri"/>
                <a:cs typeface="Calibri"/>
              </a:rPr>
              <a:t>cloud</a:t>
            </a:r>
            <a:r>
              <a:rPr sz="2200" b="1" spc="320" dirty="0">
                <a:solidFill>
                  <a:srgbClr val="006FC0"/>
                </a:solidFill>
                <a:latin typeface="Calibri"/>
                <a:cs typeface="Calibri"/>
              </a:rPr>
              <a:t> </a:t>
            </a:r>
            <a:r>
              <a:rPr sz="2200" b="1" spc="-15" dirty="0">
                <a:solidFill>
                  <a:srgbClr val="006FC0"/>
                </a:solidFill>
                <a:latin typeface="Calibri"/>
                <a:cs typeface="Calibri"/>
              </a:rPr>
              <a:t>layer</a:t>
            </a:r>
            <a:r>
              <a:rPr sz="2200" spc="-15" dirty="0">
                <a:latin typeface="Calibri"/>
                <a:cs typeface="Calibri"/>
              </a:rPr>
              <a:t>,</a:t>
            </a:r>
            <a:r>
              <a:rPr sz="2200" spc="345" dirty="0">
                <a:latin typeface="Calibri"/>
                <a:cs typeface="Calibri"/>
              </a:rPr>
              <a:t> </a:t>
            </a:r>
            <a:r>
              <a:rPr sz="2200" spc="-5" dirty="0">
                <a:latin typeface="Calibri"/>
                <a:cs typeface="Calibri"/>
              </a:rPr>
              <a:t>and</a:t>
            </a:r>
            <a:r>
              <a:rPr sz="2200" spc="320" dirty="0">
                <a:latin typeface="Calibri"/>
                <a:cs typeface="Calibri"/>
              </a:rPr>
              <a:t> </a:t>
            </a:r>
            <a:r>
              <a:rPr sz="2200" spc="-5" dirty="0">
                <a:latin typeface="Calibri"/>
                <a:cs typeface="Calibri"/>
              </a:rPr>
              <a:t>it</a:t>
            </a:r>
            <a:r>
              <a:rPr sz="2200" spc="315" dirty="0">
                <a:latin typeface="Calibri"/>
                <a:cs typeface="Calibri"/>
              </a:rPr>
              <a:t> </a:t>
            </a:r>
            <a:r>
              <a:rPr sz="2200" spc="-5" dirty="0">
                <a:latin typeface="Calibri"/>
                <a:cs typeface="Calibri"/>
              </a:rPr>
              <a:t>is </a:t>
            </a:r>
            <a:r>
              <a:rPr sz="2200" spc="-484" dirty="0">
                <a:latin typeface="Calibri"/>
                <a:cs typeface="Calibri"/>
              </a:rPr>
              <a:t> </a:t>
            </a:r>
            <a:r>
              <a:rPr sz="2200" spc="-10" dirty="0">
                <a:latin typeface="Calibri"/>
                <a:cs typeface="Calibri"/>
              </a:rPr>
              <a:t>processed</a:t>
            </a:r>
            <a:r>
              <a:rPr sz="2200" spc="5" dirty="0">
                <a:latin typeface="Calibri"/>
                <a:cs typeface="Calibri"/>
              </a:rPr>
              <a:t> </a:t>
            </a:r>
            <a:r>
              <a:rPr sz="2200" spc="-5" dirty="0">
                <a:latin typeface="Calibri"/>
                <a:cs typeface="Calibri"/>
              </a:rPr>
              <a:t>based</a:t>
            </a:r>
            <a:r>
              <a:rPr sz="2200" spc="-10" dirty="0">
                <a:latin typeface="Calibri"/>
                <a:cs typeface="Calibri"/>
              </a:rPr>
              <a:t> </a:t>
            </a:r>
            <a:r>
              <a:rPr sz="2200" dirty="0">
                <a:latin typeface="Calibri"/>
                <a:cs typeface="Calibri"/>
              </a:rPr>
              <a:t>on </a:t>
            </a:r>
            <a:r>
              <a:rPr sz="2200" spc="-10" dirty="0">
                <a:latin typeface="Calibri"/>
                <a:cs typeface="Calibri"/>
              </a:rPr>
              <a:t>predefined</a:t>
            </a:r>
            <a:r>
              <a:rPr sz="2200" spc="5" dirty="0">
                <a:latin typeface="Calibri"/>
                <a:cs typeface="Calibri"/>
              </a:rPr>
              <a:t> </a:t>
            </a:r>
            <a:r>
              <a:rPr sz="2200" spc="-10" dirty="0">
                <a:latin typeface="Calibri"/>
                <a:cs typeface="Calibri"/>
              </a:rPr>
              <a:t>requirements.</a:t>
            </a:r>
            <a:endParaRPr sz="2200">
              <a:latin typeface="Calibri"/>
              <a:cs typeface="Calibri"/>
            </a:endParaRPr>
          </a:p>
          <a:p>
            <a:pPr marL="355600" indent="-342900">
              <a:lnSpc>
                <a:spcPct val="100000"/>
              </a:lnSpc>
              <a:spcBef>
                <a:spcPts val="525"/>
              </a:spcBef>
              <a:buFont typeface="Arial MT"/>
              <a:buChar char="•"/>
              <a:tabLst>
                <a:tab pos="354965" algn="l"/>
                <a:tab pos="355600" algn="l"/>
              </a:tabLst>
            </a:pPr>
            <a:r>
              <a:rPr sz="2200" spc="-10" dirty="0">
                <a:latin typeface="Calibri"/>
                <a:cs typeface="Calibri"/>
              </a:rPr>
              <a:t>The</a:t>
            </a:r>
            <a:r>
              <a:rPr sz="2200" spc="20" dirty="0">
                <a:latin typeface="Calibri"/>
                <a:cs typeface="Calibri"/>
              </a:rPr>
              <a:t> </a:t>
            </a:r>
            <a:r>
              <a:rPr sz="2200" spc="-10" dirty="0">
                <a:latin typeface="Calibri"/>
                <a:cs typeface="Calibri"/>
              </a:rPr>
              <a:t>application </a:t>
            </a:r>
            <a:r>
              <a:rPr sz="2200" spc="-15" dirty="0">
                <a:latin typeface="Calibri"/>
                <a:cs typeface="Calibri"/>
              </a:rPr>
              <a:t>users</a:t>
            </a:r>
            <a:r>
              <a:rPr sz="2200" dirty="0">
                <a:latin typeface="Calibri"/>
                <a:cs typeface="Calibri"/>
              </a:rPr>
              <a:t> </a:t>
            </a:r>
            <a:r>
              <a:rPr sz="2200" spc="-15" dirty="0">
                <a:latin typeface="Calibri"/>
                <a:cs typeface="Calibri"/>
              </a:rPr>
              <a:t>may</a:t>
            </a:r>
            <a:r>
              <a:rPr sz="2200" spc="20" dirty="0">
                <a:latin typeface="Calibri"/>
                <a:cs typeface="Calibri"/>
              </a:rPr>
              <a:t> </a:t>
            </a:r>
            <a:r>
              <a:rPr sz="2200" spc="-5" dirty="0">
                <a:latin typeface="Calibri"/>
                <a:cs typeface="Calibri"/>
              </a:rPr>
              <a:t>access</a:t>
            </a:r>
            <a:r>
              <a:rPr sz="2200" spc="20" dirty="0">
                <a:latin typeface="Calibri"/>
                <a:cs typeface="Calibri"/>
              </a:rPr>
              <a:t> </a:t>
            </a:r>
            <a:r>
              <a:rPr sz="2200" spc="-20" dirty="0">
                <a:latin typeface="Calibri"/>
                <a:cs typeface="Calibri"/>
              </a:rPr>
              <a:t>data</a:t>
            </a:r>
            <a:r>
              <a:rPr sz="2200" dirty="0">
                <a:latin typeface="Calibri"/>
                <a:cs typeface="Calibri"/>
              </a:rPr>
              <a:t> </a:t>
            </a:r>
            <a:r>
              <a:rPr sz="2200" spc="-20" dirty="0">
                <a:latin typeface="Calibri"/>
                <a:cs typeface="Calibri"/>
              </a:rPr>
              <a:t>to</a:t>
            </a:r>
            <a:r>
              <a:rPr sz="2200" spc="15" dirty="0">
                <a:latin typeface="Calibri"/>
                <a:cs typeface="Calibri"/>
              </a:rPr>
              <a:t> </a:t>
            </a:r>
            <a:r>
              <a:rPr sz="2200" spc="-20" dirty="0">
                <a:latin typeface="Calibri"/>
                <a:cs typeface="Calibri"/>
              </a:rPr>
              <a:t>get</a:t>
            </a:r>
            <a:r>
              <a:rPr sz="2200" spc="30" dirty="0">
                <a:latin typeface="Calibri"/>
                <a:cs typeface="Calibri"/>
              </a:rPr>
              <a:t> </a:t>
            </a:r>
            <a:r>
              <a:rPr sz="2200" spc="-10" dirty="0">
                <a:latin typeface="Calibri"/>
                <a:cs typeface="Calibri"/>
              </a:rPr>
              <a:t>reports</a:t>
            </a:r>
            <a:r>
              <a:rPr sz="2200" dirty="0">
                <a:latin typeface="Calibri"/>
                <a:cs typeface="Calibri"/>
              </a:rPr>
              <a:t> or </a:t>
            </a:r>
            <a:r>
              <a:rPr sz="2200" spc="-20" dirty="0">
                <a:latin typeface="Calibri"/>
                <a:cs typeface="Calibri"/>
              </a:rPr>
              <a:t>data</a:t>
            </a:r>
            <a:r>
              <a:rPr sz="2200" spc="5" dirty="0">
                <a:latin typeface="Calibri"/>
                <a:cs typeface="Calibri"/>
              </a:rPr>
              <a:t> </a:t>
            </a:r>
            <a:r>
              <a:rPr sz="2200" spc="-5" dirty="0">
                <a:latin typeface="Calibri"/>
                <a:cs typeface="Calibri"/>
              </a:rPr>
              <a:t>analysis.</a:t>
            </a:r>
            <a:endParaRPr sz="2200">
              <a:latin typeface="Calibri"/>
              <a:cs typeface="Calibri"/>
            </a:endParaRPr>
          </a:p>
          <a:p>
            <a:pPr marL="354965" marR="5080" indent="-342900" algn="just">
              <a:lnSpc>
                <a:spcPct val="100000"/>
              </a:lnSpc>
              <a:spcBef>
                <a:spcPts val="530"/>
              </a:spcBef>
              <a:buFont typeface="Arial MT"/>
              <a:buChar char="•"/>
              <a:tabLst>
                <a:tab pos="355600" algn="l"/>
              </a:tabLst>
            </a:pPr>
            <a:r>
              <a:rPr sz="2200" spc="-20" dirty="0">
                <a:latin typeface="Calibri"/>
                <a:cs typeface="Calibri"/>
              </a:rPr>
              <a:t>Different</a:t>
            </a:r>
            <a:r>
              <a:rPr sz="2200" spc="-15" dirty="0">
                <a:latin typeface="Calibri"/>
                <a:cs typeface="Calibri"/>
              </a:rPr>
              <a:t> </a:t>
            </a:r>
            <a:r>
              <a:rPr sz="2200" spc="-5" dirty="0">
                <a:latin typeface="Calibri"/>
                <a:cs typeface="Calibri"/>
              </a:rPr>
              <a:t>types</a:t>
            </a:r>
            <a:r>
              <a:rPr sz="2200" dirty="0">
                <a:latin typeface="Calibri"/>
                <a:cs typeface="Calibri"/>
              </a:rPr>
              <a:t> </a:t>
            </a:r>
            <a:r>
              <a:rPr sz="2200" spc="-5" dirty="0">
                <a:latin typeface="Calibri"/>
                <a:cs typeface="Calibri"/>
              </a:rPr>
              <a:t>of</a:t>
            </a:r>
            <a:r>
              <a:rPr sz="2200" dirty="0">
                <a:latin typeface="Calibri"/>
                <a:cs typeface="Calibri"/>
              </a:rPr>
              <a:t> </a:t>
            </a:r>
            <a:r>
              <a:rPr sz="2200" spc="-5" dirty="0">
                <a:latin typeface="Calibri"/>
                <a:cs typeface="Calibri"/>
              </a:rPr>
              <a:t>analysis</a:t>
            </a:r>
            <a:r>
              <a:rPr sz="2200" dirty="0">
                <a:latin typeface="Calibri"/>
                <a:cs typeface="Calibri"/>
              </a:rPr>
              <a:t> </a:t>
            </a:r>
            <a:r>
              <a:rPr sz="2200" spc="-5" dirty="0">
                <a:latin typeface="Calibri"/>
                <a:cs typeface="Calibri"/>
              </a:rPr>
              <a:t>on</a:t>
            </a:r>
            <a:r>
              <a:rPr sz="2200" dirty="0">
                <a:latin typeface="Calibri"/>
                <a:cs typeface="Calibri"/>
              </a:rPr>
              <a:t> </a:t>
            </a:r>
            <a:r>
              <a:rPr sz="2200" spc="-15" dirty="0">
                <a:latin typeface="Calibri"/>
                <a:cs typeface="Calibri"/>
              </a:rPr>
              <a:t>stored</a:t>
            </a:r>
            <a:r>
              <a:rPr sz="2200" spc="-10" dirty="0">
                <a:latin typeface="Calibri"/>
                <a:cs typeface="Calibri"/>
              </a:rPr>
              <a:t> </a:t>
            </a:r>
            <a:r>
              <a:rPr sz="2200" spc="-20" dirty="0">
                <a:latin typeface="Calibri"/>
                <a:cs typeface="Calibri"/>
              </a:rPr>
              <a:t>data</a:t>
            </a:r>
            <a:r>
              <a:rPr sz="2200" spc="-15" dirty="0">
                <a:latin typeface="Calibri"/>
                <a:cs typeface="Calibri"/>
              </a:rPr>
              <a:t> may</a:t>
            </a:r>
            <a:r>
              <a:rPr sz="2200" spc="-10" dirty="0">
                <a:latin typeface="Calibri"/>
                <a:cs typeface="Calibri"/>
              </a:rPr>
              <a:t> </a:t>
            </a:r>
            <a:r>
              <a:rPr sz="2200" spc="-5" dirty="0">
                <a:latin typeface="Calibri"/>
                <a:cs typeface="Calibri"/>
              </a:rPr>
              <a:t>be</a:t>
            </a:r>
            <a:r>
              <a:rPr sz="2200" dirty="0">
                <a:latin typeface="Calibri"/>
                <a:cs typeface="Calibri"/>
              </a:rPr>
              <a:t> </a:t>
            </a:r>
            <a:r>
              <a:rPr sz="2200" spc="-5" dirty="0">
                <a:latin typeface="Calibri"/>
                <a:cs typeface="Calibri"/>
              </a:rPr>
              <a:t>applied</a:t>
            </a:r>
            <a:r>
              <a:rPr sz="2200" dirty="0">
                <a:latin typeface="Calibri"/>
                <a:cs typeface="Calibri"/>
              </a:rPr>
              <a:t> </a:t>
            </a:r>
            <a:r>
              <a:rPr sz="2200" spc="-20" dirty="0">
                <a:latin typeface="Calibri"/>
                <a:cs typeface="Calibri"/>
              </a:rPr>
              <a:t>to</a:t>
            </a:r>
            <a:r>
              <a:rPr sz="2200" spc="-15" dirty="0">
                <a:latin typeface="Calibri"/>
                <a:cs typeface="Calibri"/>
              </a:rPr>
              <a:t> </a:t>
            </a:r>
            <a:r>
              <a:rPr sz="2200" spc="-10" dirty="0">
                <a:latin typeface="Calibri"/>
                <a:cs typeface="Calibri"/>
              </a:rPr>
              <a:t>obtain </a:t>
            </a:r>
            <a:r>
              <a:rPr sz="2200" spc="-5" dirty="0">
                <a:latin typeface="Calibri"/>
                <a:cs typeface="Calibri"/>
              </a:rPr>
              <a:t> </a:t>
            </a:r>
            <a:r>
              <a:rPr sz="2200" spc="-10" dirty="0">
                <a:latin typeface="Calibri"/>
                <a:cs typeface="Calibri"/>
              </a:rPr>
              <a:t>valuable information </a:t>
            </a:r>
            <a:r>
              <a:rPr sz="2200" spc="-5" dirty="0">
                <a:latin typeface="Calibri"/>
                <a:cs typeface="Calibri"/>
              </a:rPr>
              <a:t>and </a:t>
            </a:r>
            <a:r>
              <a:rPr sz="2200" spc="-10" dirty="0">
                <a:latin typeface="Calibri"/>
                <a:cs typeface="Calibri"/>
              </a:rPr>
              <a:t>knowledge, </a:t>
            </a:r>
            <a:r>
              <a:rPr sz="2200" spc="-5" dirty="0">
                <a:latin typeface="Calibri"/>
                <a:cs typeface="Calibri"/>
              </a:rPr>
              <a:t>and these types </a:t>
            </a:r>
            <a:r>
              <a:rPr sz="2200" dirty="0">
                <a:latin typeface="Calibri"/>
                <a:cs typeface="Calibri"/>
              </a:rPr>
              <a:t>of </a:t>
            </a:r>
            <a:r>
              <a:rPr sz="2200" spc="-10" dirty="0">
                <a:latin typeface="Calibri"/>
                <a:cs typeface="Calibri"/>
              </a:rPr>
              <a:t>processing </a:t>
            </a:r>
            <a:r>
              <a:rPr sz="2200" spc="-5" dirty="0">
                <a:latin typeface="Calibri"/>
                <a:cs typeface="Calibri"/>
              </a:rPr>
              <a:t>and </a:t>
            </a:r>
            <a:r>
              <a:rPr sz="2200" dirty="0">
                <a:latin typeface="Calibri"/>
                <a:cs typeface="Calibri"/>
              </a:rPr>
              <a:t> </a:t>
            </a:r>
            <a:r>
              <a:rPr sz="2200" spc="-10" dirty="0">
                <a:latin typeface="Calibri"/>
                <a:cs typeface="Calibri"/>
              </a:rPr>
              <a:t>analysis</a:t>
            </a:r>
            <a:r>
              <a:rPr sz="2200" spc="-5" dirty="0">
                <a:latin typeface="Calibri"/>
                <a:cs typeface="Calibri"/>
              </a:rPr>
              <a:t> </a:t>
            </a:r>
            <a:r>
              <a:rPr sz="2200" spc="-10" dirty="0">
                <a:latin typeface="Calibri"/>
                <a:cs typeface="Calibri"/>
              </a:rPr>
              <a:t>are almost</a:t>
            </a:r>
            <a:r>
              <a:rPr sz="2200" spc="5" dirty="0">
                <a:latin typeface="Calibri"/>
                <a:cs typeface="Calibri"/>
              </a:rPr>
              <a:t> </a:t>
            </a:r>
            <a:r>
              <a:rPr sz="2200" spc="-5" dirty="0">
                <a:latin typeface="Calibri"/>
                <a:cs typeface="Calibri"/>
              </a:rPr>
              <a:t>in</a:t>
            </a:r>
            <a:r>
              <a:rPr sz="2200" spc="-10" dirty="0">
                <a:latin typeface="Calibri"/>
                <a:cs typeface="Calibri"/>
              </a:rPr>
              <a:t> </a:t>
            </a:r>
            <a:r>
              <a:rPr sz="2200" spc="-5" dirty="0">
                <a:latin typeface="Calibri"/>
                <a:cs typeface="Calibri"/>
              </a:rPr>
              <a:t>the</a:t>
            </a:r>
            <a:r>
              <a:rPr sz="2200" spc="10" dirty="0">
                <a:latin typeface="Calibri"/>
                <a:cs typeface="Calibri"/>
              </a:rPr>
              <a:t> </a:t>
            </a:r>
            <a:r>
              <a:rPr sz="2200" spc="-10" dirty="0">
                <a:latin typeface="Calibri"/>
                <a:cs typeface="Calibri"/>
              </a:rPr>
              <a:t>scale</a:t>
            </a:r>
            <a:r>
              <a:rPr sz="2200" spc="10" dirty="0">
                <a:latin typeface="Calibri"/>
                <a:cs typeface="Calibri"/>
              </a:rPr>
              <a:t> </a:t>
            </a:r>
            <a:r>
              <a:rPr sz="2200" dirty="0">
                <a:latin typeface="Calibri"/>
                <a:cs typeface="Calibri"/>
              </a:rPr>
              <a:t>of</a:t>
            </a:r>
            <a:r>
              <a:rPr sz="2200" spc="5" dirty="0">
                <a:latin typeface="Calibri"/>
                <a:cs typeface="Calibri"/>
              </a:rPr>
              <a:t> </a:t>
            </a:r>
            <a:r>
              <a:rPr sz="2200" b="1" spc="-5" dirty="0">
                <a:latin typeface="Calibri"/>
                <a:cs typeface="Calibri"/>
              </a:rPr>
              <a:t>big</a:t>
            </a:r>
            <a:r>
              <a:rPr sz="2200" b="1" spc="-20" dirty="0">
                <a:latin typeface="Calibri"/>
                <a:cs typeface="Calibri"/>
              </a:rPr>
              <a:t> data</a:t>
            </a:r>
            <a:r>
              <a:rPr sz="2200" spc="-20" dirty="0">
                <a:latin typeface="Calibri"/>
                <a:cs typeface="Calibri"/>
              </a:rPr>
              <a:t>.</a:t>
            </a:r>
            <a:endParaRPr sz="2200">
              <a:latin typeface="Calibri"/>
              <a:cs typeface="Calibri"/>
            </a:endParaRPr>
          </a:p>
          <a:p>
            <a:pPr marL="355600" indent="-342900" algn="just">
              <a:lnSpc>
                <a:spcPct val="100000"/>
              </a:lnSpc>
              <a:spcBef>
                <a:spcPts val="530"/>
              </a:spcBef>
              <a:buFont typeface="Arial MT"/>
              <a:buChar char="•"/>
              <a:tabLst>
                <a:tab pos="355600" algn="l"/>
              </a:tabLst>
            </a:pPr>
            <a:r>
              <a:rPr sz="2200" spc="-10" dirty="0">
                <a:latin typeface="Calibri"/>
                <a:cs typeface="Calibri"/>
              </a:rPr>
              <a:t>They</a:t>
            </a:r>
            <a:r>
              <a:rPr sz="2200" spc="165" dirty="0">
                <a:latin typeface="Calibri"/>
                <a:cs typeface="Calibri"/>
              </a:rPr>
              <a:t> </a:t>
            </a:r>
            <a:r>
              <a:rPr sz="2200" spc="-5" dirty="0">
                <a:latin typeface="Calibri"/>
                <a:cs typeface="Calibri"/>
              </a:rPr>
              <a:t>need</a:t>
            </a:r>
            <a:r>
              <a:rPr sz="2200" spc="165" dirty="0">
                <a:latin typeface="Calibri"/>
                <a:cs typeface="Calibri"/>
              </a:rPr>
              <a:t> </a:t>
            </a:r>
            <a:r>
              <a:rPr sz="2200" spc="-5" dirty="0">
                <a:latin typeface="Calibri"/>
                <a:cs typeface="Calibri"/>
              </a:rPr>
              <a:t>big</a:t>
            </a:r>
            <a:r>
              <a:rPr sz="2200" spc="155" dirty="0">
                <a:latin typeface="Calibri"/>
                <a:cs typeface="Calibri"/>
              </a:rPr>
              <a:t> </a:t>
            </a:r>
            <a:r>
              <a:rPr sz="2200" spc="-20" dirty="0">
                <a:latin typeface="Calibri"/>
                <a:cs typeface="Calibri"/>
              </a:rPr>
              <a:t>data</a:t>
            </a:r>
            <a:r>
              <a:rPr sz="2200" spc="165" dirty="0">
                <a:latin typeface="Calibri"/>
                <a:cs typeface="Calibri"/>
              </a:rPr>
              <a:t> </a:t>
            </a:r>
            <a:r>
              <a:rPr sz="2200" spc="-15" dirty="0">
                <a:latin typeface="Calibri"/>
                <a:cs typeface="Calibri"/>
              </a:rPr>
              <a:t>platforms</a:t>
            </a:r>
            <a:r>
              <a:rPr sz="2200" spc="175" dirty="0">
                <a:latin typeface="Calibri"/>
                <a:cs typeface="Calibri"/>
              </a:rPr>
              <a:t> </a:t>
            </a:r>
            <a:r>
              <a:rPr sz="2200" spc="-5" dirty="0">
                <a:latin typeface="Calibri"/>
                <a:cs typeface="Calibri"/>
              </a:rPr>
              <a:t>and</a:t>
            </a:r>
            <a:r>
              <a:rPr sz="2200" spc="155" dirty="0">
                <a:latin typeface="Calibri"/>
                <a:cs typeface="Calibri"/>
              </a:rPr>
              <a:t> </a:t>
            </a:r>
            <a:r>
              <a:rPr sz="2200" spc="-5" dirty="0">
                <a:latin typeface="Calibri"/>
                <a:cs typeface="Calibri"/>
              </a:rPr>
              <a:t>technologies</a:t>
            </a:r>
            <a:r>
              <a:rPr sz="2200" spc="155" dirty="0">
                <a:latin typeface="Calibri"/>
                <a:cs typeface="Calibri"/>
              </a:rPr>
              <a:t> </a:t>
            </a:r>
            <a:r>
              <a:rPr sz="2200" spc="-10" dirty="0">
                <a:latin typeface="Calibri"/>
                <a:cs typeface="Calibri"/>
              </a:rPr>
              <a:t>such</a:t>
            </a:r>
            <a:r>
              <a:rPr sz="2200" spc="145" dirty="0">
                <a:latin typeface="Calibri"/>
                <a:cs typeface="Calibri"/>
              </a:rPr>
              <a:t> </a:t>
            </a:r>
            <a:r>
              <a:rPr sz="2200" spc="-5" dirty="0">
                <a:latin typeface="Calibri"/>
                <a:cs typeface="Calibri"/>
              </a:rPr>
              <a:t>as</a:t>
            </a:r>
            <a:r>
              <a:rPr sz="2200" spc="170" dirty="0">
                <a:latin typeface="Calibri"/>
                <a:cs typeface="Calibri"/>
              </a:rPr>
              <a:t> </a:t>
            </a:r>
            <a:r>
              <a:rPr sz="2200" b="1" spc="-15" dirty="0">
                <a:solidFill>
                  <a:srgbClr val="FF0000"/>
                </a:solidFill>
                <a:latin typeface="Calibri"/>
                <a:cs typeface="Calibri"/>
              </a:rPr>
              <a:t>HDFS</a:t>
            </a:r>
            <a:r>
              <a:rPr sz="2200" b="1" spc="175" dirty="0">
                <a:solidFill>
                  <a:srgbClr val="FF0000"/>
                </a:solidFill>
                <a:latin typeface="Calibri"/>
                <a:cs typeface="Calibri"/>
              </a:rPr>
              <a:t> </a:t>
            </a:r>
            <a:r>
              <a:rPr sz="2200" b="1" spc="-10" dirty="0">
                <a:solidFill>
                  <a:srgbClr val="FF0000"/>
                </a:solidFill>
                <a:latin typeface="Calibri"/>
                <a:cs typeface="Calibri"/>
              </a:rPr>
              <a:t>for</a:t>
            </a:r>
            <a:r>
              <a:rPr sz="2200" b="1" spc="185" dirty="0">
                <a:solidFill>
                  <a:srgbClr val="FF0000"/>
                </a:solidFill>
                <a:latin typeface="Calibri"/>
                <a:cs typeface="Calibri"/>
              </a:rPr>
              <a:t> </a:t>
            </a:r>
            <a:r>
              <a:rPr sz="2200" b="1" spc="-20" dirty="0">
                <a:solidFill>
                  <a:srgbClr val="FF0000"/>
                </a:solidFill>
                <a:latin typeface="Calibri"/>
                <a:cs typeface="Calibri"/>
              </a:rPr>
              <a:t>storage</a:t>
            </a:r>
            <a:endParaRPr sz="2200">
              <a:latin typeface="Calibri"/>
              <a:cs typeface="Calibri"/>
            </a:endParaRPr>
          </a:p>
          <a:p>
            <a:pPr marL="354965" algn="just">
              <a:lnSpc>
                <a:spcPct val="100000"/>
              </a:lnSpc>
            </a:pPr>
            <a:r>
              <a:rPr sz="2200" spc="-5" dirty="0">
                <a:latin typeface="Calibri"/>
                <a:cs typeface="Calibri"/>
              </a:rPr>
              <a:t>and</a:t>
            </a:r>
            <a:r>
              <a:rPr sz="2200" spc="-25" dirty="0">
                <a:latin typeface="Calibri"/>
                <a:cs typeface="Calibri"/>
              </a:rPr>
              <a:t> </a:t>
            </a:r>
            <a:r>
              <a:rPr sz="2200" b="1" spc="-10" dirty="0">
                <a:solidFill>
                  <a:srgbClr val="FF0000"/>
                </a:solidFill>
                <a:latin typeface="Calibri"/>
                <a:cs typeface="Calibri"/>
              </a:rPr>
              <a:t>map-reduce</a:t>
            </a:r>
            <a:r>
              <a:rPr sz="2200" b="1" spc="20" dirty="0">
                <a:solidFill>
                  <a:srgbClr val="FF0000"/>
                </a:solidFill>
                <a:latin typeface="Calibri"/>
                <a:cs typeface="Calibri"/>
              </a:rPr>
              <a:t> </a:t>
            </a:r>
            <a:r>
              <a:rPr sz="2200" b="1" spc="-15" dirty="0">
                <a:solidFill>
                  <a:srgbClr val="FF0000"/>
                </a:solidFill>
                <a:latin typeface="Calibri"/>
                <a:cs typeface="Calibri"/>
              </a:rPr>
              <a:t>for</a:t>
            </a:r>
            <a:r>
              <a:rPr sz="2200" b="1" spc="5" dirty="0">
                <a:solidFill>
                  <a:srgbClr val="FF0000"/>
                </a:solidFill>
                <a:latin typeface="Calibri"/>
                <a:cs typeface="Calibri"/>
              </a:rPr>
              <a:t> </a:t>
            </a:r>
            <a:r>
              <a:rPr sz="2200" b="1" spc="-5" dirty="0">
                <a:solidFill>
                  <a:srgbClr val="FF0000"/>
                </a:solidFill>
                <a:latin typeface="Calibri"/>
                <a:cs typeface="Calibri"/>
              </a:rPr>
              <a:t>processing</a:t>
            </a:r>
            <a:endParaRPr sz="2200">
              <a:latin typeface="Calibri"/>
              <a:cs typeface="Calibri"/>
            </a:endParaRPr>
          </a:p>
        </p:txBody>
      </p:sp>
      <p:grpSp>
        <p:nvGrpSpPr>
          <p:cNvPr id="3" name="object 3"/>
          <p:cNvGrpSpPr/>
          <p:nvPr/>
        </p:nvGrpSpPr>
        <p:grpSpPr>
          <a:xfrm>
            <a:off x="1685988" y="3520909"/>
            <a:ext cx="6208395" cy="3086100"/>
            <a:chOff x="1685988" y="3520909"/>
            <a:chExt cx="6208395" cy="3086100"/>
          </a:xfrm>
        </p:grpSpPr>
        <p:pic>
          <p:nvPicPr>
            <p:cNvPr id="4" name="object 4"/>
            <p:cNvPicPr/>
            <p:nvPr/>
          </p:nvPicPr>
          <p:blipFill>
            <a:blip r:embed="Rba7179a283ad42c4" cstate="print"/>
            <a:stretch>
              <a:fillRect/>
            </a:stretch>
          </p:blipFill>
          <p:spPr>
            <a:xfrm>
              <a:off x="2060030" y="3791742"/>
              <a:ext cx="5480558" cy="2558061"/>
            </a:xfrm>
            <a:prstGeom prst="rect">
              <a:avLst/>
            </a:prstGeom>
          </p:spPr>
        </p:pic>
        <p:sp>
          <p:nvSpPr>
            <p:cNvPr id="5" name="object 5"/>
            <p:cNvSpPr/>
            <p:nvPr/>
          </p:nvSpPr>
          <p:spPr>
            <a:xfrm>
              <a:off x="1690751" y="3525672"/>
              <a:ext cx="6198870" cy="3076575"/>
            </a:xfrm>
            <a:custGeom>
              <a:avLst/>
              <a:gdLst/>
              <a:ahLst/>
              <a:cxnLst/>
              <a:rect l="l" t="t" r="r" b="b"/>
              <a:pathLst>
                <a:path w="6198870" h="3076575">
                  <a:moveTo>
                    <a:pt x="0" y="3076448"/>
                  </a:moveTo>
                  <a:lnTo>
                    <a:pt x="6198362" y="3076448"/>
                  </a:lnTo>
                  <a:lnTo>
                    <a:pt x="6198362" y="0"/>
                  </a:lnTo>
                  <a:lnTo>
                    <a:pt x="0" y="0"/>
                  </a:lnTo>
                  <a:lnTo>
                    <a:pt x="0" y="3076448"/>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65303"/>
            <a:ext cx="8627745" cy="1760220"/>
          </a:xfrm>
          <a:prstGeom prst="rect">
            <a:avLst/>
          </a:prstGeom>
        </p:spPr>
        <p:txBody>
          <a:bodyPr vert="horz" wrap="square" lIns="0" tIns="79375" rIns="0" bIns="0" rtlCol="0">
            <a:spAutoFit/>
          </a:bodyPr>
          <a:lstStyle/>
          <a:p>
            <a:pPr marL="12700">
              <a:lnSpc>
                <a:spcPct val="100000"/>
              </a:lnSpc>
              <a:spcBef>
                <a:spcPts val="625"/>
              </a:spcBef>
            </a:pPr>
            <a:r>
              <a:rPr sz="2200" b="1" spc="-5" dirty="0">
                <a:latin typeface="Calibri"/>
                <a:cs typeface="Calibri"/>
              </a:rPr>
              <a:t>iv)</a:t>
            </a:r>
            <a:r>
              <a:rPr sz="2200" b="1" spc="-15" dirty="0">
                <a:latin typeface="Calibri"/>
                <a:cs typeface="Calibri"/>
              </a:rPr>
              <a:t> </a:t>
            </a:r>
            <a:r>
              <a:rPr sz="2200" b="1" spc="-5" dirty="0">
                <a:latin typeface="Calibri"/>
                <a:cs typeface="Calibri"/>
              </a:rPr>
              <a:t>Sending</a:t>
            </a:r>
            <a:r>
              <a:rPr sz="2200" b="1" spc="-20" dirty="0">
                <a:latin typeface="Calibri"/>
                <a:cs typeface="Calibri"/>
              </a:rPr>
              <a:t> </a:t>
            </a:r>
            <a:r>
              <a:rPr sz="2200" b="1" spc="-15" dirty="0">
                <a:latin typeface="Calibri"/>
                <a:cs typeface="Calibri"/>
              </a:rPr>
              <a:t>Feedback</a:t>
            </a:r>
            <a:endParaRPr sz="2200">
              <a:latin typeface="Calibri"/>
              <a:cs typeface="Calibri"/>
            </a:endParaRPr>
          </a:p>
          <a:p>
            <a:pPr marL="355600" indent="-342900">
              <a:lnSpc>
                <a:spcPct val="100000"/>
              </a:lnSpc>
              <a:spcBef>
                <a:spcPts val="530"/>
              </a:spcBef>
              <a:buFont typeface="Arial MT"/>
              <a:buChar char="•"/>
              <a:tabLst>
                <a:tab pos="354965" algn="l"/>
                <a:tab pos="355600" algn="l"/>
                <a:tab pos="1187450" algn="l"/>
                <a:tab pos="1632585" algn="l"/>
                <a:tab pos="2284730" algn="l"/>
                <a:tab pos="3638550" algn="l"/>
                <a:tab pos="4215765" algn="l"/>
                <a:tab pos="5495290" algn="l"/>
                <a:tab pos="6779895" algn="l"/>
                <a:tab pos="7450455" algn="l"/>
                <a:tab pos="7845425" algn="l"/>
              </a:tabLst>
            </a:pPr>
            <a:r>
              <a:rPr sz="2200" spc="-5" dirty="0">
                <a:latin typeface="Calibri"/>
                <a:cs typeface="Calibri"/>
              </a:rPr>
              <a:t>Based	</a:t>
            </a:r>
            <a:r>
              <a:rPr sz="2200" dirty="0">
                <a:latin typeface="Calibri"/>
                <a:cs typeface="Calibri"/>
              </a:rPr>
              <a:t>on	</a:t>
            </a:r>
            <a:r>
              <a:rPr sz="2200" spc="-20" dirty="0">
                <a:latin typeface="Calibri"/>
                <a:cs typeface="Calibri"/>
              </a:rPr>
              <a:t>data	</a:t>
            </a:r>
            <a:r>
              <a:rPr sz="2200" spc="-10" dirty="0">
                <a:latin typeface="Calibri"/>
                <a:cs typeface="Calibri"/>
              </a:rPr>
              <a:t>processing	</a:t>
            </a:r>
            <a:r>
              <a:rPr sz="2200" spc="-5" dirty="0">
                <a:latin typeface="Calibri"/>
                <a:cs typeface="Calibri"/>
              </a:rPr>
              <a:t>and	analyzing,	</a:t>
            </a:r>
            <a:r>
              <a:rPr sz="2200" spc="-15" dirty="0">
                <a:latin typeface="Calibri"/>
                <a:cs typeface="Calibri"/>
              </a:rPr>
              <a:t>feedbacks	</a:t>
            </a:r>
            <a:r>
              <a:rPr sz="2200" spc="-10" dirty="0">
                <a:latin typeface="Calibri"/>
                <a:cs typeface="Calibri"/>
              </a:rPr>
              <a:t>such	</a:t>
            </a:r>
            <a:r>
              <a:rPr sz="2200" spc="-5" dirty="0">
                <a:latin typeface="Calibri"/>
                <a:cs typeface="Calibri"/>
              </a:rPr>
              <a:t>as	</a:t>
            </a:r>
            <a:r>
              <a:rPr sz="2200" spc="-15" dirty="0">
                <a:latin typeface="Calibri"/>
                <a:cs typeface="Calibri"/>
              </a:rPr>
              <a:t>proper</a:t>
            </a:r>
            <a:endParaRPr sz="2200">
              <a:latin typeface="Calibri"/>
              <a:cs typeface="Calibri"/>
            </a:endParaRPr>
          </a:p>
          <a:p>
            <a:pPr marL="355600">
              <a:lnSpc>
                <a:spcPct val="100000"/>
              </a:lnSpc>
              <a:spcBef>
                <a:spcPts val="5"/>
              </a:spcBef>
            </a:pPr>
            <a:r>
              <a:rPr sz="2200" spc="-10" dirty="0">
                <a:latin typeface="Calibri"/>
                <a:cs typeface="Calibri"/>
              </a:rPr>
              <a:t>commands</a:t>
            </a:r>
            <a:r>
              <a:rPr sz="2200" spc="20" dirty="0">
                <a:latin typeface="Calibri"/>
                <a:cs typeface="Calibri"/>
              </a:rPr>
              <a:t> </a:t>
            </a:r>
            <a:r>
              <a:rPr sz="2200" spc="-5" dirty="0">
                <a:latin typeface="Calibri"/>
                <a:cs typeface="Calibri"/>
              </a:rPr>
              <a:t>or decisions</a:t>
            </a:r>
            <a:r>
              <a:rPr sz="2200" dirty="0">
                <a:latin typeface="Calibri"/>
                <a:cs typeface="Calibri"/>
              </a:rPr>
              <a:t> </a:t>
            </a:r>
            <a:r>
              <a:rPr sz="2200" spc="-10" dirty="0">
                <a:latin typeface="Calibri"/>
                <a:cs typeface="Calibri"/>
              </a:rPr>
              <a:t>are </a:t>
            </a:r>
            <a:r>
              <a:rPr sz="2200" spc="-20" dirty="0">
                <a:latin typeface="Calibri"/>
                <a:cs typeface="Calibri"/>
              </a:rPr>
              <a:t>generated</a:t>
            </a:r>
            <a:r>
              <a:rPr sz="2200" spc="30" dirty="0">
                <a:latin typeface="Calibri"/>
                <a:cs typeface="Calibri"/>
              </a:rPr>
              <a:t> </a:t>
            </a:r>
            <a:r>
              <a:rPr sz="2200" spc="-5" dirty="0">
                <a:latin typeface="Calibri"/>
                <a:cs typeface="Calibri"/>
              </a:rPr>
              <a:t>and</a:t>
            </a:r>
            <a:r>
              <a:rPr sz="2200" spc="-10" dirty="0">
                <a:latin typeface="Calibri"/>
                <a:cs typeface="Calibri"/>
              </a:rPr>
              <a:t> sent</a:t>
            </a:r>
            <a:r>
              <a:rPr sz="2200" spc="10" dirty="0">
                <a:latin typeface="Calibri"/>
                <a:cs typeface="Calibri"/>
              </a:rPr>
              <a:t> </a:t>
            </a:r>
            <a:r>
              <a:rPr sz="2200" spc="-20" dirty="0">
                <a:latin typeface="Calibri"/>
                <a:cs typeface="Calibri"/>
              </a:rPr>
              <a:t>to</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20" dirty="0">
                <a:latin typeface="Calibri"/>
                <a:cs typeface="Calibri"/>
              </a:rPr>
              <a:t>fog</a:t>
            </a:r>
            <a:r>
              <a:rPr sz="2200" spc="10" dirty="0">
                <a:latin typeface="Calibri"/>
                <a:cs typeface="Calibri"/>
              </a:rPr>
              <a:t> </a:t>
            </a:r>
            <a:r>
              <a:rPr sz="2200" spc="-50" dirty="0">
                <a:latin typeface="Calibri"/>
                <a:cs typeface="Calibri"/>
              </a:rPr>
              <a:t>layer.</a:t>
            </a:r>
            <a:endParaRPr sz="2200">
              <a:latin typeface="Calibri"/>
              <a:cs typeface="Calibri"/>
            </a:endParaRPr>
          </a:p>
          <a:p>
            <a:pPr>
              <a:lnSpc>
                <a:spcPct val="100000"/>
              </a:lnSpc>
              <a:spcBef>
                <a:spcPts val="25"/>
              </a:spcBef>
            </a:pPr>
            <a:endParaRPr sz="1650">
              <a:latin typeface="Calibri"/>
              <a:cs typeface="Calibri"/>
            </a:endParaRPr>
          </a:p>
          <a:p>
            <a:pPr marL="12700">
              <a:lnSpc>
                <a:spcPct val="100000"/>
              </a:lnSpc>
            </a:pPr>
            <a:r>
              <a:rPr sz="2200" b="1" dirty="0">
                <a:latin typeface="Calibri"/>
                <a:cs typeface="Calibri"/>
              </a:rPr>
              <a:t>v)</a:t>
            </a:r>
            <a:r>
              <a:rPr sz="2200" b="1" spc="-25" dirty="0">
                <a:latin typeface="Calibri"/>
                <a:cs typeface="Calibri"/>
              </a:rPr>
              <a:t> </a:t>
            </a:r>
            <a:r>
              <a:rPr sz="2200" b="1" spc="-10" dirty="0">
                <a:latin typeface="Calibri"/>
                <a:cs typeface="Calibri"/>
              </a:rPr>
              <a:t>Command</a:t>
            </a:r>
            <a:r>
              <a:rPr sz="2200" b="1" dirty="0">
                <a:latin typeface="Calibri"/>
                <a:cs typeface="Calibri"/>
              </a:rPr>
              <a:t> </a:t>
            </a:r>
            <a:r>
              <a:rPr sz="2200" b="1" spc="-15" dirty="0">
                <a:latin typeface="Calibri"/>
                <a:cs typeface="Calibri"/>
              </a:rPr>
              <a:t>Execution</a:t>
            </a:r>
            <a:endParaRPr sz="2200">
              <a:latin typeface="Calibri"/>
              <a:cs typeface="Calibri"/>
            </a:endParaRPr>
          </a:p>
        </p:txBody>
      </p:sp>
      <p:sp>
        <p:nvSpPr>
          <p:cNvPr id="3" name="object 3"/>
          <p:cNvSpPr txBox="1"/>
          <p:nvPr/>
        </p:nvSpPr>
        <p:spPr>
          <a:xfrm>
            <a:off x="258267" y="1800120"/>
            <a:ext cx="7816215" cy="830580"/>
          </a:xfrm>
          <a:prstGeom prst="rect">
            <a:avLst/>
          </a:prstGeom>
        </p:spPr>
        <p:txBody>
          <a:bodyPr vert="horz" wrap="square" lIns="0" tIns="79375" rIns="0" bIns="0" rtlCol="0">
            <a:spAutoFit/>
          </a:bodyPr>
          <a:lstStyle/>
          <a:p>
            <a:pPr marL="355600" indent="-342900">
              <a:lnSpc>
                <a:spcPct val="100000"/>
              </a:lnSpc>
              <a:spcBef>
                <a:spcPts val="625"/>
              </a:spcBef>
              <a:buFont typeface="Arial MT"/>
              <a:buChar char="•"/>
              <a:tabLst>
                <a:tab pos="354965" algn="l"/>
                <a:tab pos="355600" algn="l"/>
              </a:tabLst>
            </a:pPr>
            <a:r>
              <a:rPr sz="2200" b="1" spc="-15" dirty="0">
                <a:solidFill>
                  <a:srgbClr val="FF0000"/>
                </a:solidFill>
                <a:latin typeface="Calibri"/>
                <a:cs typeface="Calibri"/>
              </a:rPr>
              <a:t>Actuators</a:t>
            </a:r>
            <a:r>
              <a:rPr sz="2200" b="1" spc="55" dirty="0">
                <a:solidFill>
                  <a:srgbClr val="FF0000"/>
                </a:solidFill>
                <a:latin typeface="Calibri"/>
                <a:cs typeface="Calibri"/>
              </a:rPr>
              <a:t> </a:t>
            </a:r>
            <a:r>
              <a:rPr sz="2200" spc="-10" dirty="0">
                <a:latin typeface="Calibri"/>
                <a:cs typeface="Calibri"/>
              </a:rPr>
              <a:t>must</a:t>
            </a:r>
            <a:r>
              <a:rPr sz="2200" dirty="0">
                <a:latin typeface="Calibri"/>
                <a:cs typeface="Calibri"/>
              </a:rPr>
              <a:t> </a:t>
            </a:r>
            <a:r>
              <a:rPr sz="2200" spc="-5" dirty="0">
                <a:latin typeface="Calibri"/>
                <a:cs typeface="Calibri"/>
              </a:rPr>
              <a:t>run the</a:t>
            </a:r>
            <a:r>
              <a:rPr sz="2200" spc="10" dirty="0">
                <a:latin typeface="Calibri"/>
                <a:cs typeface="Calibri"/>
              </a:rPr>
              <a:t> </a:t>
            </a:r>
            <a:r>
              <a:rPr sz="2200" spc="-15" dirty="0">
                <a:latin typeface="Calibri"/>
                <a:cs typeface="Calibri"/>
              </a:rPr>
              <a:t>proper</a:t>
            </a:r>
            <a:r>
              <a:rPr sz="2200" spc="5" dirty="0">
                <a:latin typeface="Calibri"/>
                <a:cs typeface="Calibri"/>
              </a:rPr>
              <a:t> </a:t>
            </a:r>
            <a:r>
              <a:rPr sz="2200" spc="-5" dirty="0">
                <a:latin typeface="Calibri"/>
                <a:cs typeface="Calibri"/>
              </a:rPr>
              <a:t>action based</a:t>
            </a:r>
            <a:r>
              <a:rPr sz="2200" spc="-10" dirty="0">
                <a:latin typeface="Calibri"/>
                <a:cs typeface="Calibri"/>
              </a:rPr>
              <a:t> </a:t>
            </a:r>
            <a:r>
              <a:rPr sz="2200" dirty="0">
                <a:latin typeface="Calibri"/>
                <a:cs typeface="Calibri"/>
              </a:rPr>
              <a:t>on</a:t>
            </a:r>
            <a:r>
              <a:rPr sz="2200" spc="5" dirty="0">
                <a:latin typeface="Calibri"/>
                <a:cs typeface="Calibri"/>
              </a:rPr>
              <a:t> </a:t>
            </a:r>
            <a:r>
              <a:rPr sz="2200" spc="-5" dirty="0">
                <a:latin typeface="Calibri"/>
                <a:cs typeface="Calibri"/>
              </a:rPr>
              <a:t>the</a:t>
            </a:r>
            <a:r>
              <a:rPr sz="2200" dirty="0">
                <a:latin typeface="Calibri"/>
                <a:cs typeface="Calibri"/>
              </a:rPr>
              <a:t> </a:t>
            </a:r>
            <a:r>
              <a:rPr sz="2200" spc="-10" dirty="0">
                <a:latin typeface="Calibri"/>
                <a:cs typeface="Calibri"/>
              </a:rPr>
              <a:t>received</a:t>
            </a:r>
            <a:r>
              <a:rPr sz="2200" spc="5" dirty="0">
                <a:latin typeface="Calibri"/>
                <a:cs typeface="Calibri"/>
              </a:rPr>
              <a:t> </a:t>
            </a:r>
            <a:r>
              <a:rPr sz="2200" spc="-15" dirty="0">
                <a:latin typeface="Calibri"/>
                <a:cs typeface="Calibri"/>
              </a:rPr>
              <a:t>data.</a:t>
            </a:r>
            <a:endParaRPr sz="2200">
              <a:latin typeface="Calibri"/>
              <a:cs typeface="Calibri"/>
            </a:endParaRPr>
          </a:p>
          <a:p>
            <a:pPr marL="355600" indent="-342900">
              <a:lnSpc>
                <a:spcPct val="100000"/>
              </a:lnSpc>
              <a:spcBef>
                <a:spcPts val="530"/>
              </a:spcBef>
              <a:buFont typeface="Arial MT"/>
              <a:buChar char="•"/>
              <a:tabLst>
                <a:tab pos="354965" algn="l"/>
                <a:tab pos="355600" algn="l"/>
                <a:tab pos="765175" algn="l"/>
                <a:tab pos="1372235" algn="l"/>
                <a:tab pos="2068195" algn="l"/>
                <a:tab pos="3032125" algn="l"/>
                <a:tab pos="4253865" algn="l"/>
                <a:tab pos="4874895" algn="l"/>
                <a:tab pos="6209665" algn="l"/>
                <a:tab pos="6771005" algn="l"/>
              </a:tabLst>
            </a:pPr>
            <a:r>
              <a:rPr sz="2200" spc="-5" dirty="0">
                <a:latin typeface="Calibri"/>
                <a:cs typeface="Calibri"/>
              </a:rPr>
              <a:t>In	this	</a:t>
            </a:r>
            <a:r>
              <a:rPr sz="2200" spc="-60" dirty="0">
                <a:latin typeface="Calibri"/>
                <a:cs typeface="Calibri"/>
              </a:rPr>
              <a:t>way,	</a:t>
            </a:r>
            <a:r>
              <a:rPr sz="2200" spc="-15" dirty="0">
                <a:latin typeface="Calibri"/>
                <a:cs typeface="Calibri"/>
              </a:rPr>
              <a:t>proper	</a:t>
            </a:r>
            <a:r>
              <a:rPr sz="2200" spc="-10" dirty="0">
                <a:latin typeface="Calibri"/>
                <a:cs typeface="Calibri"/>
              </a:rPr>
              <a:t>feedback	</a:t>
            </a:r>
            <a:r>
              <a:rPr sz="2200" spc="-5" dirty="0">
                <a:latin typeface="Calibri"/>
                <a:cs typeface="Calibri"/>
              </a:rPr>
              <a:t>and	responses	</a:t>
            </a:r>
            <a:r>
              <a:rPr sz="2200" spc="-10" dirty="0">
                <a:latin typeface="Calibri"/>
                <a:cs typeface="Calibri"/>
              </a:rPr>
              <a:t>are	</a:t>
            </a:r>
            <a:r>
              <a:rPr sz="2200" spc="-5" dirty="0">
                <a:latin typeface="Calibri"/>
                <a:cs typeface="Calibri"/>
              </a:rPr>
              <a:t>applied</a:t>
            </a:r>
            <a:endParaRPr sz="2200">
              <a:latin typeface="Calibri"/>
              <a:cs typeface="Calibri"/>
            </a:endParaRPr>
          </a:p>
        </p:txBody>
      </p:sp>
      <p:sp>
        <p:nvSpPr>
          <p:cNvPr id="4" name="object 4"/>
          <p:cNvSpPr txBox="1"/>
          <p:nvPr/>
        </p:nvSpPr>
        <p:spPr>
          <a:xfrm>
            <a:off x="8050148" y="2269947"/>
            <a:ext cx="835660" cy="360680"/>
          </a:xfrm>
          <a:prstGeom prst="rect">
            <a:avLst/>
          </a:prstGeom>
        </p:spPr>
        <p:txBody>
          <a:bodyPr vert="horz" wrap="square" lIns="0" tIns="12065" rIns="0" bIns="0" rtlCol="0">
            <a:spAutoFit/>
          </a:bodyPr>
          <a:lstStyle/>
          <a:p>
            <a:pPr marL="12700">
              <a:lnSpc>
                <a:spcPct val="100000"/>
              </a:lnSpc>
              <a:spcBef>
                <a:spcPts val="95"/>
              </a:spcBef>
              <a:tabLst>
                <a:tab pos="443865" algn="l"/>
              </a:tabLst>
            </a:pPr>
            <a:r>
              <a:rPr sz="2200" spc="-35" dirty="0">
                <a:latin typeface="Calibri"/>
                <a:cs typeface="Calibri"/>
              </a:rPr>
              <a:t>t</a:t>
            </a:r>
            <a:r>
              <a:rPr sz="2200" spc="-5" dirty="0">
                <a:latin typeface="Calibri"/>
                <a:cs typeface="Calibri"/>
              </a:rPr>
              <a:t>o</a:t>
            </a:r>
            <a:r>
              <a:rPr sz="2200" dirty="0">
                <a:latin typeface="Calibri"/>
                <a:cs typeface="Calibri"/>
              </a:rPr>
              <a:t>	</a:t>
            </a:r>
            <a:r>
              <a:rPr sz="2200" spc="-5" dirty="0">
                <a:latin typeface="Calibri"/>
                <a:cs typeface="Calibri"/>
              </a:rPr>
              <a:t>t</a:t>
            </a:r>
            <a:r>
              <a:rPr sz="2200" spc="-15" dirty="0">
                <a:latin typeface="Calibri"/>
                <a:cs typeface="Calibri"/>
              </a:rPr>
              <a:t>h</a:t>
            </a:r>
            <a:r>
              <a:rPr sz="2200" spc="-5" dirty="0">
                <a:latin typeface="Calibri"/>
                <a:cs typeface="Calibri"/>
              </a:rPr>
              <a:t>e</a:t>
            </a:r>
            <a:endParaRPr sz="2200">
              <a:latin typeface="Calibri"/>
              <a:cs typeface="Calibri"/>
            </a:endParaRPr>
          </a:p>
        </p:txBody>
      </p:sp>
      <p:sp>
        <p:nvSpPr>
          <p:cNvPr id="5" name="object 5"/>
          <p:cNvSpPr txBox="1"/>
          <p:nvPr/>
        </p:nvSpPr>
        <p:spPr>
          <a:xfrm>
            <a:off x="601167" y="2605531"/>
            <a:ext cx="1551940" cy="360680"/>
          </a:xfrm>
          <a:prstGeom prst="rect">
            <a:avLst/>
          </a:prstGeom>
        </p:spPr>
        <p:txBody>
          <a:bodyPr vert="horz" wrap="square" lIns="0" tIns="12065" rIns="0" bIns="0" rtlCol="0">
            <a:spAutoFit/>
          </a:bodyPr>
          <a:lstStyle/>
          <a:p>
            <a:pPr marL="12700">
              <a:lnSpc>
                <a:spcPct val="100000"/>
              </a:lnSpc>
              <a:spcBef>
                <a:spcPts val="95"/>
              </a:spcBef>
            </a:pPr>
            <a:r>
              <a:rPr sz="2200" spc="-15" dirty="0">
                <a:latin typeface="Calibri"/>
                <a:cs typeface="Calibri"/>
              </a:rPr>
              <a:t>environment.</a:t>
            </a:r>
            <a:endParaRPr sz="22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137437"/>
            <a:ext cx="8626475" cy="5860415"/>
          </a:xfrm>
          <a:prstGeom prst="rect">
            <a:avLst/>
          </a:prstGeom>
        </p:spPr>
        <p:txBody>
          <a:bodyPr vert="horz" wrap="square" lIns="0" tIns="79375" rIns="0" bIns="0" rtlCol="0">
            <a:spAutoFit/>
          </a:bodyPr>
          <a:lstStyle/>
          <a:p>
            <a:pPr marL="12700" algn="just">
              <a:lnSpc>
                <a:spcPct val="100000"/>
              </a:lnSpc>
              <a:spcBef>
                <a:spcPts val="625"/>
              </a:spcBef>
            </a:pPr>
            <a:r>
              <a:rPr sz="2200" b="1" u="heavy" dirty="0">
                <a:uFill>
                  <a:solidFill>
                    <a:srgbClr val="000000"/>
                  </a:solidFill>
                </a:uFill>
                <a:latin typeface="Calibri"/>
                <a:cs typeface="Calibri"/>
              </a:rPr>
              <a:t>B.</a:t>
            </a:r>
            <a:r>
              <a:rPr sz="2200" b="1" u="heavy" spc="-10" dirty="0">
                <a:uFill>
                  <a:solidFill>
                    <a:srgbClr val="000000"/>
                  </a:solidFill>
                </a:uFill>
                <a:latin typeface="Calibri"/>
                <a:cs typeface="Calibri"/>
              </a:rPr>
              <a:t> </a:t>
            </a:r>
            <a:r>
              <a:rPr sz="2200" b="1" u="heavy" spc="-20" dirty="0">
                <a:uFill>
                  <a:solidFill>
                    <a:srgbClr val="000000"/>
                  </a:solidFill>
                </a:uFill>
                <a:latin typeface="Calibri"/>
                <a:cs typeface="Calibri"/>
              </a:rPr>
              <a:t>Data</a:t>
            </a:r>
            <a:r>
              <a:rPr sz="2200" b="1" u="heavy" spc="20" dirty="0">
                <a:uFill>
                  <a:solidFill>
                    <a:srgbClr val="000000"/>
                  </a:solidFill>
                </a:uFill>
                <a:latin typeface="Calibri"/>
                <a:cs typeface="Calibri"/>
              </a:rPr>
              <a:t> </a:t>
            </a:r>
            <a:r>
              <a:rPr sz="2200" b="1" u="heavy" spc="-15" dirty="0">
                <a:uFill>
                  <a:solidFill>
                    <a:srgbClr val="000000"/>
                  </a:solidFill>
                </a:uFill>
                <a:latin typeface="Calibri"/>
                <a:cs typeface="Calibri"/>
              </a:rPr>
              <a:t>Characteristics</a:t>
            </a:r>
            <a:endParaRPr sz="2200">
              <a:latin typeface="Calibri"/>
              <a:cs typeface="Calibri"/>
            </a:endParaRPr>
          </a:p>
          <a:p>
            <a:pPr marL="355600" marR="5080" indent="-342900" algn="just">
              <a:lnSpc>
                <a:spcPct val="100000"/>
              </a:lnSpc>
              <a:spcBef>
                <a:spcPts val="530"/>
              </a:spcBef>
              <a:buFont typeface="Arial MT"/>
              <a:buChar char="•"/>
              <a:tabLst>
                <a:tab pos="355600" algn="l"/>
              </a:tabLst>
            </a:pPr>
            <a:r>
              <a:rPr sz="2200" spc="-10" dirty="0">
                <a:latin typeface="Calibri"/>
                <a:cs typeface="Calibri"/>
              </a:rPr>
              <a:t>Reviewing</a:t>
            </a:r>
            <a:r>
              <a:rPr sz="2200" spc="-5" dirty="0">
                <a:latin typeface="Calibri"/>
                <a:cs typeface="Calibri"/>
              </a:rPr>
              <a:t> </a:t>
            </a:r>
            <a:r>
              <a:rPr sz="2200" spc="-20" dirty="0">
                <a:latin typeface="Calibri"/>
                <a:cs typeface="Calibri"/>
              </a:rPr>
              <a:t>data</a:t>
            </a:r>
            <a:r>
              <a:rPr sz="2200" spc="-15" dirty="0">
                <a:latin typeface="Calibri"/>
                <a:cs typeface="Calibri"/>
              </a:rPr>
              <a:t> </a:t>
            </a:r>
            <a:r>
              <a:rPr sz="2200" spc="-10" dirty="0">
                <a:latin typeface="Calibri"/>
                <a:cs typeface="Calibri"/>
              </a:rPr>
              <a:t>characteristics</a:t>
            </a:r>
            <a:r>
              <a:rPr sz="2200" spc="-5" dirty="0">
                <a:latin typeface="Calibri"/>
                <a:cs typeface="Calibri"/>
              </a:rPr>
              <a:t> is</a:t>
            </a:r>
            <a:r>
              <a:rPr sz="2200" dirty="0">
                <a:latin typeface="Calibri"/>
                <a:cs typeface="Calibri"/>
              </a:rPr>
              <a:t> </a:t>
            </a:r>
            <a:r>
              <a:rPr sz="2200" spc="-5" dirty="0">
                <a:latin typeface="Calibri"/>
                <a:cs typeface="Calibri"/>
              </a:rPr>
              <a:t>necessary</a:t>
            </a:r>
            <a:r>
              <a:rPr sz="2200" dirty="0">
                <a:latin typeface="Calibri"/>
                <a:cs typeface="Calibri"/>
              </a:rPr>
              <a:t> </a:t>
            </a:r>
            <a:r>
              <a:rPr sz="2200" spc="-20" dirty="0">
                <a:latin typeface="Calibri"/>
                <a:cs typeface="Calibri"/>
              </a:rPr>
              <a:t>to</a:t>
            </a:r>
            <a:r>
              <a:rPr sz="2200" spc="-15" dirty="0">
                <a:latin typeface="Calibri"/>
                <a:cs typeface="Calibri"/>
              </a:rPr>
              <a:t> </a:t>
            </a:r>
            <a:r>
              <a:rPr sz="2200" spc="-10" dirty="0">
                <a:latin typeface="Calibri"/>
                <a:cs typeface="Calibri"/>
              </a:rPr>
              <a:t>define</a:t>
            </a:r>
            <a:r>
              <a:rPr sz="2200" spc="-5" dirty="0">
                <a:latin typeface="Calibri"/>
                <a:cs typeface="Calibri"/>
              </a:rPr>
              <a:t> and</a:t>
            </a:r>
            <a:r>
              <a:rPr sz="2200" dirty="0">
                <a:latin typeface="Calibri"/>
                <a:cs typeface="Calibri"/>
              </a:rPr>
              <a:t> </a:t>
            </a:r>
            <a:r>
              <a:rPr sz="2200" spc="-15" dirty="0">
                <a:latin typeface="Calibri"/>
                <a:cs typeface="Calibri"/>
              </a:rPr>
              <a:t>refine</a:t>
            </a:r>
            <a:r>
              <a:rPr sz="2200" spc="-10" dirty="0">
                <a:latin typeface="Calibri"/>
                <a:cs typeface="Calibri"/>
              </a:rPr>
              <a:t> </a:t>
            </a:r>
            <a:r>
              <a:rPr sz="2200" spc="-20" dirty="0">
                <a:latin typeface="Calibri"/>
                <a:cs typeface="Calibri"/>
              </a:rPr>
              <a:t>data </a:t>
            </a:r>
            <a:r>
              <a:rPr sz="2200" spc="-484" dirty="0">
                <a:latin typeface="Calibri"/>
                <a:cs typeface="Calibri"/>
              </a:rPr>
              <a:t> </a:t>
            </a:r>
            <a:r>
              <a:rPr sz="2200" spc="-10" dirty="0">
                <a:latin typeface="Calibri"/>
                <a:cs typeface="Calibri"/>
              </a:rPr>
              <a:t>quality </a:t>
            </a:r>
            <a:r>
              <a:rPr sz="2200" spc="-5" dirty="0">
                <a:latin typeface="Calibri"/>
                <a:cs typeface="Calibri"/>
              </a:rPr>
              <a:t>and </a:t>
            </a:r>
            <a:r>
              <a:rPr sz="2200" spc="-15" dirty="0">
                <a:latin typeface="Calibri"/>
                <a:cs typeface="Calibri"/>
              </a:rPr>
              <a:t>integration standards </a:t>
            </a:r>
            <a:r>
              <a:rPr sz="2200" spc="-5" dirty="0">
                <a:latin typeface="Calibri"/>
                <a:cs typeface="Calibri"/>
              </a:rPr>
              <a:t>and </a:t>
            </a:r>
            <a:r>
              <a:rPr sz="2200" spc="-20" dirty="0">
                <a:latin typeface="Calibri"/>
                <a:cs typeface="Calibri"/>
              </a:rPr>
              <a:t>to </a:t>
            </a:r>
            <a:r>
              <a:rPr sz="2200" spc="-10" dirty="0">
                <a:latin typeface="Calibri"/>
                <a:cs typeface="Calibri"/>
              </a:rPr>
              <a:t>handle </a:t>
            </a:r>
            <a:r>
              <a:rPr sz="2200" spc="-5" dirty="0">
                <a:latin typeface="Calibri"/>
                <a:cs typeface="Calibri"/>
              </a:rPr>
              <a:t>the </a:t>
            </a:r>
            <a:r>
              <a:rPr sz="2200" spc="-15" dirty="0">
                <a:latin typeface="Calibri"/>
                <a:cs typeface="Calibri"/>
              </a:rPr>
              <a:t>related </a:t>
            </a:r>
            <a:r>
              <a:rPr sz="2200" spc="-10" dirty="0">
                <a:latin typeface="Calibri"/>
                <a:cs typeface="Calibri"/>
              </a:rPr>
              <a:t>challenges </a:t>
            </a:r>
            <a:r>
              <a:rPr sz="2200" spc="-5" dirty="0">
                <a:latin typeface="Calibri"/>
                <a:cs typeface="Calibri"/>
              </a:rPr>
              <a:t> </a:t>
            </a:r>
            <a:r>
              <a:rPr sz="2200" spc="-10" dirty="0">
                <a:latin typeface="Calibri"/>
                <a:cs typeface="Calibri"/>
              </a:rPr>
              <a:t>properly</a:t>
            </a:r>
            <a:r>
              <a:rPr sz="2200" dirty="0">
                <a:latin typeface="Calibri"/>
                <a:cs typeface="Calibri"/>
              </a:rPr>
              <a:t> </a:t>
            </a:r>
            <a:r>
              <a:rPr sz="2200" spc="-5" dirty="0">
                <a:latin typeface="Calibri"/>
                <a:cs typeface="Calibri"/>
              </a:rPr>
              <a:t>in</a:t>
            </a:r>
            <a:r>
              <a:rPr sz="2200" spc="-10" dirty="0">
                <a:latin typeface="Calibri"/>
                <a:cs typeface="Calibri"/>
              </a:rPr>
              <a:t> </a:t>
            </a:r>
            <a:r>
              <a:rPr sz="2200" spc="-5" dirty="0">
                <a:latin typeface="Calibri"/>
                <a:cs typeface="Calibri"/>
              </a:rPr>
              <a:t>the</a:t>
            </a:r>
            <a:r>
              <a:rPr sz="2200" spc="10" dirty="0">
                <a:latin typeface="Calibri"/>
                <a:cs typeface="Calibri"/>
              </a:rPr>
              <a:t> </a:t>
            </a:r>
            <a:r>
              <a:rPr sz="2200" spc="-20" dirty="0">
                <a:latin typeface="Calibri"/>
                <a:cs typeface="Calibri"/>
              </a:rPr>
              <a:t>data</a:t>
            </a:r>
            <a:r>
              <a:rPr sz="2200" dirty="0">
                <a:latin typeface="Calibri"/>
                <a:cs typeface="Calibri"/>
              </a:rPr>
              <a:t> </a:t>
            </a:r>
            <a:r>
              <a:rPr sz="2200" spc="-10" dirty="0">
                <a:latin typeface="Calibri"/>
                <a:cs typeface="Calibri"/>
              </a:rPr>
              <a:t>management</a:t>
            </a:r>
            <a:r>
              <a:rPr sz="2200" spc="35" dirty="0">
                <a:latin typeface="Calibri"/>
                <a:cs typeface="Calibri"/>
              </a:rPr>
              <a:t> </a:t>
            </a:r>
            <a:r>
              <a:rPr sz="2200" spc="-10" dirty="0">
                <a:latin typeface="Calibri"/>
                <a:cs typeface="Calibri"/>
              </a:rPr>
              <a:t>process.</a:t>
            </a:r>
            <a:endParaRPr sz="2200">
              <a:latin typeface="Calibri"/>
              <a:cs typeface="Calibri"/>
            </a:endParaRPr>
          </a:p>
          <a:p>
            <a:pPr marL="355600" indent="-342900" algn="just">
              <a:lnSpc>
                <a:spcPct val="100000"/>
              </a:lnSpc>
              <a:spcBef>
                <a:spcPts val="530"/>
              </a:spcBef>
              <a:buFont typeface="Arial MT"/>
              <a:buChar char="•"/>
              <a:tabLst>
                <a:tab pos="355600" algn="l"/>
              </a:tabLst>
            </a:pPr>
            <a:r>
              <a:rPr sz="2200" b="1" spc="-15" dirty="0">
                <a:solidFill>
                  <a:srgbClr val="FF0000"/>
                </a:solidFill>
                <a:latin typeface="Calibri"/>
                <a:cs typeface="Calibri"/>
              </a:rPr>
              <a:t>Data</a:t>
            </a:r>
            <a:r>
              <a:rPr sz="2200" b="1" spc="335" dirty="0">
                <a:solidFill>
                  <a:srgbClr val="FF0000"/>
                </a:solidFill>
                <a:latin typeface="Calibri"/>
                <a:cs typeface="Calibri"/>
              </a:rPr>
              <a:t> </a:t>
            </a:r>
            <a:r>
              <a:rPr sz="2200" b="1" spc="-5" dirty="0">
                <a:solidFill>
                  <a:srgbClr val="FF0000"/>
                </a:solidFill>
                <a:latin typeface="Calibri"/>
                <a:cs typeface="Calibri"/>
              </a:rPr>
              <a:t>quality</a:t>
            </a:r>
            <a:r>
              <a:rPr sz="2200" b="1" spc="345" dirty="0">
                <a:solidFill>
                  <a:srgbClr val="FF0000"/>
                </a:solidFill>
                <a:latin typeface="Calibri"/>
                <a:cs typeface="Calibri"/>
              </a:rPr>
              <a:t> </a:t>
            </a:r>
            <a:r>
              <a:rPr sz="2200" spc="-30" dirty="0">
                <a:latin typeface="Calibri"/>
                <a:cs typeface="Calibri"/>
              </a:rPr>
              <a:t>refers</a:t>
            </a:r>
            <a:r>
              <a:rPr sz="2200" spc="350" dirty="0">
                <a:latin typeface="Calibri"/>
                <a:cs typeface="Calibri"/>
              </a:rPr>
              <a:t> </a:t>
            </a:r>
            <a:r>
              <a:rPr sz="2200" spc="-20" dirty="0">
                <a:latin typeface="Calibri"/>
                <a:cs typeface="Calibri"/>
              </a:rPr>
              <a:t>to</a:t>
            </a:r>
            <a:r>
              <a:rPr sz="2200" spc="345" dirty="0">
                <a:latin typeface="Calibri"/>
                <a:cs typeface="Calibri"/>
              </a:rPr>
              <a:t> </a:t>
            </a:r>
            <a:r>
              <a:rPr sz="2200" spc="-10" dirty="0">
                <a:latin typeface="Calibri"/>
                <a:cs typeface="Calibri"/>
              </a:rPr>
              <a:t>how</a:t>
            </a:r>
            <a:r>
              <a:rPr sz="2200" spc="350" dirty="0">
                <a:latin typeface="Calibri"/>
                <a:cs typeface="Calibri"/>
              </a:rPr>
              <a:t> </a:t>
            </a:r>
            <a:r>
              <a:rPr sz="2200" spc="-5" dirty="0">
                <a:latin typeface="Calibri"/>
                <a:cs typeface="Calibri"/>
              </a:rPr>
              <a:t>much</a:t>
            </a:r>
            <a:r>
              <a:rPr sz="2200" spc="335" dirty="0">
                <a:latin typeface="Calibri"/>
                <a:cs typeface="Calibri"/>
              </a:rPr>
              <a:t> </a:t>
            </a:r>
            <a:r>
              <a:rPr sz="2200" spc="-20" dirty="0">
                <a:latin typeface="Calibri"/>
                <a:cs typeface="Calibri"/>
              </a:rPr>
              <a:t>data</a:t>
            </a:r>
            <a:r>
              <a:rPr sz="2200" spc="340" dirty="0">
                <a:latin typeface="Calibri"/>
                <a:cs typeface="Calibri"/>
              </a:rPr>
              <a:t> </a:t>
            </a:r>
            <a:r>
              <a:rPr sz="2200" spc="-10" dirty="0">
                <a:latin typeface="Calibri"/>
                <a:cs typeface="Calibri"/>
              </a:rPr>
              <a:t>characteristics</a:t>
            </a:r>
            <a:r>
              <a:rPr sz="2200" spc="330" dirty="0">
                <a:latin typeface="Calibri"/>
                <a:cs typeface="Calibri"/>
              </a:rPr>
              <a:t> </a:t>
            </a:r>
            <a:r>
              <a:rPr sz="2200" spc="-10" dirty="0">
                <a:latin typeface="Calibri"/>
                <a:cs typeface="Calibri"/>
              </a:rPr>
              <a:t>are</a:t>
            </a:r>
            <a:r>
              <a:rPr sz="2200" spc="330" dirty="0">
                <a:latin typeface="Calibri"/>
                <a:cs typeface="Calibri"/>
              </a:rPr>
              <a:t> </a:t>
            </a:r>
            <a:r>
              <a:rPr sz="2200" b="1" spc="-5" dirty="0">
                <a:solidFill>
                  <a:srgbClr val="006FC0"/>
                </a:solidFill>
                <a:latin typeface="Calibri"/>
                <a:cs typeface="Calibri"/>
              </a:rPr>
              <a:t>suitable</a:t>
            </a:r>
            <a:r>
              <a:rPr sz="2200" b="1" spc="330" dirty="0">
                <a:solidFill>
                  <a:srgbClr val="006FC0"/>
                </a:solidFill>
                <a:latin typeface="Calibri"/>
                <a:cs typeface="Calibri"/>
              </a:rPr>
              <a:t> </a:t>
            </a:r>
            <a:r>
              <a:rPr sz="2200" spc="-5" dirty="0">
                <a:latin typeface="Calibri"/>
                <a:cs typeface="Calibri"/>
              </a:rPr>
              <a:t>and</a:t>
            </a:r>
            <a:endParaRPr sz="2200">
              <a:latin typeface="Calibri"/>
              <a:cs typeface="Calibri"/>
            </a:endParaRPr>
          </a:p>
          <a:p>
            <a:pPr marL="355600" algn="just">
              <a:lnSpc>
                <a:spcPct val="100000"/>
              </a:lnSpc>
            </a:pPr>
            <a:r>
              <a:rPr sz="2200" spc="-15" dirty="0">
                <a:latin typeface="Calibri"/>
                <a:cs typeface="Calibri"/>
              </a:rPr>
              <a:t>can</a:t>
            </a:r>
            <a:r>
              <a:rPr sz="2200" spc="5" dirty="0">
                <a:latin typeface="Calibri"/>
                <a:cs typeface="Calibri"/>
              </a:rPr>
              <a:t> </a:t>
            </a:r>
            <a:r>
              <a:rPr sz="2200" b="1" spc="-10" dirty="0">
                <a:solidFill>
                  <a:srgbClr val="006FC0"/>
                </a:solidFill>
                <a:latin typeface="Calibri"/>
                <a:cs typeface="Calibri"/>
              </a:rPr>
              <a:t>meet</a:t>
            </a:r>
            <a:r>
              <a:rPr sz="2200" b="1" spc="15" dirty="0">
                <a:solidFill>
                  <a:srgbClr val="006FC0"/>
                </a:solidFill>
                <a:latin typeface="Calibri"/>
                <a:cs typeface="Calibri"/>
              </a:rPr>
              <a:t> </a:t>
            </a:r>
            <a:r>
              <a:rPr sz="2200" b="1" spc="-5" dirty="0">
                <a:solidFill>
                  <a:srgbClr val="006FC0"/>
                </a:solidFill>
                <a:latin typeface="Calibri"/>
                <a:cs typeface="Calibri"/>
              </a:rPr>
              <a:t>the</a:t>
            </a:r>
            <a:r>
              <a:rPr sz="2200" b="1" spc="15" dirty="0">
                <a:solidFill>
                  <a:srgbClr val="006FC0"/>
                </a:solidFill>
                <a:latin typeface="Calibri"/>
                <a:cs typeface="Calibri"/>
              </a:rPr>
              <a:t> </a:t>
            </a:r>
            <a:r>
              <a:rPr sz="2200" b="1" spc="-15" dirty="0">
                <a:solidFill>
                  <a:srgbClr val="006FC0"/>
                </a:solidFill>
                <a:latin typeface="Calibri"/>
                <a:cs typeface="Calibri"/>
              </a:rPr>
              <a:t>terms</a:t>
            </a:r>
            <a:r>
              <a:rPr sz="2200" b="1" spc="20" dirty="0">
                <a:solidFill>
                  <a:srgbClr val="006FC0"/>
                </a:solidFill>
                <a:latin typeface="Calibri"/>
                <a:cs typeface="Calibri"/>
              </a:rPr>
              <a:t> </a:t>
            </a:r>
            <a:r>
              <a:rPr sz="2200" spc="-5" dirty="0">
                <a:latin typeface="Calibri"/>
                <a:cs typeface="Calibri"/>
              </a:rPr>
              <a:t>with </a:t>
            </a:r>
            <a:r>
              <a:rPr sz="2200" b="1" spc="-10" dirty="0">
                <a:solidFill>
                  <a:srgbClr val="006FC0"/>
                </a:solidFill>
                <a:latin typeface="Calibri"/>
                <a:cs typeface="Calibri"/>
              </a:rPr>
              <a:t>consumer</a:t>
            </a:r>
            <a:r>
              <a:rPr sz="2200" b="1" spc="35" dirty="0">
                <a:solidFill>
                  <a:srgbClr val="006FC0"/>
                </a:solidFill>
                <a:latin typeface="Calibri"/>
                <a:cs typeface="Calibri"/>
              </a:rPr>
              <a:t> </a:t>
            </a:r>
            <a:r>
              <a:rPr sz="2200" b="1" spc="-15" dirty="0">
                <a:solidFill>
                  <a:srgbClr val="006FC0"/>
                </a:solidFill>
                <a:latin typeface="Calibri"/>
                <a:cs typeface="Calibri"/>
              </a:rPr>
              <a:t>requirements</a:t>
            </a:r>
            <a:r>
              <a:rPr sz="2200" spc="-15" dirty="0">
                <a:latin typeface="Calibri"/>
                <a:cs typeface="Calibri"/>
              </a:rPr>
              <a:t>.</a:t>
            </a:r>
            <a:endParaRPr sz="2200">
              <a:latin typeface="Calibri"/>
              <a:cs typeface="Calibri"/>
            </a:endParaRPr>
          </a:p>
          <a:p>
            <a:pPr marL="355600" indent="-342900" algn="just">
              <a:lnSpc>
                <a:spcPct val="100000"/>
              </a:lnSpc>
              <a:spcBef>
                <a:spcPts val="530"/>
              </a:spcBef>
              <a:buFont typeface="Arial MT"/>
              <a:buChar char="•"/>
              <a:tabLst>
                <a:tab pos="355600" algn="l"/>
              </a:tabLst>
            </a:pPr>
            <a:r>
              <a:rPr sz="2200" spc="-10" dirty="0">
                <a:latin typeface="Calibri"/>
                <a:cs typeface="Calibri"/>
              </a:rPr>
              <a:t>The</a:t>
            </a:r>
            <a:r>
              <a:rPr sz="2200" spc="20" dirty="0">
                <a:latin typeface="Calibri"/>
                <a:cs typeface="Calibri"/>
              </a:rPr>
              <a:t> </a:t>
            </a:r>
            <a:r>
              <a:rPr sz="2200" spc="-5" dirty="0">
                <a:latin typeface="Calibri"/>
                <a:cs typeface="Calibri"/>
              </a:rPr>
              <a:t>main</a:t>
            </a:r>
            <a:r>
              <a:rPr sz="2200" spc="-10" dirty="0">
                <a:latin typeface="Calibri"/>
                <a:cs typeface="Calibri"/>
              </a:rPr>
              <a:t> </a:t>
            </a:r>
            <a:r>
              <a:rPr sz="2200" spc="-5" dirty="0">
                <a:latin typeface="Calibri"/>
                <a:cs typeface="Calibri"/>
              </a:rPr>
              <a:t>IoT</a:t>
            </a:r>
            <a:r>
              <a:rPr sz="2200" spc="5" dirty="0">
                <a:latin typeface="Calibri"/>
                <a:cs typeface="Calibri"/>
              </a:rPr>
              <a:t> </a:t>
            </a:r>
            <a:r>
              <a:rPr sz="2200" spc="-20" dirty="0">
                <a:latin typeface="Calibri"/>
                <a:cs typeface="Calibri"/>
              </a:rPr>
              <a:t>data</a:t>
            </a:r>
            <a:r>
              <a:rPr sz="2200" spc="-5" dirty="0">
                <a:latin typeface="Calibri"/>
                <a:cs typeface="Calibri"/>
              </a:rPr>
              <a:t> </a:t>
            </a:r>
            <a:r>
              <a:rPr sz="2200" spc="-10" dirty="0">
                <a:latin typeface="Calibri"/>
                <a:cs typeface="Calibri"/>
              </a:rPr>
              <a:t>characteristics</a:t>
            </a:r>
            <a:r>
              <a:rPr sz="2200" spc="5" dirty="0">
                <a:latin typeface="Calibri"/>
                <a:cs typeface="Calibri"/>
              </a:rPr>
              <a:t> </a:t>
            </a:r>
            <a:r>
              <a:rPr sz="2200" spc="-10" dirty="0">
                <a:latin typeface="Calibri"/>
                <a:cs typeface="Calibri"/>
              </a:rPr>
              <a:t>are</a:t>
            </a:r>
            <a:r>
              <a:rPr sz="2200" spc="-5" dirty="0">
                <a:latin typeface="Calibri"/>
                <a:cs typeface="Calibri"/>
              </a:rPr>
              <a:t> as </a:t>
            </a:r>
            <a:r>
              <a:rPr sz="2200" spc="-15" dirty="0">
                <a:latin typeface="Calibri"/>
                <a:cs typeface="Calibri"/>
              </a:rPr>
              <a:t>follow:</a:t>
            </a:r>
            <a:endParaRPr sz="2200">
              <a:latin typeface="Calibri"/>
              <a:cs typeface="Calibri"/>
            </a:endParaRPr>
          </a:p>
          <a:p>
            <a:pPr marL="756285" lvl="1" indent="-287020">
              <a:lnSpc>
                <a:spcPct val="100000"/>
              </a:lnSpc>
              <a:spcBef>
                <a:spcPts val="525"/>
              </a:spcBef>
              <a:buFont typeface="Arial MT"/>
              <a:buChar char="–"/>
              <a:tabLst>
                <a:tab pos="756285" algn="l"/>
                <a:tab pos="756920" algn="l"/>
              </a:tabLst>
            </a:pPr>
            <a:r>
              <a:rPr sz="2200" b="1" spc="-10" dirty="0">
                <a:solidFill>
                  <a:srgbClr val="C00000"/>
                </a:solidFill>
                <a:latin typeface="Calibri"/>
                <a:cs typeface="Calibri"/>
              </a:rPr>
              <a:t>Uncertainties</a:t>
            </a:r>
            <a:endParaRPr sz="2200">
              <a:latin typeface="Calibri"/>
              <a:cs typeface="Calibri"/>
            </a:endParaRPr>
          </a:p>
          <a:p>
            <a:pPr marL="756285" lvl="1" indent="-287020">
              <a:lnSpc>
                <a:spcPct val="100000"/>
              </a:lnSpc>
              <a:spcBef>
                <a:spcPts val="535"/>
              </a:spcBef>
              <a:buFont typeface="Arial MT"/>
              <a:buChar char="–"/>
              <a:tabLst>
                <a:tab pos="756285" algn="l"/>
                <a:tab pos="756920" algn="l"/>
              </a:tabLst>
            </a:pPr>
            <a:r>
              <a:rPr sz="2200" b="1" spc="-10" dirty="0">
                <a:solidFill>
                  <a:srgbClr val="C00000"/>
                </a:solidFill>
                <a:latin typeface="Calibri"/>
                <a:cs typeface="Calibri"/>
              </a:rPr>
              <a:t>Erroneous</a:t>
            </a:r>
            <a:endParaRPr sz="2200">
              <a:latin typeface="Calibri"/>
              <a:cs typeface="Calibri"/>
            </a:endParaRPr>
          </a:p>
          <a:p>
            <a:pPr marL="756285" lvl="1" indent="-287020">
              <a:lnSpc>
                <a:spcPct val="100000"/>
              </a:lnSpc>
              <a:spcBef>
                <a:spcPts val="525"/>
              </a:spcBef>
              <a:buFont typeface="Arial MT"/>
              <a:buChar char="–"/>
              <a:tabLst>
                <a:tab pos="756285" algn="l"/>
                <a:tab pos="756920" algn="l"/>
              </a:tabLst>
            </a:pPr>
            <a:r>
              <a:rPr sz="2200" b="1" spc="-10" dirty="0">
                <a:solidFill>
                  <a:srgbClr val="C00000"/>
                </a:solidFill>
                <a:latin typeface="Calibri"/>
                <a:cs typeface="Calibri"/>
              </a:rPr>
              <a:t>Noisy</a:t>
            </a:r>
            <a:r>
              <a:rPr sz="2200" b="1" spc="-35" dirty="0">
                <a:solidFill>
                  <a:srgbClr val="C00000"/>
                </a:solidFill>
                <a:latin typeface="Calibri"/>
                <a:cs typeface="Calibri"/>
              </a:rPr>
              <a:t> </a:t>
            </a:r>
            <a:r>
              <a:rPr sz="2200" b="1" spc="-20" dirty="0">
                <a:solidFill>
                  <a:srgbClr val="C00000"/>
                </a:solidFill>
                <a:latin typeface="Calibri"/>
                <a:cs typeface="Calibri"/>
              </a:rPr>
              <a:t>data</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20" dirty="0">
                <a:solidFill>
                  <a:srgbClr val="C00000"/>
                </a:solidFill>
                <a:latin typeface="Calibri"/>
                <a:cs typeface="Calibri"/>
              </a:rPr>
              <a:t>Voluminous</a:t>
            </a:r>
            <a:r>
              <a:rPr sz="2200" b="1" spc="10" dirty="0">
                <a:solidFill>
                  <a:srgbClr val="C00000"/>
                </a:solidFill>
                <a:latin typeface="Calibri"/>
                <a:cs typeface="Calibri"/>
              </a:rPr>
              <a:t> </a:t>
            </a:r>
            <a:r>
              <a:rPr sz="2200" b="1" spc="-10" dirty="0">
                <a:solidFill>
                  <a:srgbClr val="C00000"/>
                </a:solidFill>
                <a:latin typeface="Calibri"/>
                <a:cs typeface="Calibri"/>
              </a:rPr>
              <a:t>and</a:t>
            </a:r>
            <a:r>
              <a:rPr sz="2200" b="1" spc="-5" dirty="0">
                <a:solidFill>
                  <a:srgbClr val="C00000"/>
                </a:solidFill>
                <a:latin typeface="Calibri"/>
                <a:cs typeface="Calibri"/>
              </a:rPr>
              <a:t> </a:t>
            </a:r>
            <a:r>
              <a:rPr sz="2200" b="1" spc="-10" dirty="0">
                <a:solidFill>
                  <a:srgbClr val="C00000"/>
                </a:solidFill>
                <a:latin typeface="Calibri"/>
                <a:cs typeface="Calibri"/>
              </a:rPr>
              <a:t>distributed</a:t>
            </a:r>
            <a:endParaRPr sz="2200">
              <a:latin typeface="Calibri"/>
              <a:cs typeface="Calibri"/>
            </a:endParaRPr>
          </a:p>
          <a:p>
            <a:pPr marL="756285" lvl="1" indent="-287020">
              <a:lnSpc>
                <a:spcPct val="100000"/>
              </a:lnSpc>
              <a:spcBef>
                <a:spcPts val="525"/>
              </a:spcBef>
              <a:buFont typeface="Arial MT"/>
              <a:buChar char="–"/>
              <a:tabLst>
                <a:tab pos="756285" algn="l"/>
                <a:tab pos="756920" algn="l"/>
              </a:tabLst>
            </a:pPr>
            <a:r>
              <a:rPr sz="2200" b="1" spc="-5" dirty="0">
                <a:solidFill>
                  <a:srgbClr val="C00000"/>
                </a:solidFill>
                <a:latin typeface="Calibri"/>
                <a:cs typeface="Calibri"/>
              </a:rPr>
              <a:t>Smooth</a:t>
            </a:r>
            <a:r>
              <a:rPr sz="2200" b="1" spc="-20" dirty="0">
                <a:solidFill>
                  <a:srgbClr val="C00000"/>
                </a:solidFill>
                <a:latin typeface="Calibri"/>
                <a:cs typeface="Calibri"/>
              </a:rPr>
              <a:t> </a:t>
            </a:r>
            <a:r>
              <a:rPr sz="2200" b="1" spc="-15" dirty="0">
                <a:solidFill>
                  <a:srgbClr val="C00000"/>
                </a:solidFill>
                <a:latin typeface="Calibri"/>
                <a:cs typeface="Calibri"/>
              </a:rPr>
              <a:t>variation</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10" dirty="0">
                <a:solidFill>
                  <a:srgbClr val="C00000"/>
                </a:solidFill>
                <a:latin typeface="Calibri"/>
                <a:cs typeface="Calibri"/>
              </a:rPr>
              <a:t>Continuous</a:t>
            </a:r>
            <a:r>
              <a:rPr sz="2200" b="1" dirty="0">
                <a:solidFill>
                  <a:srgbClr val="C00000"/>
                </a:solidFill>
                <a:latin typeface="Calibri"/>
                <a:cs typeface="Calibri"/>
              </a:rPr>
              <a:t> </a:t>
            </a:r>
            <a:r>
              <a:rPr sz="2200" b="1" spc="-15" dirty="0">
                <a:solidFill>
                  <a:srgbClr val="C00000"/>
                </a:solidFill>
                <a:latin typeface="Calibri"/>
                <a:cs typeface="Calibri"/>
              </a:rPr>
              <a:t>correlation</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10" dirty="0">
                <a:solidFill>
                  <a:srgbClr val="C00000"/>
                </a:solidFill>
                <a:latin typeface="Calibri"/>
                <a:cs typeface="Calibri"/>
              </a:rPr>
              <a:t>Periodicity</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b="1" spc="-15" dirty="0">
                <a:solidFill>
                  <a:srgbClr val="C00000"/>
                </a:solidFill>
                <a:latin typeface="Calibri"/>
                <a:cs typeface="Calibri"/>
              </a:rPr>
              <a:t>Markovian</a:t>
            </a:r>
            <a:r>
              <a:rPr sz="2200" b="1" dirty="0">
                <a:solidFill>
                  <a:srgbClr val="C00000"/>
                </a:solidFill>
                <a:latin typeface="Calibri"/>
                <a:cs typeface="Calibri"/>
              </a:rPr>
              <a:t> </a:t>
            </a:r>
            <a:r>
              <a:rPr sz="2200" b="1" spc="-15" dirty="0">
                <a:solidFill>
                  <a:srgbClr val="C00000"/>
                </a:solidFill>
                <a:latin typeface="Calibri"/>
                <a:cs typeface="Calibri"/>
              </a:rPr>
              <a:t>behavior</a:t>
            </a:r>
            <a:endParaRPr sz="22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34951"/>
            <a:ext cx="7458075" cy="6847205"/>
          </a:xfrm>
          <a:prstGeom prst="rect">
            <a:avLst/>
          </a:prstGeom>
        </p:spPr>
        <p:txBody>
          <a:bodyPr vert="horz" wrap="square" lIns="0" tIns="38100" rIns="0" bIns="0" rtlCol="0">
            <a:spAutoFit/>
          </a:bodyPr>
          <a:lstStyle/>
          <a:p>
            <a:pPr marL="355600" indent="-342900">
              <a:lnSpc>
                <a:spcPct val="100000"/>
              </a:lnSpc>
              <a:spcBef>
                <a:spcPts val="300"/>
              </a:spcBef>
              <a:buFont typeface="Arial MT"/>
              <a:buChar char="•"/>
              <a:tabLst>
                <a:tab pos="354965" algn="l"/>
                <a:tab pos="355600" algn="l"/>
                <a:tab pos="4386580" algn="l"/>
              </a:tabLst>
            </a:pPr>
            <a:r>
              <a:rPr sz="2200" b="1" spc="-20" dirty="0">
                <a:solidFill>
                  <a:srgbClr val="FF0000"/>
                </a:solidFill>
                <a:latin typeface="Calibri"/>
                <a:cs typeface="Calibri"/>
              </a:rPr>
              <a:t>Data</a:t>
            </a:r>
            <a:r>
              <a:rPr sz="2200" b="1" spc="50" dirty="0">
                <a:solidFill>
                  <a:srgbClr val="FF0000"/>
                </a:solidFill>
                <a:latin typeface="Calibri"/>
                <a:cs typeface="Calibri"/>
              </a:rPr>
              <a:t> </a:t>
            </a:r>
            <a:r>
              <a:rPr sz="2200" b="1" spc="-5" dirty="0">
                <a:solidFill>
                  <a:srgbClr val="FF0000"/>
                </a:solidFill>
                <a:latin typeface="Calibri"/>
                <a:cs typeface="Calibri"/>
              </a:rPr>
              <a:t>quality</a:t>
            </a:r>
            <a:r>
              <a:rPr sz="2200" b="1" dirty="0">
                <a:solidFill>
                  <a:srgbClr val="FF0000"/>
                </a:solidFill>
                <a:latin typeface="Calibri"/>
                <a:cs typeface="Calibri"/>
              </a:rPr>
              <a:t> </a:t>
            </a:r>
            <a:r>
              <a:rPr sz="2200" b="1" spc="-5" dirty="0">
                <a:solidFill>
                  <a:srgbClr val="FF0000"/>
                </a:solidFill>
                <a:latin typeface="Calibri"/>
                <a:cs typeface="Calibri"/>
              </a:rPr>
              <a:t>dimensions</a:t>
            </a:r>
            <a:r>
              <a:rPr sz="2200" b="1" spc="20" dirty="0">
                <a:solidFill>
                  <a:srgbClr val="FF0000"/>
                </a:solidFill>
                <a:latin typeface="Calibri"/>
                <a:cs typeface="Calibri"/>
              </a:rPr>
              <a:t> </a:t>
            </a:r>
            <a:r>
              <a:rPr sz="2200" spc="-15" dirty="0">
                <a:latin typeface="Calibri"/>
                <a:cs typeface="Calibri"/>
              </a:rPr>
              <a:t>reviewed	</a:t>
            </a:r>
            <a:r>
              <a:rPr sz="2200" spc="-10" dirty="0">
                <a:latin typeface="Calibri"/>
                <a:cs typeface="Calibri"/>
              </a:rPr>
              <a:t>are</a:t>
            </a:r>
            <a:endParaRPr sz="2200">
              <a:latin typeface="Calibri"/>
              <a:cs typeface="Calibri"/>
            </a:endParaRPr>
          </a:p>
          <a:p>
            <a:pPr marL="756285" lvl="1" indent="-287020">
              <a:lnSpc>
                <a:spcPct val="100000"/>
              </a:lnSpc>
              <a:spcBef>
                <a:spcPts val="195"/>
              </a:spcBef>
              <a:buFont typeface="Arial MT"/>
              <a:buChar char="–"/>
              <a:tabLst>
                <a:tab pos="756285" algn="l"/>
                <a:tab pos="756920" algn="l"/>
              </a:tabLst>
            </a:pPr>
            <a:r>
              <a:rPr sz="2100" b="1" spc="-10" dirty="0">
                <a:solidFill>
                  <a:srgbClr val="C00000"/>
                </a:solidFill>
                <a:latin typeface="Calibri"/>
                <a:cs typeface="Calibri"/>
              </a:rPr>
              <a:t>Accuracy</a:t>
            </a:r>
            <a:endParaRPr sz="2100">
              <a:latin typeface="Calibri"/>
              <a:cs typeface="Calibri"/>
            </a:endParaRPr>
          </a:p>
          <a:p>
            <a:pPr marL="756285" lvl="1" indent="-287020">
              <a:lnSpc>
                <a:spcPct val="100000"/>
              </a:lnSpc>
              <a:spcBef>
                <a:spcPts val="204"/>
              </a:spcBef>
              <a:buFont typeface="Arial MT"/>
              <a:buChar char="–"/>
              <a:tabLst>
                <a:tab pos="756285" algn="l"/>
                <a:tab pos="756920" algn="l"/>
              </a:tabLst>
            </a:pPr>
            <a:r>
              <a:rPr sz="2100" b="1" spc="-10" dirty="0">
                <a:solidFill>
                  <a:srgbClr val="C00000"/>
                </a:solidFill>
                <a:latin typeface="Calibri"/>
                <a:cs typeface="Calibri"/>
              </a:rPr>
              <a:t>Confidence</a:t>
            </a:r>
            <a:endParaRPr sz="2100">
              <a:latin typeface="Calibri"/>
              <a:cs typeface="Calibri"/>
            </a:endParaRPr>
          </a:p>
          <a:p>
            <a:pPr marL="756285" lvl="1" indent="-287020">
              <a:lnSpc>
                <a:spcPct val="100000"/>
              </a:lnSpc>
              <a:spcBef>
                <a:spcPts val="204"/>
              </a:spcBef>
              <a:buFont typeface="Arial MT"/>
              <a:buChar char="–"/>
              <a:tabLst>
                <a:tab pos="756285" algn="l"/>
                <a:tab pos="756920" algn="l"/>
              </a:tabLst>
            </a:pPr>
            <a:r>
              <a:rPr sz="2100" b="1" spc="-10" dirty="0">
                <a:solidFill>
                  <a:srgbClr val="C00000"/>
                </a:solidFill>
                <a:latin typeface="Calibri"/>
                <a:cs typeface="Calibri"/>
              </a:rPr>
              <a:t>Completeness</a:t>
            </a:r>
            <a:endParaRPr sz="2100">
              <a:latin typeface="Calibri"/>
              <a:cs typeface="Calibri"/>
            </a:endParaRPr>
          </a:p>
          <a:p>
            <a:pPr marL="756285" lvl="1" indent="-287020">
              <a:lnSpc>
                <a:spcPct val="100000"/>
              </a:lnSpc>
              <a:spcBef>
                <a:spcPts val="195"/>
              </a:spcBef>
              <a:buFont typeface="Arial MT"/>
              <a:buChar char="–"/>
              <a:tabLst>
                <a:tab pos="756285" algn="l"/>
                <a:tab pos="756920" algn="l"/>
              </a:tabLst>
            </a:pPr>
            <a:r>
              <a:rPr sz="2100" b="1" spc="-15" dirty="0">
                <a:solidFill>
                  <a:srgbClr val="C00000"/>
                </a:solidFill>
                <a:latin typeface="Calibri"/>
                <a:cs typeface="Calibri"/>
              </a:rPr>
              <a:t>Data</a:t>
            </a:r>
            <a:r>
              <a:rPr sz="2100" b="1" spc="-30" dirty="0">
                <a:solidFill>
                  <a:srgbClr val="C00000"/>
                </a:solidFill>
                <a:latin typeface="Calibri"/>
                <a:cs typeface="Calibri"/>
              </a:rPr>
              <a:t> </a:t>
            </a:r>
            <a:r>
              <a:rPr sz="2100" b="1" spc="-5" dirty="0">
                <a:solidFill>
                  <a:srgbClr val="C00000"/>
                </a:solidFill>
                <a:latin typeface="Calibri"/>
                <a:cs typeface="Calibri"/>
              </a:rPr>
              <a:t>volume</a:t>
            </a:r>
            <a:endParaRPr sz="2100">
              <a:latin typeface="Calibri"/>
              <a:cs typeface="Calibri"/>
            </a:endParaRPr>
          </a:p>
          <a:p>
            <a:pPr marL="756285" lvl="1" indent="-287020">
              <a:lnSpc>
                <a:spcPct val="100000"/>
              </a:lnSpc>
              <a:spcBef>
                <a:spcPts val="200"/>
              </a:spcBef>
              <a:buFont typeface="Arial MT"/>
              <a:buChar char="–"/>
              <a:tabLst>
                <a:tab pos="756285" algn="l"/>
                <a:tab pos="756920" algn="l"/>
              </a:tabLst>
            </a:pPr>
            <a:r>
              <a:rPr sz="2100" b="1" spc="-5" dirty="0">
                <a:solidFill>
                  <a:srgbClr val="C00000"/>
                </a:solidFill>
                <a:latin typeface="Calibri"/>
                <a:cs typeface="Calibri"/>
              </a:rPr>
              <a:t>Timeliness</a:t>
            </a:r>
            <a:endParaRPr sz="2100">
              <a:latin typeface="Calibri"/>
              <a:cs typeface="Calibri"/>
            </a:endParaRPr>
          </a:p>
          <a:p>
            <a:pPr marL="355600" indent="-342900">
              <a:lnSpc>
                <a:spcPct val="100000"/>
              </a:lnSpc>
              <a:spcBef>
                <a:spcPts val="200"/>
              </a:spcBef>
              <a:buFont typeface="Arial MT"/>
              <a:buChar char="•"/>
              <a:tabLst>
                <a:tab pos="354965" algn="l"/>
                <a:tab pos="355600" algn="l"/>
              </a:tabLst>
            </a:pPr>
            <a:r>
              <a:rPr sz="2200" spc="-10" dirty="0">
                <a:latin typeface="Calibri"/>
                <a:cs typeface="Calibri"/>
              </a:rPr>
              <a:t>Three</a:t>
            </a:r>
            <a:r>
              <a:rPr sz="2200" spc="20" dirty="0">
                <a:latin typeface="Calibri"/>
                <a:cs typeface="Calibri"/>
              </a:rPr>
              <a:t> </a:t>
            </a:r>
            <a:r>
              <a:rPr sz="2200" spc="-5" dirty="0">
                <a:latin typeface="Calibri"/>
                <a:cs typeface="Calibri"/>
              </a:rPr>
              <a:t>other</a:t>
            </a:r>
            <a:r>
              <a:rPr sz="2200" spc="10" dirty="0">
                <a:latin typeface="Calibri"/>
                <a:cs typeface="Calibri"/>
              </a:rPr>
              <a:t> </a:t>
            </a:r>
            <a:r>
              <a:rPr sz="2200" spc="-5" dirty="0">
                <a:latin typeface="Calibri"/>
                <a:cs typeface="Calibri"/>
              </a:rPr>
              <a:t>additional</a:t>
            </a:r>
            <a:r>
              <a:rPr sz="2200" spc="-20" dirty="0">
                <a:latin typeface="Calibri"/>
                <a:cs typeface="Calibri"/>
              </a:rPr>
              <a:t> data</a:t>
            </a:r>
            <a:r>
              <a:rPr sz="2200" dirty="0">
                <a:latin typeface="Calibri"/>
                <a:cs typeface="Calibri"/>
              </a:rPr>
              <a:t> </a:t>
            </a:r>
            <a:r>
              <a:rPr sz="2200" spc="-10" dirty="0">
                <a:latin typeface="Calibri"/>
                <a:cs typeface="Calibri"/>
              </a:rPr>
              <a:t>quality</a:t>
            </a:r>
            <a:r>
              <a:rPr sz="2200" dirty="0">
                <a:latin typeface="Calibri"/>
                <a:cs typeface="Calibri"/>
              </a:rPr>
              <a:t> </a:t>
            </a:r>
            <a:r>
              <a:rPr sz="2200" spc="-10" dirty="0">
                <a:latin typeface="Calibri"/>
                <a:cs typeface="Calibri"/>
              </a:rPr>
              <a:t>dimensions</a:t>
            </a:r>
            <a:r>
              <a:rPr sz="2200" spc="25" dirty="0">
                <a:latin typeface="Calibri"/>
                <a:cs typeface="Calibri"/>
              </a:rPr>
              <a:t> </a:t>
            </a:r>
            <a:r>
              <a:rPr sz="2200" spc="-10" dirty="0">
                <a:latin typeface="Calibri"/>
                <a:cs typeface="Calibri"/>
              </a:rPr>
              <a:t>are</a:t>
            </a:r>
            <a:endParaRPr sz="2200">
              <a:latin typeface="Calibri"/>
              <a:cs typeface="Calibri"/>
            </a:endParaRPr>
          </a:p>
          <a:p>
            <a:pPr marL="756285" lvl="1" indent="-287020">
              <a:lnSpc>
                <a:spcPct val="100000"/>
              </a:lnSpc>
              <a:spcBef>
                <a:spcPts val="200"/>
              </a:spcBef>
              <a:buFont typeface="Arial MT"/>
              <a:buChar char="–"/>
              <a:tabLst>
                <a:tab pos="756285" algn="l"/>
                <a:tab pos="756920" algn="l"/>
              </a:tabLst>
            </a:pPr>
            <a:r>
              <a:rPr sz="2100" b="1" spc="-10" dirty="0">
                <a:solidFill>
                  <a:srgbClr val="C00000"/>
                </a:solidFill>
                <a:latin typeface="Calibri"/>
                <a:cs typeface="Calibri"/>
              </a:rPr>
              <a:t>Ease</a:t>
            </a:r>
            <a:r>
              <a:rPr sz="2100" b="1" spc="-25" dirty="0">
                <a:solidFill>
                  <a:srgbClr val="C00000"/>
                </a:solidFill>
                <a:latin typeface="Calibri"/>
                <a:cs typeface="Calibri"/>
              </a:rPr>
              <a:t> </a:t>
            </a:r>
            <a:r>
              <a:rPr sz="2100" b="1" spc="-5" dirty="0">
                <a:solidFill>
                  <a:srgbClr val="C00000"/>
                </a:solidFill>
                <a:latin typeface="Calibri"/>
                <a:cs typeface="Calibri"/>
              </a:rPr>
              <a:t>of</a:t>
            </a:r>
            <a:r>
              <a:rPr sz="2100" b="1" spc="-25" dirty="0">
                <a:solidFill>
                  <a:srgbClr val="C00000"/>
                </a:solidFill>
                <a:latin typeface="Calibri"/>
                <a:cs typeface="Calibri"/>
              </a:rPr>
              <a:t> </a:t>
            </a:r>
            <a:r>
              <a:rPr sz="2100" b="1" spc="-5" dirty="0">
                <a:solidFill>
                  <a:srgbClr val="C00000"/>
                </a:solidFill>
                <a:latin typeface="Calibri"/>
                <a:cs typeface="Calibri"/>
              </a:rPr>
              <a:t>access,</a:t>
            </a:r>
            <a:endParaRPr sz="2100">
              <a:latin typeface="Calibri"/>
              <a:cs typeface="Calibri"/>
            </a:endParaRPr>
          </a:p>
          <a:p>
            <a:pPr marL="756285" lvl="1" indent="-287020">
              <a:lnSpc>
                <a:spcPct val="100000"/>
              </a:lnSpc>
              <a:spcBef>
                <a:spcPts val="204"/>
              </a:spcBef>
              <a:buFont typeface="Arial MT"/>
              <a:buChar char="–"/>
              <a:tabLst>
                <a:tab pos="756285" algn="l"/>
                <a:tab pos="756920" algn="l"/>
              </a:tabLst>
            </a:pPr>
            <a:r>
              <a:rPr sz="2100" b="1" dirty="0">
                <a:solidFill>
                  <a:srgbClr val="C00000"/>
                </a:solidFill>
                <a:latin typeface="Calibri"/>
                <a:cs typeface="Calibri"/>
              </a:rPr>
              <a:t>Access</a:t>
            </a:r>
            <a:r>
              <a:rPr sz="2100" b="1" spc="-100" dirty="0">
                <a:solidFill>
                  <a:srgbClr val="C00000"/>
                </a:solidFill>
                <a:latin typeface="Calibri"/>
                <a:cs typeface="Calibri"/>
              </a:rPr>
              <a:t> </a:t>
            </a:r>
            <a:r>
              <a:rPr sz="2100" b="1" dirty="0">
                <a:solidFill>
                  <a:srgbClr val="C00000"/>
                </a:solidFill>
                <a:latin typeface="Calibri"/>
                <a:cs typeface="Calibri"/>
              </a:rPr>
              <a:t>security</a:t>
            </a:r>
            <a:endParaRPr sz="2100">
              <a:latin typeface="Calibri"/>
              <a:cs typeface="Calibri"/>
            </a:endParaRPr>
          </a:p>
          <a:p>
            <a:pPr marL="756285" lvl="1" indent="-287020">
              <a:lnSpc>
                <a:spcPct val="100000"/>
              </a:lnSpc>
              <a:spcBef>
                <a:spcPts val="204"/>
              </a:spcBef>
              <a:buFont typeface="Arial MT"/>
              <a:buChar char="–"/>
              <a:tabLst>
                <a:tab pos="756285" algn="l"/>
                <a:tab pos="756920" algn="l"/>
              </a:tabLst>
            </a:pPr>
            <a:r>
              <a:rPr sz="2100" b="1" spc="-10" dirty="0">
                <a:solidFill>
                  <a:srgbClr val="C00000"/>
                </a:solidFill>
                <a:latin typeface="Calibri"/>
                <a:cs typeface="Calibri"/>
              </a:rPr>
              <a:t>Interpretability</a:t>
            </a:r>
            <a:endParaRPr sz="2100">
              <a:latin typeface="Calibri"/>
              <a:cs typeface="Calibri"/>
            </a:endParaRPr>
          </a:p>
          <a:p>
            <a:pPr marL="355600" indent="-342900">
              <a:lnSpc>
                <a:spcPct val="100000"/>
              </a:lnSpc>
              <a:spcBef>
                <a:spcPts val="185"/>
              </a:spcBef>
              <a:buFont typeface="Arial MT"/>
              <a:buChar char="•"/>
              <a:tabLst>
                <a:tab pos="354965" algn="l"/>
                <a:tab pos="355600" algn="l"/>
              </a:tabLst>
            </a:pPr>
            <a:r>
              <a:rPr sz="2200" spc="-5" dirty="0">
                <a:latin typeface="Calibri"/>
                <a:cs typeface="Calibri"/>
              </a:rPr>
              <a:t>IoT</a:t>
            </a:r>
            <a:r>
              <a:rPr sz="2200" spc="5" dirty="0">
                <a:latin typeface="Calibri"/>
                <a:cs typeface="Calibri"/>
              </a:rPr>
              <a:t> </a:t>
            </a:r>
            <a:r>
              <a:rPr sz="2200" spc="-20" dirty="0">
                <a:latin typeface="Calibri"/>
                <a:cs typeface="Calibri"/>
              </a:rPr>
              <a:t>data</a:t>
            </a:r>
            <a:r>
              <a:rPr sz="2200" spc="-10" dirty="0">
                <a:latin typeface="Calibri"/>
                <a:cs typeface="Calibri"/>
              </a:rPr>
              <a:t> characteristics</a:t>
            </a:r>
            <a:r>
              <a:rPr sz="2200" spc="-5" dirty="0">
                <a:latin typeface="Calibri"/>
                <a:cs typeface="Calibri"/>
              </a:rPr>
              <a:t> </a:t>
            </a:r>
            <a:r>
              <a:rPr sz="2200" spc="-15" dirty="0">
                <a:latin typeface="Calibri"/>
                <a:cs typeface="Calibri"/>
              </a:rPr>
              <a:t>were</a:t>
            </a:r>
            <a:r>
              <a:rPr sz="2200" dirty="0">
                <a:latin typeface="Calibri"/>
                <a:cs typeface="Calibri"/>
              </a:rPr>
              <a:t> </a:t>
            </a:r>
            <a:r>
              <a:rPr sz="2200" spc="-15" dirty="0">
                <a:latin typeface="Calibri"/>
                <a:cs typeface="Calibri"/>
              </a:rPr>
              <a:t>categorized</a:t>
            </a:r>
            <a:r>
              <a:rPr sz="2200" spc="25" dirty="0">
                <a:latin typeface="Calibri"/>
                <a:cs typeface="Calibri"/>
              </a:rPr>
              <a:t> </a:t>
            </a:r>
            <a:r>
              <a:rPr sz="2200" spc="-20" dirty="0">
                <a:latin typeface="Calibri"/>
                <a:cs typeface="Calibri"/>
              </a:rPr>
              <a:t>into</a:t>
            </a:r>
            <a:r>
              <a:rPr sz="2200" spc="5" dirty="0">
                <a:latin typeface="Calibri"/>
                <a:cs typeface="Calibri"/>
              </a:rPr>
              <a:t> </a:t>
            </a:r>
            <a:r>
              <a:rPr sz="2200" spc="-10" dirty="0">
                <a:latin typeface="Calibri"/>
                <a:cs typeface="Calibri"/>
              </a:rPr>
              <a:t>three</a:t>
            </a:r>
            <a:r>
              <a:rPr sz="2200" spc="15" dirty="0">
                <a:latin typeface="Calibri"/>
                <a:cs typeface="Calibri"/>
              </a:rPr>
              <a:t> </a:t>
            </a:r>
            <a:r>
              <a:rPr sz="2200" spc="-10" dirty="0">
                <a:latin typeface="Calibri"/>
                <a:cs typeface="Calibri"/>
              </a:rPr>
              <a:t>categories:</a:t>
            </a:r>
            <a:endParaRPr sz="2200">
              <a:latin typeface="Calibri"/>
              <a:cs typeface="Calibri"/>
            </a:endParaRPr>
          </a:p>
          <a:p>
            <a:pPr marL="756285" lvl="1" indent="-287020">
              <a:lnSpc>
                <a:spcPct val="100000"/>
              </a:lnSpc>
              <a:spcBef>
                <a:spcPts val="210"/>
              </a:spcBef>
              <a:buFont typeface="Arial MT"/>
              <a:buChar char="–"/>
              <a:tabLst>
                <a:tab pos="756285" algn="l"/>
                <a:tab pos="756920" algn="l"/>
              </a:tabLst>
            </a:pPr>
            <a:r>
              <a:rPr sz="2100" b="1" spc="-20" dirty="0">
                <a:solidFill>
                  <a:srgbClr val="006FC0"/>
                </a:solidFill>
                <a:latin typeface="Calibri"/>
                <a:cs typeface="Calibri"/>
              </a:rPr>
              <a:t>Data </a:t>
            </a:r>
            <a:r>
              <a:rPr sz="2100" b="1" spc="-15" dirty="0">
                <a:solidFill>
                  <a:srgbClr val="006FC0"/>
                </a:solidFill>
                <a:latin typeface="Calibri"/>
                <a:cs typeface="Calibri"/>
              </a:rPr>
              <a:t>generation</a:t>
            </a:r>
            <a:endParaRPr sz="2100">
              <a:latin typeface="Calibri"/>
              <a:cs typeface="Calibri"/>
            </a:endParaRPr>
          </a:p>
          <a:p>
            <a:pPr marL="756285" lvl="1" indent="-287020">
              <a:lnSpc>
                <a:spcPct val="100000"/>
              </a:lnSpc>
              <a:spcBef>
                <a:spcPts val="204"/>
              </a:spcBef>
              <a:buFont typeface="Arial MT"/>
              <a:buChar char="–"/>
              <a:tabLst>
                <a:tab pos="756285" algn="l"/>
                <a:tab pos="756920" algn="l"/>
              </a:tabLst>
            </a:pPr>
            <a:r>
              <a:rPr sz="2100" b="1" spc="-15" dirty="0">
                <a:solidFill>
                  <a:srgbClr val="006FC0"/>
                </a:solidFill>
                <a:latin typeface="Calibri"/>
                <a:cs typeface="Calibri"/>
              </a:rPr>
              <a:t>Data</a:t>
            </a:r>
            <a:r>
              <a:rPr sz="2100" b="1" spc="-35" dirty="0">
                <a:solidFill>
                  <a:srgbClr val="006FC0"/>
                </a:solidFill>
                <a:latin typeface="Calibri"/>
                <a:cs typeface="Calibri"/>
              </a:rPr>
              <a:t> </a:t>
            </a:r>
            <a:r>
              <a:rPr sz="2100" b="1" dirty="0">
                <a:solidFill>
                  <a:srgbClr val="006FC0"/>
                </a:solidFill>
                <a:latin typeface="Calibri"/>
                <a:cs typeface="Calibri"/>
              </a:rPr>
              <a:t>quality</a:t>
            </a:r>
            <a:endParaRPr sz="2100">
              <a:latin typeface="Calibri"/>
              <a:cs typeface="Calibri"/>
            </a:endParaRPr>
          </a:p>
          <a:p>
            <a:pPr marL="756285" lvl="1" indent="-287020">
              <a:lnSpc>
                <a:spcPct val="100000"/>
              </a:lnSpc>
              <a:spcBef>
                <a:spcPts val="195"/>
              </a:spcBef>
              <a:buFont typeface="Arial MT"/>
              <a:buChar char="–"/>
              <a:tabLst>
                <a:tab pos="756285" algn="l"/>
                <a:tab pos="756920" algn="l"/>
              </a:tabLst>
            </a:pPr>
            <a:r>
              <a:rPr sz="2100" b="1" spc="-15" dirty="0">
                <a:solidFill>
                  <a:srgbClr val="006FC0"/>
                </a:solidFill>
                <a:latin typeface="Calibri"/>
                <a:cs typeface="Calibri"/>
              </a:rPr>
              <a:t>Data</a:t>
            </a:r>
            <a:r>
              <a:rPr sz="2100" b="1" spc="-5" dirty="0">
                <a:solidFill>
                  <a:srgbClr val="006FC0"/>
                </a:solidFill>
                <a:latin typeface="Calibri"/>
                <a:cs typeface="Calibri"/>
              </a:rPr>
              <a:t> </a:t>
            </a:r>
            <a:r>
              <a:rPr sz="2100" b="1" spc="-20" dirty="0">
                <a:solidFill>
                  <a:srgbClr val="006FC0"/>
                </a:solidFill>
                <a:latin typeface="Calibri"/>
                <a:cs typeface="Calibri"/>
              </a:rPr>
              <a:t>interoperability.</a:t>
            </a:r>
            <a:endParaRPr sz="2100">
              <a:latin typeface="Calibri"/>
              <a:cs typeface="Calibri"/>
            </a:endParaRPr>
          </a:p>
          <a:p>
            <a:pPr marL="355600" indent="-342900">
              <a:lnSpc>
                <a:spcPct val="100000"/>
              </a:lnSpc>
              <a:spcBef>
                <a:spcPts val="520"/>
              </a:spcBef>
              <a:buFont typeface="Arial MT"/>
              <a:buChar char="•"/>
              <a:tabLst>
                <a:tab pos="354965" algn="l"/>
                <a:tab pos="355600" algn="l"/>
              </a:tabLst>
            </a:pPr>
            <a:r>
              <a:rPr sz="2200" spc="-10" dirty="0">
                <a:latin typeface="Calibri"/>
                <a:cs typeface="Calibri"/>
              </a:rPr>
              <a:t>The</a:t>
            </a:r>
            <a:r>
              <a:rPr sz="2200" spc="15" dirty="0">
                <a:latin typeface="Calibri"/>
                <a:cs typeface="Calibri"/>
              </a:rPr>
              <a:t> </a:t>
            </a:r>
            <a:r>
              <a:rPr sz="2200" b="1" spc="-5" dirty="0">
                <a:solidFill>
                  <a:srgbClr val="FF0000"/>
                </a:solidFill>
                <a:latin typeface="Calibri"/>
                <a:cs typeface="Calibri"/>
              </a:rPr>
              <a:t>IoT</a:t>
            </a:r>
            <a:r>
              <a:rPr sz="2200" b="1" dirty="0">
                <a:solidFill>
                  <a:srgbClr val="FF0000"/>
                </a:solidFill>
                <a:latin typeface="Calibri"/>
                <a:cs typeface="Calibri"/>
              </a:rPr>
              <a:t> </a:t>
            </a:r>
            <a:r>
              <a:rPr sz="2200" b="1" spc="-20" dirty="0">
                <a:solidFill>
                  <a:srgbClr val="FF0000"/>
                </a:solidFill>
                <a:latin typeface="Calibri"/>
                <a:cs typeface="Calibri"/>
              </a:rPr>
              <a:t>data</a:t>
            </a:r>
            <a:r>
              <a:rPr sz="2200" b="1" spc="20" dirty="0">
                <a:solidFill>
                  <a:srgbClr val="FF0000"/>
                </a:solidFill>
                <a:latin typeface="Calibri"/>
                <a:cs typeface="Calibri"/>
              </a:rPr>
              <a:t> </a:t>
            </a:r>
            <a:r>
              <a:rPr sz="2200" b="1" spc="-5" dirty="0">
                <a:solidFill>
                  <a:srgbClr val="FF0000"/>
                </a:solidFill>
                <a:latin typeface="Calibri"/>
                <a:cs typeface="Calibri"/>
              </a:rPr>
              <a:t>quality </a:t>
            </a:r>
            <a:r>
              <a:rPr sz="2200" spc="-10" dirty="0">
                <a:latin typeface="Calibri"/>
                <a:cs typeface="Calibri"/>
              </a:rPr>
              <a:t>characteristics</a:t>
            </a:r>
            <a:r>
              <a:rPr sz="2200" spc="-20" dirty="0">
                <a:latin typeface="Calibri"/>
                <a:cs typeface="Calibri"/>
              </a:rPr>
              <a:t> </a:t>
            </a:r>
            <a:r>
              <a:rPr sz="2200" spc="-5" dirty="0">
                <a:latin typeface="Calibri"/>
                <a:cs typeface="Calibri"/>
              </a:rPr>
              <a:t>include</a:t>
            </a:r>
            <a:endParaRPr sz="2200">
              <a:latin typeface="Calibri"/>
              <a:cs typeface="Calibri"/>
            </a:endParaRPr>
          </a:p>
          <a:p>
            <a:pPr marL="756285" lvl="1" indent="-287020">
              <a:lnSpc>
                <a:spcPct val="100000"/>
              </a:lnSpc>
              <a:spcBef>
                <a:spcPts val="515"/>
              </a:spcBef>
              <a:buFont typeface="Arial MT"/>
              <a:buChar char="–"/>
              <a:tabLst>
                <a:tab pos="756285" algn="l"/>
                <a:tab pos="756920" algn="l"/>
              </a:tabLst>
            </a:pPr>
            <a:r>
              <a:rPr sz="2100" b="1" spc="-10" dirty="0">
                <a:solidFill>
                  <a:srgbClr val="6F2F9F"/>
                </a:solidFill>
                <a:latin typeface="Calibri"/>
                <a:cs typeface="Calibri"/>
              </a:rPr>
              <a:t>Uncertainty</a:t>
            </a:r>
            <a:endParaRPr sz="2100">
              <a:latin typeface="Calibri"/>
              <a:cs typeface="Calibri"/>
            </a:endParaRPr>
          </a:p>
          <a:p>
            <a:pPr marL="756285" lvl="1" indent="-287020">
              <a:lnSpc>
                <a:spcPct val="100000"/>
              </a:lnSpc>
              <a:spcBef>
                <a:spcPts val="500"/>
              </a:spcBef>
              <a:buFont typeface="Arial MT"/>
              <a:buChar char="–"/>
              <a:tabLst>
                <a:tab pos="756285" algn="l"/>
                <a:tab pos="756920" algn="l"/>
              </a:tabLst>
            </a:pPr>
            <a:r>
              <a:rPr sz="2100" b="1" spc="-10" dirty="0">
                <a:solidFill>
                  <a:srgbClr val="6F2F9F"/>
                </a:solidFill>
                <a:latin typeface="Calibri"/>
                <a:cs typeface="Calibri"/>
              </a:rPr>
              <a:t>Redundancy</a:t>
            </a:r>
            <a:endParaRPr sz="2100">
              <a:latin typeface="Calibri"/>
              <a:cs typeface="Calibri"/>
            </a:endParaRPr>
          </a:p>
          <a:p>
            <a:pPr marL="756285" lvl="1" indent="-287020">
              <a:lnSpc>
                <a:spcPct val="100000"/>
              </a:lnSpc>
              <a:spcBef>
                <a:spcPts val="505"/>
              </a:spcBef>
              <a:buFont typeface="Arial MT"/>
              <a:buChar char="–"/>
              <a:tabLst>
                <a:tab pos="756285" algn="l"/>
                <a:tab pos="756920" algn="l"/>
              </a:tabLst>
            </a:pPr>
            <a:r>
              <a:rPr sz="2100" b="1" spc="-5" dirty="0">
                <a:solidFill>
                  <a:srgbClr val="6F2F9F"/>
                </a:solidFill>
                <a:latin typeface="Calibri"/>
                <a:cs typeface="Calibri"/>
              </a:rPr>
              <a:t>Ambiguity</a:t>
            </a:r>
            <a:endParaRPr sz="2100">
              <a:latin typeface="Calibri"/>
              <a:cs typeface="Calibri"/>
            </a:endParaRPr>
          </a:p>
          <a:p>
            <a:pPr marL="756285" lvl="1" indent="-287020">
              <a:lnSpc>
                <a:spcPct val="100000"/>
              </a:lnSpc>
              <a:spcBef>
                <a:spcPts val="505"/>
              </a:spcBef>
              <a:buFont typeface="Arial MT"/>
              <a:buChar char="–"/>
              <a:tabLst>
                <a:tab pos="756285" algn="l"/>
                <a:tab pos="756920" algn="l"/>
              </a:tabLst>
            </a:pPr>
            <a:r>
              <a:rPr sz="2100" b="1" spc="-20" dirty="0">
                <a:solidFill>
                  <a:srgbClr val="6F2F9F"/>
                </a:solidFill>
                <a:latin typeface="Calibri"/>
                <a:cs typeface="Calibri"/>
              </a:rPr>
              <a:t>Inconsistency.</a:t>
            </a:r>
            <a:endParaRPr sz="21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132968"/>
            <a:ext cx="8771890" cy="2238375"/>
          </a:xfrm>
          <a:prstGeom prst="rect">
            <a:avLst/>
          </a:prstGeom>
        </p:spPr>
        <p:txBody>
          <a:bodyPr vert="horz" wrap="square" lIns="0" tIns="12065" rIns="0" bIns="0" rtlCol="0">
            <a:spAutoFit/>
          </a:bodyPr>
          <a:lstStyle/>
          <a:p>
            <a:pPr marL="354965" marR="5715" indent="-342900">
              <a:lnSpc>
                <a:spcPct val="100000"/>
              </a:lnSpc>
              <a:spcBef>
                <a:spcPts val="95"/>
              </a:spcBef>
              <a:buFont typeface="Arial MT"/>
              <a:buChar char="•"/>
              <a:tabLst>
                <a:tab pos="354965" algn="l"/>
                <a:tab pos="355600" algn="l"/>
              </a:tabLst>
            </a:pPr>
            <a:r>
              <a:rPr sz="2200" spc="-10" dirty="0">
                <a:latin typeface="Calibri"/>
                <a:cs typeface="Calibri"/>
              </a:rPr>
              <a:t>Management</a:t>
            </a:r>
            <a:r>
              <a:rPr sz="2200" spc="229" dirty="0">
                <a:latin typeface="Calibri"/>
                <a:cs typeface="Calibri"/>
              </a:rPr>
              <a:t> </a:t>
            </a:r>
            <a:r>
              <a:rPr sz="2200" dirty="0">
                <a:latin typeface="Calibri"/>
                <a:cs typeface="Calibri"/>
              </a:rPr>
              <a:t>of</a:t>
            </a:r>
            <a:r>
              <a:rPr sz="2200" spc="250" dirty="0">
                <a:latin typeface="Calibri"/>
                <a:cs typeface="Calibri"/>
              </a:rPr>
              <a:t> </a:t>
            </a:r>
            <a:r>
              <a:rPr sz="2200" spc="-5" dirty="0">
                <a:latin typeface="Calibri"/>
                <a:cs typeface="Calibri"/>
              </a:rPr>
              <a:t>main</a:t>
            </a:r>
            <a:r>
              <a:rPr sz="2200" spc="220" dirty="0">
                <a:latin typeface="Calibri"/>
                <a:cs typeface="Calibri"/>
              </a:rPr>
              <a:t> </a:t>
            </a:r>
            <a:r>
              <a:rPr sz="2200" spc="-5" dirty="0">
                <a:latin typeface="Calibri"/>
                <a:cs typeface="Calibri"/>
              </a:rPr>
              <a:t>IoT</a:t>
            </a:r>
            <a:r>
              <a:rPr sz="2200" spc="240" dirty="0">
                <a:latin typeface="Calibri"/>
                <a:cs typeface="Calibri"/>
              </a:rPr>
              <a:t> </a:t>
            </a:r>
            <a:r>
              <a:rPr sz="2200" spc="-20" dirty="0">
                <a:latin typeface="Calibri"/>
                <a:cs typeface="Calibri"/>
              </a:rPr>
              <a:t>data</a:t>
            </a:r>
            <a:r>
              <a:rPr sz="2200" spc="229" dirty="0">
                <a:latin typeface="Calibri"/>
                <a:cs typeface="Calibri"/>
              </a:rPr>
              <a:t> </a:t>
            </a:r>
            <a:r>
              <a:rPr sz="2200" spc="-10" dirty="0">
                <a:latin typeface="Calibri"/>
                <a:cs typeface="Calibri"/>
              </a:rPr>
              <a:t>characteristics</a:t>
            </a:r>
            <a:r>
              <a:rPr sz="2200" spc="225" dirty="0">
                <a:latin typeface="Calibri"/>
                <a:cs typeface="Calibri"/>
              </a:rPr>
              <a:t> </a:t>
            </a:r>
            <a:r>
              <a:rPr sz="2200" spc="-5" dirty="0">
                <a:latin typeface="Calibri"/>
                <a:cs typeface="Calibri"/>
              </a:rPr>
              <a:t>and</a:t>
            </a:r>
            <a:r>
              <a:rPr sz="2200" spc="225" dirty="0">
                <a:latin typeface="Calibri"/>
                <a:cs typeface="Calibri"/>
              </a:rPr>
              <a:t> </a:t>
            </a:r>
            <a:r>
              <a:rPr sz="2200" spc="-5" dirty="0">
                <a:latin typeface="Calibri"/>
                <a:cs typeface="Calibri"/>
              </a:rPr>
              <a:t>the</a:t>
            </a:r>
            <a:r>
              <a:rPr sz="2200" spc="225" dirty="0">
                <a:latin typeface="Calibri"/>
                <a:cs typeface="Calibri"/>
              </a:rPr>
              <a:t> </a:t>
            </a:r>
            <a:r>
              <a:rPr sz="2200" spc="-15" dirty="0">
                <a:latin typeface="Calibri"/>
                <a:cs typeface="Calibri"/>
              </a:rPr>
              <a:t>related</a:t>
            </a:r>
            <a:r>
              <a:rPr sz="2200" spc="220" dirty="0">
                <a:latin typeface="Calibri"/>
                <a:cs typeface="Calibri"/>
              </a:rPr>
              <a:t> </a:t>
            </a:r>
            <a:r>
              <a:rPr sz="2200" dirty="0">
                <a:latin typeface="Calibri"/>
                <a:cs typeface="Calibri"/>
              </a:rPr>
              <a:t>issues</a:t>
            </a:r>
            <a:r>
              <a:rPr sz="2200" spc="240" dirty="0">
                <a:latin typeface="Calibri"/>
                <a:cs typeface="Calibri"/>
              </a:rPr>
              <a:t> </a:t>
            </a:r>
            <a:r>
              <a:rPr sz="2200" spc="-15" dirty="0">
                <a:latin typeface="Calibri"/>
                <a:cs typeface="Calibri"/>
              </a:rPr>
              <a:t>can </a:t>
            </a:r>
            <a:r>
              <a:rPr sz="2200" spc="-484" dirty="0">
                <a:latin typeface="Calibri"/>
                <a:cs typeface="Calibri"/>
              </a:rPr>
              <a:t> </a:t>
            </a:r>
            <a:r>
              <a:rPr sz="2200" spc="-5" dirty="0">
                <a:latin typeface="Calibri"/>
                <a:cs typeface="Calibri"/>
              </a:rPr>
              <a:t>be</a:t>
            </a:r>
            <a:r>
              <a:rPr sz="2200" spc="5" dirty="0">
                <a:latin typeface="Calibri"/>
                <a:cs typeface="Calibri"/>
              </a:rPr>
              <a:t> </a:t>
            </a:r>
            <a:r>
              <a:rPr sz="2200" spc="-10" dirty="0">
                <a:latin typeface="Calibri"/>
                <a:cs typeface="Calibri"/>
              </a:rPr>
              <a:t>done</a:t>
            </a:r>
            <a:r>
              <a:rPr sz="2200" spc="15" dirty="0">
                <a:latin typeface="Calibri"/>
                <a:cs typeface="Calibri"/>
              </a:rPr>
              <a:t> </a:t>
            </a:r>
            <a:r>
              <a:rPr sz="2200" spc="-5" dirty="0">
                <a:latin typeface="Calibri"/>
                <a:cs typeface="Calibri"/>
              </a:rPr>
              <a:t>in</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20" dirty="0">
                <a:latin typeface="Calibri"/>
                <a:cs typeface="Calibri"/>
              </a:rPr>
              <a:t>fog</a:t>
            </a:r>
            <a:r>
              <a:rPr sz="2200" spc="10" dirty="0">
                <a:latin typeface="Calibri"/>
                <a:cs typeface="Calibri"/>
              </a:rPr>
              <a:t> </a:t>
            </a:r>
            <a:r>
              <a:rPr sz="2200" spc="-20" dirty="0">
                <a:latin typeface="Calibri"/>
                <a:cs typeface="Calibri"/>
              </a:rPr>
              <a:t>data</a:t>
            </a:r>
            <a:r>
              <a:rPr sz="2200" spc="-5" dirty="0">
                <a:latin typeface="Calibri"/>
                <a:cs typeface="Calibri"/>
              </a:rPr>
              <a:t> </a:t>
            </a:r>
            <a:r>
              <a:rPr sz="2200" spc="-10" dirty="0">
                <a:latin typeface="Calibri"/>
                <a:cs typeface="Calibri"/>
              </a:rPr>
              <a:t>management</a:t>
            </a:r>
            <a:r>
              <a:rPr sz="2200" spc="40" dirty="0">
                <a:latin typeface="Calibri"/>
                <a:cs typeface="Calibri"/>
              </a:rPr>
              <a:t> </a:t>
            </a:r>
            <a:r>
              <a:rPr sz="2200" spc="-10" dirty="0">
                <a:latin typeface="Calibri"/>
                <a:cs typeface="Calibri"/>
              </a:rPr>
              <a:t>process</a:t>
            </a:r>
            <a:r>
              <a:rPr sz="2200" spc="20" dirty="0">
                <a:latin typeface="Calibri"/>
                <a:cs typeface="Calibri"/>
              </a:rPr>
              <a:t> </a:t>
            </a:r>
            <a:r>
              <a:rPr sz="2200" spc="-20" dirty="0">
                <a:latin typeface="Calibri"/>
                <a:cs typeface="Calibri"/>
              </a:rPr>
              <a:t>to</a:t>
            </a:r>
            <a:r>
              <a:rPr sz="2200" spc="10" dirty="0">
                <a:latin typeface="Calibri"/>
                <a:cs typeface="Calibri"/>
              </a:rPr>
              <a:t> </a:t>
            </a:r>
            <a:r>
              <a:rPr sz="2200" spc="-10" dirty="0">
                <a:latin typeface="Calibri"/>
                <a:cs typeface="Calibri"/>
              </a:rPr>
              <a:t>fulfill</a:t>
            </a:r>
            <a:r>
              <a:rPr sz="2200" dirty="0">
                <a:latin typeface="Calibri"/>
                <a:cs typeface="Calibri"/>
              </a:rPr>
              <a:t> </a:t>
            </a:r>
            <a:r>
              <a:rPr sz="2200" spc="-5" dirty="0">
                <a:latin typeface="Calibri"/>
                <a:cs typeface="Calibri"/>
              </a:rPr>
              <a:t>the</a:t>
            </a:r>
            <a:r>
              <a:rPr sz="2200" dirty="0">
                <a:latin typeface="Calibri"/>
                <a:cs typeface="Calibri"/>
              </a:rPr>
              <a:t> </a:t>
            </a:r>
            <a:r>
              <a:rPr sz="2200" spc="-10" dirty="0">
                <a:latin typeface="Calibri"/>
                <a:cs typeface="Calibri"/>
              </a:rPr>
              <a:t>requirements.</a:t>
            </a:r>
            <a:endParaRPr sz="2200" dirty="0">
              <a:latin typeface="Calibri"/>
              <a:cs typeface="Calibri"/>
            </a:endParaRPr>
          </a:p>
          <a:p>
            <a:pPr marL="355600" indent="-342900">
              <a:lnSpc>
                <a:spcPct val="100000"/>
              </a:lnSpc>
              <a:spcBef>
                <a:spcPts val="530"/>
              </a:spcBef>
              <a:buFont typeface="Arial MT"/>
              <a:buChar char="•"/>
              <a:tabLst>
                <a:tab pos="354965" algn="l"/>
                <a:tab pos="355600" algn="l"/>
              </a:tabLst>
            </a:pPr>
            <a:r>
              <a:rPr sz="2200" spc="-5" dirty="0">
                <a:latin typeface="Calibri"/>
                <a:cs typeface="Calibri"/>
              </a:rPr>
              <a:t>In</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10" dirty="0">
                <a:latin typeface="Calibri"/>
                <a:cs typeface="Calibri"/>
              </a:rPr>
              <a:t>following,</a:t>
            </a:r>
            <a:r>
              <a:rPr sz="2200" spc="20" dirty="0">
                <a:latin typeface="Calibri"/>
                <a:cs typeface="Calibri"/>
              </a:rPr>
              <a:t> </a:t>
            </a:r>
            <a:r>
              <a:rPr sz="2200" spc="-5" dirty="0">
                <a:latin typeface="Calibri"/>
                <a:cs typeface="Calibri"/>
              </a:rPr>
              <a:t>these</a:t>
            </a:r>
            <a:r>
              <a:rPr sz="2200" spc="15" dirty="0">
                <a:latin typeface="Calibri"/>
                <a:cs typeface="Calibri"/>
              </a:rPr>
              <a:t> </a:t>
            </a:r>
            <a:r>
              <a:rPr sz="2200" spc="-10" dirty="0">
                <a:latin typeface="Calibri"/>
                <a:cs typeface="Calibri"/>
              </a:rPr>
              <a:t>characteristics are</a:t>
            </a:r>
            <a:r>
              <a:rPr sz="2200" dirty="0">
                <a:latin typeface="Calibri"/>
                <a:cs typeface="Calibri"/>
              </a:rPr>
              <a:t> </a:t>
            </a:r>
            <a:r>
              <a:rPr sz="2200" spc="-15" dirty="0">
                <a:latin typeface="Calibri"/>
                <a:cs typeface="Calibri"/>
              </a:rPr>
              <a:t>reviewed:</a:t>
            </a:r>
            <a:endParaRPr sz="2200" dirty="0">
              <a:latin typeface="Calibri"/>
              <a:cs typeface="Calibri"/>
            </a:endParaRPr>
          </a:p>
          <a:p>
            <a:pPr marL="355600" indent="-342900">
              <a:lnSpc>
                <a:spcPct val="100000"/>
              </a:lnSpc>
              <a:spcBef>
                <a:spcPts val="530"/>
              </a:spcBef>
              <a:buFont typeface="Arial MT"/>
              <a:buChar char="•"/>
              <a:tabLst>
                <a:tab pos="354965" algn="l"/>
                <a:tab pos="355600" algn="l"/>
              </a:tabLst>
            </a:pPr>
            <a:r>
              <a:rPr sz="2200" b="1" spc="-15" dirty="0">
                <a:latin typeface="Calibri"/>
                <a:cs typeface="Calibri"/>
              </a:rPr>
              <a:t>Heterogeneity</a:t>
            </a:r>
            <a:r>
              <a:rPr sz="2200" spc="-15" dirty="0">
                <a:latin typeface="Calibri"/>
                <a:cs typeface="Calibri"/>
              </a:rPr>
              <a:t>.</a:t>
            </a:r>
            <a:endParaRPr sz="2200" dirty="0">
              <a:latin typeface="Calibri"/>
              <a:cs typeface="Calibri"/>
            </a:endParaRPr>
          </a:p>
          <a:p>
            <a:pPr marL="756285" marR="5080" indent="-287020">
              <a:lnSpc>
                <a:spcPct val="100000"/>
              </a:lnSpc>
              <a:spcBef>
                <a:spcPts val="525"/>
              </a:spcBef>
              <a:tabLst>
                <a:tab pos="756285" algn="l"/>
                <a:tab pos="2170430" algn="l"/>
                <a:tab pos="4033520" algn="l"/>
                <a:tab pos="4615180" algn="l"/>
                <a:tab pos="5609590" algn="l"/>
                <a:tab pos="6764655" algn="l"/>
                <a:tab pos="7415530" algn="l"/>
                <a:tab pos="7776845" algn="l"/>
              </a:tabLst>
            </a:pPr>
            <a:r>
              <a:rPr sz="2200" spc="-5" dirty="0">
                <a:latin typeface="Arial MT"/>
                <a:cs typeface="Arial MT"/>
              </a:rPr>
              <a:t>–	</a:t>
            </a:r>
            <a:r>
              <a:rPr sz="2200" spc="-10" dirty="0">
                <a:latin typeface="Calibri"/>
                <a:cs typeface="Calibri"/>
              </a:rPr>
              <a:t>Di</a:t>
            </a:r>
            <a:r>
              <a:rPr sz="2200" spc="-20" dirty="0">
                <a:latin typeface="Calibri"/>
                <a:cs typeface="Calibri"/>
              </a:rPr>
              <a:t>s</a:t>
            </a:r>
            <a:r>
              <a:rPr sz="2200" spc="-5" dirty="0">
                <a:latin typeface="Calibri"/>
                <a:cs typeface="Calibri"/>
              </a:rPr>
              <a:t>tr</a:t>
            </a:r>
            <a:r>
              <a:rPr sz="2200" spc="-25" dirty="0">
                <a:latin typeface="Calibri"/>
                <a:cs typeface="Calibri"/>
              </a:rPr>
              <a:t>i</a:t>
            </a:r>
            <a:r>
              <a:rPr sz="2200" spc="-10" dirty="0">
                <a:latin typeface="Calibri"/>
                <a:cs typeface="Calibri"/>
              </a:rPr>
              <a:t>bu</a:t>
            </a:r>
            <a:r>
              <a:rPr sz="2200" spc="-35" dirty="0">
                <a:latin typeface="Calibri"/>
                <a:cs typeface="Calibri"/>
              </a:rPr>
              <a:t>t</a:t>
            </a:r>
            <a:r>
              <a:rPr sz="2200" spc="-5" dirty="0">
                <a:latin typeface="Calibri"/>
                <a:cs typeface="Calibri"/>
              </a:rPr>
              <a:t>ed</a:t>
            </a:r>
            <a:r>
              <a:rPr sz="2200" dirty="0">
                <a:latin typeface="Calibri"/>
                <a:cs typeface="Calibri"/>
              </a:rPr>
              <a:t>	</a:t>
            </a:r>
            <a:r>
              <a:rPr sz="2200" spc="-10" dirty="0">
                <a:latin typeface="Calibri"/>
                <a:cs typeface="Calibri"/>
              </a:rPr>
              <a:t>h</a:t>
            </a:r>
            <a:r>
              <a:rPr sz="2200" spc="-25" dirty="0">
                <a:latin typeface="Calibri"/>
                <a:cs typeface="Calibri"/>
              </a:rPr>
              <a:t>et</a:t>
            </a:r>
            <a:r>
              <a:rPr sz="2200" spc="-5" dirty="0">
                <a:latin typeface="Calibri"/>
                <a:cs typeface="Calibri"/>
              </a:rPr>
              <a:t>e</a:t>
            </a:r>
            <a:r>
              <a:rPr sz="2200" spc="-40" dirty="0">
                <a:latin typeface="Calibri"/>
                <a:cs typeface="Calibri"/>
              </a:rPr>
              <a:t>r</a:t>
            </a:r>
            <a:r>
              <a:rPr sz="2200" spc="-5" dirty="0">
                <a:latin typeface="Calibri"/>
                <a:cs typeface="Calibri"/>
              </a:rPr>
              <a:t>o</a:t>
            </a:r>
            <a:r>
              <a:rPr sz="2200" spc="-20" dirty="0">
                <a:latin typeface="Calibri"/>
                <a:cs typeface="Calibri"/>
              </a:rPr>
              <a:t>g</a:t>
            </a:r>
            <a:r>
              <a:rPr sz="2200" spc="-5" dirty="0">
                <a:latin typeface="Calibri"/>
                <a:cs typeface="Calibri"/>
              </a:rPr>
              <a:t>ene</a:t>
            </a:r>
            <a:r>
              <a:rPr sz="2200" spc="5" dirty="0">
                <a:latin typeface="Calibri"/>
                <a:cs typeface="Calibri"/>
              </a:rPr>
              <a:t>o</a:t>
            </a:r>
            <a:r>
              <a:rPr sz="2200" spc="-10" dirty="0">
                <a:latin typeface="Calibri"/>
                <a:cs typeface="Calibri"/>
              </a:rPr>
              <a:t>u</a:t>
            </a:r>
            <a:r>
              <a:rPr sz="2200" spc="-5" dirty="0">
                <a:latin typeface="Calibri"/>
                <a:cs typeface="Calibri"/>
              </a:rPr>
              <a:t>s</a:t>
            </a:r>
            <a:r>
              <a:rPr sz="2200" dirty="0">
                <a:latin typeface="Calibri"/>
                <a:cs typeface="Calibri"/>
              </a:rPr>
              <a:t>	</a:t>
            </a:r>
            <a:r>
              <a:rPr sz="2200" spc="-10" dirty="0">
                <a:latin typeface="Calibri"/>
                <a:cs typeface="Calibri"/>
              </a:rPr>
              <a:t>en</a:t>
            </a:r>
            <a:r>
              <a:rPr sz="2200" spc="-5" dirty="0">
                <a:latin typeface="Calibri"/>
                <a:cs typeface="Calibri"/>
              </a:rPr>
              <a:t>d</a:t>
            </a:r>
            <a:r>
              <a:rPr sz="2200" dirty="0">
                <a:latin typeface="Calibri"/>
                <a:cs typeface="Calibri"/>
              </a:rPr>
              <a:t>	d</a:t>
            </a:r>
            <a:r>
              <a:rPr sz="2200" spc="-20" dirty="0">
                <a:latin typeface="Calibri"/>
                <a:cs typeface="Calibri"/>
              </a:rPr>
              <a:t>e</a:t>
            </a:r>
            <a:r>
              <a:rPr sz="2200" spc="-5" dirty="0">
                <a:latin typeface="Calibri"/>
                <a:cs typeface="Calibri"/>
              </a:rPr>
              <a:t>vices</a:t>
            </a:r>
            <a:r>
              <a:rPr sz="2200" dirty="0">
                <a:latin typeface="Calibri"/>
                <a:cs typeface="Calibri"/>
              </a:rPr>
              <a:t>	</a:t>
            </a:r>
            <a:r>
              <a:rPr sz="2200" spc="-35" dirty="0">
                <a:latin typeface="Calibri"/>
                <a:cs typeface="Calibri"/>
              </a:rPr>
              <a:t>g</a:t>
            </a:r>
            <a:r>
              <a:rPr sz="2200" spc="-5" dirty="0">
                <a:latin typeface="Calibri"/>
                <a:cs typeface="Calibri"/>
              </a:rPr>
              <a:t>e</a:t>
            </a:r>
            <a:r>
              <a:rPr sz="2200" dirty="0">
                <a:latin typeface="Calibri"/>
                <a:cs typeface="Calibri"/>
              </a:rPr>
              <a:t>n</a:t>
            </a:r>
            <a:r>
              <a:rPr sz="2200" spc="-5" dirty="0">
                <a:latin typeface="Calibri"/>
                <a:cs typeface="Calibri"/>
              </a:rPr>
              <a:t>e</a:t>
            </a:r>
            <a:r>
              <a:rPr sz="2200" spc="-55" dirty="0">
                <a:latin typeface="Calibri"/>
                <a:cs typeface="Calibri"/>
              </a:rPr>
              <a:t>r</a:t>
            </a:r>
            <a:r>
              <a:rPr sz="2200" spc="-25" dirty="0">
                <a:latin typeface="Calibri"/>
                <a:cs typeface="Calibri"/>
              </a:rPr>
              <a:t>a</a:t>
            </a:r>
            <a:r>
              <a:rPr sz="2200" spc="-35" dirty="0">
                <a:latin typeface="Calibri"/>
                <a:cs typeface="Calibri"/>
              </a:rPr>
              <a:t>t</a:t>
            </a:r>
            <a:r>
              <a:rPr sz="2200" spc="-5" dirty="0">
                <a:latin typeface="Calibri"/>
                <a:cs typeface="Calibri"/>
              </a:rPr>
              <a:t>e</a:t>
            </a:r>
            <a:r>
              <a:rPr sz="2200" dirty="0">
                <a:latin typeface="Calibri"/>
                <a:cs typeface="Calibri"/>
              </a:rPr>
              <a:t>	</a:t>
            </a:r>
            <a:r>
              <a:rPr sz="2200" spc="-10" dirty="0">
                <a:latin typeface="Calibri"/>
                <a:cs typeface="Calibri"/>
              </a:rPr>
              <a:t>d</a:t>
            </a:r>
            <a:r>
              <a:rPr sz="2200" spc="-30" dirty="0">
                <a:latin typeface="Calibri"/>
                <a:cs typeface="Calibri"/>
              </a:rPr>
              <a:t>a</a:t>
            </a:r>
            <a:r>
              <a:rPr sz="2200" spc="-35" dirty="0">
                <a:latin typeface="Calibri"/>
                <a:cs typeface="Calibri"/>
              </a:rPr>
              <a:t>t</a:t>
            </a:r>
            <a:r>
              <a:rPr sz="2200" spc="-5" dirty="0">
                <a:latin typeface="Calibri"/>
                <a:cs typeface="Calibri"/>
              </a:rPr>
              <a:t>a</a:t>
            </a:r>
            <a:r>
              <a:rPr sz="2200" dirty="0">
                <a:latin typeface="Calibri"/>
                <a:cs typeface="Calibri"/>
              </a:rPr>
              <a:t>	</a:t>
            </a:r>
            <a:r>
              <a:rPr sz="2200" spc="-5" dirty="0">
                <a:latin typeface="Calibri"/>
                <a:cs typeface="Calibri"/>
              </a:rPr>
              <a:t>in</a:t>
            </a:r>
            <a:r>
              <a:rPr sz="2200" dirty="0">
                <a:latin typeface="Calibri"/>
                <a:cs typeface="Calibri"/>
              </a:rPr>
              <a:t>	</a:t>
            </a:r>
            <a:r>
              <a:rPr sz="2200" spc="-10" dirty="0">
                <a:latin typeface="Calibri"/>
                <a:cs typeface="Calibri"/>
              </a:rPr>
              <a:t>di</a:t>
            </a:r>
            <a:r>
              <a:rPr sz="2200" spc="-20" dirty="0">
                <a:latin typeface="Calibri"/>
                <a:cs typeface="Calibri"/>
              </a:rPr>
              <a:t>f</a:t>
            </a:r>
            <a:r>
              <a:rPr sz="2200" spc="-55" dirty="0">
                <a:latin typeface="Calibri"/>
                <a:cs typeface="Calibri"/>
              </a:rPr>
              <a:t>f</a:t>
            </a:r>
            <a:r>
              <a:rPr sz="2200" spc="-5" dirty="0">
                <a:latin typeface="Calibri"/>
                <a:cs typeface="Calibri"/>
              </a:rPr>
              <a:t>e</a:t>
            </a:r>
            <a:r>
              <a:rPr sz="2200" spc="-30" dirty="0">
                <a:latin typeface="Calibri"/>
                <a:cs typeface="Calibri"/>
              </a:rPr>
              <a:t>r</a:t>
            </a:r>
            <a:r>
              <a:rPr sz="2200" spc="-5" dirty="0">
                <a:latin typeface="Calibri"/>
                <a:cs typeface="Calibri"/>
              </a:rPr>
              <a:t>e</a:t>
            </a:r>
            <a:r>
              <a:rPr sz="2200" spc="-35" dirty="0">
                <a:latin typeface="Calibri"/>
                <a:cs typeface="Calibri"/>
              </a:rPr>
              <a:t>n</a:t>
            </a:r>
            <a:r>
              <a:rPr sz="2200" spc="-5" dirty="0">
                <a:latin typeface="Calibri"/>
                <a:cs typeface="Calibri"/>
              </a:rPr>
              <a:t>t  </a:t>
            </a:r>
            <a:r>
              <a:rPr sz="2200" spc="-15" dirty="0">
                <a:latin typeface="Calibri"/>
                <a:cs typeface="Calibri"/>
              </a:rPr>
              <a:t>formats.</a:t>
            </a:r>
            <a:endParaRPr sz="2200" dirty="0">
              <a:latin typeface="Calibri"/>
              <a:cs typeface="Calibri"/>
            </a:endParaRPr>
          </a:p>
        </p:txBody>
      </p:sp>
      <p:sp>
        <p:nvSpPr>
          <p:cNvPr id="3" name="object 3"/>
          <p:cNvSpPr txBox="1"/>
          <p:nvPr/>
        </p:nvSpPr>
        <p:spPr>
          <a:xfrm>
            <a:off x="186334" y="3812488"/>
            <a:ext cx="8774430" cy="2976880"/>
          </a:xfrm>
          <a:prstGeom prst="rect">
            <a:avLst/>
          </a:prstGeom>
        </p:spPr>
        <p:txBody>
          <a:bodyPr vert="horz" wrap="square" lIns="0" tIns="12065" rIns="0" bIns="0" rtlCol="0">
            <a:spAutoFit/>
          </a:bodyPr>
          <a:lstStyle/>
          <a:p>
            <a:pPr marL="469900">
              <a:lnSpc>
                <a:spcPct val="100000"/>
              </a:lnSpc>
              <a:spcBef>
                <a:spcPts val="95"/>
              </a:spcBef>
              <a:tabLst>
                <a:tab pos="756285" algn="l"/>
                <a:tab pos="2085339" algn="l"/>
                <a:tab pos="2717800" algn="l"/>
                <a:tab pos="3327400" algn="l"/>
                <a:tab pos="3745229" algn="l"/>
                <a:tab pos="4879340" algn="l"/>
                <a:tab pos="5830570" algn="l"/>
                <a:tab pos="6171565" algn="l"/>
                <a:tab pos="6962775" algn="l"/>
                <a:tab pos="7327265" algn="l"/>
                <a:tab pos="8514715" algn="l"/>
              </a:tabLst>
            </a:pPr>
            <a:r>
              <a:rPr sz="2200" spc="-5" dirty="0">
                <a:latin typeface="Arial MT"/>
                <a:cs typeface="Arial MT"/>
              </a:rPr>
              <a:t>–	</a:t>
            </a:r>
            <a:r>
              <a:rPr sz="2200" spc="-15" dirty="0">
                <a:latin typeface="Calibri"/>
                <a:cs typeface="Calibri"/>
              </a:rPr>
              <a:t>G</a:t>
            </a:r>
            <a:r>
              <a:rPr sz="2200" spc="-5" dirty="0">
                <a:latin typeface="Calibri"/>
                <a:cs typeface="Calibri"/>
              </a:rPr>
              <a:t>e</a:t>
            </a:r>
            <a:r>
              <a:rPr sz="2200" dirty="0">
                <a:latin typeface="Calibri"/>
                <a:cs typeface="Calibri"/>
              </a:rPr>
              <a:t>n</a:t>
            </a:r>
            <a:r>
              <a:rPr sz="2200" spc="-5" dirty="0">
                <a:latin typeface="Calibri"/>
                <a:cs typeface="Calibri"/>
              </a:rPr>
              <a:t>e</a:t>
            </a:r>
            <a:r>
              <a:rPr sz="2200" spc="-55" dirty="0">
                <a:latin typeface="Calibri"/>
                <a:cs typeface="Calibri"/>
              </a:rPr>
              <a:t>r</a:t>
            </a:r>
            <a:r>
              <a:rPr sz="2200" spc="-30" dirty="0">
                <a:latin typeface="Calibri"/>
                <a:cs typeface="Calibri"/>
              </a:rPr>
              <a:t>a</a:t>
            </a:r>
            <a:r>
              <a:rPr sz="2200" spc="-25" dirty="0">
                <a:latin typeface="Calibri"/>
                <a:cs typeface="Calibri"/>
              </a:rPr>
              <a:t>t</a:t>
            </a:r>
            <a:r>
              <a:rPr sz="2200" spc="-5" dirty="0">
                <a:latin typeface="Calibri"/>
                <a:cs typeface="Calibri"/>
              </a:rPr>
              <a:t>ed</a:t>
            </a:r>
            <a:r>
              <a:rPr sz="2200" dirty="0">
                <a:latin typeface="Calibri"/>
                <a:cs typeface="Calibri"/>
              </a:rPr>
              <a:t>	d</a:t>
            </a:r>
            <a:r>
              <a:rPr sz="2200" spc="-30" dirty="0">
                <a:latin typeface="Calibri"/>
                <a:cs typeface="Calibri"/>
              </a:rPr>
              <a:t>a</a:t>
            </a:r>
            <a:r>
              <a:rPr sz="2200" spc="-35" dirty="0">
                <a:latin typeface="Calibri"/>
                <a:cs typeface="Calibri"/>
              </a:rPr>
              <a:t>t</a:t>
            </a:r>
            <a:r>
              <a:rPr sz="2200" spc="-5" dirty="0">
                <a:latin typeface="Calibri"/>
                <a:cs typeface="Calibri"/>
              </a:rPr>
              <a:t>a</a:t>
            </a:r>
            <a:r>
              <a:rPr sz="2200" dirty="0">
                <a:latin typeface="Calibri"/>
                <a:cs typeface="Calibri"/>
              </a:rPr>
              <a:t>	</a:t>
            </a:r>
            <a:r>
              <a:rPr sz="2200" spc="-5" dirty="0">
                <a:latin typeface="Calibri"/>
                <a:cs typeface="Calibri"/>
              </a:rPr>
              <a:t>m</a:t>
            </a:r>
            <a:r>
              <a:rPr sz="2200" spc="-45" dirty="0">
                <a:latin typeface="Calibri"/>
                <a:cs typeface="Calibri"/>
              </a:rPr>
              <a:t>a</a:t>
            </a:r>
            <a:r>
              <a:rPr sz="2200" spc="-5" dirty="0">
                <a:latin typeface="Calibri"/>
                <a:cs typeface="Calibri"/>
              </a:rPr>
              <a:t>y</a:t>
            </a:r>
            <a:r>
              <a:rPr sz="2200" dirty="0">
                <a:latin typeface="Calibri"/>
                <a:cs typeface="Calibri"/>
              </a:rPr>
              <a:t>	</a:t>
            </a:r>
            <a:r>
              <a:rPr sz="2200" spc="-10" dirty="0">
                <a:latin typeface="Calibri"/>
                <a:cs typeface="Calibri"/>
              </a:rPr>
              <a:t>b</a:t>
            </a:r>
            <a:r>
              <a:rPr sz="2200" spc="-5" dirty="0">
                <a:latin typeface="Calibri"/>
                <a:cs typeface="Calibri"/>
              </a:rPr>
              <a:t>e</a:t>
            </a:r>
            <a:r>
              <a:rPr sz="2200" dirty="0">
                <a:latin typeface="Calibri"/>
                <a:cs typeface="Calibri"/>
              </a:rPr>
              <a:t>	</a:t>
            </a:r>
            <a:r>
              <a:rPr sz="2200" spc="-10" dirty="0">
                <a:latin typeface="Calibri"/>
                <a:cs typeface="Calibri"/>
              </a:rPr>
              <a:t>di</a:t>
            </a:r>
            <a:r>
              <a:rPr sz="2200" spc="-35" dirty="0">
                <a:latin typeface="Calibri"/>
                <a:cs typeface="Calibri"/>
              </a:rPr>
              <a:t>v</a:t>
            </a:r>
            <a:r>
              <a:rPr sz="2200" spc="-5" dirty="0">
                <a:latin typeface="Calibri"/>
                <a:cs typeface="Calibri"/>
              </a:rPr>
              <a:t>e</a:t>
            </a:r>
            <a:r>
              <a:rPr sz="2200" spc="-45" dirty="0">
                <a:latin typeface="Calibri"/>
                <a:cs typeface="Calibri"/>
              </a:rPr>
              <a:t>r</a:t>
            </a:r>
            <a:r>
              <a:rPr sz="2200" spc="-10" dirty="0">
                <a:latin typeface="Calibri"/>
                <a:cs typeface="Calibri"/>
              </a:rPr>
              <a:t>sel</a:t>
            </a:r>
            <a:r>
              <a:rPr sz="2200" spc="-5" dirty="0">
                <a:latin typeface="Calibri"/>
                <a:cs typeface="Calibri"/>
              </a:rPr>
              <a:t>y</a:t>
            </a:r>
            <a:r>
              <a:rPr sz="2200" dirty="0">
                <a:latin typeface="Calibri"/>
                <a:cs typeface="Calibri"/>
              </a:rPr>
              <a:t>	</a:t>
            </a:r>
            <a:r>
              <a:rPr sz="2200" spc="-40" dirty="0">
                <a:latin typeface="Calibri"/>
                <a:cs typeface="Calibri"/>
              </a:rPr>
              <a:t>v</a:t>
            </a:r>
            <a:r>
              <a:rPr sz="2200" spc="-5" dirty="0">
                <a:latin typeface="Calibri"/>
                <a:cs typeface="Calibri"/>
              </a:rPr>
              <a:t>arying</a:t>
            </a:r>
            <a:r>
              <a:rPr sz="2200" dirty="0">
                <a:latin typeface="Calibri"/>
                <a:cs typeface="Calibri"/>
              </a:rPr>
              <a:t>	</a:t>
            </a:r>
            <a:r>
              <a:rPr sz="2200" spc="-10" dirty="0">
                <a:latin typeface="Calibri"/>
                <a:cs typeface="Calibri"/>
              </a:rPr>
              <a:t>i</a:t>
            </a:r>
            <a:r>
              <a:rPr sz="2200" spc="-5" dirty="0">
                <a:latin typeface="Calibri"/>
                <a:cs typeface="Calibri"/>
              </a:rPr>
              <a:t>n</a:t>
            </a:r>
            <a:r>
              <a:rPr sz="2200" dirty="0">
                <a:latin typeface="Calibri"/>
                <a:cs typeface="Calibri"/>
              </a:rPr>
              <a:t>	</a:t>
            </a:r>
            <a:r>
              <a:rPr sz="2200" spc="-25" dirty="0">
                <a:latin typeface="Calibri"/>
                <a:cs typeface="Calibri"/>
              </a:rPr>
              <a:t>t</a:t>
            </a:r>
            <a:r>
              <a:rPr sz="2200" spc="-5" dirty="0">
                <a:latin typeface="Calibri"/>
                <a:cs typeface="Calibri"/>
              </a:rPr>
              <a:t>erms</a:t>
            </a:r>
            <a:r>
              <a:rPr sz="2200" dirty="0">
                <a:latin typeface="Calibri"/>
                <a:cs typeface="Calibri"/>
              </a:rPr>
              <a:t>	</a:t>
            </a:r>
            <a:r>
              <a:rPr sz="2200" spc="-5" dirty="0">
                <a:latin typeface="Calibri"/>
                <a:cs typeface="Calibri"/>
              </a:rPr>
              <a:t>of</a:t>
            </a:r>
            <a:r>
              <a:rPr sz="2200" dirty="0">
                <a:latin typeface="Calibri"/>
                <a:cs typeface="Calibri"/>
              </a:rPr>
              <a:t>	</a:t>
            </a:r>
            <a:r>
              <a:rPr sz="2200" b="1" spc="-30" dirty="0">
                <a:solidFill>
                  <a:srgbClr val="006FC0"/>
                </a:solidFill>
                <a:latin typeface="Calibri"/>
                <a:cs typeface="Calibri"/>
              </a:rPr>
              <a:t>s</a:t>
            </a:r>
            <a:r>
              <a:rPr sz="2200" b="1" spc="-5" dirty="0">
                <a:solidFill>
                  <a:srgbClr val="006FC0"/>
                </a:solidFill>
                <a:latin typeface="Calibri"/>
                <a:cs typeface="Calibri"/>
              </a:rPr>
              <a:t>tructure</a:t>
            </a:r>
            <a:r>
              <a:rPr sz="2200" b="1" dirty="0">
                <a:solidFill>
                  <a:srgbClr val="006FC0"/>
                </a:solidFill>
                <a:latin typeface="Calibri"/>
                <a:cs typeface="Calibri"/>
              </a:rPr>
              <a:t>	</a:t>
            </a:r>
            <a:r>
              <a:rPr sz="2200" spc="-5" dirty="0">
                <a:latin typeface="Calibri"/>
                <a:cs typeface="Calibri"/>
              </a:rPr>
              <a:t>or</a:t>
            </a:r>
            <a:endParaRPr sz="2200">
              <a:latin typeface="Calibri"/>
              <a:cs typeface="Calibri"/>
            </a:endParaRPr>
          </a:p>
          <a:p>
            <a:pPr marR="7149465" algn="r">
              <a:lnSpc>
                <a:spcPct val="100000"/>
              </a:lnSpc>
            </a:pPr>
            <a:r>
              <a:rPr sz="2200" b="1" spc="-15" dirty="0">
                <a:solidFill>
                  <a:srgbClr val="006FC0"/>
                </a:solidFill>
                <a:latin typeface="Calibri"/>
                <a:cs typeface="Calibri"/>
              </a:rPr>
              <a:t>format</a:t>
            </a:r>
            <a:r>
              <a:rPr sz="2200" spc="-15" dirty="0">
                <a:latin typeface="Calibri"/>
                <a:cs typeface="Calibri"/>
              </a:rPr>
              <a:t>.</a:t>
            </a:r>
            <a:endParaRPr sz="2200">
              <a:latin typeface="Calibri"/>
              <a:cs typeface="Calibri"/>
            </a:endParaRPr>
          </a:p>
          <a:p>
            <a:pPr marL="342265" marR="7114540" indent="-342265" algn="r">
              <a:lnSpc>
                <a:spcPct val="100000"/>
              </a:lnSpc>
              <a:spcBef>
                <a:spcPts val="530"/>
              </a:spcBef>
              <a:buFont typeface="Arial MT"/>
              <a:buChar char="•"/>
              <a:tabLst>
                <a:tab pos="342265" algn="l"/>
                <a:tab pos="342900" algn="l"/>
              </a:tabLst>
            </a:pPr>
            <a:r>
              <a:rPr sz="2200" b="1" spc="-5" dirty="0">
                <a:latin typeface="Calibri"/>
                <a:cs typeface="Calibri"/>
              </a:rPr>
              <a:t>Inaccu</a:t>
            </a:r>
            <a:r>
              <a:rPr sz="2200" b="1" spc="-55" dirty="0">
                <a:latin typeface="Calibri"/>
                <a:cs typeface="Calibri"/>
              </a:rPr>
              <a:t>r</a:t>
            </a:r>
            <a:r>
              <a:rPr sz="2200" b="1" spc="-5" dirty="0">
                <a:latin typeface="Calibri"/>
                <a:cs typeface="Calibri"/>
              </a:rPr>
              <a:t>acy</a:t>
            </a:r>
            <a:r>
              <a:rPr sz="2200" spc="-5" dirty="0">
                <a:latin typeface="Calibri"/>
                <a:cs typeface="Calibri"/>
              </a:rPr>
              <a:t>.</a:t>
            </a:r>
            <a:endParaRPr sz="2200">
              <a:latin typeface="Calibri"/>
              <a:cs typeface="Calibri"/>
            </a:endParaRPr>
          </a:p>
          <a:p>
            <a:pPr marL="756285" lvl="1" indent="-287020">
              <a:lnSpc>
                <a:spcPct val="100000"/>
              </a:lnSpc>
              <a:spcBef>
                <a:spcPts val="530"/>
              </a:spcBef>
              <a:buFont typeface="Arial MT"/>
              <a:buChar char="–"/>
              <a:tabLst>
                <a:tab pos="756285" algn="l"/>
                <a:tab pos="756920" algn="l"/>
              </a:tabLst>
            </a:pPr>
            <a:r>
              <a:rPr sz="2200" spc="-10" dirty="0">
                <a:latin typeface="Calibri"/>
                <a:cs typeface="Calibri"/>
              </a:rPr>
              <a:t>Inaccuracy</a:t>
            </a:r>
            <a:r>
              <a:rPr sz="2200" spc="400" dirty="0">
                <a:latin typeface="Calibri"/>
                <a:cs typeface="Calibri"/>
              </a:rPr>
              <a:t> </a:t>
            </a:r>
            <a:r>
              <a:rPr sz="2200" spc="-5" dirty="0">
                <a:latin typeface="Calibri"/>
                <a:cs typeface="Calibri"/>
              </a:rPr>
              <a:t>or</a:t>
            </a:r>
            <a:r>
              <a:rPr sz="2200" spc="405" dirty="0">
                <a:latin typeface="Calibri"/>
                <a:cs typeface="Calibri"/>
              </a:rPr>
              <a:t> </a:t>
            </a:r>
            <a:r>
              <a:rPr sz="2200" spc="-10" dirty="0">
                <a:latin typeface="Calibri"/>
                <a:cs typeface="Calibri"/>
              </a:rPr>
              <a:t>uncertainties</a:t>
            </a:r>
            <a:r>
              <a:rPr sz="2200" spc="415" dirty="0">
                <a:latin typeface="Calibri"/>
                <a:cs typeface="Calibri"/>
              </a:rPr>
              <a:t> </a:t>
            </a:r>
            <a:r>
              <a:rPr sz="2200" spc="-5" dirty="0">
                <a:latin typeface="Calibri"/>
                <a:cs typeface="Calibri"/>
              </a:rPr>
              <a:t>of</a:t>
            </a:r>
            <a:r>
              <a:rPr sz="2200" spc="405" dirty="0">
                <a:latin typeface="Calibri"/>
                <a:cs typeface="Calibri"/>
              </a:rPr>
              <a:t> </a:t>
            </a:r>
            <a:r>
              <a:rPr sz="2200" spc="-5" dirty="0">
                <a:latin typeface="Calibri"/>
                <a:cs typeface="Calibri"/>
              </a:rPr>
              <a:t>the</a:t>
            </a:r>
            <a:r>
              <a:rPr sz="2200" spc="409" dirty="0">
                <a:latin typeface="Calibri"/>
                <a:cs typeface="Calibri"/>
              </a:rPr>
              <a:t> </a:t>
            </a:r>
            <a:r>
              <a:rPr sz="2200" spc="-5" dirty="0">
                <a:latin typeface="Calibri"/>
                <a:cs typeface="Calibri"/>
              </a:rPr>
              <a:t>sensed</a:t>
            </a:r>
            <a:r>
              <a:rPr sz="2200" spc="415" dirty="0">
                <a:latin typeface="Calibri"/>
                <a:cs typeface="Calibri"/>
              </a:rPr>
              <a:t> </a:t>
            </a:r>
            <a:r>
              <a:rPr sz="2200" spc="-20" dirty="0">
                <a:latin typeface="Calibri"/>
                <a:cs typeface="Calibri"/>
              </a:rPr>
              <a:t>data</a:t>
            </a:r>
            <a:r>
              <a:rPr sz="2200" spc="409" dirty="0">
                <a:latin typeface="Calibri"/>
                <a:cs typeface="Calibri"/>
              </a:rPr>
              <a:t> </a:t>
            </a:r>
            <a:r>
              <a:rPr sz="2200" spc="-25" dirty="0">
                <a:latin typeface="Calibri"/>
                <a:cs typeface="Calibri"/>
              </a:rPr>
              <a:t>refer</a:t>
            </a:r>
            <a:r>
              <a:rPr sz="2200" spc="405" dirty="0">
                <a:latin typeface="Calibri"/>
                <a:cs typeface="Calibri"/>
              </a:rPr>
              <a:t> </a:t>
            </a:r>
            <a:r>
              <a:rPr sz="2200" spc="-20" dirty="0">
                <a:latin typeface="Calibri"/>
                <a:cs typeface="Calibri"/>
              </a:rPr>
              <a:t>to</a:t>
            </a:r>
            <a:r>
              <a:rPr sz="2200" spc="425" dirty="0">
                <a:latin typeface="Calibri"/>
                <a:cs typeface="Calibri"/>
              </a:rPr>
              <a:t> </a:t>
            </a:r>
            <a:r>
              <a:rPr sz="2200" spc="-5" dirty="0">
                <a:latin typeface="Calibri"/>
                <a:cs typeface="Calibri"/>
              </a:rPr>
              <a:t>the</a:t>
            </a:r>
            <a:r>
              <a:rPr sz="2200" spc="400" dirty="0">
                <a:latin typeface="Calibri"/>
                <a:cs typeface="Calibri"/>
              </a:rPr>
              <a:t> </a:t>
            </a:r>
            <a:r>
              <a:rPr sz="2200" b="1" spc="-5" dirty="0">
                <a:solidFill>
                  <a:srgbClr val="006FC0"/>
                </a:solidFill>
                <a:latin typeface="Calibri"/>
                <a:cs typeface="Calibri"/>
              </a:rPr>
              <a:t>sensing</a:t>
            </a:r>
            <a:endParaRPr sz="2200">
              <a:latin typeface="Calibri"/>
              <a:cs typeface="Calibri"/>
            </a:endParaRPr>
          </a:p>
          <a:p>
            <a:pPr marL="756285">
              <a:lnSpc>
                <a:spcPct val="100000"/>
              </a:lnSpc>
            </a:pPr>
            <a:r>
              <a:rPr sz="2200" b="1" spc="-10" dirty="0">
                <a:solidFill>
                  <a:srgbClr val="006FC0"/>
                </a:solidFill>
                <a:latin typeface="Calibri"/>
                <a:cs typeface="Calibri"/>
              </a:rPr>
              <a:t>precision</a:t>
            </a:r>
            <a:r>
              <a:rPr sz="2200" spc="-10" dirty="0">
                <a:latin typeface="Calibri"/>
                <a:cs typeface="Calibri"/>
              </a:rPr>
              <a:t>,</a:t>
            </a:r>
            <a:r>
              <a:rPr sz="2200" spc="15" dirty="0">
                <a:latin typeface="Calibri"/>
                <a:cs typeface="Calibri"/>
              </a:rPr>
              <a:t> </a:t>
            </a:r>
            <a:r>
              <a:rPr sz="2200" b="1" spc="-10" dirty="0">
                <a:solidFill>
                  <a:srgbClr val="006FC0"/>
                </a:solidFill>
                <a:latin typeface="Calibri"/>
                <a:cs typeface="Calibri"/>
              </a:rPr>
              <a:t>accuracy</a:t>
            </a:r>
            <a:r>
              <a:rPr sz="2200" spc="-10" dirty="0">
                <a:latin typeface="Calibri"/>
                <a:cs typeface="Calibri"/>
              </a:rPr>
              <a:t>,</a:t>
            </a:r>
            <a:r>
              <a:rPr sz="2200" spc="20" dirty="0">
                <a:latin typeface="Calibri"/>
                <a:cs typeface="Calibri"/>
              </a:rPr>
              <a:t> </a:t>
            </a:r>
            <a:r>
              <a:rPr sz="2200" dirty="0">
                <a:latin typeface="Calibri"/>
                <a:cs typeface="Calibri"/>
              </a:rPr>
              <a:t>or</a:t>
            </a:r>
            <a:r>
              <a:rPr sz="2200" spc="-5" dirty="0">
                <a:latin typeface="Calibri"/>
                <a:cs typeface="Calibri"/>
              </a:rPr>
              <a:t> </a:t>
            </a:r>
            <a:r>
              <a:rPr sz="2200" b="1" spc="-10" dirty="0">
                <a:solidFill>
                  <a:srgbClr val="006FC0"/>
                </a:solidFill>
                <a:latin typeface="Calibri"/>
                <a:cs typeface="Calibri"/>
              </a:rPr>
              <a:t>misreading</a:t>
            </a:r>
            <a:r>
              <a:rPr sz="2200" b="1" spc="25" dirty="0">
                <a:solidFill>
                  <a:srgbClr val="006FC0"/>
                </a:solidFill>
                <a:latin typeface="Calibri"/>
                <a:cs typeface="Calibri"/>
              </a:rPr>
              <a:t> </a:t>
            </a:r>
            <a:r>
              <a:rPr sz="2200" b="1" spc="-5" dirty="0">
                <a:solidFill>
                  <a:srgbClr val="006FC0"/>
                </a:solidFill>
                <a:latin typeface="Calibri"/>
                <a:cs typeface="Calibri"/>
              </a:rPr>
              <a:t>of</a:t>
            </a:r>
            <a:r>
              <a:rPr sz="2200" b="1" spc="20" dirty="0">
                <a:solidFill>
                  <a:srgbClr val="006FC0"/>
                </a:solidFill>
                <a:latin typeface="Calibri"/>
                <a:cs typeface="Calibri"/>
              </a:rPr>
              <a:t> </a:t>
            </a:r>
            <a:r>
              <a:rPr sz="2200" b="1" spc="-20" dirty="0">
                <a:solidFill>
                  <a:srgbClr val="006FC0"/>
                </a:solidFill>
                <a:latin typeface="Calibri"/>
                <a:cs typeface="Calibri"/>
              </a:rPr>
              <a:t>data.</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b="1" spc="-10" dirty="0">
                <a:latin typeface="Calibri"/>
                <a:cs typeface="Calibri"/>
              </a:rPr>
              <a:t>Inconsistency</a:t>
            </a:r>
            <a:r>
              <a:rPr sz="2200" spc="-10" dirty="0">
                <a:latin typeface="Calibri"/>
                <a:cs typeface="Calibri"/>
              </a:rPr>
              <a:t>.</a:t>
            </a:r>
            <a:endParaRPr sz="2200">
              <a:latin typeface="Calibri"/>
              <a:cs typeface="Calibri"/>
            </a:endParaRPr>
          </a:p>
          <a:p>
            <a:pPr marL="756285" lvl="1" indent="-287020">
              <a:lnSpc>
                <a:spcPct val="100000"/>
              </a:lnSpc>
              <a:spcBef>
                <a:spcPts val="525"/>
              </a:spcBef>
              <a:buFont typeface="Arial MT"/>
              <a:buChar char="–"/>
              <a:tabLst>
                <a:tab pos="756285" algn="l"/>
                <a:tab pos="756920" algn="l"/>
                <a:tab pos="1446530" algn="l"/>
                <a:tab pos="2716530" algn="l"/>
                <a:tab pos="3176905" algn="l"/>
                <a:tab pos="4673600" algn="l"/>
                <a:tab pos="5100320" algn="l"/>
                <a:tab pos="5694680" algn="l"/>
                <a:tab pos="6703695" algn="l"/>
                <a:tab pos="7419975" algn="l"/>
                <a:tab pos="8115300" algn="l"/>
              </a:tabLst>
            </a:pPr>
            <a:r>
              <a:rPr sz="2200" b="1" spc="-10" dirty="0">
                <a:solidFill>
                  <a:srgbClr val="006FC0"/>
                </a:solidFill>
                <a:latin typeface="Calibri"/>
                <a:cs typeface="Calibri"/>
              </a:rPr>
              <a:t>Lo</a:t>
            </a:r>
            <a:r>
              <a:rPr sz="2200" b="1" spc="-5" dirty="0">
                <a:solidFill>
                  <a:srgbClr val="006FC0"/>
                </a:solidFill>
                <a:latin typeface="Calibri"/>
                <a:cs typeface="Calibri"/>
              </a:rPr>
              <a:t>w</a:t>
            </a:r>
            <a:r>
              <a:rPr sz="2200" b="1" dirty="0">
                <a:solidFill>
                  <a:srgbClr val="006FC0"/>
                </a:solidFill>
                <a:latin typeface="Calibri"/>
                <a:cs typeface="Calibri"/>
              </a:rPr>
              <a:t>	p</a:t>
            </a:r>
            <a:r>
              <a:rPr sz="2200" b="1" spc="-35" dirty="0">
                <a:solidFill>
                  <a:srgbClr val="006FC0"/>
                </a:solidFill>
                <a:latin typeface="Calibri"/>
                <a:cs typeface="Calibri"/>
              </a:rPr>
              <a:t>r</a:t>
            </a:r>
            <a:r>
              <a:rPr sz="2200" b="1" spc="-10" dirty="0">
                <a:solidFill>
                  <a:srgbClr val="006FC0"/>
                </a:solidFill>
                <a:latin typeface="Calibri"/>
                <a:cs typeface="Calibri"/>
              </a:rPr>
              <a:t>ecis</a:t>
            </a:r>
            <a:r>
              <a:rPr sz="2200" b="1" spc="5" dirty="0">
                <a:solidFill>
                  <a:srgbClr val="006FC0"/>
                </a:solidFill>
                <a:latin typeface="Calibri"/>
                <a:cs typeface="Calibri"/>
              </a:rPr>
              <a:t>i</a:t>
            </a:r>
            <a:r>
              <a:rPr sz="2200" b="1" spc="-5" dirty="0">
                <a:solidFill>
                  <a:srgbClr val="006FC0"/>
                </a:solidFill>
                <a:latin typeface="Calibri"/>
                <a:cs typeface="Calibri"/>
              </a:rPr>
              <a:t>on</a:t>
            </a:r>
            <a:r>
              <a:rPr sz="2200" b="1" dirty="0">
                <a:solidFill>
                  <a:srgbClr val="006FC0"/>
                </a:solidFill>
                <a:latin typeface="Calibri"/>
                <a:cs typeface="Calibri"/>
              </a:rPr>
              <a:t>	</a:t>
            </a:r>
            <a:r>
              <a:rPr sz="2200" dirty="0">
                <a:latin typeface="Calibri"/>
                <a:cs typeface="Calibri"/>
              </a:rPr>
              <a:t>o</a:t>
            </a:r>
            <a:r>
              <a:rPr sz="2200" spc="-5" dirty="0">
                <a:latin typeface="Calibri"/>
                <a:cs typeface="Calibri"/>
              </a:rPr>
              <a:t>r</a:t>
            </a:r>
            <a:r>
              <a:rPr sz="2200" dirty="0">
                <a:latin typeface="Calibri"/>
                <a:cs typeface="Calibri"/>
              </a:rPr>
              <a:t>	</a:t>
            </a:r>
            <a:r>
              <a:rPr sz="2200" b="1" spc="-10" dirty="0">
                <a:solidFill>
                  <a:srgbClr val="006FC0"/>
                </a:solidFill>
                <a:latin typeface="Calibri"/>
                <a:cs typeface="Calibri"/>
              </a:rPr>
              <a:t>mis</a:t>
            </a:r>
            <a:r>
              <a:rPr sz="2200" b="1" spc="-15" dirty="0">
                <a:solidFill>
                  <a:srgbClr val="006FC0"/>
                </a:solidFill>
                <a:latin typeface="Calibri"/>
                <a:cs typeface="Calibri"/>
              </a:rPr>
              <a:t>r</a:t>
            </a:r>
            <a:r>
              <a:rPr sz="2200" b="1" spc="-10" dirty="0">
                <a:solidFill>
                  <a:srgbClr val="006FC0"/>
                </a:solidFill>
                <a:latin typeface="Calibri"/>
                <a:cs typeface="Calibri"/>
              </a:rPr>
              <a:t>ea</a:t>
            </a:r>
            <a:r>
              <a:rPr sz="2200" b="1" spc="-15" dirty="0">
                <a:solidFill>
                  <a:srgbClr val="006FC0"/>
                </a:solidFill>
                <a:latin typeface="Calibri"/>
                <a:cs typeface="Calibri"/>
              </a:rPr>
              <a:t>d</a:t>
            </a:r>
            <a:r>
              <a:rPr sz="2200" b="1" spc="-5" dirty="0">
                <a:solidFill>
                  <a:srgbClr val="006FC0"/>
                </a:solidFill>
                <a:latin typeface="Calibri"/>
                <a:cs typeface="Calibri"/>
              </a:rPr>
              <a:t>ing</a:t>
            </a:r>
            <a:r>
              <a:rPr sz="2200" b="1" dirty="0">
                <a:solidFill>
                  <a:srgbClr val="006FC0"/>
                </a:solidFill>
                <a:latin typeface="Calibri"/>
                <a:cs typeface="Calibri"/>
              </a:rPr>
              <a:t>	</a:t>
            </a:r>
            <a:r>
              <a:rPr sz="2200" spc="-5" dirty="0">
                <a:latin typeface="Calibri"/>
                <a:cs typeface="Calibri"/>
              </a:rPr>
              <a:t>in</a:t>
            </a:r>
            <a:r>
              <a:rPr sz="2200" dirty="0">
                <a:latin typeface="Calibri"/>
                <a:cs typeface="Calibri"/>
              </a:rPr>
              <a:t>	t</a:t>
            </a:r>
            <a:r>
              <a:rPr sz="2200" spc="-10" dirty="0">
                <a:latin typeface="Calibri"/>
                <a:cs typeface="Calibri"/>
              </a:rPr>
              <a:t>h</a:t>
            </a:r>
            <a:r>
              <a:rPr sz="2200" spc="-5" dirty="0">
                <a:latin typeface="Calibri"/>
                <a:cs typeface="Calibri"/>
              </a:rPr>
              <a:t>e</a:t>
            </a:r>
            <a:r>
              <a:rPr sz="2200" dirty="0">
                <a:latin typeface="Calibri"/>
                <a:cs typeface="Calibri"/>
              </a:rPr>
              <a:t>	</a:t>
            </a:r>
            <a:r>
              <a:rPr sz="2200" spc="10" dirty="0">
                <a:latin typeface="Calibri"/>
                <a:cs typeface="Calibri"/>
              </a:rPr>
              <a:t>s</a:t>
            </a:r>
            <a:r>
              <a:rPr sz="2200" spc="-5" dirty="0">
                <a:latin typeface="Calibri"/>
                <a:cs typeface="Calibri"/>
              </a:rPr>
              <a:t>ensed</a:t>
            </a:r>
            <a:r>
              <a:rPr sz="2200" dirty="0">
                <a:latin typeface="Calibri"/>
                <a:cs typeface="Calibri"/>
              </a:rPr>
              <a:t>	</a:t>
            </a:r>
            <a:r>
              <a:rPr sz="2200" spc="-10" dirty="0">
                <a:latin typeface="Calibri"/>
                <a:cs typeface="Calibri"/>
              </a:rPr>
              <a:t>d</a:t>
            </a:r>
            <a:r>
              <a:rPr sz="2200" spc="-30" dirty="0">
                <a:latin typeface="Calibri"/>
                <a:cs typeface="Calibri"/>
              </a:rPr>
              <a:t>a</a:t>
            </a:r>
            <a:r>
              <a:rPr sz="2200" spc="-35" dirty="0">
                <a:latin typeface="Calibri"/>
                <a:cs typeface="Calibri"/>
              </a:rPr>
              <a:t>t</a:t>
            </a:r>
            <a:r>
              <a:rPr sz="2200" spc="-5" dirty="0">
                <a:latin typeface="Calibri"/>
                <a:cs typeface="Calibri"/>
              </a:rPr>
              <a:t>a</a:t>
            </a:r>
            <a:r>
              <a:rPr sz="2200" dirty="0">
                <a:latin typeface="Calibri"/>
                <a:cs typeface="Calibri"/>
              </a:rPr>
              <a:t>	</a:t>
            </a:r>
            <a:r>
              <a:rPr sz="2200" spc="-5" dirty="0">
                <a:latin typeface="Calibri"/>
                <a:cs typeface="Calibri"/>
              </a:rPr>
              <a:t>m</a:t>
            </a:r>
            <a:r>
              <a:rPr sz="2200" spc="-40" dirty="0">
                <a:latin typeface="Calibri"/>
                <a:cs typeface="Calibri"/>
              </a:rPr>
              <a:t>a</a:t>
            </a:r>
            <a:r>
              <a:rPr sz="2200" spc="-5" dirty="0">
                <a:latin typeface="Calibri"/>
                <a:cs typeface="Calibri"/>
              </a:rPr>
              <a:t>y</a:t>
            </a:r>
            <a:r>
              <a:rPr sz="2200" dirty="0">
                <a:latin typeface="Calibri"/>
                <a:cs typeface="Calibri"/>
              </a:rPr>
              <a:t>	</a:t>
            </a:r>
            <a:r>
              <a:rPr sz="2200" spc="-25" dirty="0">
                <a:latin typeface="Calibri"/>
                <a:cs typeface="Calibri"/>
              </a:rPr>
              <a:t>c</a:t>
            </a:r>
            <a:r>
              <a:rPr sz="2200" spc="-5" dirty="0">
                <a:latin typeface="Calibri"/>
                <a:cs typeface="Calibri"/>
              </a:rPr>
              <a:t>au</a:t>
            </a:r>
            <a:r>
              <a:rPr sz="2200" dirty="0">
                <a:latin typeface="Calibri"/>
                <a:cs typeface="Calibri"/>
              </a:rPr>
              <a:t>s</a:t>
            </a:r>
            <a:r>
              <a:rPr sz="2200" spc="-5" dirty="0">
                <a:latin typeface="Calibri"/>
                <a:cs typeface="Calibri"/>
              </a:rPr>
              <a:t>e</a:t>
            </a:r>
            <a:endParaRPr sz="2200">
              <a:latin typeface="Calibri"/>
              <a:cs typeface="Calibri"/>
            </a:endParaRPr>
          </a:p>
          <a:p>
            <a:pPr marL="756285">
              <a:lnSpc>
                <a:spcPct val="100000"/>
              </a:lnSpc>
              <a:spcBef>
                <a:spcPts val="5"/>
              </a:spcBef>
            </a:pPr>
            <a:r>
              <a:rPr sz="2200" spc="-10" dirty="0">
                <a:latin typeface="Calibri"/>
                <a:cs typeface="Calibri"/>
              </a:rPr>
              <a:t>inconsistency </a:t>
            </a:r>
            <a:r>
              <a:rPr sz="2200" spc="-5" dirty="0">
                <a:latin typeface="Calibri"/>
                <a:cs typeface="Calibri"/>
              </a:rPr>
              <a:t>in</a:t>
            </a:r>
            <a:r>
              <a:rPr sz="2200" spc="-20" dirty="0">
                <a:latin typeface="Calibri"/>
                <a:cs typeface="Calibri"/>
              </a:rPr>
              <a:t> </a:t>
            </a:r>
            <a:r>
              <a:rPr sz="2200" spc="-5" dirty="0">
                <a:latin typeface="Calibri"/>
                <a:cs typeface="Calibri"/>
              </a:rPr>
              <a:t>the</a:t>
            </a:r>
            <a:r>
              <a:rPr sz="2200" spc="5" dirty="0">
                <a:latin typeface="Calibri"/>
                <a:cs typeface="Calibri"/>
              </a:rPr>
              <a:t> </a:t>
            </a:r>
            <a:r>
              <a:rPr sz="2200" spc="-15" dirty="0">
                <a:latin typeface="Calibri"/>
                <a:cs typeface="Calibri"/>
              </a:rPr>
              <a:t>gathered</a:t>
            </a:r>
            <a:r>
              <a:rPr sz="2200" spc="-10" dirty="0">
                <a:latin typeface="Calibri"/>
                <a:cs typeface="Calibri"/>
              </a:rPr>
              <a:t> </a:t>
            </a:r>
            <a:r>
              <a:rPr sz="2200" spc="-15" dirty="0">
                <a:latin typeface="Calibri"/>
                <a:cs typeface="Calibri"/>
              </a:rPr>
              <a:t>data.</a:t>
            </a:r>
            <a:endParaRPr sz="2200">
              <a:latin typeface="Calibri"/>
              <a:cs typeface="Calibri"/>
            </a:endParaRPr>
          </a:p>
        </p:txBody>
      </p:sp>
      <p:pic>
        <p:nvPicPr>
          <p:cNvPr id="4" name="object 4"/>
          <p:cNvPicPr/>
          <p:nvPr/>
        </p:nvPicPr>
        <p:blipFill>
          <a:blip r:embed="Raedd7706abf24d0f" cstate="print"/>
          <a:stretch>
            <a:fillRect/>
          </a:stretch>
        </p:blipFill>
        <p:spPr>
          <a:xfrm>
            <a:off x="323532" y="2420873"/>
            <a:ext cx="8640953" cy="12961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65303"/>
            <a:ext cx="8703945" cy="6732905"/>
          </a:xfrm>
          <a:prstGeom prst="rect">
            <a:avLst/>
          </a:prstGeom>
        </p:spPr>
        <p:txBody>
          <a:bodyPr vert="horz" wrap="square" lIns="0" tIns="79375" rIns="0" bIns="0" rtlCol="0">
            <a:spAutoFit/>
          </a:bodyPr>
          <a:lstStyle/>
          <a:p>
            <a:pPr marL="355600" indent="-342900" algn="just">
              <a:lnSpc>
                <a:spcPct val="100000"/>
              </a:lnSpc>
              <a:spcBef>
                <a:spcPts val="625"/>
              </a:spcBef>
              <a:buFont typeface="Arial MT"/>
              <a:buChar char="•"/>
              <a:tabLst>
                <a:tab pos="355600" algn="l"/>
              </a:tabLst>
            </a:pPr>
            <a:r>
              <a:rPr sz="2200" b="1" spc="-30" dirty="0">
                <a:latin typeface="Calibri"/>
                <a:cs typeface="Calibri"/>
              </a:rPr>
              <a:t>Weak</a:t>
            </a:r>
            <a:r>
              <a:rPr sz="2200" b="1" spc="10" dirty="0">
                <a:latin typeface="Calibri"/>
                <a:cs typeface="Calibri"/>
              </a:rPr>
              <a:t> </a:t>
            </a:r>
            <a:r>
              <a:rPr sz="2200" b="1" spc="-10" dirty="0">
                <a:latin typeface="Calibri"/>
                <a:cs typeface="Calibri"/>
              </a:rPr>
              <a:t>semantics</a:t>
            </a:r>
            <a:endParaRPr sz="2200">
              <a:latin typeface="Calibri"/>
              <a:cs typeface="Calibri"/>
            </a:endParaRPr>
          </a:p>
          <a:p>
            <a:pPr marL="756285" marR="5080" lvl="1" indent="-287020" algn="just">
              <a:lnSpc>
                <a:spcPct val="100000"/>
              </a:lnSpc>
              <a:spcBef>
                <a:spcPts val="530"/>
              </a:spcBef>
              <a:buFont typeface="Arial MT"/>
              <a:buChar char="–"/>
              <a:tabLst>
                <a:tab pos="756920" algn="l"/>
              </a:tabLst>
            </a:pPr>
            <a:r>
              <a:rPr sz="2200" spc="-10" dirty="0">
                <a:latin typeface="Calibri"/>
                <a:cs typeface="Calibri"/>
              </a:rPr>
              <a:t>The collected </a:t>
            </a:r>
            <a:r>
              <a:rPr sz="2200" spc="-25" dirty="0">
                <a:latin typeface="Calibri"/>
                <a:cs typeface="Calibri"/>
              </a:rPr>
              <a:t>raw </a:t>
            </a:r>
            <a:r>
              <a:rPr sz="2200" spc="-20" dirty="0">
                <a:latin typeface="Calibri"/>
                <a:cs typeface="Calibri"/>
              </a:rPr>
              <a:t>data </a:t>
            </a:r>
            <a:r>
              <a:rPr sz="2200" spc="-10" dirty="0">
                <a:latin typeface="Calibri"/>
                <a:cs typeface="Calibri"/>
              </a:rPr>
              <a:t>that </a:t>
            </a:r>
            <a:r>
              <a:rPr sz="2200" spc="-15" dirty="0">
                <a:latin typeface="Calibri"/>
                <a:cs typeface="Calibri"/>
              </a:rPr>
              <a:t>may </a:t>
            </a:r>
            <a:r>
              <a:rPr sz="2200" spc="-5" dirty="0">
                <a:latin typeface="Calibri"/>
                <a:cs typeface="Calibri"/>
              </a:rPr>
              <a:t>be </a:t>
            </a:r>
            <a:r>
              <a:rPr sz="2200" spc="-10" dirty="0">
                <a:latin typeface="Calibri"/>
                <a:cs typeface="Calibri"/>
              </a:rPr>
              <a:t>heterogeneous </a:t>
            </a:r>
            <a:r>
              <a:rPr sz="2200" spc="-5" dirty="0">
                <a:latin typeface="Calibri"/>
                <a:cs typeface="Calibri"/>
              </a:rPr>
              <a:t>in </a:t>
            </a:r>
            <a:r>
              <a:rPr sz="2200" spc="-10" dirty="0">
                <a:latin typeface="Calibri"/>
                <a:cs typeface="Calibri"/>
              </a:rPr>
              <a:t>terms </a:t>
            </a:r>
            <a:r>
              <a:rPr sz="2200" dirty="0">
                <a:latin typeface="Calibri"/>
                <a:cs typeface="Calibri"/>
              </a:rPr>
              <a:t>of </a:t>
            </a:r>
            <a:r>
              <a:rPr sz="2200" b="1" spc="-15" dirty="0">
                <a:solidFill>
                  <a:srgbClr val="006FC0"/>
                </a:solidFill>
                <a:latin typeface="Calibri"/>
                <a:cs typeface="Calibri"/>
              </a:rPr>
              <a:t>data </a:t>
            </a:r>
            <a:r>
              <a:rPr sz="2200" b="1" spc="-10" dirty="0">
                <a:solidFill>
                  <a:srgbClr val="006FC0"/>
                </a:solidFill>
                <a:latin typeface="Calibri"/>
                <a:cs typeface="Calibri"/>
              </a:rPr>
              <a:t> formats</a:t>
            </a:r>
            <a:r>
              <a:rPr sz="2200" spc="-10" dirty="0">
                <a:latin typeface="Calibri"/>
                <a:cs typeface="Calibri"/>
              </a:rPr>
              <a:t>,</a:t>
            </a:r>
            <a:r>
              <a:rPr sz="2200" spc="-5" dirty="0">
                <a:latin typeface="Calibri"/>
                <a:cs typeface="Calibri"/>
              </a:rPr>
              <a:t> </a:t>
            </a:r>
            <a:r>
              <a:rPr sz="2200" b="1" spc="-15" dirty="0">
                <a:solidFill>
                  <a:srgbClr val="006FC0"/>
                </a:solidFill>
                <a:latin typeface="Calibri"/>
                <a:cs typeface="Calibri"/>
              </a:rPr>
              <a:t>data</a:t>
            </a:r>
            <a:r>
              <a:rPr sz="2200" b="1" spc="-10" dirty="0">
                <a:solidFill>
                  <a:srgbClr val="006FC0"/>
                </a:solidFill>
                <a:latin typeface="Calibri"/>
                <a:cs typeface="Calibri"/>
              </a:rPr>
              <a:t> </a:t>
            </a:r>
            <a:r>
              <a:rPr sz="2200" b="1" spc="-5" dirty="0">
                <a:solidFill>
                  <a:srgbClr val="006FC0"/>
                </a:solidFill>
                <a:latin typeface="Calibri"/>
                <a:cs typeface="Calibri"/>
              </a:rPr>
              <a:t>structure</a:t>
            </a:r>
            <a:r>
              <a:rPr sz="2200" spc="-5" dirty="0">
                <a:latin typeface="Calibri"/>
                <a:cs typeface="Calibri"/>
              </a:rPr>
              <a:t>,</a:t>
            </a:r>
            <a:r>
              <a:rPr sz="2200" dirty="0">
                <a:latin typeface="Calibri"/>
                <a:cs typeface="Calibri"/>
              </a:rPr>
              <a:t> </a:t>
            </a:r>
            <a:r>
              <a:rPr sz="2200" b="1" spc="-20" dirty="0">
                <a:solidFill>
                  <a:srgbClr val="006FC0"/>
                </a:solidFill>
                <a:latin typeface="Calibri"/>
                <a:cs typeface="Calibri"/>
              </a:rPr>
              <a:t>data</a:t>
            </a:r>
            <a:r>
              <a:rPr sz="2200" b="1" spc="-15" dirty="0">
                <a:solidFill>
                  <a:srgbClr val="006FC0"/>
                </a:solidFill>
                <a:latin typeface="Calibri"/>
                <a:cs typeface="Calibri"/>
              </a:rPr>
              <a:t> </a:t>
            </a:r>
            <a:r>
              <a:rPr sz="2200" b="1" spc="-5" dirty="0">
                <a:solidFill>
                  <a:srgbClr val="006FC0"/>
                </a:solidFill>
                <a:latin typeface="Calibri"/>
                <a:cs typeface="Calibri"/>
              </a:rPr>
              <a:t>source</a:t>
            </a:r>
            <a:r>
              <a:rPr sz="2200" spc="-5" dirty="0">
                <a:latin typeface="Calibri"/>
                <a:cs typeface="Calibri"/>
              </a:rPr>
              <a:t>,</a:t>
            </a:r>
            <a:r>
              <a:rPr sz="2200" dirty="0">
                <a:latin typeface="Calibri"/>
                <a:cs typeface="Calibri"/>
              </a:rPr>
              <a:t> </a:t>
            </a:r>
            <a:r>
              <a:rPr sz="2200" spc="-15" dirty="0">
                <a:latin typeface="Calibri"/>
                <a:cs typeface="Calibri"/>
              </a:rPr>
              <a:t>etc.</a:t>
            </a:r>
            <a:r>
              <a:rPr sz="2200" spc="-10" dirty="0">
                <a:latin typeface="Calibri"/>
                <a:cs typeface="Calibri"/>
              </a:rPr>
              <a:t> must</a:t>
            </a:r>
            <a:r>
              <a:rPr sz="2200" spc="-5" dirty="0">
                <a:latin typeface="Calibri"/>
                <a:cs typeface="Calibri"/>
              </a:rPr>
              <a:t> be</a:t>
            </a:r>
            <a:r>
              <a:rPr sz="2200" dirty="0">
                <a:latin typeface="Calibri"/>
                <a:cs typeface="Calibri"/>
              </a:rPr>
              <a:t> </a:t>
            </a:r>
            <a:r>
              <a:rPr sz="2200" spc="-10" dirty="0">
                <a:latin typeface="Calibri"/>
                <a:cs typeface="Calibri"/>
              </a:rPr>
              <a:t>processed</a:t>
            </a:r>
            <a:r>
              <a:rPr sz="2200" spc="-5" dirty="0">
                <a:latin typeface="Calibri"/>
                <a:cs typeface="Calibri"/>
              </a:rPr>
              <a:t> and </a:t>
            </a:r>
            <a:r>
              <a:rPr sz="2200" spc="-484" dirty="0">
                <a:latin typeface="Calibri"/>
                <a:cs typeface="Calibri"/>
              </a:rPr>
              <a:t> </a:t>
            </a:r>
            <a:r>
              <a:rPr sz="2200" spc="-10" dirty="0">
                <a:latin typeface="Calibri"/>
                <a:cs typeface="Calibri"/>
              </a:rPr>
              <a:t>managed.</a:t>
            </a:r>
            <a:endParaRPr sz="2200">
              <a:latin typeface="Calibri"/>
              <a:cs typeface="Calibri"/>
            </a:endParaRPr>
          </a:p>
          <a:p>
            <a:pPr marL="756285" marR="5080" lvl="1" indent="-287020" algn="just">
              <a:lnSpc>
                <a:spcPct val="100000"/>
              </a:lnSpc>
              <a:spcBef>
                <a:spcPts val="530"/>
              </a:spcBef>
              <a:buFont typeface="Arial MT"/>
              <a:buChar char="–"/>
              <a:tabLst>
                <a:tab pos="756920" algn="l"/>
              </a:tabLst>
            </a:pPr>
            <a:r>
              <a:rPr sz="2200" spc="-5" dirty="0">
                <a:latin typeface="Calibri"/>
                <a:cs typeface="Calibri"/>
              </a:rPr>
              <a:t>Using the </a:t>
            </a:r>
            <a:r>
              <a:rPr sz="2200" spc="-10" dirty="0">
                <a:latin typeface="Calibri"/>
                <a:cs typeface="Calibri"/>
              </a:rPr>
              <a:t>concepts </a:t>
            </a:r>
            <a:r>
              <a:rPr sz="2200" dirty="0">
                <a:latin typeface="Calibri"/>
                <a:cs typeface="Calibri"/>
              </a:rPr>
              <a:t>of </a:t>
            </a:r>
            <a:r>
              <a:rPr sz="2200" b="1" spc="-10" dirty="0">
                <a:solidFill>
                  <a:srgbClr val="FF0000"/>
                </a:solidFill>
                <a:latin typeface="Calibri"/>
                <a:cs typeface="Calibri"/>
              </a:rPr>
              <a:t>semantic web and </a:t>
            </a:r>
            <a:r>
              <a:rPr sz="2200" b="1" spc="-5" dirty="0">
                <a:solidFill>
                  <a:srgbClr val="FF0000"/>
                </a:solidFill>
                <a:latin typeface="Calibri"/>
                <a:cs typeface="Calibri"/>
              </a:rPr>
              <a:t>injecting </a:t>
            </a:r>
            <a:r>
              <a:rPr sz="2200" dirty="0">
                <a:latin typeface="Calibri"/>
                <a:cs typeface="Calibri"/>
              </a:rPr>
              <a:t>some </a:t>
            </a:r>
            <a:r>
              <a:rPr sz="2200" spc="-10" dirty="0">
                <a:latin typeface="Calibri"/>
                <a:cs typeface="Calibri"/>
              </a:rPr>
              <a:t>information </a:t>
            </a:r>
            <a:r>
              <a:rPr sz="2200" spc="-5" dirty="0">
                <a:latin typeface="Calibri"/>
                <a:cs typeface="Calibri"/>
              </a:rPr>
              <a:t> and</a:t>
            </a:r>
            <a:r>
              <a:rPr sz="2200" dirty="0">
                <a:latin typeface="Calibri"/>
                <a:cs typeface="Calibri"/>
              </a:rPr>
              <a:t> </a:t>
            </a:r>
            <a:r>
              <a:rPr sz="2200" spc="-20" dirty="0">
                <a:latin typeface="Calibri"/>
                <a:cs typeface="Calibri"/>
              </a:rPr>
              <a:t>extra</a:t>
            </a:r>
            <a:r>
              <a:rPr sz="2200" spc="-15" dirty="0">
                <a:latin typeface="Calibri"/>
                <a:cs typeface="Calibri"/>
              </a:rPr>
              <a:t> data</a:t>
            </a:r>
            <a:r>
              <a:rPr sz="2200" spc="-10" dirty="0">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a:t>
            </a:r>
            <a:r>
              <a:rPr sz="2200" dirty="0">
                <a:latin typeface="Calibri"/>
                <a:cs typeface="Calibri"/>
              </a:rPr>
              <a:t> </a:t>
            </a:r>
            <a:r>
              <a:rPr sz="2200" spc="-25" dirty="0">
                <a:latin typeface="Calibri"/>
                <a:cs typeface="Calibri"/>
              </a:rPr>
              <a:t>raw</a:t>
            </a:r>
            <a:r>
              <a:rPr sz="2200" spc="-20" dirty="0">
                <a:latin typeface="Calibri"/>
                <a:cs typeface="Calibri"/>
              </a:rPr>
              <a:t> data</a:t>
            </a:r>
            <a:r>
              <a:rPr sz="2200" spc="-15" dirty="0">
                <a:latin typeface="Calibri"/>
                <a:cs typeface="Calibri"/>
              </a:rPr>
              <a:t> </a:t>
            </a:r>
            <a:r>
              <a:rPr sz="2200" spc="-20" dirty="0">
                <a:latin typeface="Calibri"/>
                <a:cs typeface="Calibri"/>
              </a:rPr>
              <a:t>make</a:t>
            </a:r>
            <a:r>
              <a:rPr sz="2200" spc="-15" dirty="0">
                <a:latin typeface="Calibri"/>
                <a:cs typeface="Calibri"/>
              </a:rPr>
              <a:t> </a:t>
            </a:r>
            <a:r>
              <a:rPr sz="2200" spc="-5" dirty="0">
                <a:latin typeface="Calibri"/>
                <a:cs typeface="Calibri"/>
              </a:rPr>
              <a:t>the</a:t>
            </a:r>
            <a:r>
              <a:rPr sz="2200" dirty="0">
                <a:latin typeface="Calibri"/>
                <a:cs typeface="Calibri"/>
              </a:rPr>
              <a:t> </a:t>
            </a:r>
            <a:r>
              <a:rPr sz="2200" spc="-15" dirty="0">
                <a:latin typeface="Calibri"/>
                <a:cs typeface="Calibri"/>
              </a:rPr>
              <a:t>data</a:t>
            </a:r>
            <a:r>
              <a:rPr sz="2200" spc="-10" dirty="0">
                <a:latin typeface="Calibri"/>
                <a:cs typeface="Calibri"/>
              </a:rPr>
              <a:t> readable</a:t>
            </a:r>
            <a:r>
              <a:rPr sz="2200" spc="-5" dirty="0">
                <a:latin typeface="Calibri"/>
                <a:cs typeface="Calibri"/>
              </a:rPr>
              <a:t> and </a:t>
            </a:r>
            <a:r>
              <a:rPr sz="2200" dirty="0">
                <a:latin typeface="Calibri"/>
                <a:cs typeface="Calibri"/>
              </a:rPr>
              <a:t> </a:t>
            </a:r>
            <a:r>
              <a:rPr sz="2200" spc="-10" dirty="0">
                <a:latin typeface="Calibri"/>
                <a:cs typeface="Calibri"/>
              </a:rPr>
              <a:t>understandable</a:t>
            </a:r>
            <a:r>
              <a:rPr sz="2200" spc="-25" dirty="0">
                <a:latin typeface="Calibri"/>
                <a:cs typeface="Calibri"/>
              </a:rPr>
              <a:t> </a:t>
            </a:r>
            <a:r>
              <a:rPr sz="2200" spc="-20" dirty="0">
                <a:latin typeface="Calibri"/>
                <a:cs typeface="Calibri"/>
              </a:rPr>
              <a:t>for</a:t>
            </a:r>
            <a:r>
              <a:rPr sz="2200" spc="10" dirty="0">
                <a:latin typeface="Calibri"/>
                <a:cs typeface="Calibri"/>
              </a:rPr>
              <a:t> </a:t>
            </a:r>
            <a:r>
              <a:rPr sz="2200" spc="-5" dirty="0">
                <a:latin typeface="Calibri"/>
                <a:cs typeface="Calibri"/>
              </a:rPr>
              <a:t>machines.</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spc="-10" dirty="0">
                <a:latin typeface="Calibri"/>
                <a:cs typeface="Calibri"/>
              </a:rPr>
              <a:t>Most</a:t>
            </a:r>
            <a:r>
              <a:rPr sz="2200" dirty="0">
                <a:latin typeface="Calibri"/>
                <a:cs typeface="Calibri"/>
              </a:rPr>
              <a:t> of</a:t>
            </a:r>
            <a:r>
              <a:rPr sz="2200" spc="5" dirty="0">
                <a:latin typeface="Calibri"/>
                <a:cs typeface="Calibri"/>
              </a:rPr>
              <a:t> </a:t>
            </a:r>
            <a:r>
              <a:rPr sz="2200" spc="-5" dirty="0">
                <a:latin typeface="Calibri"/>
                <a:cs typeface="Calibri"/>
              </a:rPr>
              <a:t>the</a:t>
            </a:r>
            <a:r>
              <a:rPr sz="2200" spc="5" dirty="0">
                <a:latin typeface="Calibri"/>
                <a:cs typeface="Calibri"/>
              </a:rPr>
              <a:t> </a:t>
            </a:r>
            <a:r>
              <a:rPr sz="2200" spc="-10" dirty="0">
                <a:latin typeface="Calibri"/>
                <a:cs typeface="Calibri"/>
              </a:rPr>
              <a:t>collected</a:t>
            </a:r>
            <a:r>
              <a:rPr sz="2200" spc="30" dirty="0">
                <a:latin typeface="Calibri"/>
                <a:cs typeface="Calibri"/>
              </a:rPr>
              <a:t> </a:t>
            </a:r>
            <a:r>
              <a:rPr sz="2200" spc="-20" dirty="0">
                <a:latin typeface="Calibri"/>
                <a:cs typeface="Calibri"/>
              </a:rPr>
              <a:t>data</a:t>
            </a:r>
            <a:r>
              <a:rPr sz="2200" dirty="0">
                <a:latin typeface="Calibri"/>
                <a:cs typeface="Calibri"/>
              </a:rPr>
              <a:t> </a:t>
            </a:r>
            <a:r>
              <a:rPr sz="2200" spc="-15" dirty="0">
                <a:latin typeface="Calibri"/>
                <a:cs typeface="Calibri"/>
              </a:rPr>
              <a:t>from</a:t>
            </a:r>
            <a:r>
              <a:rPr sz="2200" spc="5" dirty="0">
                <a:latin typeface="Calibri"/>
                <a:cs typeface="Calibri"/>
              </a:rPr>
              <a:t> </a:t>
            </a:r>
            <a:r>
              <a:rPr sz="2200" spc="-5" dirty="0">
                <a:latin typeface="Calibri"/>
                <a:cs typeface="Calibri"/>
              </a:rPr>
              <a:t>the</a:t>
            </a:r>
            <a:r>
              <a:rPr sz="2200" spc="20" dirty="0">
                <a:latin typeface="Calibri"/>
                <a:cs typeface="Calibri"/>
              </a:rPr>
              <a:t> </a:t>
            </a:r>
            <a:r>
              <a:rPr sz="2200" spc="-15" dirty="0">
                <a:latin typeface="Calibri"/>
                <a:cs typeface="Calibri"/>
              </a:rPr>
              <a:t>environment</a:t>
            </a:r>
            <a:r>
              <a:rPr sz="2200" spc="10" dirty="0">
                <a:latin typeface="Calibri"/>
                <a:cs typeface="Calibri"/>
              </a:rPr>
              <a:t> </a:t>
            </a:r>
            <a:r>
              <a:rPr sz="2200" spc="-10" dirty="0">
                <a:latin typeface="Calibri"/>
                <a:cs typeface="Calibri"/>
              </a:rPr>
              <a:t>has</a:t>
            </a:r>
            <a:r>
              <a:rPr sz="2200" spc="5" dirty="0">
                <a:latin typeface="Calibri"/>
                <a:cs typeface="Calibri"/>
              </a:rPr>
              <a:t> </a:t>
            </a:r>
            <a:r>
              <a:rPr sz="2200" spc="-10" dirty="0">
                <a:latin typeface="Calibri"/>
                <a:cs typeface="Calibri"/>
              </a:rPr>
              <a:t>weak</a:t>
            </a:r>
            <a:r>
              <a:rPr sz="2200" spc="15" dirty="0">
                <a:latin typeface="Calibri"/>
                <a:cs typeface="Calibri"/>
              </a:rPr>
              <a:t> </a:t>
            </a:r>
            <a:r>
              <a:rPr sz="2200" spc="-10" dirty="0">
                <a:latin typeface="Calibri"/>
                <a:cs typeface="Calibri"/>
              </a:rPr>
              <a:t>semantics</a:t>
            </a:r>
            <a:endParaRPr sz="2200">
              <a:latin typeface="Calibri"/>
              <a:cs typeface="Calibri"/>
            </a:endParaRPr>
          </a:p>
          <a:p>
            <a:pPr marL="355600" indent="-342900" algn="just">
              <a:lnSpc>
                <a:spcPct val="100000"/>
              </a:lnSpc>
              <a:spcBef>
                <a:spcPts val="530"/>
              </a:spcBef>
              <a:buFont typeface="Arial MT"/>
              <a:buChar char="•"/>
              <a:tabLst>
                <a:tab pos="355600" algn="l"/>
              </a:tabLst>
            </a:pPr>
            <a:r>
              <a:rPr sz="2200" b="1" spc="-25" dirty="0">
                <a:latin typeface="Calibri"/>
                <a:cs typeface="Calibri"/>
              </a:rPr>
              <a:t>Velocity</a:t>
            </a:r>
            <a:endParaRPr sz="2200">
              <a:latin typeface="Calibri"/>
              <a:cs typeface="Calibri"/>
            </a:endParaRPr>
          </a:p>
          <a:p>
            <a:pPr marL="756285" marR="6350" lvl="1" indent="-287020" algn="just">
              <a:lnSpc>
                <a:spcPct val="100000"/>
              </a:lnSpc>
              <a:spcBef>
                <a:spcPts val="525"/>
              </a:spcBef>
              <a:buFont typeface="Arial MT"/>
              <a:buChar char="–"/>
              <a:tabLst>
                <a:tab pos="756920" algn="l"/>
              </a:tabLst>
            </a:pPr>
            <a:r>
              <a:rPr sz="2200" spc="-20" dirty="0">
                <a:latin typeface="Calibri"/>
                <a:cs typeface="Calibri"/>
              </a:rPr>
              <a:t>Data</a:t>
            </a:r>
            <a:r>
              <a:rPr sz="2200" spc="-15" dirty="0">
                <a:latin typeface="Calibri"/>
                <a:cs typeface="Calibri"/>
              </a:rPr>
              <a:t> generation</a:t>
            </a:r>
            <a:r>
              <a:rPr sz="2200" spc="-10" dirty="0">
                <a:latin typeface="Calibri"/>
                <a:cs typeface="Calibri"/>
              </a:rPr>
              <a:t> </a:t>
            </a:r>
            <a:r>
              <a:rPr sz="2200" spc="-25" dirty="0">
                <a:latin typeface="Calibri"/>
                <a:cs typeface="Calibri"/>
              </a:rPr>
              <a:t>rates</a:t>
            </a:r>
            <a:r>
              <a:rPr sz="2200" spc="-20" dirty="0">
                <a:latin typeface="Calibri"/>
                <a:cs typeface="Calibri"/>
              </a:rPr>
              <a:t> </a:t>
            </a:r>
            <a:r>
              <a:rPr sz="2200" spc="-5" dirty="0">
                <a:latin typeface="Calibri"/>
                <a:cs typeface="Calibri"/>
              </a:rPr>
              <a:t>and</a:t>
            </a:r>
            <a:r>
              <a:rPr sz="2200" dirty="0">
                <a:latin typeface="Calibri"/>
                <a:cs typeface="Calibri"/>
              </a:rPr>
              <a:t> </a:t>
            </a:r>
            <a:r>
              <a:rPr sz="2200" spc="-5" dirty="0">
                <a:latin typeface="Calibri"/>
                <a:cs typeface="Calibri"/>
              </a:rPr>
              <a:t>sampling</a:t>
            </a:r>
            <a:r>
              <a:rPr sz="2200" dirty="0">
                <a:latin typeface="Calibri"/>
                <a:cs typeface="Calibri"/>
              </a:rPr>
              <a:t> </a:t>
            </a:r>
            <a:r>
              <a:rPr sz="2200" spc="-10" dirty="0">
                <a:latin typeface="Calibri"/>
                <a:cs typeface="Calibri"/>
              </a:rPr>
              <a:t>frequencies</a:t>
            </a:r>
            <a:r>
              <a:rPr sz="2200" spc="-5" dirty="0">
                <a:latin typeface="Calibri"/>
                <a:cs typeface="Calibri"/>
              </a:rPr>
              <a:t> </a:t>
            </a:r>
            <a:r>
              <a:rPr sz="2200" spc="-10" dirty="0">
                <a:latin typeface="Calibri"/>
                <a:cs typeface="Calibri"/>
              </a:rPr>
              <a:t>are</a:t>
            </a:r>
            <a:r>
              <a:rPr sz="2200" spc="-5" dirty="0">
                <a:latin typeface="Calibri"/>
                <a:cs typeface="Calibri"/>
              </a:rPr>
              <a:t> varying</a:t>
            </a:r>
            <a:r>
              <a:rPr sz="2200" spc="484" dirty="0">
                <a:latin typeface="Calibri"/>
                <a:cs typeface="Calibri"/>
              </a:rPr>
              <a:t> </a:t>
            </a:r>
            <a:r>
              <a:rPr sz="2200" spc="-5" dirty="0">
                <a:latin typeface="Calibri"/>
                <a:cs typeface="Calibri"/>
              </a:rPr>
              <a:t>in </a:t>
            </a:r>
            <a:r>
              <a:rPr sz="2200" dirty="0">
                <a:latin typeface="Calibri"/>
                <a:cs typeface="Calibri"/>
              </a:rPr>
              <a:t> </a:t>
            </a:r>
            <a:r>
              <a:rPr sz="2200" spc="-20" dirty="0">
                <a:latin typeface="Calibri"/>
                <a:cs typeface="Calibri"/>
              </a:rPr>
              <a:t>different</a:t>
            </a:r>
            <a:r>
              <a:rPr sz="2200" spc="10" dirty="0">
                <a:latin typeface="Calibri"/>
                <a:cs typeface="Calibri"/>
              </a:rPr>
              <a:t> </a:t>
            </a:r>
            <a:r>
              <a:rPr sz="2200" spc="-5" dirty="0">
                <a:latin typeface="Calibri"/>
                <a:cs typeface="Calibri"/>
              </a:rPr>
              <a:t>types</a:t>
            </a:r>
            <a:r>
              <a:rPr sz="2200" spc="15" dirty="0">
                <a:latin typeface="Calibri"/>
                <a:cs typeface="Calibri"/>
              </a:rPr>
              <a:t> </a:t>
            </a:r>
            <a:r>
              <a:rPr sz="2200" dirty="0">
                <a:latin typeface="Calibri"/>
                <a:cs typeface="Calibri"/>
              </a:rPr>
              <a:t>of</a:t>
            </a:r>
            <a:r>
              <a:rPr sz="2200" spc="10" dirty="0">
                <a:latin typeface="Calibri"/>
                <a:cs typeface="Calibri"/>
              </a:rPr>
              <a:t> </a:t>
            </a:r>
            <a:r>
              <a:rPr sz="2200" spc="-10" dirty="0">
                <a:latin typeface="Calibri"/>
                <a:cs typeface="Calibri"/>
              </a:rPr>
              <a:t>end</a:t>
            </a:r>
            <a:r>
              <a:rPr sz="2200" dirty="0">
                <a:latin typeface="Calibri"/>
                <a:cs typeface="Calibri"/>
              </a:rPr>
              <a:t> </a:t>
            </a:r>
            <a:r>
              <a:rPr sz="2200" spc="-5" dirty="0">
                <a:latin typeface="Calibri"/>
                <a:cs typeface="Calibri"/>
              </a:rPr>
              <a:t>devices.</a:t>
            </a:r>
            <a:endParaRPr sz="2200">
              <a:latin typeface="Calibri"/>
              <a:cs typeface="Calibri"/>
            </a:endParaRPr>
          </a:p>
          <a:p>
            <a:pPr marL="355600" indent="-342900" algn="just">
              <a:lnSpc>
                <a:spcPct val="100000"/>
              </a:lnSpc>
              <a:spcBef>
                <a:spcPts val="530"/>
              </a:spcBef>
              <a:buFont typeface="Arial MT"/>
              <a:buChar char="•"/>
              <a:tabLst>
                <a:tab pos="355600" algn="l"/>
              </a:tabLst>
            </a:pPr>
            <a:r>
              <a:rPr sz="2200" b="1" spc="-10" dirty="0">
                <a:latin typeface="Calibri"/>
                <a:cs typeface="Calibri"/>
              </a:rPr>
              <a:t>Redundancy</a:t>
            </a:r>
            <a:r>
              <a:rPr sz="2200" spc="-10" dirty="0">
                <a:latin typeface="Calibri"/>
                <a:cs typeface="Calibri"/>
              </a:rPr>
              <a:t>.</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spc="-10" dirty="0">
                <a:latin typeface="Calibri"/>
                <a:cs typeface="Calibri"/>
              </a:rPr>
              <a:t>Repetitive</a:t>
            </a:r>
            <a:r>
              <a:rPr sz="2200" spc="430" dirty="0">
                <a:latin typeface="Calibri"/>
                <a:cs typeface="Calibri"/>
              </a:rPr>
              <a:t> </a:t>
            </a:r>
            <a:r>
              <a:rPr sz="2200" spc="-15" dirty="0">
                <a:latin typeface="Calibri"/>
                <a:cs typeface="Calibri"/>
              </a:rPr>
              <a:t>data</a:t>
            </a:r>
            <a:r>
              <a:rPr sz="2200" spc="434" dirty="0">
                <a:latin typeface="Calibri"/>
                <a:cs typeface="Calibri"/>
              </a:rPr>
              <a:t> </a:t>
            </a:r>
            <a:r>
              <a:rPr sz="2200" spc="-10" dirty="0">
                <a:latin typeface="Calibri"/>
                <a:cs typeface="Calibri"/>
              </a:rPr>
              <a:t>that</a:t>
            </a:r>
            <a:r>
              <a:rPr sz="2200" spc="420" dirty="0">
                <a:latin typeface="Calibri"/>
                <a:cs typeface="Calibri"/>
              </a:rPr>
              <a:t> </a:t>
            </a:r>
            <a:r>
              <a:rPr sz="2200" spc="-10" dirty="0">
                <a:latin typeface="Calibri"/>
                <a:cs typeface="Calibri"/>
              </a:rPr>
              <a:t>are</a:t>
            </a:r>
            <a:r>
              <a:rPr sz="2200" spc="425" dirty="0">
                <a:latin typeface="Calibri"/>
                <a:cs typeface="Calibri"/>
              </a:rPr>
              <a:t> </a:t>
            </a:r>
            <a:r>
              <a:rPr sz="2200" spc="-10" dirty="0">
                <a:latin typeface="Calibri"/>
                <a:cs typeface="Calibri"/>
              </a:rPr>
              <a:t>sent</a:t>
            </a:r>
            <a:r>
              <a:rPr sz="2200" spc="434" dirty="0">
                <a:latin typeface="Calibri"/>
                <a:cs typeface="Calibri"/>
              </a:rPr>
              <a:t> </a:t>
            </a:r>
            <a:r>
              <a:rPr sz="2200" spc="-10" dirty="0">
                <a:latin typeface="Calibri"/>
                <a:cs typeface="Calibri"/>
              </a:rPr>
              <a:t>by</a:t>
            </a:r>
            <a:r>
              <a:rPr sz="2200" spc="445" dirty="0">
                <a:latin typeface="Calibri"/>
                <a:cs typeface="Calibri"/>
              </a:rPr>
              <a:t> </a:t>
            </a:r>
            <a:r>
              <a:rPr sz="2200" spc="-5" dirty="0">
                <a:latin typeface="Calibri"/>
                <a:cs typeface="Calibri"/>
              </a:rPr>
              <a:t>one</a:t>
            </a:r>
            <a:r>
              <a:rPr sz="2200" spc="450" dirty="0">
                <a:latin typeface="Calibri"/>
                <a:cs typeface="Calibri"/>
              </a:rPr>
              <a:t> </a:t>
            </a:r>
            <a:r>
              <a:rPr sz="2200" dirty="0">
                <a:latin typeface="Calibri"/>
                <a:cs typeface="Calibri"/>
              </a:rPr>
              <a:t>or</a:t>
            </a:r>
            <a:r>
              <a:rPr sz="2200" spc="430" dirty="0">
                <a:latin typeface="Calibri"/>
                <a:cs typeface="Calibri"/>
              </a:rPr>
              <a:t> </a:t>
            </a:r>
            <a:r>
              <a:rPr sz="2200" spc="-10" dirty="0">
                <a:latin typeface="Calibri"/>
                <a:cs typeface="Calibri"/>
              </a:rPr>
              <a:t>more</a:t>
            </a:r>
            <a:r>
              <a:rPr sz="2200" spc="440" dirty="0">
                <a:latin typeface="Calibri"/>
                <a:cs typeface="Calibri"/>
              </a:rPr>
              <a:t> </a:t>
            </a:r>
            <a:r>
              <a:rPr sz="2200" spc="-10" dirty="0">
                <a:latin typeface="Calibri"/>
                <a:cs typeface="Calibri"/>
              </a:rPr>
              <a:t>end</a:t>
            </a:r>
            <a:r>
              <a:rPr sz="2200" spc="425" dirty="0">
                <a:latin typeface="Calibri"/>
                <a:cs typeface="Calibri"/>
              </a:rPr>
              <a:t> </a:t>
            </a:r>
            <a:r>
              <a:rPr sz="2200" spc="-10" dirty="0">
                <a:latin typeface="Calibri"/>
                <a:cs typeface="Calibri"/>
              </a:rPr>
              <a:t>devices</a:t>
            </a:r>
            <a:r>
              <a:rPr sz="2200" spc="430" dirty="0">
                <a:latin typeface="Calibri"/>
                <a:cs typeface="Calibri"/>
              </a:rPr>
              <a:t> </a:t>
            </a:r>
            <a:r>
              <a:rPr sz="2200" spc="-5" dirty="0">
                <a:latin typeface="Calibri"/>
                <a:cs typeface="Calibri"/>
              </a:rPr>
              <a:t>lead</a:t>
            </a:r>
            <a:r>
              <a:rPr sz="2200" spc="430" dirty="0">
                <a:latin typeface="Calibri"/>
                <a:cs typeface="Calibri"/>
              </a:rPr>
              <a:t> </a:t>
            </a:r>
            <a:r>
              <a:rPr sz="2200" spc="-35" dirty="0">
                <a:latin typeface="Calibri"/>
                <a:cs typeface="Calibri"/>
              </a:rPr>
              <a:t>to</a:t>
            </a:r>
            <a:endParaRPr sz="2200">
              <a:latin typeface="Calibri"/>
              <a:cs typeface="Calibri"/>
            </a:endParaRPr>
          </a:p>
          <a:p>
            <a:pPr marL="756285" algn="just">
              <a:lnSpc>
                <a:spcPct val="100000"/>
              </a:lnSpc>
              <a:spcBef>
                <a:spcPts val="5"/>
              </a:spcBef>
            </a:pPr>
            <a:r>
              <a:rPr sz="2200" spc="-10" dirty="0">
                <a:latin typeface="Calibri"/>
                <a:cs typeface="Calibri"/>
              </a:rPr>
              <a:t>redundancy</a:t>
            </a:r>
            <a:r>
              <a:rPr sz="2200" spc="-15" dirty="0">
                <a:latin typeface="Calibri"/>
                <a:cs typeface="Calibri"/>
              </a:rPr>
              <a:t> </a:t>
            </a:r>
            <a:r>
              <a:rPr sz="2200" spc="-5" dirty="0">
                <a:latin typeface="Calibri"/>
                <a:cs typeface="Calibri"/>
              </a:rPr>
              <a:t>in</a:t>
            </a:r>
            <a:r>
              <a:rPr sz="2200" spc="-15" dirty="0">
                <a:latin typeface="Calibri"/>
                <a:cs typeface="Calibri"/>
              </a:rPr>
              <a:t> </a:t>
            </a:r>
            <a:r>
              <a:rPr sz="2200" spc="-5" dirty="0">
                <a:latin typeface="Calibri"/>
                <a:cs typeface="Calibri"/>
              </a:rPr>
              <a:t>the</a:t>
            </a:r>
            <a:r>
              <a:rPr sz="2200" dirty="0">
                <a:latin typeface="Calibri"/>
                <a:cs typeface="Calibri"/>
              </a:rPr>
              <a:t> </a:t>
            </a:r>
            <a:r>
              <a:rPr sz="2200" spc="-15" dirty="0">
                <a:latin typeface="Calibri"/>
                <a:cs typeface="Calibri"/>
              </a:rPr>
              <a:t>collected</a:t>
            </a:r>
            <a:r>
              <a:rPr sz="2200" spc="30" dirty="0">
                <a:latin typeface="Calibri"/>
                <a:cs typeface="Calibri"/>
              </a:rPr>
              <a:t> </a:t>
            </a:r>
            <a:r>
              <a:rPr sz="2200" spc="-15" dirty="0">
                <a:latin typeface="Calibri"/>
                <a:cs typeface="Calibri"/>
              </a:rPr>
              <a:t>data.</a:t>
            </a:r>
            <a:endParaRPr sz="2200">
              <a:latin typeface="Calibri"/>
              <a:cs typeface="Calibri"/>
            </a:endParaRPr>
          </a:p>
          <a:p>
            <a:pPr marL="355600" indent="-342900" algn="just">
              <a:lnSpc>
                <a:spcPct val="100000"/>
              </a:lnSpc>
              <a:spcBef>
                <a:spcPts val="525"/>
              </a:spcBef>
              <a:buFont typeface="Arial MT"/>
              <a:buChar char="•"/>
              <a:tabLst>
                <a:tab pos="355600" algn="l"/>
              </a:tabLst>
            </a:pPr>
            <a:r>
              <a:rPr sz="2200" b="1" spc="-5" dirty="0">
                <a:latin typeface="Calibri"/>
                <a:cs typeface="Calibri"/>
              </a:rPr>
              <a:t>Scalability</a:t>
            </a:r>
            <a:r>
              <a:rPr sz="2200" spc="-5" dirty="0">
                <a:latin typeface="Calibri"/>
                <a:cs typeface="Calibri"/>
              </a:rPr>
              <a:t>.</a:t>
            </a:r>
            <a:endParaRPr sz="2200">
              <a:latin typeface="Calibri"/>
              <a:cs typeface="Calibri"/>
            </a:endParaRPr>
          </a:p>
          <a:p>
            <a:pPr marL="756285" marR="5715" lvl="1" indent="-287020" algn="just">
              <a:lnSpc>
                <a:spcPct val="100000"/>
              </a:lnSpc>
              <a:spcBef>
                <a:spcPts val="530"/>
              </a:spcBef>
              <a:buFont typeface="Arial MT"/>
              <a:buChar char="–"/>
              <a:tabLst>
                <a:tab pos="756920" algn="l"/>
              </a:tabLst>
            </a:pPr>
            <a:r>
              <a:rPr sz="2200" spc="-15" dirty="0">
                <a:latin typeface="Calibri"/>
                <a:cs typeface="Calibri"/>
              </a:rPr>
              <a:t>Large </a:t>
            </a:r>
            <a:r>
              <a:rPr sz="2200" spc="-10" dirty="0">
                <a:latin typeface="Calibri"/>
                <a:cs typeface="Calibri"/>
              </a:rPr>
              <a:t>numbers </a:t>
            </a:r>
            <a:r>
              <a:rPr sz="2200" dirty="0">
                <a:latin typeface="Calibri"/>
                <a:cs typeface="Calibri"/>
              </a:rPr>
              <a:t>of </a:t>
            </a:r>
            <a:r>
              <a:rPr sz="2200" spc="-10" dirty="0">
                <a:latin typeface="Calibri"/>
                <a:cs typeface="Calibri"/>
              </a:rPr>
              <a:t>end devices </a:t>
            </a:r>
            <a:r>
              <a:rPr sz="2200" spc="-5" dirty="0">
                <a:latin typeface="Calibri"/>
                <a:cs typeface="Calibri"/>
              </a:rPr>
              <a:t>and </a:t>
            </a:r>
            <a:r>
              <a:rPr sz="2200" spc="-10" dirty="0">
                <a:latin typeface="Calibri"/>
                <a:cs typeface="Calibri"/>
              </a:rPr>
              <a:t>high </a:t>
            </a:r>
            <a:r>
              <a:rPr sz="2200" spc="-20" dirty="0">
                <a:latin typeface="Calibri"/>
                <a:cs typeface="Calibri"/>
              </a:rPr>
              <a:t>data </a:t>
            </a:r>
            <a:r>
              <a:rPr sz="2200" spc="-5" dirty="0">
                <a:latin typeface="Calibri"/>
                <a:cs typeface="Calibri"/>
              </a:rPr>
              <a:t>sampling </a:t>
            </a:r>
            <a:r>
              <a:rPr sz="2200" spc="-25" dirty="0">
                <a:latin typeface="Calibri"/>
                <a:cs typeface="Calibri"/>
              </a:rPr>
              <a:t>rate </a:t>
            </a:r>
            <a:r>
              <a:rPr sz="2200" spc="-10" dirty="0">
                <a:latin typeface="Calibri"/>
                <a:cs typeface="Calibri"/>
              </a:rPr>
              <a:t>that </a:t>
            </a:r>
            <a:r>
              <a:rPr sz="2200" spc="-15" dirty="0">
                <a:latin typeface="Calibri"/>
                <a:cs typeface="Calibri"/>
              </a:rPr>
              <a:t>may </a:t>
            </a:r>
            <a:r>
              <a:rPr sz="2200" spc="-10" dirty="0">
                <a:latin typeface="Calibri"/>
                <a:cs typeface="Calibri"/>
              </a:rPr>
              <a:t> </a:t>
            </a:r>
            <a:r>
              <a:rPr sz="2200" spc="-20" dirty="0">
                <a:latin typeface="Calibri"/>
                <a:cs typeface="Calibri"/>
              </a:rPr>
              <a:t>exist </a:t>
            </a:r>
            <a:r>
              <a:rPr sz="2200" spc="-5" dirty="0">
                <a:latin typeface="Calibri"/>
                <a:cs typeface="Calibri"/>
              </a:rPr>
              <a:t>in </a:t>
            </a:r>
            <a:r>
              <a:rPr sz="2200" spc="-20" dirty="0">
                <a:latin typeface="Calibri"/>
                <a:cs typeface="Calibri"/>
              </a:rPr>
              <a:t>different</a:t>
            </a:r>
            <a:r>
              <a:rPr sz="2200" spc="-15" dirty="0">
                <a:latin typeface="Calibri"/>
                <a:cs typeface="Calibri"/>
              </a:rPr>
              <a:t> </a:t>
            </a:r>
            <a:r>
              <a:rPr sz="2200" spc="-5" dirty="0">
                <a:latin typeface="Calibri"/>
                <a:cs typeface="Calibri"/>
              </a:rPr>
              <a:t>scenarios </a:t>
            </a:r>
            <a:r>
              <a:rPr sz="2200" spc="-15" dirty="0">
                <a:latin typeface="Calibri"/>
                <a:cs typeface="Calibri"/>
              </a:rPr>
              <a:t>may </a:t>
            </a:r>
            <a:r>
              <a:rPr sz="2200" spc="-5" dirty="0">
                <a:latin typeface="Calibri"/>
                <a:cs typeface="Calibri"/>
              </a:rPr>
              <a:t>lead </a:t>
            </a:r>
            <a:r>
              <a:rPr sz="2200" spc="-20" dirty="0">
                <a:latin typeface="Calibri"/>
                <a:cs typeface="Calibri"/>
              </a:rPr>
              <a:t>to</a:t>
            </a:r>
            <a:r>
              <a:rPr sz="2200" spc="455" dirty="0">
                <a:latin typeface="Calibri"/>
                <a:cs typeface="Calibri"/>
              </a:rPr>
              <a:t> </a:t>
            </a:r>
            <a:r>
              <a:rPr sz="2200" spc="-15" dirty="0">
                <a:latin typeface="Calibri"/>
                <a:cs typeface="Calibri"/>
              </a:rPr>
              <a:t>generation </a:t>
            </a:r>
            <a:r>
              <a:rPr sz="2200" dirty="0">
                <a:latin typeface="Calibri"/>
                <a:cs typeface="Calibri"/>
              </a:rPr>
              <a:t>of </a:t>
            </a:r>
            <a:r>
              <a:rPr sz="2200" spc="-5" dirty="0">
                <a:latin typeface="Calibri"/>
                <a:cs typeface="Calibri"/>
              </a:rPr>
              <a:t>a </a:t>
            </a:r>
            <a:r>
              <a:rPr sz="2200" spc="-10" dirty="0">
                <a:latin typeface="Calibri"/>
                <a:cs typeface="Calibri"/>
              </a:rPr>
              <a:t>huge </a:t>
            </a:r>
            <a:r>
              <a:rPr sz="2200" spc="-5" dirty="0">
                <a:latin typeface="Calibri"/>
                <a:cs typeface="Calibri"/>
              </a:rPr>
              <a:t>amount </a:t>
            </a:r>
            <a:r>
              <a:rPr sz="2200" dirty="0">
                <a:latin typeface="Calibri"/>
                <a:cs typeface="Calibri"/>
              </a:rPr>
              <a:t> </a:t>
            </a:r>
            <a:r>
              <a:rPr sz="2200" spc="-5" dirty="0">
                <a:latin typeface="Calibri"/>
                <a:cs typeface="Calibri"/>
              </a:rPr>
              <a:t>of</a:t>
            </a:r>
            <a:r>
              <a:rPr sz="2200" dirty="0">
                <a:latin typeface="Calibri"/>
                <a:cs typeface="Calibri"/>
              </a:rPr>
              <a:t> </a:t>
            </a:r>
            <a:r>
              <a:rPr sz="2200" spc="-15" dirty="0">
                <a:latin typeface="Calibri"/>
                <a:cs typeface="Calibri"/>
              </a:rPr>
              <a:t>data.</a:t>
            </a:r>
            <a:endParaRPr sz="22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137437"/>
            <a:ext cx="8628380" cy="6061710"/>
          </a:xfrm>
          <a:prstGeom prst="rect">
            <a:avLst/>
          </a:prstGeom>
        </p:spPr>
        <p:txBody>
          <a:bodyPr vert="horz" wrap="square" lIns="0" tIns="79375" rIns="0" bIns="0" rtlCol="0">
            <a:spAutoFit/>
          </a:bodyPr>
          <a:lstStyle/>
          <a:p>
            <a:pPr marL="12700" algn="just">
              <a:lnSpc>
                <a:spcPct val="100000"/>
              </a:lnSpc>
              <a:spcBef>
                <a:spcPts val="625"/>
              </a:spcBef>
            </a:pPr>
            <a:r>
              <a:rPr sz="2200" b="1" u="heavy" spc="-5" dirty="0">
                <a:uFill>
                  <a:solidFill>
                    <a:srgbClr val="000000"/>
                  </a:solidFill>
                </a:uFill>
                <a:latin typeface="Calibri"/>
                <a:cs typeface="Calibri"/>
              </a:rPr>
              <a:t>C.</a:t>
            </a:r>
            <a:r>
              <a:rPr sz="2200" b="1" u="heavy" spc="-10" dirty="0">
                <a:uFill>
                  <a:solidFill>
                    <a:srgbClr val="000000"/>
                  </a:solidFill>
                </a:uFill>
                <a:latin typeface="Calibri"/>
                <a:cs typeface="Calibri"/>
              </a:rPr>
              <a:t> </a:t>
            </a:r>
            <a:r>
              <a:rPr sz="2200" b="1" u="heavy" spc="-20" dirty="0">
                <a:uFill>
                  <a:solidFill>
                    <a:srgbClr val="000000"/>
                  </a:solidFill>
                </a:uFill>
                <a:latin typeface="Calibri"/>
                <a:cs typeface="Calibri"/>
              </a:rPr>
              <a:t>Data</a:t>
            </a:r>
            <a:r>
              <a:rPr sz="2200" b="1" u="heavy" spc="35" dirty="0">
                <a:uFill>
                  <a:solidFill>
                    <a:srgbClr val="000000"/>
                  </a:solidFill>
                </a:uFill>
                <a:latin typeface="Calibri"/>
                <a:cs typeface="Calibri"/>
              </a:rPr>
              <a:t> </a:t>
            </a:r>
            <a:r>
              <a:rPr sz="2200" b="1" u="heavy" spc="-10" dirty="0">
                <a:uFill>
                  <a:solidFill>
                    <a:srgbClr val="000000"/>
                  </a:solidFill>
                </a:uFill>
                <a:latin typeface="Calibri"/>
                <a:cs typeface="Calibri"/>
              </a:rPr>
              <a:t>Pre-Processing</a:t>
            </a:r>
            <a:r>
              <a:rPr sz="2200" b="1" u="heavy" spc="40" dirty="0">
                <a:uFill>
                  <a:solidFill>
                    <a:srgbClr val="000000"/>
                  </a:solidFill>
                </a:uFill>
                <a:latin typeface="Calibri"/>
                <a:cs typeface="Calibri"/>
              </a:rPr>
              <a:t> </a:t>
            </a:r>
            <a:r>
              <a:rPr sz="2200" b="1" u="heavy" spc="-10" dirty="0">
                <a:uFill>
                  <a:solidFill>
                    <a:srgbClr val="000000"/>
                  </a:solidFill>
                </a:uFill>
                <a:latin typeface="Calibri"/>
                <a:cs typeface="Calibri"/>
              </a:rPr>
              <a:t>and</a:t>
            </a:r>
            <a:r>
              <a:rPr sz="2200" b="1" u="heavy" dirty="0">
                <a:uFill>
                  <a:solidFill>
                    <a:srgbClr val="000000"/>
                  </a:solidFill>
                </a:uFill>
                <a:latin typeface="Calibri"/>
                <a:cs typeface="Calibri"/>
              </a:rPr>
              <a:t> </a:t>
            </a:r>
            <a:r>
              <a:rPr sz="2200" b="1" u="heavy" spc="-5" dirty="0">
                <a:uFill>
                  <a:solidFill>
                    <a:srgbClr val="000000"/>
                  </a:solidFill>
                </a:uFill>
                <a:latin typeface="Calibri"/>
                <a:cs typeface="Calibri"/>
              </a:rPr>
              <a:t>Analytics</a:t>
            </a:r>
            <a:endParaRPr sz="2200">
              <a:latin typeface="Calibri"/>
              <a:cs typeface="Calibri"/>
            </a:endParaRPr>
          </a:p>
          <a:p>
            <a:pPr marL="12700" algn="just">
              <a:lnSpc>
                <a:spcPct val="100000"/>
              </a:lnSpc>
              <a:spcBef>
                <a:spcPts val="530"/>
              </a:spcBef>
            </a:pPr>
            <a:r>
              <a:rPr sz="2200" b="1" spc="-5" dirty="0">
                <a:latin typeface="Calibri"/>
                <a:cs typeface="Calibri"/>
              </a:rPr>
              <a:t>i) </a:t>
            </a:r>
            <a:r>
              <a:rPr sz="2200" b="1" spc="-25" dirty="0">
                <a:latin typeface="Calibri"/>
                <a:cs typeface="Calibri"/>
              </a:rPr>
              <a:t>Data</a:t>
            </a:r>
            <a:r>
              <a:rPr sz="2200" b="1" spc="10" dirty="0">
                <a:latin typeface="Calibri"/>
                <a:cs typeface="Calibri"/>
              </a:rPr>
              <a:t> </a:t>
            </a:r>
            <a:r>
              <a:rPr sz="2200" b="1" spc="-10" dirty="0">
                <a:latin typeface="Calibri"/>
                <a:cs typeface="Calibri"/>
              </a:rPr>
              <a:t>Cleaning</a:t>
            </a:r>
            <a:endParaRPr sz="2200">
              <a:latin typeface="Calibri"/>
              <a:cs typeface="Calibri"/>
            </a:endParaRPr>
          </a:p>
          <a:p>
            <a:pPr marL="355600" marR="5715" indent="-342900" algn="just">
              <a:lnSpc>
                <a:spcPct val="100000"/>
              </a:lnSpc>
              <a:spcBef>
                <a:spcPts val="530"/>
              </a:spcBef>
              <a:buFont typeface="Arial MT"/>
              <a:buChar char="•"/>
              <a:tabLst>
                <a:tab pos="355600" algn="l"/>
              </a:tabLst>
            </a:pPr>
            <a:r>
              <a:rPr sz="2200" spc="-10" dirty="0">
                <a:latin typeface="Calibri"/>
                <a:cs typeface="Calibri"/>
              </a:rPr>
              <a:t>Cleaning</a:t>
            </a:r>
            <a:r>
              <a:rPr sz="2200" spc="170" dirty="0">
                <a:latin typeface="Calibri"/>
                <a:cs typeface="Calibri"/>
              </a:rPr>
              <a:t> </a:t>
            </a:r>
            <a:r>
              <a:rPr sz="2200" spc="-5" dirty="0">
                <a:latin typeface="Calibri"/>
                <a:cs typeface="Calibri"/>
              </a:rPr>
              <a:t>mechanisms</a:t>
            </a:r>
            <a:r>
              <a:rPr sz="2200" spc="180" dirty="0">
                <a:latin typeface="Calibri"/>
                <a:cs typeface="Calibri"/>
              </a:rPr>
              <a:t> </a:t>
            </a:r>
            <a:r>
              <a:rPr sz="2200" spc="-15" dirty="0">
                <a:latin typeface="Calibri"/>
                <a:cs typeface="Calibri"/>
              </a:rPr>
              <a:t>can</a:t>
            </a:r>
            <a:r>
              <a:rPr sz="2200" spc="165" dirty="0">
                <a:latin typeface="Calibri"/>
                <a:cs typeface="Calibri"/>
              </a:rPr>
              <a:t> </a:t>
            </a:r>
            <a:r>
              <a:rPr sz="2200" spc="-5" dirty="0">
                <a:latin typeface="Calibri"/>
                <a:cs typeface="Calibri"/>
              </a:rPr>
              <a:t>be</a:t>
            </a:r>
            <a:r>
              <a:rPr sz="2200" spc="165" dirty="0">
                <a:latin typeface="Calibri"/>
                <a:cs typeface="Calibri"/>
              </a:rPr>
              <a:t> </a:t>
            </a:r>
            <a:r>
              <a:rPr sz="2200" spc="-5" dirty="0">
                <a:latin typeface="Calibri"/>
                <a:cs typeface="Calibri"/>
              </a:rPr>
              <a:t>applied</a:t>
            </a:r>
            <a:r>
              <a:rPr sz="2200" spc="170" dirty="0">
                <a:latin typeface="Calibri"/>
                <a:cs typeface="Calibri"/>
              </a:rPr>
              <a:t> </a:t>
            </a:r>
            <a:r>
              <a:rPr sz="2200" dirty="0">
                <a:latin typeface="Calibri"/>
                <a:cs typeface="Calibri"/>
              </a:rPr>
              <a:t>on</a:t>
            </a:r>
            <a:r>
              <a:rPr sz="2200" spc="165" dirty="0">
                <a:latin typeface="Calibri"/>
                <a:cs typeface="Calibri"/>
              </a:rPr>
              <a:t> </a:t>
            </a:r>
            <a:r>
              <a:rPr sz="2200" spc="-5" dirty="0">
                <a:latin typeface="Calibri"/>
                <a:cs typeface="Calibri"/>
              </a:rPr>
              <a:t>the</a:t>
            </a:r>
            <a:r>
              <a:rPr sz="2200" spc="170" dirty="0">
                <a:latin typeface="Calibri"/>
                <a:cs typeface="Calibri"/>
              </a:rPr>
              <a:t> </a:t>
            </a:r>
            <a:r>
              <a:rPr sz="2200" spc="-10" dirty="0">
                <a:latin typeface="Calibri"/>
                <a:cs typeface="Calibri"/>
              </a:rPr>
              <a:t>collected</a:t>
            </a:r>
            <a:r>
              <a:rPr sz="2200" spc="165" dirty="0">
                <a:latin typeface="Calibri"/>
                <a:cs typeface="Calibri"/>
              </a:rPr>
              <a:t> </a:t>
            </a:r>
            <a:r>
              <a:rPr sz="2200" spc="-20" dirty="0">
                <a:latin typeface="Calibri"/>
                <a:cs typeface="Calibri"/>
              </a:rPr>
              <a:t>data</a:t>
            </a:r>
            <a:r>
              <a:rPr sz="2200" spc="175" dirty="0">
                <a:latin typeface="Calibri"/>
                <a:cs typeface="Calibri"/>
              </a:rPr>
              <a:t> </a:t>
            </a:r>
            <a:r>
              <a:rPr sz="2200" spc="-5" dirty="0">
                <a:latin typeface="Calibri"/>
                <a:cs typeface="Calibri"/>
              </a:rPr>
              <a:t>in</a:t>
            </a:r>
            <a:r>
              <a:rPr sz="2200" spc="165" dirty="0">
                <a:latin typeface="Calibri"/>
                <a:cs typeface="Calibri"/>
              </a:rPr>
              <a:t> </a:t>
            </a:r>
            <a:r>
              <a:rPr sz="2200" spc="-15" dirty="0">
                <a:latin typeface="Calibri"/>
                <a:cs typeface="Calibri"/>
              </a:rPr>
              <a:t>fog</a:t>
            </a:r>
            <a:r>
              <a:rPr sz="2200" spc="165" dirty="0">
                <a:latin typeface="Calibri"/>
                <a:cs typeface="Calibri"/>
              </a:rPr>
              <a:t> </a:t>
            </a:r>
            <a:r>
              <a:rPr sz="2200" spc="-20" dirty="0">
                <a:latin typeface="Calibri"/>
                <a:cs typeface="Calibri"/>
              </a:rPr>
              <a:t>layers </a:t>
            </a:r>
            <a:r>
              <a:rPr sz="2200" spc="-484" dirty="0">
                <a:latin typeface="Calibri"/>
                <a:cs typeface="Calibri"/>
              </a:rPr>
              <a:t> </a:t>
            </a:r>
            <a:r>
              <a:rPr sz="2200" spc="-20" dirty="0">
                <a:latin typeface="Calibri"/>
                <a:cs typeface="Calibri"/>
              </a:rPr>
              <a:t>to </a:t>
            </a:r>
            <a:r>
              <a:rPr sz="2200" b="1" spc="-10" dirty="0">
                <a:solidFill>
                  <a:srgbClr val="FF0000"/>
                </a:solidFill>
                <a:latin typeface="Calibri"/>
                <a:cs typeface="Calibri"/>
              </a:rPr>
              <a:t>reduce </a:t>
            </a:r>
            <a:r>
              <a:rPr sz="2200" b="1" spc="-5" dirty="0">
                <a:solidFill>
                  <a:srgbClr val="FF0000"/>
                </a:solidFill>
                <a:latin typeface="Calibri"/>
                <a:cs typeface="Calibri"/>
              </a:rPr>
              <a:t>the </a:t>
            </a:r>
            <a:r>
              <a:rPr sz="2200" b="1" spc="-10" dirty="0">
                <a:solidFill>
                  <a:srgbClr val="FF0000"/>
                </a:solidFill>
                <a:latin typeface="Calibri"/>
                <a:cs typeface="Calibri"/>
              </a:rPr>
              <a:t>effect </a:t>
            </a:r>
            <a:r>
              <a:rPr sz="2200" b="1" dirty="0">
                <a:solidFill>
                  <a:srgbClr val="FF0000"/>
                </a:solidFill>
                <a:latin typeface="Calibri"/>
                <a:cs typeface="Calibri"/>
              </a:rPr>
              <a:t>of </a:t>
            </a:r>
            <a:r>
              <a:rPr sz="2200" b="1" spc="-5" dirty="0">
                <a:solidFill>
                  <a:srgbClr val="FF0000"/>
                </a:solidFill>
                <a:latin typeface="Calibri"/>
                <a:cs typeface="Calibri"/>
              </a:rPr>
              <a:t>dirty </a:t>
            </a:r>
            <a:r>
              <a:rPr sz="2200" b="1" spc="-10" dirty="0">
                <a:solidFill>
                  <a:srgbClr val="FF0000"/>
                </a:solidFill>
                <a:latin typeface="Calibri"/>
                <a:cs typeface="Calibri"/>
              </a:rPr>
              <a:t>and </a:t>
            </a:r>
            <a:r>
              <a:rPr sz="2200" b="1" spc="-5" dirty="0">
                <a:solidFill>
                  <a:srgbClr val="FF0000"/>
                </a:solidFill>
                <a:latin typeface="Calibri"/>
                <a:cs typeface="Calibri"/>
              </a:rPr>
              <a:t>unreliable </a:t>
            </a:r>
            <a:r>
              <a:rPr sz="2200" b="1" spc="-15" dirty="0">
                <a:solidFill>
                  <a:srgbClr val="FF0000"/>
                </a:solidFill>
                <a:latin typeface="Calibri"/>
                <a:cs typeface="Calibri"/>
              </a:rPr>
              <a:t>data</a:t>
            </a:r>
            <a:r>
              <a:rPr sz="2200" spc="-15" dirty="0">
                <a:latin typeface="Calibri"/>
                <a:cs typeface="Calibri"/>
              </a:rPr>
              <a:t>, </a:t>
            </a:r>
            <a:r>
              <a:rPr sz="2200" spc="-5" dirty="0">
                <a:latin typeface="Calibri"/>
                <a:cs typeface="Calibri"/>
              </a:rPr>
              <a:t>and </a:t>
            </a:r>
            <a:r>
              <a:rPr sz="2200" spc="-20" dirty="0">
                <a:latin typeface="Calibri"/>
                <a:cs typeface="Calibri"/>
              </a:rPr>
              <a:t>to </a:t>
            </a:r>
            <a:r>
              <a:rPr sz="2200" b="1" spc="-5" dirty="0">
                <a:solidFill>
                  <a:srgbClr val="FF0000"/>
                </a:solidFill>
                <a:latin typeface="Calibri"/>
                <a:cs typeface="Calibri"/>
              </a:rPr>
              <a:t>increase the </a:t>
            </a:r>
            <a:r>
              <a:rPr sz="2200" b="1" dirty="0">
                <a:solidFill>
                  <a:srgbClr val="FF0000"/>
                </a:solidFill>
                <a:latin typeface="Calibri"/>
                <a:cs typeface="Calibri"/>
              </a:rPr>
              <a:t> </a:t>
            </a:r>
            <a:r>
              <a:rPr sz="2200" b="1" spc="-5" dirty="0">
                <a:solidFill>
                  <a:srgbClr val="FF0000"/>
                </a:solidFill>
                <a:latin typeface="Calibri"/>
                <a:cs typeface="Calibri"/>
              </a:rPr>
              <a:t>quality</a:t>
            </a:r>
            <a:r>
              <a:rPr sz="2200" b="1" dirty="0">
                <a:solidFill>
                  <a:srgbClr val="FF0000"/>
                </a:solidFill>
                <a:latin typeface="Calibri"/>
                <a:cs typeface="Calibri"/>
              </a:rPr>
              <a:t> </a:t>
            </a:r>
            <a:r>
              <a:rPr sz="2200" dirty="0">
                <a:latin typeface="Calibri"/>
                <a:cs typeface="Calibri"/>
              </a:rPr>
              <a:t>of</a:t>
            </a:r>
            <a:r>
              <a:rPr sz="2200" spc="-5" dirty="0">
                <a:latin typeface="Calibri"/>
                <a:cs typeface="Calibri"/>
              </a:rPr>
              <a:t> them.</a:t>
            </a:r>
            <a:endParaRPr sz="2200">
              <a:latin typeface="Calibri"/>
              <a:cs typeface="Calibri"/>
            </a:endParaRPr>
          </a:p>
          <a:p>
            <a:pPr marL="355600" indent="-342900" algn="just">
              <a:lnSpc>
                <a:spcPct val="100000"/>
              </a:lnSpc>
              <a:spcBef>
                <a:spcPts val="530"/>
              </a:spcBef>
              <a:buFont typeface="Arial MT"/>
              <a:buChar char="•"/>
              <a:tabLst>
                <a:tab pos="355600" algn="l"/>
              </a:tabLst>
            </a:pPr>
            <a:r>
              <a:rPr sz="2200" spc="-15" dirty="0">
                <a:latin typeface="Calibri"/>
                <a:cs typeface="Calibri"/>
              </a:rPr>
              <a:t>Data</a:t>
            </a:r>
            <a:r>
              <a:rPr sz="2200" spc="5" dirty="0">
                <a:latin typeface="Calibri"/>
                <a:cs typeface="Calibri"/>
              </a:rPr>
              <a:t> </a:t>
            </a:r>
            <a:r>
              <a:rPr sz="2200" spc="-5" dirty="0">
                <a:latin typeface="Calibri"/>
                <a:cs typeface="Calibri"/>
              </a:rPr>
              <a:t>cleaning</a:t>
            </a:r>
            <a:r>
              <a:rPr sz="2200" spc="-15" dirty="0">
                <a:latin typeface="Calibri"/>
                <a:cs typeface="Calibri"/>
              </a:rPr>
              <a:t> </a:t>
            </a:r>
            <a:r>
              <a:rPr sz="2200" spc="-10" dirty="0">
                <a:latin typeface="Calibri"/>
                <a:cs typeface="Calibri"/>
              </a:rPr>
              <a:t>approaches</a:t>
            </a:r>
            <a:r>
              <a:rPr sz="2200" spc="-5" dirty="0">
                <a:latin typeface="Calibri"/>
                <a:cs typeface="Calibri"/>
              </a:rPr>
              <a:t> </a:t>
            </a:r>
            <a:r>
              <a:rPr sz="2200" spc="-15" dirty="0">
                <a:latin typeface="Calibri"/>
                <a:cs typeface="Calibri"/>
              </a:rPr>
              <a:t>can</a:t>
            </a:r>
            <a:r>
              <a:rPr sz="2200" spc="10" dirty="0">
                <a:latin typeface="Calibri"/>
                <a:cs typeface="Calibri"/>
              </a:rPr>
              <a:t> </a:t>
            </a:r>
            <a:r>
              <a:rPr sz="2200" spc="-5" dirty="0">
                <a:latin typeface="Calibri"/>
                <a:cs typeface="Calibri"/>
              </a:rPr>
              <a:t>be</a:t>
            </a:r>
            <a:r>
              <a:rPr sz="2200" spc="5" dirty="0">
                <a:latin typeface="Calibri"/>
                <a:cs typeface="Calibri"/>
              </a:rPr>
              <a:t> </a:t>
            </a:r>
            <a:r>
              <a:rPr sz="2200" spc="-10" dirty="0">
                <a:latin typeface="Calibri"/>
                <a:cs typeface="Calibri"/>
              </a:rPr>
              <a:t>divided</a:t>
            </a:r>
            <a:r>
              <a:rPr sz="2200" dirty="0">
                <a:latin typeface="Calibri"/>
                <a:cs typeface="Calibri"/>
              </a:rPr>
              <a:t> </a:t>
            </a:r>
            <a:r>
              <a:rPr sz="2200" spc="-5" dirty="0">
                <a:latin typeface="Calibri"/>
                <a:cs typeface="Calibri"/>
              </a:rPr>
              <a:t>in</a:t>
            </a:r>
            <a:r>
              <a:rPr sz="2200" spc="5" dirty="0">
                <a:latin typeface="Calibri"/>
                <a:cs typeface="Calibri"/>
              </a:rPr>
              <a:t> </a:t>
            </a:r>
            <a:r>
              <a:rPr sz="2200" spc="-15" dirty="0">
                <a:latin typeface="Calibri"/>
                <a:cs typeface="Calibri"/>
              </a:rPr>
              <a:t>two</a:t>
            </a:r>
            <a:r>
              <a:rPr sz="2200" spc="15" dirty="0">
                <a:latin typeface="Calibri"/>
                <a:cs typeface="Calibri"/>
              </a:rPr>
              <a:t> </a:t>
            </a:r>
            <a:r>
              <a:rPr sz="2200" spc="-15" dirty="0">
                <a:latin typeface="Calibri"/>
                <a:cs typeface="Calibri"/>
              </a:rPr>
              <a:t>categories:</a:t>
            </a:r>
            <a:endParaRPr sz="2200">
              <a:latin typeface="Calibri"/>
              <a:cs typeface="Calibri"/>
            </a:endParaRPr>
          </a:p>
          <a:p>
            <a:pPr marL="756285" lvl="1" indent="-287020" algn="just">
              <a:lnSpc>
                <a:spcPct val="100000"/>
              </a:lnSpc>
              <a:spcBef>
                <a:spcPts val="525"/>
              </a:spcBef>
              <a:buFont typeface="Arial MT"/>
              <a:buChar char="–"/>
              <a:tabLst>
                <a:tab pos="756920" algn="l"/>
              </a:tabLst>
            </a:pPr>
            <a:r>
              <a:rPr sz="2200" b="1" spc="-15" dirty="0">
                <a:solidFill>
                  <a:srgbClr val="C00000"/>
                </a:solidFill>
                <a:latin typeface="Calibri"/>
                <a:cs typeface="Calibri"/>
              </a:rPr>
              <a:t>Declarative</a:t>
            </a:r>
            <a:r>
              <a:rPr sz="2200" b="1" spc="30" dirty="0">
                <a:solidFill>
                  <a:srgbClr val="C00000"/>
                </a:solidFill>
                <a:latin typeface="Calibri"/>
                <a:cs typeface="Calibri"/>
              </a:rPr>
              <a:t> </a:t>
            </a:r>
            <a:r>
              <a:rPr sz="2200" b="1" spc="-20" dirty="0">
                <a:solidFill>
                  <a:srgbClr val="C00000"/>
                </a:solidFill>
                <a:latin typeface="Calibri"/>
                <a:cs typeface="Calibri"/>
              </a:rPr>
              <a:t>data</a:t>
            </a:r>
            <a:r>
              <a:rPr sz="2200" b="1" spc="15" dirty="0">
                <a:solidFill>
                  <a:srgbClr val="C00000"/>
                </a:solidFill>
                <a:latin typeface="Calibri"/>
                <a:cs typeface="Calibri"/>
              </a:rPr>
              <a:t> </a:t>
            </a:r>
            <a:r>
              <a:rPr sz="2200" b="1" spc="-10" dirty="0">
                <a:solidFill>
                  <a:srgbClr val="C00000"/>
                </a:solidFill>
                <a:latin typeface="Calibri"/>
                <a:cs typeface="Calibri"/>
              </a:rPr>
              <a:t>cleaning</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b="1" spc="-5" dirty="0">
                <a:solidFill>
                  <a:srgbClr val="C00000"/>
                </a:solidFill>
                <a:latin typeface="Calibri"/>
                <a:cs typeface="Calibri"/>
              </a:rPr>
              <a:t>Model-based</a:t>
            </a:r>
            <a:r>
              <a:rPr sz="2200" b="1" spc="15" dirty="0">
                <a:solidFill>
                  <a:srgbClr val="C00000"/>
                </a:solidFill>
                <a:latin typeface="Calibri"/>
                <a:cs typeface="Calibri"/>
              </a:rPr>
              <a:t> </a:t>
            </a:r>
            <a:r>
              <a:rPr sz="2200" b="1" spc="-20" dirty="0">
                <a:solidFill>
                  <a:srgbClr val="C00000"/>
                </a:solidFill>
                <a:latin typeface="Calibri"/>
                <a:cs typeface="Calibri"/>
              </a:rPr>
              <a:t>data</a:t>
            </a:r>
            <a:r>
              <a:rPr sz="2200" b="1" spc="10" dirty="0">
                <a:solidFill>
                  <a:srgbClr val="C00000"/>
                </a:solidFill>
                <a:latin typeface="Calibri"/>
                <a:cs typeface="Calibri"/>
              </a:rPr>
              <a:t> </a:t>
            </a:r>
            <a:r>
              <a:rPr sz="2200" b="1" spc="-10" dirty="0">
                <a:solidFill>
                  <a:srgbClr val="C00000"/>
                </a:solidFill>
                <a:latin typeface="Calibri"/>
                <a:cs typeface="Calibri"/>
              </a:rPr>
              <a:t>cleaning</a:t>
            </a:r>
            <a:endParaRPr sz="2200">
              <a:latin typeface="Calibri"/>
              <a:cs typeface="Calibri"/>
            </a:endParaRPr>
          </a:p>
          <a:p>
            <a:pPr marL="12700">
              <a:lnSpc>
                <a:spcPct val="100000"/>
              </a:lnSpc>
              <a:spcBef>
                <a:spcPts val="530"/>
              </a:spcBef>
            </a:pPr>
            <a:r>
              <a:rPr sz="2200" b="1" spc="-15" dirty="0">
                <a:latin typeface="Calibri"/>
                <a:cs typeface="Calibri"/>
              </a:rPr>
              <a:t>Declarative</a:t>
            </a:r>
            <a:r>
              <a:rPr sz="2200" b="1" spc="30" dirty="0">
                <a:latin typeface="Calibri"/>
                <a:cs typeface="Calibri"/>
              </a:rPr>
              <a:t> </a:t>
            </a:r>
            <a:r>
              <a:rPr sz="2200" b="1" spc="-20" dirty="0">
                <a:latin typeface="Calibri"/>
                <a:cs typeface="Calibri"/>
              </a:rPr>
              <a:t>data</a:t>
            </a:r>
            <a:r>
              <a:rPr sz="2200" b="1" dirty="0">
                <a:latin typeface="Calibri"/>
                <a:cs typeface="Calibri"/>
              </a:rPr>
              <a:t> </a:t>
            </a:r>
            <a:r>
              <a:rPr sz="2200" b="1" spc="-5" dirty="0">
                <a:latin typeface="Calibri"/>
                <a:cs typeface="Calibri"/>
              </a:rPr>
              <a:t>cleaning</a:t>
            </a:r>
            <a:endParaRPr sz="2200">
              <a:latin typeface="Calibri"/>
              <a:cs typeface="Calibri"/>
            </a:endParaRPr>
          </a:p>
          <a:p>
            <a:pPr marL="355600" marR="5080" indent="-342900">
              <a:lnSpc>
                <a:spcPct val="100000"/>
              </a:lnSpc>
              <a:spcBef>
                <a:spcPts val="530"/>
              </a:spcBef>
              <a:buFont typeface="Arial MT"/>
              <a:buChar char="•"/>
              <a:tabLst>
                <a:tab pos="354965" algn="l"/>
                <a:tab pos="355600" algn="l"/>
              </a:tabLst>
            </a:pPr>
            <a:r>
              <a:rPr sz="2200" spc="-10" dirty="0">
                <a:latin typeface="Calibri"/>
                <a:cs typeface="Calibri"/>
              </a:rPr>
              <a:t>High-level</a:t>
            </a:r>
            <a:r>
              <a:rPr sz="2200" spc="85" dirty="0">
                <a:latin typeface="Calibri"/>
                <a:cs typeface="Calibri"/>
              </a:rPr>
              <a:t> </a:t>
            </a:r>
            <a:r>
              <a:rPr sz="2200" spc="-15" dirty="0">
                <a:latin typeface="Calibri"/>
                <a:cs typeface="Calibri"/>
              </a:rPr>
              <a:t>declarative</a:t>
            </a:r>
            <a:r>
              <a:rPr sz="2200" spc="85" dirty="0">
                <a:latin typeface="Calibri"/>
                <a:cs typeface="Calibri"/>
              </a:rPr>
              <a:t> </a:t>
            </a:r>
            <a:r>
              <a:rPr sz="2200" spc="-5" dirty="0">
                <a:latin typeface="Calibri"/>
                <a:cs typeface="Calibri"/>
              </a:rPr>
              <a:t>queries</a:t>
            </a:r>
            <a:r>
              <a:rPr sz="2200" spc="90" dirty="0">
                <a:latin typeface="Calibri"/>
                <a:cs typeface="Calibri"/>
              </a:rPr>
              <a:t> </a:t>
            </a:r>
            <a:r>
              <a:rPr sz="2200" spc="-10" dirty="0">
                <a:latin typeface="Calibri"/>
                <a:cs typeface="Calibri"/>
              </a:rPr>
              <a:t>such</a:t>
            </a:r>
            <a:r>
              <a:rPr sz="2200" spc="75" dirty="0">
                <a:latin typeface="Calibri"/>
                <a:cs typeface="Calibri"/>
              </a:rPr>
              <a:t> </a:t>
            </a:r>
            <a:r>
              <a:rPr sz="2200" spc="-5" dirty="0">
                <a:latin typeface="Calibri"/>
                <a:cs typeface="Calibri"/>
              </a:rPr>
              <a:t>as</a:t>
            </a:r>
            <a:r>
              <a:rPr sz="2200" spc="85" dirty="0">
                <a:latin typeface="Calibri"/>
                <a:cs typeface="Calibri"/>
              </a:rPr>
              <a:t> </a:t>
            </a:r>
            <a:r>
              <a:rPr sz="2200" b="1" spc="-10" dirty="0">
                <a:solidFill>
                  <a:srgbClr val="006FC0"/>
                </a:solidFill>
                <a:latin typeface="Calibri"/>
                <a:cs typeface="Calibri"/>
              </a:rPr>
              <a:t>CQL</a:t>
            </a:r>
            <a:r>
              <a:rPr sz="2200" b="1" spc="80" dirty="0">
                <a:solidFill>
                  <a:srgbClr val="006FC0"/>
                </a:solidFill>
                <a:latin typeface="Calibri"/>
                <a:cs typeface="Calibri"/>
              </a:rPr>
              <a:t> </a:t>
            </a:r>
            <a:r>
              <a:rPr sz="2200" spc="-5" dirty="0">
                <a:latin typeface="Calibri"/>
                <a:cs typeface="Calibri"/>
              </a:rPr>
              <a:t>(Continuous</a:t>
            </a:r>
            <a:r>
              <a:rPr sz="2200" spc="80" dirty="0">
                <a:latin typeface="Calibri"/>
                <a:cs typeface="Calibri"/>
              </a:rPr>
              <a:t> </a:t>
            </a:r>
            <a:r>
              <a:rPr sz="2200" spc="-5" dirty="0">
                <a:latin typeface="Calibri"/>
                <a:cs typeface="Calibri"/>
              </a:rPr>
              <a:t>Query</a:t>
            </a:r>
            <a:r>
              <a:rPr sz="2200" spc="85" dirty="0">
                <a:latin typeface="Calibri"/>
                <a:cs typeface="Calibri"/>
              </a:rPr>
              <a:t> </a:t>
            </a:r>
            <a:r>
              <a:rPr sz="2200" spc="-5" dirty="0">
                <a:latin typeface="Calibri"/>
                <a:cs typeface="Calibri"/>
              </a:rPr>
              <a:t>Language) </a:t>
            </a:r>
            <a:r>
              <a:rPr sz="2200" spc="-480" dirty="0">
                <a:latin typeface="Calibri"/>
                <a:cs typeface="Calibri"/>
              </a:rPr>
              <a:t> </a:t>
            </a:r>
            <a:r>
              <a:rPr sz="2200" spc="-10" dirty="0">
                <a:latin typeface="Calibri"/>
                <a:cs typeface="Calibri"/>
              </a:rPr>
              <a:t>are</a:t>
            </a:r>
            <a:r>
              <a:rPr sz="2200" spc="-5" dirty="0">
                <a:latin typeface="Calibri"/>
                <a:cs typeface="Calibri"/>
              </a:rPr>
              <a:t> </a:t>
            </a:r>
            <a:r>
              <a:rPr sz="2200" spc="-10" dirty="0">
                <a:latin typeface="Calibri"/>
                <a:cs typeface="Calibri"/>
              </a:rPr>
              <a:t>used</a:t>
            </a:r>
            <a:r>
              <a:rPr sz="2200" spc="10" dirty="0">
                <a:latin typeface="Calibri"/>
                <a:cs typeface="Calibri"/>
              </a:rPr>
              <a:t> </a:t>
            </a:r>
            <a:r>
              <a:rPr sz="2200" spc="-20" dirty="0">
                <a:latin typeface="Calibri"/>
                <a:cs typeface="Calibri"/>
              </a:rPr>
              <a:t>to</a:t>
            </a:r>
            <a:r>
              <a:rPr sz="2200" spc="10" dirty="0">
                <a:latin typeface="Calibri"/>
                <a:cs typeface="Calibri"/>
              </a:rPr>
              <a:t> </a:t>
            </a:r>
            <a:r>
              <a:rPr sz="2200" b="1" spc="-10" dirty="0">
                <a:solidFill>
                  <a:srgbClr val="006FC0"/>
                </a:solidFill>
                <a:latin typeface="Calibri"/>
                <a:cs typeface="Calibri"/>
              </a:rPr>
              <a:t>define</a:t>
            </a:r>
            <a:r>
              <a:rPr sz="2200" b="1" spc="15" dirty="0">
                <a:solidFill>
                  <a:srgbClr val="006FC0"/>
                </a:solidFill>
                <a:latin typeface="Calibri"/>
                <a:cs typeface="Calibri"/>
              </a:rPr>
              <a:t> </a:t>
            </a:r>
            <a:r>
              <a:rPr sz="2200" b="1" spc="-10" dirty="0">
                <a:solidFill>
                  <a:srgbClr val="006FC0"/>
                </a:solidFill>
                <a:latin typeface="Calibri"/>
                <a:cs typeface="Calibri"/>
              </a:rPr>
              <a:t>the</a:t>
            </a:r>
            <a:r>
              <a:rPr sz="2200" b="1" spc="15" dirty="0">
                <a:solidFill>
                  <a:srgbClr val="006FC0"/>
                </a:solidFill>
                <a:latin typeface="Calibri"/>
                <a:cs typeface="Calibri"/>
              </a:rPr>
              <a:t> </a:t>
            </a:r>
            <a:r>
              <a:rPr sz="2200" b="1" spc="-5" dirty="0">
                <a:solidFill>
                  <a:srgbClr val="006FC0"/>
                </a:solidFill>
                <a:latin typeface="Calibri"/>
                <a:cs typeface="Calibri"/>
              </a:rPr>
              <a:t>sensor</a:t>
            </a:r>
            <a:r>
              <a:rPr sz="2200" b="1" spc="15" dirty="0">
                <a:solidFill>
                  <a:srgbClr val="006FC0"/>
                </a:solidFill>
                <a:latin typeface="Calibri"/>
                <a:cs typeface="Calibri"/>
              </a:rPr>
              <a:t> </a:t>
            </a:r>
            <a:r>
              <a:rPr sz="2200" b="1" spc="-15" dirty="0">
                <a:solidFill>
                  <a:srgbClr val="006FC0"/>
                </a:solidFill>
                <a:latin typeface="Calibri"/>
                <a:cs typeface="Calibri"/>
              </a:rPr>
              <a:t>values</a:t>
            </a:r>
            <a:r>
              <a:rPr sz="2200" b="1" spc="20" dirty="0">
                <a:solidFill>
                  <a:srgbClr val="006FC0"/>
                </a:solidFill>
                <a:latin typeface="Calibri"/>
                <a:cs typeface="Calibri"/>
              </a:rPr>
              <a:t> </a:t>
            </a:r>
            <a:r>
              <a:rPr sz="2200" b="1" spc="-15" dirty="0">
                <a:solidFill>
                  <a:srgbClr val="006FC0"/>
                </a:solidFill>
                <a:latin typeface="Calibri"/>
                <a:cs typeface="Calibri"/>
              </a:rPr>
              <a:t>constraints</a:t>
            </a:r>
            <a:r>
              <a:rPr sz="2200" spc="-15" dirty="0">
                <a:latin typeface="Calibri"/>
                <a:cs typeface="Calibri"/>
              </a:rPr>
              <a:t>.</a:t>
            </a:r>
            <a:endParaRPr sz="2200">
              <a:latin typeface="Calibri"/>
              <a:cs typeface="Calibri"/>
            </a:endParaRPr>
          </a:p>
          <a:p>
            <a:pPr marL="355600" indent="-342900">
              <a:lnSpc>
                <a:spcPct val="100000"/>
              </a:lnSpc>
              <a:spcBef>
                <a:spcPts val="525"/>
              </a:spcBef>
              <a:buFont typeface="Arial MT"/>
              <a:buChar char="•"/>
              <a:tabLst>
                <a:tab pos="354965" algn="l"/>
                <a:tab pos="355600" algn="l"/>
              </a:tabLst>
            </a:pPr>
            <a:r>
              <a:rPr sz="2200" spc="-10" dirty="0">
                <a:latin typeface="Calibri"/>
                <a:cs typeface="Calibri"/>
              </a:rPr>
              <a:t>The</a:t>
            </a:r>
            <a:r>
              <a:rPr sz="2200" spc="250" dirty="0">
                <a:latin typeface="Calibri"/>
                <a:cs typeface="Calibri"/>
              </a:rPr>
              <a:t> </a:t>
            </a:r>
            <a:r>
              <a:rPr sz="2200" spc="-5" dirty="0">
                <a:latin typeface="Calibri"/>
                <a:cs typeface="Calibri"/>
              </a:rPr>
              <a:t>user</a:t>
            </a:r>
            <a:r>
              <a:rPr sz="2200" spc="254" dirty="0">
                <a:latin typeface="Calibri"/>
                <a:cs typeface="Calibri"/>
              </a:rPr>
              <a:t> </a:t>
            </a:r>
            <a:r>
              <a:rPr sz="2200" spc="-15" dirty="0">
                <a:latin typeface="Calibri"/>
                <a:cs typeface="Calibri"/>
              </a:rPr>
              <a:t>can</a:t>
            </a:r>
            <a:r>
              <a:rPr sz="2200" spc="250" dirty="0">
                <a:latin typeface="Calibri"/>
                <a:cs typeface="Calibri"/>
              </a:rPr>
              <a:t> </a:t>
            </a:r>
            <a:r>
              <a:rPr sz="2200" spc="-15" dirty="0">
                <a:latin typeface="Calibri"/>
                <a:cs typeface="Calibri"/>
              </a:rPr>
              <a:t>express</a:t>
            </a:r>
            <a:r>
              <a:rPr sz="2200" spc="260" dirty="0">
                <a:latin typeface="Calibri"/>
                <a:cs typeface="Calibri"/>
              </a:rPr>
              <a:t> </a:t>
            </a:r>
            <a:r>
              <a:rPr sz="2200" spc="-5" dirty="0">
                <a:latin typeface="Calibri"/>
                <a:cs typeface="Calibri"/>
              </a:rPr>
              <a:t>the</a:t>
            </a:r>
            <a:r>
              <a:rPr sz="2200" spc="265" dirty="0">
                <a:latin typeface="Calibri"/>
                <a:cs typeface="Calibri"/>
              </a:rPr>
              <a:t> </a:t>
            </a:r>
            <a:r>
              <a:rPr sz="2200" spc="-10" dirty="0">
                <a:latin typeface="Calibri"/>
                <a:cs typeface="Calibri"/>
              </a:rPr>
              <a:t>queries</a:t>
            </a:r>
            <a:r>
              <a:rPr sz="2200" spc="260" dirty="0">
                <a:latin typeface="Calibri"/>
                <a:cs typeface="Calibri"/>
              </a:rPr>
              <a:t> </a:t>
            </a:r>
            <a:r>
              <a:rPr sz="2200" spc="-5" dirty="0">
                <a:latin typeface="Calibri"/>
                <a:cs typeface="Calibri"/>
              </a:rPr>
              <a:t>and</a:t>
            </a:r>
            <a:r>
              <a:rPr sz="2200" spc="254" dirty="0">
                <a:latin typeface="Calibri"/>
                <a:cs typeface="Calibri"/>
              </a:rPr>
              <a:t> </a:t>
            </a:r>
            <a:r>
              <a:rPr sz="2200" spc="-20" dirty="0">
                <a:latin typeface="Calibri"/>
                <a:cs typeface="Calibri"/>
              </a:rPr>
              <a:t>control</a:t>
            </a:r>
            <a:r>
              <a:rPr sz="2200" spc="254" dirty="0">
                <a:latin typeface="Calibri"/>
                <a:cs typeface="Calibri"/>
              </a:rPr>
              <a:t> </a:t>
            </a:r>
            <a:r>
              <a:rPr sz="2200" spc="-5" dirty="0">
                <a:latin typeface="Calibri"/>
                <a:cs typeface="Calibri"/>
              </a:rPr>
              <a:t>the</a:t>
            </a:r>
            <a:r>
              <a:rPr sz="2200" spc="260" dirty="0">
                <a:latin typeface="Calibri"/>
                <a:cs typeface="Calibri"/>
              </a:rPr>
              <a:t> </a:t>
            </a:r>
            <a:r>
              <a:rPr sz="2200" spc="-20" dirty="0">
                <a:latin typeface="Calibri"/>
                <a:cs typeface="Calibri"/>
              </a:rPr>
              <a:t>system</a:t>
            </a:r>
            <a:r>
              <a:rPr sz="2200" spc="254" dirty="0">
                <a:latin typeface="Calibri"/>
                <a:cs typeface="Calibri"/>
              </a:rPr>
              <a:t> </a:t>
            </a:r>
            <a:r>
              <a:rPr sz="2200" spc="-5" dirty="0">
                <a:latin typeface="Calibri"/>
                <a:cs typeface="Calibri"/>
              </a:rPr>
              <a:t>easily</a:t>
            </a:r>
            <a:r>
              <a:rPr sz="2200" spc="265" dirty="0">
                <a:latin typeface="Calibri"/>
                <a:cs typeface="Calibri"/>
              </a:rPr>
              <a:t> </a:t>
            </a:r>
            <a:r>
              <a:rPr sz="2200" spc="-5" dirty="0">
                <a:latin typeface="Calibri"/>
                <a:cs typeface="Calibri"/>
              </a:rPr>
              <a:t>via</a:t>
            </a:r>
            <a:r>
              <a:rPr sz="2200" spc="260" dirty="0">
                <a:latin typeface="Calibri"/>
                <a:cs typeface="Calibri"/>
              </a:rPr>
              <a:t> </a:t>
            </a:r>
            <a:r>
              <a:rPr sz="2200" spc="-5" dirty="0">
                <a:latin typeface="Calibri"/>
                <a:cs typeface="Calibri"/>
              </a:rPr>
              <a:t>the</a:t>
            </a:r>
            <a:endParaRPr sz="2200">
              <a:latin typeface="Calibri"/>
              <a:cs typeface="Calibri"/>
            </a:endParaRPr>
          </a:p>
          <a:p>
            <a:pPr marL="355600">
              <a:lnSpc>
                <a:spcPct val="100000"/>
              </a:lnSpc>
              <a:spcBef>
                <a:spcPts val="5"/>
              </a:spcBef>
            </a:pPr>
            <a:r>
              <a:rPr sz="2200" spc="-10" dirty="0">
                <a:latin typeface="Calibri"/>
                <a:cs typeface="Calibri"/>
              </a:rPr>
              <a:t>provided</a:t>
            </a:r>
            <a:r>
              <a:rPr sz="2200" spc="-50" dirty="0">
                <a:latin typeface="Calibri"/>
                <a:cs typeface="Calibri"/>
              </a:rPr>
              <a:t> </a:t>
            </a:r>
            <a:r>
              <a:rPr sz="2200" spc="-15" dirty="0">
                <a:latin typeface="Calibri"/>
                <a:cs typeface="Calibri"/>
              </a:rPr>
              <a:t>interface.</a:t>
            </a:r>
            <a:endParaRPr sz="2200">
              <a:latin typeface="Calibri"/>
              <a:cs typeface="Calibri"/>
            </a:endParaRPr>
          </a:p>
          <a:p>
            <a:pPr marL="355600" marR="5080" indent="-342900" algn="just">
              <a:lnSpc>
                <a:spcPct val="100000"/>
              </a:lnSpc>
              <a:spcBef>
                <a:spcPts val="525"/>
              </a:spcBef>
              <a:buFont typeface="Arial MT"/>
              <a:buChar char="•"/>
              <a:tabLst>
                <a:tab pos="355600" algn="l"/>
              </a:tabLst>
            </a:pPr>
            <a:r>
              <a:rPr sz="2200" spc="-10" dirty="0">
                <a:latin typeface="Calibri"/>
                <a:cs typeface="Calibri"/>
              </a:rPr>
              <a:t>Extensible</a:t>
            </a:r>
            <a:r>
              <a:rPr sz="2200" spc="-5" dirty="0">
                <a:latin typeface="Calibri"/>
                <a:cs typeface="Calibri"/>
              </a:rPr>
              <a:t> </a:t>
            </a:r>
            <a:r>
              <a:rPr sz="2200" dirty="0">
                <a:latin typeface="Calibri"/>
                <a:cs typeface="Calibri"/>
              </a:rPr>
              <a:t>sensor</a:t>
            </a:r>
            <a:r>
              <a:rPr sz="2200" spc="5" dirty="0">
                <a:latin typeface="Calibri"/>
                <a:cs typeface="Calibri"/>
              </a:rPr>
              <a:t> </a:t>
            </a:r>
            <a:r>
              <a:rPr sz="2200" spc="-15" dirty="0">
                <a:latin typeface="Calibri"/>
                <a:cs typeface="Calibri"/>
              </a:rPr>
              <a:t>stream</a:t>
            </a:r>
            <a:r>
              <a:rPr sz="2200" spc="-10" dirty="0">
                <a:latin typeface="Calibri"/>
                <a:cs typeface="Calibri"/>
              </a:rPr>
              <a:t> processing</a:t>
            </a:r>
            <a:r>
              <a:rPr sz="2200" spc="-5" dirty="0">
                <a:latin typeface="Calibri"/>
                <a:cs typeface="Calibri"/>
              </a:rPr>
              <a:t> </a:t>
            </a:r>
            <a:r>
              <a:rPr sz="2200" spc="-10" dirty="0">
                <a:latin typeface="Calibri"/>
                <a:cs typeface="Calibri"/>
              </a:rPr>
              <a:t>(ESP),</a:t>
            </a:r>
            <a:r>
              <a:rPr sz="2200" spc="-5" dirty="0">
                <a:latin typeface="Calibri"/>
                <a:cs typeface="Calibri"/>
              </a:rPr>
              <a:t> is</a:t>
            </a:r>
            <a:r>
              <a:rPr sz="2200" dirty="0">
                <a:latin typeface="Calibri"/>
                <a:cs typeface="Calibri"/>
              </a:rPr>
              <a:t> </a:t>
            </a:r>
            <a:r>
              <a:rPr sz="2200" spc="-5" dirty="0">
                <a:latin typeface="Calibri"/>
                <a:cs typeface="Calibri"/>
              </a:rPr>
              <a:t>a</a:t>
            </a:r>
            <a:r>
              <a:rPr sz="2200" dirty="0">
                <a:latin typeface="Calibri"/>
                <a:cs typeface="Calibri"/>
              </a:rPr>
              <a:t> </a:t>
            </a:r>
            <a:r>
              <a:rPr sz="2200" spc="-10" dirty="0">
                <a:latin typeface="Calibri"/>
                <a:cs typeface="Calibri"/>
              </a:rPr>
              <a:t>declarative-based</a:t>
            </a:r>
            <a:r>
              <a:rPr sz="2200" spc="-5" dirty="0">
                <a:latin typeface="Calibri"/>
                <a:cs typeface="Calibri"/>
              </a:rPr>
              <a:t> and </a:t>
            </a:r>
            <a:r>
              <a:rPr sz="2200" spc="-484" dirty="0">
                <a:latin typeface="Calibri"/>
                <a:cs typeface="Calibri"/>
              </a:rPr>
              <a:t> </a:t>
            </a:r>
            <a:r>
              <a:rPr sz="2200" spc="-10" dirty="0">
                <a:latin typeface="Calibri"/>
                <a:cs typeface="Calibri"/>
              </a:rPr>
              <a:t>pipelined</a:t>
            </a:r>
            <a:r>
              <a:rPr sz="2200" spc="-5" dirty="0">
                <a:latin typeface="Calibri"/>
                <a:cs typeface="Calibri"/>
              </a:rPr>
              <a:t> </a:t>
            </a:r>
            <a:r>
              <a:rPr sz="2200" spc="-15" dirty="0">
                <a:latin typeface="Calibri"/>
                <a:cs typeface="Calibri"/>
              </a:rPr>
              <a:t>framework</a:t>
            </a:r>
            <a:r>
              <a:rPr sz="2200" spc="-10" dirty="0">
                <a:latin typeface="Calibri"/>
                <a:cs typeface="Calibri"/>
              </a:rPr>
              <a:t> </a:t>
            </a:r>
            <a:r>
              <a:rPr sz="2200" spc="-20" dirty="0">
                <a:latin typeface="Calibri"/>
                <a:cs typeface="Calibri"/>
              </a:rPr>
              <a:t>for</a:t>
            </a:r>
            <a:r>
              <a:rPr sz="2200" spc="-15" dirty="0">
                <a:latin typeface="Calibri"/>
                <a:cs typeface="Calibri"/>
              </a:rPr>
              <a:t> </a:t>
            </a:r>
            <a:r>
              <a:rPr sz="2200" spc="-5" dirty="0">
                <a:latin typeface="Calibri"/>
                <a:cs typeface="Calibri"/>
              </a:rPr>
              <a:t>sensor</a:t>
            </a:r>
            <a:r>
              <a:rPr sz="2200" dirty="0">
                <a:latin typeface="Calibri"/>
                <a:cs typeface="Calibri"/>
              </a:rPr>
              <a:t> </a:t>
            </a:r>
            <a:r>
              <a:rPr sz="2200" spc="-20" dirty="0">
                <a:latin typeface="Calibri"/>
                <a:cs typeface="Calibri"/>
              </a:rPr>
              <a:t>data</a:t>
            </a:r>
            <a:r>
              <a:rPr sz="2200" spc="-15" dirty="0">
                <a:latin typeface="Calibri"/>
                <a:cs typeface="Calibri"/>
              </a:rPr>
              <a:t> </a:t>
            </a:r>
            <a:r>
              <a:rPr sz="2200" spc="-5" dirty="0">
                <a:latin typeface="Calibri"/>
                <a:cs typeface="Calibri"/>
              </a:rPr>
              <a:t>cleaning</a:t>
            </a:r>
            <a:r>
              <a:rPr sz="2200" dirty="0">
                <a:latin typeface="Calibri"/>
                <a:cs typeface="Calibri"/>
              </a:rPr>
              <a:t> </a:t>
            </a:r>
            <a:r>
              <a:rPr sz="2200" spc="-20" dirty="0">
                <a:latin typeface="Calibri"/>
                <a:cs typeface="Calibri"/>
              </a:rPr>
              <a:t>for</a:t>
            </a:r>
            <a:r>
              <a:rPr sz="2200" spc="-15" dirty="0">
                <a:latin typeface="Calibri"/>
                <a:cs typeface="Calibri"/>
              </a:rPr>
              <a:t> </a:t>
            </a:r>
            <a:r>
              <a:rPr sz="2200" spc="-10" dirty="0">
                <a:latin typeface="Calibri"/>
                <a:cs typeface="Calibri"/>
              </a:rPr>
              <a:t>use</a:t>
            </a:r>
            <a:r>
              <a:rPr sz="2200" spc="-5" dirty="0">
                <a:latin typeface="Calibri"/>
                <a:cs typeface="Calibri"/>
              </a:rPr>
              <a:t> in</a:t>
            </a:r>
            <a:r>
              <a:rPr sz="2200" dirty="0">
                <a:latin typeface="Calibri"/>
                <a:cs typeface="Calibri"/>
              </a:rPr>
              <a:t> </a:t>
            </a:r>
            <a:r>
              <a:rPr sz="2200" spc="-10" dirty="0">
                <a:latin typeface="Calibri"/>
                <a:cs typeface="Calibri"/>
              </a:rPr>
              <a:t>pervasive </a:t>
            </a:r>
            <a:r>
              <a:rPr sz="2200" spc="-5" dirty="0">
                <a:latin typeface="Calibri"/>
                <a:cs typeface="Calibri"/>
              </a:rPr>
              <a:t> applications.</a:t>
            </a:r>
            <a:endParaRPr sz="22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65303"/>
            <a:ext cx="8627110" cy="4318000"/>
          </a:xfrm>
          <a:prstGeom prst="rect">
            <a:avLst/>
          </a:prstGeom>
        </p:spPr>
        <p:txBody>
          <a:bodyPr vert="horz" wrap="square" lIns="0" tIns="79375" rIns="0" bIns="0" rtlCol="0">
            <a:spAutoFit/>
          </a:bodyPr>
          <a:lstStyle/>
          <a:p>
            <a:pPr marL="12700" algn="just">
              <a:lnSpc>
                <a:spcPct val="100000"/>
              </a:lnSpc>
              <a:spcBef>
                <a:spcPts val="625"/>
              </a:spcBef>
            </a:pPr>
            <a:r>
              <a:rPr sz="2200" b="1" spc="-10" dirty="0">
                <a:latin typeface="Calibri"/>
                <a:cs typeface="Calibri"/>
              </a:rPr>
              <a:t>Model-based</a:t>
            </a:r>
            <a:r>
              <a:rPr sz="2200" b="1" spc="20" dirty="0">
                <a:latin typeface="Calibri"/>
                <a:cs typeface="Calibri"/>
              </a:rPr>
              <a:t> </a:t>
            </a:r>
            <a:r>
              <a:rPr sz="2200" b="1" spc="-20" dirty="0">
                <a:latin typeface="Calibri"/>
                <a:cs typeface="Calibri"/>
              </a:rPr>
              <a:t>data</a:t>
            </a:r>
            <a:r>
              <a:rPr sz="2200" b="1" spc="15" dirty="0">
                <a:latin typeface="Calibri"/>
                <a:cs typeface="Calibri"/>
              </a:rPr>
              <a:t> </a:t>
            </a:r>
            <a:r>
              <a:rPr sz="2200" b="1" spc="-5" dirty="0">
                <a:latin typeface="Calibri"/>
                <a:cs typeface="Calibri"/>
              </a:rPr>
              <a:t>cleaning</a:t>
            </a:r>
            <a:r>
              <a:rPr sz="2200" spc="-5" dirty="0">
                <a:latin typeface="Calibri"/>
                <a:cs typeface="Calibri"/>
              </a:rPr>
              <a:t>.</a:t>
            </a:r>
            <a:endParaRPr sz="2200">
              <a:latin typeface="Calibri"/>
              <a:cs typeface="Calibri"/>
            </a:endParaRPr>
          </a:p>
          <a:p>
            <a:pPr marL="355600" marR="5080" indent="-342900" algn="just">
              <a:lnSpc>
                <a:spcPct val="100000"/>
              </a:lnSpc>
              <a:spcBef>
                <a:spcPts val="530"/>
              </a:spcBef>
              <a:buFont typeface="Arial MT"/>
              <a:buChar char="•"/>
              <a:tabLst>
                <a:tab pos="355600" algn="l"/>
              </a:tabLst>
            </a:pPr>
            <a:r>
              <a:rPr sz="2200" spc="-5" dirty="0">
                <a:latin typeface="Calibri"/>
                <a:cs typeface="Calibri"/>
              </a:rPr>
              <a:t>Anomalies </a:t>
            </a:r>
            <a:r>
              <a:rPr sz="2200" spc="-10" dirty="0">
                <a:latin typeface="Calibri"/>
                <a:cs typeface="Calibri"/>
              </a:rPr>
              <a:t>are </a:t>
            </a:r>
            <a:r>
              <a:rPr sz="2200" spc="-15" dirty="0">
                <a:latin typeface="Calibri"/>
                <a:cs typeface="Calibri"/>
              </a:rPr>
              <a:t>detected </a:t>
            </a:r>
            <a:r>
              <a:rPr sz="2200" spc="-5" dirty="0">
                <a:latin typeface="Calibri"/>
                <a:cs typeface="Calibri"/>
              </a:rPr>
              <a:t>by </a:t>
            </a:r>
            <a:r>
              <a:rPr sz="2200" b="1" spc="-5" dirty="0">
                <a:solidFill>
                  <a:srgbClr val="006FC0"/>
                </a:solidFill>
                <a:latin typeface="Calibri"/>
                <a:cs typeface="Calibri"/>
              </a:rPr>
              <a:t>comparison of </a:t>
            </a:r>
            <a:r>
              <a:rPr sz="2200" b="1" spc="-30" dirty="0">
                <a:solidFill>
                  <a:srgbClr val="006FC0"/>
                </a:solidFill>
                <a:latin typeface="Calibri"/>
                <a:cs typeface="Calibri"/>
              </a:rPr>
              <a:t>raw </a:t>
            </a:r>
            <a:r>
              <a:rPr sz="2200" b="1" spc="-10" dirty="0">
                <a:solidFill>
                  <a:srgbClr val="006FC0"/>
                </a:solidFill>
                <a:latin typeface="Calibri"/>
                <a:cs typeface="Calibri"/>
              </a:rPr>
              <a:t>values </a:t>
            </a:r>
            <a:r>
              <a:rPr sz="2200" spc="-5" dirty="0">
                <a:latin typeface="Calibri"/>
                <a:cs typeface="Calibri"/>
              </a:rPr>
              <a:t>with the </a:t>
            </a:r>
            <a:r>
              <a:rPr sz="2200" b="1" spc="-15" dirty="0">
                <a:solidFill>
                  <a:srgbClr val="006FC0"/>
                </a:solidFill>
                <a:latin typeface="Calibri"/>
                <a:cs typeface="Calibri"/>
              </a:rPr>
              <a:t>inferred </a:t>
            </a:r>
            <a:r>
              <a:rPr sz="2200" b="1" spc="-10" dirty="0">
                <a:solidFill>
                  <a:srgbClr val="006FC0"/>
                </a:solidFill>
                <a:latin typeface="Calibri"/>
                <a:cs typeface="Calibri"/>
              </a:rPr>
              <a:t> values </a:t>
            </a:r>
            <a:r>
              <a:rPr sz="2200" spc="-10" dirty="0">
                <a:latin typeface="Calibri"/>
                <a:cs typeface="Calibri"/>
              </a:rPr>
              <a:t>that are resulted </a:t>
            </a:r>
            <a:r>
              <a:rPr sz="2200" spc="-5" dirty="0">
                <a:latin typeface="Calibri"/>
                <a:cs typeface="Calibri"/>
              </a:rPr>
              <a:t>as the </a:t>
            </a:r>
            <a:r>
              <a:rPr sz="2200" spc="-10" dirty="0">
                <a:latin typeface="Calibri"/>
                <a:cs typeface="Calibri"/>
              </a:rPr>
              <a:t>most probable values </a:t>
            </a:r>
            <a:r>
              <a:rPr sz="2200" spc="-5" dirty="0">
                <a:latin typeface="Calibri"/>
                <a:cs typeface="Calibri"/>
              </a:rPr>
              <a:t>based on </a:t>
            </a:r>
            <a:r>
              <a:rPr sz="2200" spc="-10" dirty="0">
                <a:latin typeface="Calibri"/>
                <a:cs typeface="Calibri"/>
              </a:rPr>
              <a:t>selected </a:t>
            </a:r>
            <a:r>
              <a:rPr sz="2200" spc="-5" dirty="0">
                <a:latin typeface="Calibri"/>
                <a:cs typeface="Calibri"/>
              </a:rPr>
              <a:t> models.</a:t>
            </a:r>
            <a:endParaRPr sz="2200">
              <a:latin typeface="Calibri"/>
              <a:cs typeface="Calibri"/>
            </a:endParaRPr>
          </a:p>
          <a:p>
            <a:pPr marL="355600" indent="-342900" algn="just">
              <a:lnSpc>
                <a:spcPct val="100000"/>
              </a:lnSpc>
              <a:spcBef>
                <a:spcPts val="530"/>
              </a:spcBef>
              <a:buFont typeface="Arial MT"/>
              <a:buChar char="•"/>
              <a:tabLst>
                <a:tab pos="355600" algn="l"/>
              </a:tabLst>
            </a:pPr>
            <a:r>
              <a:rPr sz="2200" spc="-10" dirty="0">
                <a:latin typeface="Calibri"/>
                <a:cs typeface="Calibri"/>
              </a:rPr>
              <a:t>The</a:t>
            </a:r>
            <a:r>
              <a:rPr sz="2200" spc="30" dirty="0">
                <a:latin typeface="Calibri"/>
                <a:cs typeface="Calibri"/>
              </a:rPr>
              <a:t> </a:t>
            </a:r>
            <a:r>
              <a:rPr sz="2200" spc="-5" dirty="0">
                <a:latin typeface="Calibri"/>
                <a:cs typeface="Calibri"/>
              </a:rPr>
              <a:t>model-based</a:t>
            </a:r>
            <a:r>
              <a:rPr sz="2200" spc="15" dirty="0">
                <a:latin typeface="Calibri"/>
                <a:cs typeface="Calibri"/>
              </a:rPr>
              <a:t> </a:t>
            </a:r>
            <a:r>
              <a:rPr sz="2200" spc="-10" dirty="0">
                <a:latin typeface="Calibri"/>
                <a:cs typeface="Calibri"/>
              </a:rPr>
              <a:t>approaches</a:t>
            </a:r>
            <a:r>
              <a:rPr sz="2200" spc="10" dirty="0">
                <a:latin typeface="Calibri"/>
                <a:cs typeface="Calibri"/>
              </a:rPr>
              <a:t> </a:t>
            </a:r>
            <a:r>
              <a:rPr sz="2200" spc="-5" dirty="0">
                <a:latin typeface="Calibri"/>
                <a:cs typeface="Calibri"/>
              </a:rPr>
              <a:t>also</a:t>
            </a:r>
            <a:r>
              <a:rPr sz="2200" spc="5" dirty="0">
                <a:latin typeface="Calibri"/>
                <a:cs typeface="Calibri"/>
              </a:rPr>
              <a:t> </a:t>
            </a:r>
            <a:r>
              <a:rPr sz="2200" spc="-20" dirty="0">
                <a:latin typeface="Calibri"/>
                <a:cs typeface="Calibri"/>
              </a:rPr>
              <a:t>have</a:t>
            </a:r>
            <a:r>
              <a:rPr sz="2200" spc="5" dirty="0">
                <a:latin typeface="Calibri"/>
                <a:cs typeface="Calibri"/>
              </a:rPr>
              <a:t> </a:t>
            </a:r>
            <a:r>
              <a:rPr sz="2200" spc="-15" dirty="0">
                <a:latin typeface="Calibri"/>
                <a:cs typeface="Calibri"/>
              </a:rPr>
              <a:t>subcategories</a:t>
            </a:r>
            <a:r>
              <a:rPr sz="2200" spc="35" dirty="0">
                <a:latin typeface="Calibri"/>
                <a:cs typeface="Calibri"/>
              </a:rPr>
              <a:t> </a:t>
            </a:r>
            <a:r>
              <a:rPr sz="2200" spc="-10" dirty="0">
                <a:latin typeface="Calibri"/>
                <a:cs typeface="Calibri"/>
              </a:rPr>
              <a:t>such</a:t>
            </a:r>
            <a:r>
              <a:rPr sz="2200" dirty="0">
                <a:latin typeface="Calibri"/>
                <a:cs typeface="Calibri"/>
              </a:rPr>
              <a:t> </a:t>
            </a:r>
            <a:r>
              <a:rPr sz="2200" spc="-5" dirty="0">
                <a:latin typeface="Calibri"/>
                <a:cs typeface="Calibri"/>
              </a:rPr>
              <a:t>as</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b="1" spc="-15" dirty="0">
                <a:solidFill>
                  <a:srgbClr val="FF0000"/>
                </a:solidFill>
                <a:latin typeface="Calibri"/>
                <a:cs typeface="Calibri"/>
              </a:rPr>
              <a:t>regression</a:t>
            </a:r>
            <a:r>
              <a:rPr sz="2200" b="1" spc="15" dirty="0">
                <a:solidFill>
                  <a:srgbClr val="FF0000"/>
                </a:solidFill>
                <a:latin typeface="Calibri"/>
                <a:cs typeface="Calibri"/>
              </a:rPr>
              <a:t> </a:t>
            </a:r>
            <a:r>
              <a:rPr sz="2200" b="1" spc="-10" dirty="0">
                <a:solidFill>
                  <a:srgbClr val="FF0000"/>
                </a:solidFill>
                <a:latin typeface="Calibri"/>
                <a:cs typeface="Calibri"/>
              </a:rPr>
              <a:t>models</a:t>
            </a:r>
            <a:endParaRPr sz="2200">
              <a:latin typeface="Calibri"/>
              <a:cs typeface="Calibri"/>
            </a:endParaRPr>
          </a:p>
          <a:p>
            <a:pPr marL="1155700" lvl="2" indent="-229235" algn="just">
              <a:lnSpc>
                <a:spcPct val="100000"/>
              </a:lnSpc>
              <a:spcBef>
                <a:spcPts val="530"/>
              </a:spcBef>
              <a:buFont typeface="Arial MT"/>
              <a:buChar char="•"/>
              <a:tabLst>
                <a:tab pos="1156335" algn="l"/>
              </a:tabLst>
            </a:pPr>
            <a:r>
              <a:rPr sz="2200" b="1" spc="-10" dirty="0">
                <a:solidFill>
                  <a:srgbClr val="C00000"/>
                </a:solidFill>
                <a:latin typeface="Calibri"/>
                <a:cs typeface="Calibri"/>
              </a:rPr>
              <a:t>Polynomial</a:t>
            </a:r>
            <a:r>
              <a:rPr sz="2200" b="1" dirty="0">
                <a:solidFill>
                  <a:srgbClr val="C00000"/>
                </a:solidFill>
                <a:latin typeface="Calibri"/>
                <a:cs typeface="Calibri"/>
              </a:rPr>
              <a:t> </a:t>
            </a:r>
            <a:r>
              <a:rPr sz="2200" b="1" spc="-15" dirty="0">
                <a:solidFill>
                  <a:srgbClr val="C00000"/>
                </a:solidFill>
                <a:latin typeface="Calibri"/>
                <a:cs typeface="Calibri"/>
              </a:rPr>
              <a:t>regression</a:t>
            </a:r>
            <a:endParaRPr sz="2200">
              <a:latin typeface="Calibri"/>
              <a:cs typeface="Calibri"/>
            </a:endParaRPr>
          </a:p>
          <a:p>
            <a:pPr marL="1155700" lvl="2" indent="-229235" algn="just">
              <a:lnSpc>
                <a:spcPct val="100000"/>
              </a:lnSpc>
              <a:spcBef>
                <a:spcPts val="525"/>
              </a:spcBef>
              <a:buFont typeface="Arial MT"/>
              <a:buChar char="•"/>
              <a:tabLst>
                <a:tab pos="1156335" algn="l"/>
              </a:tabLst>
            </a:pPr>
            <a:r>
              <a:rPr sz="2200" b="1" spc="-10" dirty="0">
                <a:solidFill>
                  <a:srgbClr val="C00000"/>
                </a:solidFill>
                <a:latin typeface="Calibri"/>
                <a:cs typeface="Calibri"/>
              </a:rPr>
              <a:t>Chebyshev</a:t>
            </a:r>
            <a:r>
              <a:rPr sz="2200" b="1" spc="-25" dirty="0">
                <a:solidFill>
                  <a:srgbClr val="C00000"/>
                </a:solidFill>
                <a:latin typeface="Calibri"/>
                <a:cs typeface="Calibri"/>
              </a:rPr>
              <a:t> </a:t>
            </a:r>
            <a:r>
              <a:rPr sz="2200" b="1" spc="-15" dirty="0">
                <a:solidFill>
                  <a:srgbClr val="C00000"/>
                </a:solidFill>
                <a:latin typeface="Calibri"/>
                <a:cs typeface="Calibri"/>
              </a:rPr>
              <a:t>regression</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b="1" spc="-10" dirty="0">
                <a:solidFill>
                  <a:srgbClr val="FF0000"/>
                </a:solidFill>
                <a:latin typeface="Calibri"/>
                <a:cs typeface="Calibri"/>
              </a:rPr>
              <a:t>probabilistic models</a:t>
            </a:r>
            <a:endParaRPr sz="2200">
              <a:latin typeface="Calibri"/>
              <a:cs typeface="Calibri"/>
            </a:endParaRPr>
          </a:p>
          <a:p>
            <a:pPr marL="1155700" lvl="2" indent="-229235" algn="just">
              <a:lnSpc>
                <a:spcPct val="100000"/>
              </a:lnSpc>
              <a:spcBef>
                <a:spcPts val="530"/>
              </a:spcBef>
              <a:buFont typeface="Arial MT"/>
              <a:buChar char="•"/>
              <a:tabLst>
                <a:tab pos="1156335" algn="l"/>
              </a:tabLst>
            </a:pPr>
            <a:r>
              <a:rPr sz="2200" b="1" spc="-10" dirty="0">
                <a:solidFill>
                  <a:srgbClr val="C00000"/>
                </a:solidFill>
                <a:latin typeface="Calibri"/>
                <a:cs typeface="Calibri"/>
              </a:rPr>
              <a:t>Kalman</a:t>
            </a:r>
            <a:r>
              <a:rPr sz="2200" b="1" spc="-40" dirty="0">
                <a:solidFill>
                  <a:srgbClr val="C00000"/>
                </a:solidFill>
                <a:latin typeface="Calibri"/>
                <a:cs typeface="Calibri"/>
              </a:rPr>
              <a:t> </a:t>
            </a:r>
            <a:r>
              <a:rPr sz="2200" b="1" spc="-15" dirty="0">
                <a:solidFill>
                  <a:srgbClr val="C00000"/>
                </a:solidFill>
                <a:latin typeface="Calibri"/>
                <a:cs typeface="Calibri"/>
              </a:rPr>
              <a:t>filters</a:t>
            </a:r>
            <a:endParaRPr sz="2200">
              <a:latin typeface="Calibri"/>
              <a:cs typeface="Calibri"/>
            </a:endParaRPr>
          </a:p>
          <a:p>
            <a:pPr marL="1155700" lvl="2" indent="-229235" algn="just">
              <a:lnSpc>
                <a:spcPct val="100000"/>
              </a:lnSpc>
              <a:spcBef>
                <a:spcPts val="530"/>
              </a:spcBef>
              <a:buFont typeface="Arial MT"/>
              <a:buChar char="•"/>
              <a:tabLst>
                <a:tab pos="1156335" algn="l"/>
              </a:tabLst>
            </a:pPr>
            <a:r>
              <a:rPr sz="2200" b="1" spc="-5" dirty="0">
                <a:solidFill>
                  <a:srgbClr val="C00000"/>
                </a:solidFill>
                <a:latin typeface="Calibri"/>
                <a:cs typeface="Calibri"/>
              </a:rPr>
              <a:t>Outliner</a:t>
            </a:r>
            <a:r>
              <a:rPr sz="2200" b="1" spc="-10" dirty="0">
                <a:solidFill>
                  <a:srgbClr val="C00000"/>
                </a:solidFill>
                <a:latin typeface="Calibri"/>
                <a:cs typeface="Calibri"/>
              </a:rPr>
              <a:t> detection</a:t>
            </a:r>
            <a:r>
              <a:rPr sz="2200" b="1" spc="10" dirty="0">
                <a:solidFill>
                  <a:srgbClr val="C00000"/>
                </a:solidFill>
                <a:latin typeface="Calibri"/>
                <a:cs typeface="Calibri"/>
              </a:rPr>
              <a:t> </a:t>
            </a:r>
            <a:r>
              <a:rPr sz="2200" b="1" spc="-10" dirty="0">
                <a:solidFill>
                  <a:srgbClr val="C00000"/>
                </a:solidFill>
                <a:latin typeface="Calibri"/>
                <a:cs typeface="Calibri"/>
              </a:rPr>
              <a:t>models</a:t>
            </a:r>
            <a:endParaRPr sz="2200">
              <a:latin typeface="Calibri"/>
              <a:cs typeface="Calibri"/>
            </a:endParaRPr>
          </a:p>
        </p:txBody>
      </p:sp>
      <p:grpSp>
        <p:nvGrpSpPr>
          <p:cNvPr id="3" name="object 3"/>
          <p:cNvGrpSpPr/>
          <p:nvPr/>
        </p:nvGrpSpPr>
        <p:grpSpPr>
          <a:xfrm>
            <a:off x="155575" y="4499531"/>
            <a:ext cx="8890635" cy="2252980"/>
            <a:chOff x="155575" y="4499531"/>
            <a:chExt cx="8890635" cy="2252980"/>
          </a:xfrm>
        </p:grpSpPr>
        <p:pic>
          <p:nvPicPr>
            <p:cNvPr id="4" name="object 4"/>
            <p:cNvPicPr/>
            <p:nvPr/>
          </p:nvPicPr>
          <p:blipFill>
            <a:blip r:embed="Rd232ee9f0d2a41d5" cstate="print"/>
            <a:stretch>
              <a:fillRect/>
            </a:stretch>
          </p:blipFill>
          <p:spPr>
            <a:xfrm>
              <a:off x="240083" y="4623359"/>
              <a:ext cx="8702745" cy="2057458"/>
            </a:xfrm>
            <a:prstGeom prst="rect">
              <a:avLst/>
            </a:prstGeom>
          </p:spPr>
        </p:pic>
        <p:sp>
          <p:nvSpPr>
            <p:cNvPr id="5" name="object 5"/>
            <p:cNvSpPr/>
            <p:nvPr/>
          </p:nvSpPr>
          <p:spPr>
            <a:xfrm>
              <a:off x="160337" y="4504293"/>
              <a:ext cx="8881110" cy="2243455"/>
            </a:xfrm>
            <a:custGeom>
              <a:avLst/>
              <a:gdLst/>
              <a:ahLst/>
              <a:cxnLst/>
              <a:rect l="l" t="t" r="r" b="b"/>
              <a:pathLst>
                <a:path w="8881110" h="2243454">
                  <a:moveTo>
                    <a:pt x="0" y="2243200"/>
                  </a:moveTo>
                  <a:lnTo>
                    <a:pt x="8880983" y="2243200"/>
                  </a:lnTo>
                  <a:lnTo>
                    <a:pt x="8880983" y="0"/>
                  </a:lnTo>
                  <a:lnTo>
                    <a:pt x="0" y="0"/>
                  </a:lnTo>
                  <a:lnTo>
                    <a:pt x="0" y="2243200"/>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6334" y="61087"/>
            <a:ext cx="1676400" cy="360680"/>
          </a:xfrm>
          <a:prstGeom prst="rect">
            <a:avLst/>
          </a:prstGeom>
        </p:spPr>
        <p:txBody>
          <a:bodyPr vert="horz" wrap="square" lIns="0" tIns="12065" rIns="0" bIns="0" rtlCol="0">
            <a:spAutoFit/>
          </a:bodyPr>
          <a:lstStyle/>
          <a:p>
            <a:pPr marL="12700">
              <a:lnSpc>
                <a:spcPct val="100000"/>
              </a:lnSpc>
              <a:spcBef>
                <a:spcPts val="95"/>
              </a:spcBef>
            </a:pPr>
            <a:r>
              <a:rPr sz="2200" spc="-5" dirty="0">
                <a:solidFill>
                  <a:srgbClr val="000000"/>
                </a:solidFill>
              </a:rPr>
              <a:t>ii)</a:t>
            </a:r>
            <a:r>
              <a:rPr sz="2200" spc="-30" dirty="0">
                <a:solidFill>
                  <a:srgbClr val="000000"/>
                </a:solidFill>
              </a:rPr>
              <a:t> </a:t>
            </a:r>
            <a:r>
              <a:rPr sz="2200" spc="-20" dirty="0">
                <a:solidFill>
                  <a:srgbClr val="000000"/>
                </a:solidFill>
              </a:rPr>
              <a:t>Data</a:t>
            </a:r>
            <a:r>
              <a:rPr sz="2200" spc="-10" dirty="0">
                <a:solidFill>
                  <a:srgbClr val="000000"/>
                </a:solidFill>
              </a:rPr>
              <a:t> </a:t>
            </a:r>
            <a:r>
              <a:rPr sz="2200" spc="-5" dirty="0">
                <a:solidFill>
                  <a:srgbClr val="000000"/>
                </a:solidFill>
              </a:rPr>
              <a:t>Fusion</a:t>
            </a:r>
            <a:endParaRPr sz="2200"/>
          </a:p>
        </p:txBody>
      </p:sp>
      <p:sp>
        <p:nvSpPr>
          <p:cNvPr id="3" name="object 3"/>
          <p:cNvSpPr txBox="1"/>
          <p:nvPr/>
        </p:nvSpPr>
        <p:spPr>
          <a:xfrm>
            <a:off x="186334" y="434467"/>
            <a:ext cx="8773160" cy="6313805"/>
          </a:xfrm>
          <a:prstGeom prst="rect">
            <a:avLst/>
          </a:prstGeom>
        </p:spPr>
        <p:txBody>
          <a:bodyPr vert="horz" wrap="square" lIns="0" tIns="12065" rIns="0" bIns="0" rtlCol="0">
            <a:spAutoFit/>
          </a:bodyPr>
          <a:lstStyle/>
          <a:p>
            <a:pPr marL="354965" marR="5080" indent="-342900" algn="just">
              <a:lnSpc>
                <a:spcPct val="100000"/>
              </a:lnSpc>
              <a:spcBef>
                <a:spcPts val="95"/>
              </a:spcBef>
              <a:buFont typeface="Arial MT"/>
              <a:buChar char="•"/>
              <a:tabLst>
                <a:tab pos="355600" algn="l"/>
              </a:tabLst>
            </a:pPr>
            <a:r>
              <a:rPr sz="2200" spc="-20" dirty="0">
                <a:latin typeface="Calibri"/>
                <a:cs typeface="Calibri"/>
              </a:rPr>
              <a:t>Data </a:t>
            </a:r>
            <a:r>
              <a:rPr sz="2200" spc="-5" dirty="0">
                <a:latin typeface="Calibri"/>
                <a:cs typeface="Calibri"/>
              </a:rPr>
              <a:t>fusion </a:t>
            </a:r>
            <a:r>
              <a:rPr sz="2200" spc="-30" dirty="0">
                <a:latin typeface="Calibri"/>
                <a:cs typeface="Calibri"/>
              </a:rPr>
              <a:t>refers </a:t>
            </a:r>
            <a:r>
              <a:rPr sz="2200" spc="-20" dirty="0">
                <a:latin typeface="Calibri"/>
                <a:cs typeface="Calibri"/>
              </a:rPr>
              <a:t>to </a:t>
            </a:r>
            <a:r>
              <a:rPr sz="2200" spc="-5" dirty="0">
                <a:latin typeface="Calibri"/>
                <a:cs typeface="Calibri"/>
              </a:rPr>
              <a:t>the </a:t>
            </a:r>
            <a:r>
              <a:rPr sz="2200" b="1" spc="-10" dirty="0">
                <a:solidFill>
                  <a:srgbClr val="006FC0"/>
                </a:solidFill>
                <a:latin typeface="Calibri"/>
                <a:cs typeface="Calibri"/>
              </a:rPr>
              <a:t>elimination </a:t>
            </a:r>
            <a:r>
              <a:rPr sz="2200" b="1" spc="-5" dirty="0">
                <a:solidFill>
                  <a:srgbClr val="006FC0"/>
                </a:solidFill>
                <a:latin typeface="Calibri"/>
                <a:cs typeface="Calibri"/>
              </a:rPr>
              <a:t>of </a:t>
            </a:r>
            <a:r>
              <a:rPr sz="2200" b="1" spc="-10" dirty="0">
                <a:solidFill>
                  <a:srgbClr val="006FC0"/>
                </a:solidFill>
                <a:latin typeface="Calibri"/>
                <a:cs typeface="Calibri"/>
              </a:rPr>
              <a:t>redundant </a:t>
            </a:r>
            <a:r>
              <a:rPr sz="2200" spc="-5" dirty="0">
                <a:latin typeface="Calibri"/>
                <a:cs typeface="Calibri"/>
              </a:rPr>
              <a:t>and </a:t>
            </a:r>
            <a:r>
              <a:rPr sz="2200" b="1" spc="-5" dirty="0">
                <a:solidFill>
                  <a:srgbClr val="006FC0"/>
                </a:solidFill>
                <a:latin typeface="Calibri"/>
                <a:cs typeface="Calibri"/>
              </a:rPr>
              <a:t>ambiguous </a:t>
            </a:r>
            <a:r>
              <a:rPr sz="2200" b="1" spc="-15" dirty="0">
                <a:solidFill>
                  <a:srgbClr val="006FC0"/>
                </a:solidFill>
                <a:latin typeface="Calibri"/>
                <a:cs typeface="Calibri"/>
              </a:rPr>
              <a:t>data </a:t>
            </a:r>
            <a:r>
              <a:rPr sz="2200" b="1" spc="-10" dirty="0">
                <a:solidFill>
                  <a:srgbClr val="006FC0"/>
                </a:solidFill>
                <a:latin typeface="Calibri"/>
                <a:cs typeface="Calibri"/>
              </a:rPr>
              <a:t> </a:t>
            </a:r>
            <a:r>
              <a:rPr sz="2200" spc="-5" dirty="0">
                <a:latin typeface="Calibri"/>
                <a:cs typeface="Calibri"/>
              </a:rPr>
              <a:t>and </a:t>
            </a:r>
            <a:r>
              <a:rPr sz="2200" b="1" spc="-15" dirty="0">
                <a:solidFill>
                  <a:srgbClr val="FF0000"/>
                </a:solidFill>
                <a:latin typeface="Calibri"/>
                <a:cs typeface="Calibri"/>
              </a:rPr>
              <a:t>integration </a:t>
            </a:r>
            <a:r>
              <a:rPr sz="2200" b="1" spc="-5" dirty="0">
                <a:solidFill>
                  <a:srgbClr val="FF0000"/>
                </a:solidFill>
                <a:latin typeface="Calibri"/>
                <a:cs typeface="Calibri"/>
              </a:rPr>
              <a:t>of </a:t>
            </a:r>
            <a:r>
              <a:rPr sz="2200" b="1" spc="-15" dirty="0">
                <a:solidFill>
                  <a:srgbClr val="FF0000"/>
                </a:solidFill>
                <a:latin typeface="Calibri"/>
                <a:cs typeface="Calibri"/>
              </a:rPr>
              <a:t>data</a:t>
            </a:r>
            <a:r>
              <a:rPr sz="2200" spc="-15" dirty="0">
                <a:latin typeface="Calibri"/>
                <a:cs typeface="Calibri"/>
              </a:rPr>
              <a:t>, </a:t>
            </a:r>
            <a:r>
              <a:rPr sz="2200" spc="-5" dirty="0">
                <a:latin typeface="Calibri"/>
                <a:cs typeface="Calibri"/>
              </a:rPr>
              <a:t>and </a:t>
            </a:r>
            <a:r>
              <a:rPr sz="2200" spc="-15" dirty="0">
                <a:latin typeface="Calibri"/>
                <a:cs typeface="Calibri"/>
              </a:rPr>
              <a:t>can </a:t>
            </a:r>
            <a:r>
              <a:rPr sz="2200" spc="-5" dirty="0">
                <a:latin typeface="Calibri"/>
                <a:cs typeface="Calibri"/>
              </a:rPr>
              <a:t>be done in the </a:t>
            </a:r>
            <a:r>
              <a:rPr sz="2200" spc="-15" dirty="0">
                <a:latin typeface="Calibri"/>
                <a:cs typeface="Calibri"/>
              </a:rPr>
              <a:t>fog layer </a:t>
            </a:r>
            <a:r>
              <a:rPr sz="2200" spc="-5" dirty="0">
                <a:latin typeface="Calibri"/>
                <a:cs typeface="Calibri"/>
              </a:rPr>
              <a:t>as one </a:t>
            </a:r>
            <a:r>
              <a:rPr sz="2200" dirty="0">
                <a:latin typeface="Calibri"/>
                <a:cs typeface="Calibri"/>
              </a:rPr>
              <a:t>of </a:t>
            </a:r>
            <a:r>
              <a:rPr sz="2200" spc="-5" dirty="0">
                <a:latin typeface="Calibri"/>
                <a:cs typeface="Calibri"/>
              </a:rPr>
              <a:t>the </a:t>
            </a:r>
            <a:r>
              <a:rPr sz="2200" dirty="0">
                <a:latin typeface="Calibri"/>
                <a:cs typeface="Calibri"/>
              </a:rPr>
              <a:t> </a:t>
            </a:r>
            <a:r>
              <a:rPr sz="2200" spc="-20" dirty="0">
                <a:latin typeface="Calibri"/>
                <a:cs typeface="Calibri"/>
              </a:rPr>
              <a:t>data</a:t>
            </a:r>
            <a:r>
              <a:rPr sz="2200" spc="-5" dirty="0">
                <a:latin typeface="Calibri"/>
                <a:cs typeface="Calibri"/>
              </a:rPr>
              <a:t> </a:t>
            </a:r>
            <a:r>
              <a:rPr sz="2200" spc="-10" dirty="0">
                <a:latin typeface="Calibri"/>
                <a:cs typeface="Calibri"/>
              </a:rPr>
              <a:t>management</a:t>
            </a:r>
            <a:r>
              <a:rPr sz="2200" spc="35" dirty="0">
                <a:latin typeface="Calibri"/>
                <a:cs typeface="Calibri"/>
              </a:rPr>
              <a:t> </a:t>
            </a:r>
            <a:r>
              <a:rPr sz="2200" spc="-15" dirty="0">
                <a:latin typeface="Calibri"/>
                <a:cs typeface="Calibri"/>
              </a:rPr>
              <a:t>tasks</a:t>
            </a:r>
            <a:r>
              <a:rPr sz="2200" spc="10" dirty="0">
                <a:latin typeface="Calibri"/>
                <a:cs typeface="Calibri"/>
              </a:rPr>
              <a:t> </a:t>
            </a:r>
            <a:r>
              <a:rPr sz="2200" spc="-20" dirty="0">
                <a:latin typeface="Calibri"/>
                <a:cs typeface="Calibri"/>
              </a:rPr>
              <a:t>to</a:t>
            </a:r>
            <a:r>
              <a:rPr sz="2200" spc="15" dirty="0">
                <a:latin typeface="Calibri"/>
                <a:cs typeface="Calibri"/>
              </a:rPr>
              <a:t> </a:t>
            </a:r>
            <a:r>
              <a:rPr sz="2200" spc="-10" dirty="0">
                <a:latin typeface="Calibri"/>
                <a:cs typeface="Calibri"/>
              </a:rPr>
              <a:t>increase</a:t>
            </a:r>
            <a:r>
              <a:rPr sz="2200" spc="-15" dirty="0">
                <a:latin typeface="Calibri"/>
                <a:cs typeface="Calibri"/>
              </a:rPr>
              <a:t> </a:t>
            </a:r>
            <a:r>
              <a:rPr sz="2200" spc="-5" dirty="0">
                <a:latin typeface="Calibri"/>
                <a:cs typeface="Calibri"/>
              </a:rPr>
              <a:t>the</a:t>
            </a:r>
            <a:r>
              <a:rPr sz="2200" spc="10" dirty="0">
                <a:latin typeface="Calibri"/>
                <a:cs typeface="Calibri"/>
              </a:rPr>
              <a:t> </a:t>
            </a:r>
            <a:r>
              <a:rPr sz="2200" spc="-10" dirty="0">
                <a:latin typeface="Calibri"/>
                <a:cs typeface="Calibri"/>
              </a:rPr>
              <a:t>accuracy</a:t>
            </a:r>
            <a:r>
              <a:rPr sz="2200" dirty="0">
                <a:latin typeface="Calibri"/>
                <a:cs typeface="Calibri"/>
              </a:rPr>
              <a:t> </a:t>
            </a:r>
            <a:r>
              <a:rPr sz="2200" spc="-5" dirty="0">
                <a:latin typeface="Calibri"/>
                <a:cs typeface="Calibri"/>
              </a:rPr>
              <a:t>and</a:t>
            </a:r>
            <a:r>
              <a:rPr sz="2200" spc="-20" dirty="0">
                <a:latin typeface="Calibri"/>
                <a:cs typeface="Calibri"/>
              </a:rPr>
              <a:t> </a:t>
            </a:r>
            <a:r>
              <a:rPr sz="2200" spc="-25" dirty="0">
                <a:latin typeface="Calibri"/>
                <a:cs typeface="Calibri"/>
              </a:rPr>
              <a:t>efficiency.</a:t>
            </a:r>
            <a:endParaRPr sz="2200">
              <a:latin typeface="Calibri"/>
              <a:cs typeface="Calibri"/>
            </a:endParaRPr>
          </a:p>
          <a:p>
            <a:pPr marL="355600" indent="-342900" algn="just">
              <a:lnSpc>
                <a:spcPct val="100000"/>
              </a:lnSpc>
              <a:spcBef>
                <a:spcPts val="300"/>
              </a:spcBef>
              <a:buFont typeface="Arial MT"/>
              <a:buChar char="•"/>
              <a:tabLst>
                <a:tab pos="355600" algn="l"/>
              </a:tabLst>
            </a:pPr>
            <a:r>
              <a:rPr sz="2200" spc="-20" dirty="0">
                <a:latin typeface="Calibri"/>
                <a:cs typeface="Calibri"/>
              </a:rPr>
              <a:t>Data</a:t>
            </a:r>
            <a:r>
              <a:rPr sz="2200" dirty="0">
                <a:latin typeface="Calibri"/>
                <a:cs typeface="Calibri"/>
              </a:rPr>
              <a:t> </a:t>
            </a:r>
            <a:r>
              <a:rPr sz="2200" spc="-5" dirty="0">
                <a:latin typeface="Calibri"/>
                <a:cs typeface="Calibri"/>
              </a:rPr>
              <a:t>fusion</a:t>
            </a:r>
            <a:r>
              <a:rPr sz="2200" dirty="0">
                <a:latin typeface="Calibri"/>
                <a:cs typeface="Calibri"/>
              </a:rPr>
              <a:t> </a:t>
            </a:r>
            <a:r>
              <a:rPr sz="2200" spc="-5" dirty="0">
                <a:latin typeface="Calibri"/>
                <a:cs typeface="Calibri"/>
              </a:rPr>
              <a:t>models</a:t>
            </a:r>
            <a:r>
              <a:rPr sz="2200" spc="15" dirty="0">
                <a:latin typeface="Calibri"/>
                <a:cs typeface="Calibri"/>
              </a:rPr>
              <a:t> </a:t>
            </a:r>
            <a:r>
              <a:rPr sz="2200" spc="-15" dirty="0">
                <a:latin typeface="Calibri"/>
                <a:cs typeface="Calibri"/>
              </a:rPr>
              <a:t>can</a:t>
            </a:r>
            <a:r>
              <a:rPr sz="2200" spc="5" dirty="0">
                <a:latin typeface="Calibri"/>
                <a:cs typeface="Calibri"/>
              </a:rPr>
              <a:t> </a:t>
            </a:r>
            <a:r>
              <a:rPr sz="2200" spc="-5" dirty="0">
                <a:latin typeface="Calibri"/>
                <a:cs typeface="Calibri"/>
              </a:rPr>
              <a:t>be</a:t>
            </a:r>
            <a:r>
              <a:rPr sz="2200" spc="10" dirty="0">
                <a:latin typeface="Calibri"/>
                <a:cs typeface="Calibri"/>
              </a:rPr>
              <a:t> </a:t>
            </a:r>
            <a:r>
              <a:rPr sz="2200" spc="-15" dirty="0">
                <a:latin typeface="Calibri"/>
                <a:cs typeface="Calibri"/>
              </a:rPr>
              <a:t>categorized</a:t>
            </a:r>
            <a:r>
              <a:rPr sz="2200" spc="25" dirty="0">
                <a:latin typeface="Calibri"/>
                <a:cs typeface="Calibri"/>
              </a:rPr>
              <a:t> </a:t>
            </a:r>
            <a:r>
              <a:rPr sz="2200" spc="-20" dirty="0">
                <a:latin typeface="Calibri"/>
                <a:cs typeface="Calibri"/>
              </a:rPr>
              <a:t>into</a:t>
            </a:r>
            <a:r>
              <a:rPr sz="2200" spc="15" dirty="0">
                <a:latin typeface="Calibri"/>
                <a:cs typeface="Calibri"/>
              </a:rPr>
              <a:t> </a:t>
            </a:r>
            <a:r>
              <a:rPr sz="2200" spc="-10" dirty="0">
                <a:latin typeface="Calibri"/>
                <a:cs typeface="Calibri"/>
              </a:rPr>
              <a:t>three</a:t>
            </a:r>
            <a:r>
              <a:rPr sz="2200" dirty="0">
                <a:latin typeface="Calibri"/>
                <a:cs typeface="Calibri"/>
              </a:rPr>
              <a:t> </a:t>
            </a:r>
            <a:r>
              <a:rPr sz="2200" spc="-10" dirty="0">
                <a:latin typeface="Calibri"/>
                <a:cs typeface="Calibri"/>
              </a:rPr>
              <a:t>particular</a:t>
            </a:r>
            <a:r>
              <a:rPr sz="2200" spc="-15" dirty="0">
                <a:latin typeface="Calibri"/>
                <a:cs typeface="Calibri"/>
              </a:rPr>
              <a:t> </a:t>
            </a:r>
            <a:r>
              <a:rPr sz="2200" spc="-10" dirty="0">
                <a:latin typeface="Calibri"/>
                <a:cs typeface="Calibri"/>
              </a:rPr>
              <a:t>categories:</a:t>
            </a:r>
            <a:endParaRPr sz="2200">
              <a:latin typeface="Calibri"/>
              <a:cs typeface="Calibri"/>
            </a:endParaRPr>
          </a:p>
          <a:p>
            <a:pPr marL="756285" lvl="1" indent="-287020">
              <a:lnSpc>
                <a:spcPct val="100000"/>
              </a:lnSpc>
              <a:spcBef>
                <a:spcPts val="310"/>
              </a:spcBef>
              <a:buFont typeface="Arial MT"/>
              <a:buChar char="–"/>
              <a:tabLst>
                <a:tab pos="756285" algn="l"/>
                <a:tab pos="756920" algn="l"/>
              </a:tabLst>
            </a:pPr>
            <a:r>
              <a:rPr sz="2000" b="1" spc="-10" dirty="0">
                <a:solidFill>
                  <a:srgbClr val="C00000"/>
                </a:solidFill>
                <a:latin typeface="Calibri"/>
                <a:cs typeface="Calibri"/>
              </a:rPr>
              <a:t>Data-based </a:t>
            </a:r>
            <a:r>
              <a:rPr sz="2000" b="1" spc="-5" dirty="0">
                <a:solidFill>
                  <a:srgbClr val="C00000"/>
                </a:solidFill>
                <a:latin typeface="Calibri"/>
                <a:cs typeface="Calibri"/>
              </a:rPr>
              <a:t>model</a:t>
            </a:r>
            <a:endParaRPr sz="2000">
              <a:latin typeface="Calibri"/>
              <a:cs typeface="Calibri"/>
            </a:endParaRPr>
          </a:p>
          <a:p>
            <a:pPr marL="756285" lvl="1" indent="-287020">
              <a:lnSpc>
                <a:spcPct val="100000"/>
              </a:lnSpc>
              <a:spcBef>
                <a:spcPts val="300"/>
              </a:spcBef>
              <a:buFont typeface="Arial MT"/>
              <a:buChar char="–"/>
              <a:tabLst>
                <a:tab pos="756285" algn="l"/>
                <a:tab pos="756920" algn="l"/>
              </a:tabLst>
            </a:pPr>
            <a:r>
              <a:rPr sz="2000" b="1" dirty="0">
                <a:solidFill>
                  <a:srgbClr val="C00000"/>
                </a:solidFill>
                <a:latin typeface="Calibri"/>
                <a:cs typeface="Calibri"/>
              </a:rPr>
              <a:t>Activity-based</a:t>
            </a:r>
            <a:r>
              <a:rPr sz="2000" b="1" spc="-55" dirty="0">
                <a:solidFill>
                  <a:srgbClr val="C00000"/>
                </a:solidFill>
                <a:latin typeface="Calibri"/>
                <a:cs typeface="Calibri"/>
              </a:rPr>
              <a:t> </a:t>
            </a:r>
            <a:r>
              <a:rPr sz="2000" b="1" spc="-5" dirty="0">
                <a:solidFill>
                  <a:srgbClr val="C00000"/>
                </a:solidFill>
                <a:latin typeface="Calibri"/>
                <a:cs typeface="Calibri"/>
              </a:rPr>
              <a:t>model</a:t>
            </a:r>
            <a:endParaRPr sz="2000">
              <a:latin typeface="Calibri"/>
              <a:cs typeface="Calibri"/>
            </a:endParaRPr>
          </a:p>
          <a:p>
            <a:pPr marL="756285" lvl="1" indent="-287020">
              <a:lnSpc>
                <a:spcPct val="100000"/>
              </a:lnSpc>
              <a:spcBef>
                <a:spcPts val="300"/>
              </a:spcBef>
              <a:buFont typeface="Arial MT"/>
              <a:buChar char="–"/>
              <a:tabLst>
                <a:tab pos="756285" algn="l"/>
                <a:tab pos="756920" algn="l"/>
              </a:tabLst>
            </a:pPr>
            <a:r>
              <a:rPr sz="2000" b="1" spc="-5" dirty="0">
                <a:solidFill>
                  <a:srgbClr val="C00000"/>
                </a:solidFill>
                <a:latin typeface="Calibri"/>
                <a:cs typeface="Calibri"/>
              </a:rPr>
              <a:t>Role-based</a:t>
            </a:r>
            <a:r>
              <a:rPr sz="2000" b="1" spc="-45" dirty="0">
                <a:solidFill>
                  <a:srgbClr val="C00000"/>
                </a:solidFill>
                <a:latin typeface="Calibri"/>
                <a:cs typeface="Calibri"/>
              </a:rPr>
              <a:t> </a:t>
            </a:r>
            <a:r>
              <a:rPr sz="2000" b="1" spc="-5" dirty="0">
                <a:solidFill>
                  <a:srgbClr val="C00000"/>
                </a:solidFill>
                <a:latin typeface="Calibri"/>
                <a:cs typeface="Calibri"/>
              </a:rPr>
              <a:t>model</a:t>
            </a:r>
            <a:endParaRPr sz="2000">
              <a:latin typeface="Calibri"/>
              <a:cs typeface="Calibri"/>
            </a:endParaRPr>
          </a:p>
          <a:p>
            <a:pPr marL="354965" marR="5715" indent="-342900">
              <a:lnSpc>
                <a:spcPct val="100000"/>
              </a:lnSpc>
              <a:spcBef>
                <a:spcPts val="295"/>
              </a:spcBef>
              <a:buFont typeface="Arial MT"/>
              <a:buChar char="•"/>
              <a:tabLst>
                <a:tab pos="354965" algn="l"/>
                <a:tab pos="355600" algn="l"/>
              </a:tabLst>
            </a:pPr>
            <a:r>
              <a:rPr sz="2200" spc="-5" dirty="0">
                <a:latin typeface="Calibri"/>
                <a:cs typeface="Calibri"/>
              </a:rPr>
              <a:t>Khaleghi</a:t>
            </a:r>
            <a:r>
              <a:rPr sz="2200" spc="20" dirty="0">
                <a:latin typeface="Calibri"/>
                <a:cs typeface="Calibri"/>
              </a:rPr>
              <a:t> </a:t>
            </a:r>
            <a:r>
              <a:rPr sz="2200" spc="-10" dirty="0">
                <a:latin typeface="Calibri"/>
                <a:cs typeface="Calibri"/>
              </a:rPr>
              <a:t>et</a:t>
            </a:r>
            <a:r>
              <a:rPr sz="2200" spc="30" dirty="0">
                <a:latin typeface="Calibri"/>
                <a:cs typeface="Calibri"/>
              </a:rPr>
              <a:t> </a:t>
            </a:r>
            <a:r>
              <a:rPr sz="2200" spc="-5" dirty="0">
                <a:latin typeface="Calibri"/>
                <a:cs typeface="Calibri"/>
              </a:rPr>
              <a:t>al.</a:t>
            </a:r>
            <a:r>
              <a:rPr sz="2200" spc="30" dirty="0">
                <a:latin typeface="Calibri"/>
                <a:cs typeface="Calibri"/>
              </a:rPr>
              <a:t> </a:t>
            </a:r>
            <a:r>
              <a:rPr sz="2200" spc="-15" dirty="0">
                <a:latin typeface="Calibri"/>
                <a:cs typeface="Calibri"/>
              </a:rPr>
              <a:t>categorizes</a:t>
            </a:r>
            <a:r>
              <a:rPr sz="2200" spc="45" dirty="0">
                <a:latin typeface="Calibri"/>
                <a:cs typeface="Calibri"/>
              </a:rPr>
              <a:t> </a:t>
            </a:r>
            <a:r>
              <a:rPr sz="2200" b="1" spc="-15" dirty="0">
                <a:latin typeface="Calibri"/>
                <a:cs typeface="Calibri"/>
              </a:rPr>
              <a:t>data</a:t>
            </a:r>
            <a:r>
              <a:rPr sz="2200" b="1" spc="40" dirty="0">
                <a:latin typeface="Calibri"/>
                <a:cs typeface="Calibri"/>
              </a:rPr>
              <a:t> </a:t>
            </a:r>
            <a:r>
              <a:rPr sz="2200" b="1" spc="-10" dirty="0">
                <a:latin typeface="Calibri"/>
                <a:cs typeface="Calibri"/>
              </a:rPr>
              <a:t>fusion</a:t>
            </a:r>
            <a:r>
              <a:rPr sz="2200" b="1" spc="50" dirty="0">
                <a:latin typeface="Calibri"/>
                <a:cs typeface="Calibri"/>
              </a:rPr>
              <a:t> </a:t>
            </a:r>
            <a:r>
              <a:rPr sz="2200" b="1" spc="-10" dirty="0">
                <a:latin typeface="Calibri"/>
                <a:cs typeface="Calibri"/>
              </a:rPr>
              <a:t>frameworks</a:t>
            </a:r>
            <a:r>
              <a:rPr sz="2200" b="1" spc="30" dirty="0">
                <a:latin typeface="Calibri"/>
                <a:cs typeface="Calibri"/>
              </a:rPr>
              <a:t> </a:t>
            </a:r>
            <a:r>
              <a:rPr sz="2200" spc="-15" dirty="0">
                <a:latin typeface="Calibri"/>
                <a:cs typeface="Calibri"/>
              </a:rPr>
              <a:t>into</a:t>
            </a:r>
            <a:r>
              <a:rPr sz="2200" spc="30" dirty="0">
                <a:latin typeface="Calibri"/>
                <a:cs typeface="Calibri"/>
              </a:rPr>
              <a:t> </a:t>
            </a:r>
            <a:r>
              <a:rPr sz="2200" spc="-20" dirty="0">
                <a:latin typeface="Calibri"/>
                <a:cs typeface="Calibri"/>
              </a:rPr>
              <a:t>four</a:t>
            </a:r>
            <a:r>
              <a:rPr sz="2200" spc="40" dirty="0">
                <a:latin typeface="Calibri"/>
                <a:cs typeface="Calibri"/>
              </a:rPr>
              <a:t> </a:t>
            </a:r>
            <a:r>
              <a:rPr sz="2200" spc="-5" dirty="0">
                <a:latin typeface="Calibri"/>
                <a:cs typeface="Calibri"/>
              </a:rPr>
              <a:t>classes</a:t>
            </a:r>
            <a:r>
              <a:rPr sz="2200" spc="40" dirty="0">
                <a:latin typeface="Calibri"/>
                <a:cs typeface="Calibri"/>
              </a:rPr>
              <a:t> </a:t>
            </a:r>
            <a:r>
              <a:rPr sz="2200" spc="-5" dirty="0">
                <a:latin typeface="Calibri"/>
                <a:cs typeface="Calibri"/>
              </a:rPr>
              <a:t>based </a:t>
            </a:r>
            <a:r>
              <a:rPr sz="2200" spc="-480" dirty="0">
                <a:latin typeface="Calibri"/>
                <a:cs typeface="Calibri"/>
              </a:rPr>
              <a:t> </a:t>
            </a:r>
            <a:r>
              <a:rPr sz="2200" dirty="0">
                <a:latin typeface="Calibri"/>
                <a:cs typeface="Calibri"/>
              </a:rPr>
              <a:t>on</a:t>
            </a:r>
            <a:r>
              <a:rPr sz="2200" spc="-15" dirty="0">
                <a:latin typeface="Calibri"/>
                <a:cs typeface="Calibri"/>
              </a:rPr>
              <a:t> data-related</a:t>
            </a:r>
            <a:r>
              <a:rPr sz="2200" dirty="0">
                <a:latin typeface="Calibri"/>
                <a:cs typeface="Calibri"/>
              </a:rPr>
              <a:t> </a:t>
            </a:r>
            <a:r>
              <a:rPr sz="2200" spc="-5" dirty="0">
                <a:latin typeface="Calibri"/>
                <a:cs typeface="Calibri"/>
              </a:rPr>
              <a:t>aspects:</a:t>
            </a:r>
            <a:endParaRPr sz="2200">
              <a:latin typeface="Calibri"/>
              <a:cs typeface="Calibri"/>
            </a:endParaRPr>
          </a:p>
          <a:p>
            <a:pPr marL="635635" indent="-306705">
              <a:lnSpc>
                <a:spcPct val="100000"/>
              </a:lnSpc>
              <a:spcBef>
                <a:spcPts val="300"/>
              </a:spcBef>
              <a:buAutoNum type="romanLcParenBoth"/>
              <a:tabLst>
                <a:tab pos="636270" algn="l"/>
              </a:tabLst>
            </a:pPr>
            <a:r>
              <a:rPr sz="2200" b="1" spc="-10" dirty="0">
                <a:solidFill>
                  <a:srgbClr val="FF0000"/>
                </a:solidFill>
                <a:latin typeface="Calibri"/>
                <a:cs typeface="Calibri"/>
              </a:rPr>
              <a:t>imperfect</a:t>
            </a:r>
            <a:r>
              <a:rPr sz="2200" b="1" spc="25" dirty="0">
                <a:solidFill>
                  <a:srgbClr val="FF0000"/>
                </a:solidFill>
                <a:latin typeface="Calibri"/>
                <a:cs typeface="Calibri"/>
              </a:rPr>
              <a:t> </a:t>
            </a:r>
            <a:r>
              <a:rPr sz="2200" b="1" spc="-20" dirty="0">
                <a:solidFill>
                  <a:srgbClr val="FF0000"/>
                </a:solidFill>
                <a:latin typeface="Calibri"/>
                <a:cs typeface="Calibri"/>
              </a:rPr>
              <a:t>data</a:t>
            </a:r>
            <a:r>
              <a:rPr sz="2200" b="1" spc="10" dirty="0">
                <a:solidFill>
                  <a:srgbClr val="FF0000"/>
                </a:solidFill>
                <a:latin typeface="Calibri"/>
                <a:cs typeface="Calibri"/>
              </a:rPr>
              <a:t> </a:t>
            </a:r>
            <a:r>
              <a:rPr sz="2200" b="1" spc="-10" dirty="0">
                <a:solidFill>
                  <a:srgbClr val="FF0000"/>
                </a:solidFill>
                <a:latin typeface="Calibri"/>
                <a:cs typeface="Calibri"/>
              </a:rPr>
              <a:t>fusion</a:t>
            </a:r>
            <a:r>
              <a:rPr sz="2200" b="1" spc="15" dirty="0">
                <a:solidFill>
                  <a:srgbClr val="FF0000"/>
                </a:solidFill>
                <a:latin typeface="Calibri"/>
                <a:cs typeface="Calibri"/>
              </a:rPr>
              <a:t> </a:t>
            </a:r>
            <a:r>
              <a:rPr sz="2200" b="1" spc="-15" dirty="0">
                <a:solidFill>
                  <a:srgbClr val="FF0000"/>
                </a:solidFill>
                <a:latin typeface="Calibri"/>
                <a:cs typeface="Calibri"/>
              </a:rPr>
              <a:t>framework</a:t>
            </a:r>
            <a:endParaRPr sz="2200">
              <a:latin typeface="Calibri"/>
              <a:cs typeface="Calibri"/>
            </a:endParaRPr>
          </a:p>
          <a:p>
            <a:pPr marL="814069" lvl="1" indent="-344805">
              <a:lnSpc>
                <a:spcPct val="100000"/>
              </a:lnSpc>
              <a:spcBef>
                <a:spcPts val="310"/>
              </a:spcBef>
              <a:buFont typeface="Arial MT"/>
              <a:buChar char="–"/>
              <a:tabLst>
                <a:tab pos="814069" algn="l"/>
                <a:tab pos="814705" algn="l"/>
              </a:tabLst>
            </a:pPr>
            <a:r>
              <a:rPr sz="2000" spc="-10" dirty="0">
                <a:latin typeface="Calibri"/>
                <a:cs typeface="Calibri"/>
              </a:rPr>
              <a:t>Related</a:t>
            </a:r>
            <a:r>
              <a:rPr sz="2000" spc="360" dirty="0">
                <a:latin typeface="Calibri"/>
                <a:cs typeface="Calibri"/>
              </a:rPr>
              <a:t> </a:t>
            </a:r>
            <a:r>
              <a:rPr sz="2000" spc="-10" dirty="0">
                <a:latin typeface="Calibri"/>
                <a:cs typeface="Calibri"/>
              </a:rPr>
              <a:t>to</a:t>
            </a:r>
            <a:r>
              <a:rPr sz="2000" spc="360" dirty="0">
                <a:latin typeface="Calibri"/>
                <a:cs typeface="Calibri"/>
              </a:rPr>
              <a:t> </a:t>
            </a:r>
            <a:r>
              <a:rPr sz="2000" spc="-15" dirty="0">
                <a:latin typeface="Calibri"/>
                <a:cs typeface="Calibri"/>
              </a:rPr>
              <a:t>data</a:t>
            </a:r>
            <a:r>
              <a:rPr sz="2000" spc="360" dirty="0">
                <a:latin typeface="Calibri"/>
                <a:cs typeface="Calibri"/>
              </a:rPr>
              <a:t> </a:t>
            </a:r>
            <a:r>
              <a:rPr sz="2000" spc="-5" dirty="0">
                <a:latin typeface="Calibri"/>
                <a:cs typeface="Calibri"/>
              </a:rPr>
              <a:t>imperfection,</a:t>
            </a:r>
            <a:r>
              <a:rPr sz="2000" spc="360" dirty="0">
                <a:latin typeface="Calibri"/>
                <a:cs typeface="Calibri"/>
              </a:rPr>
              <a:t> </a:t>
            </a:r>
            <a:r>
              <a:rPr sz="2000" spc="-5" dirty="0">
                <a:latin typeface="Calibri"/>
                <a:cs typeface="Calibri"/>
              </a:rPr>
              <a:t>which</a:t>
            </a:r>
            <a:r>
              <a:rPr sz="2000" spc="355" dirty="0">
                <a:latin typeface="Calibri"/>
                <a:cs typeface="Calibri"/>
              </a:rPr>
              <a:t> </a:t>
            </a:r>
            <a:r>
              <a:rPr sz="2000" spc="-5" dirty="0">
                <a:latin typeface="Calibri"/>
                <a:cs typeface="Calibri"/>
              </a:rPr>
              <a:t>is</a:t>
            </a:r>
            <a:r>
              <a:rPr sz="2000" spc="355" dirty="0">
                <a:latin typeface="Calibri"/>
                <a:cs typeface="Calibri"/>
              </a:rPr>
              <a:t> </a:t>
            </a:r>
            <a:r>
              <a:rPr sz="2000" spc="-5" dirty="0">
                <a:latin typeface="Calibri"/>
                <a:cs typeface="Calibri"/>
              </a:rPr>
              <a:t>one</a:t>
            </a:r>
            <a:r>
              <a:rPr sz="2000" spc="360" dirty="0">
                <a:latin typeface="Calibri"/>
                <a:cs typeface="Calibri"/>
              </a:rPr>
              <a:t> </a:t>
            </a:r>
            <a:r>
              <a:rPr sz="2000" dirty="0">
                <a:latin typeface="Calibri"/>
                <a:cs typeface="Calibri"/>
              </a:rPr>
              <a:t>the</a:t>
            </a:r>
            <a:r>
              <a:rPr sz="2000" spc="365" dirty="0">
                <a:latin typeface="Calibri"/>
                <a:cs typeface="Calibri"/>
              </a:rPr>
              <a:t> </a:t>
            </a:r>
            <a:r>
              <a:rPr sz="2000" spc="-5" dirty="0">
                <a:latin typeface="Calibri"/>
                <a:cs typeface="Calibri"/>
              </a:rPr>
              <a:t>main</a:t>
            </a:r>
            <a:r>
              <a:rPr sz="2000" spc="365" dirty="0">
                <a:latin typeface="Calibri"/>
                <a:cs typeface="Calibri"/>
              </a:rPr>
              <a:t> </a:t>
            </a:r>
            <a:r>
              <a:rPr sz="2000" spc="-15" dirty="0">
                <a:latin typeface="Calibri"/>
                <a:cs typeface="Calibri"/>
              </a:rPr>
              <a:t>data</a:t>
            </a:r>
            <a:r>
              <a:rPr sz="2000" spc="365" dirty="0">
                <a:latin typeface="Calibri"/>
                <a:cs typeface="Calibri"/>
              </a:rPr>
              <a:t> </a:t>
            </a:r>
            <a:r>
              <a:rPr sz="2000" dirty="0">
                <a:latin typeface="Calibri"/>
                <a:cs typeface="Calibri"/>
              </a:rPr>
              <a:t>challenges</a:t>
            </a:r>
            <a:r>
              <a:rPr sz="2000" spc="355" dirty="0">
                <a:latin typeface="Calibri"/>
                <a:cs typeface="Calibri"/>
              </a:rPr>
              <a:t> </a:t>
            </a:r>
            <a:r>
              <a:rPr sz="2000" dirty="0">
                <a:latin typeface="Calibri"/>
                <a:cs typeface="Calibri"/>
              </a:rPr>
              <a:t>and</a:t>
            </a:r>
            <a:endParaRPr sz="2000">
              <a:latin typeface="Calibri"/>
              <a:cs typeface="Calibri"/>
            </a:endParaRPr>
          </a:p>
          <a:p>
            <a:pPr marL="756285">
              <a:lnSpc>
                <a:spcPct val="100000"/>
              </a:lnSpc>
            </a:pPr>
            <a:r>
              <a:rPr sz="2000" dirty="0">
                <a:latin typeface="Calibri"/>
                <a:cs typeface="Calibri"/>
              </a:rPr>
              <a:t>caused</a:t>
            </a:r>
            <a:r>
              <a:rPr sz="2000" spc="-5" dirty="0">
                <a:latin typeface="Calibri"/>
                <a:cs typeface="Calibri"/>
              </a:rPr>
              <a:t> by</a:t>
            </a:r>
            <a:r>
              <a:rPr sz="2000" spc="-15" dirty="0">
                <a:latin typeface="Calibri"/>
                <a:cs typeface="Calibri"/>
              </a:rPr>
              <a:t> </a:t>
            </a:r>
            <a:r>
              <a:rPr sz="2000" spc="-5" dirty="0">
                <a:latin typeface="Calibri"/>
                <a:cs typeface="Calibri"/>
              </a:rPr>
              <a:t>impreciseness,</a:t>
            </a:r>
            <a:r>
              <a:rPr sz="2000" spc="40" dirty="0">
                <a:latin typeface="Calibri"/>
                <a:cs typeface="Calibri"/>
              </a:rPr>
              <a:t> </a:t>
            </a:r>
            <a:r>
              <a:rPr sz="2000" spc="-5" dirty="0">
                <a:latin typeface="Calibri"/>
                <a:cs typeface="Calibri"/>
              </a:rPr>
              <a:t>incompleteness,</a:t>
            </a:r>
            <a:r>
              <a:rPr sz="2000" spc="20" dirty="0">
                <a:latin typeface="Calibri"/>
                <a:cs typeface="Calibri"/>
              </a:rPr>
              <a:t> </a:t>
            </a:r>
            <a:r>
              <a:rPr sz="2000" spc="-5" dirty="0">
                <a:latin typeface="Calibri"/>
                <a:cs typeface="Calibri"/>
              </a:rPr>
              <a:t>vagueness, or</a:t>
            </a:r>
            <a:r>
              <a:rPr sz="2000" spc="-10" dirty="0">
                <a:latin typeface="Calibri"/>
                <a:cs typeface="Calibri"/>
              </a:rPr>
              <a:t> </a:t>
            </a:r>
            <a:r>
              <a:rPr sz="2000" spc="-5" dirty="0">
                <a:latin typeface="Calibri"/>
                <a:cs typeface="Calibri"/>
              </a:rPr>
              <a:t>uncertainty</a:t>
            </a:r>
            <a:endParaRPr sz="2000">
              <a:latin typeface="Calibri"/>
              <a:cs typeface="Calibri"/>
            </a:endParaRPr>
          </a:p>
          <a:p>
            <a:pPr marL="768350" indent="-375920">
              <a:lnSpc>
                <a:spcPct val="100000"/>
              </a:lnSpc>
              <a:spcBef>
                <a:spcPts val="290"/>
              </a:spcBef>
              <a:buAutoNum type="romanLcParenBoth" startAt="2"/>
              <a:tabLst>
                <a:tab pos="768985" algn="l"/>
              </a:tabLst>
            </a:pPr>
            <a:r>
              <a:rPr sz="2200" b="1" spc="-15" dirty="0">
                <a:solidFill>
                  <a:srgbClr val="FF0000"/>
                </a:solidFill>
                <a:latin typeface="Calibri"/>
                <a:cs typeface="Calibri"/>
              </a:rPr>
              <a:t>correlated</a:t>
            </a:r>
            <a:r>
              <a:rPr sz="2200" b="1" spc="45" dirty="0">
                <a:solidFill>
                  <a:srgbClr val="FF0000"/>
                </a:solidFill>
                <a:latin typeface="Calibri"/>
                <a:cs typeface="Calibri"/>
              </a:rPr>
              <a:t> </a:t>
            </a:r>
            <a:r>
              <a:rPr sz="2200" b="1" spc="-20" dirty="0">
                <a:solidFill>
                  <a:srgbClr val="FF0000"/>
                </a:solidFill>
                <a:latin typeface="Calibri"/>
                <a:cs typeface="Calibri"/>
              </a:rPr>
              <a:t>data</a:t>
            </a:r>
            <a:r>
              <a:rPr sz="2200" b="1" spc="15" dirty="0">
                <a:solidFill>
                  <a:srgbClr val="FF0000"/>
                </a:solidFill>
                <a:latin typeface="Calibri"/>
                <a:cs typeface="Calibri"/>
              </a:rPr>
              <a:t> </a:t>
            </a:r>
            <a:r>
              <a:rPr sz="2200" b="1" spc="-10" dirty="0">
                <a:solidFill>
                  <a:srgbClr val="FF0000"/>
                </a:solidFill>
                <a:latin typeface="Calibri"/>
                <a:cs typeface="Calibri"/>
              </a:rPr>
              <a:t>fusion</a:t>
            </a:r>
            <a:r>
              <a:rPr sz="2200" b="1" spc="5" dirty="0">
                <a:solidFill>
                  <a:srgbClr val="FF0000"/>
                </a:solidFill>
                <a:latin typeface="Calibri"/>
                <a:cs typeface="Calibri"/>
              </a:rPr>
              <a:t> </a:t>
            </a:r>
            <a:r>
              <a:rPr sz="2200" b="1" spc="-15" dirty="0">
                <a:solidFill>
                  <a:srgbClr val="FF0000"/>
                </a:solidFill>
                <a:latin typeface="Calibri"/>
                <a:cs typeface="Calibri"/>
              </a:rPr>
              <a:t>framework</a:t>
            </a:r>
            <a:endParaRPr sz="2200">
              <a:latin typeface="Calibri"/>
              <a:cs typeface="Calibri"/>
            </a:endParaRPr>
          </a:p>
          <a:p>
            <a:pPr marL="756285" lvl="1" indent="-287020">
              <a:lnSpc>
                <a:spcPct val="100000"/>
              </a:lnSpc>
              <a:spcBef>
                <a:spcPts val="310"/>
              </a:spcBef>
              <a:buFont typeface="Arial MT"/>
              <a:buChar char="–"/>
              <a:tabLst>
                <a:tab pos="756285" algn="l"/>
                <a:tab pos="756920" algn="l"/>
              </a:tabLst>
            </a:pPr>
            <a:r>
              <a:rPr sz="2000" spc="-15" dirty="0">
                <a:latin typeface="Calibri"/>
                <a:cs typeface="Calibri"/>
              </a:rPr>
              <a:t>Related</a:t>
            </a:r>
            <a:r>
              <a:rPr sz="2000" spc="5" dirty="0">
                <a:latin typeface="Calibri"/>
                <a:cs typeface="Calibri"/>
              </a:rPr>
              <a:t> </a:t>
            </a:r>
            <a:r>
              <a:rPr sz="2000" spc="-15" dirty="0">
                <a:latin typeface="Calibri"/>
                <a:cs typeface="Calibri"/>
              </a:rPr>
              <a:t>to</a:t>
            </a:r>
            <a:r>
              <a:rPr sz="2000" spc="-10" dirty="0">
                <a:latin typeface="Calibri"/>
                <a:cs typeface="Calibri"/>
              </a:rPr>
              <a:t> </a:t>
            </a:r>
            <a:r>
              <a:rPr sz="2000" dirty="0">
                <a:latin typeface="Calibri"/>
                <a:cs typeface="Calibri"/>
              </a:rPr>
              <a:t>dependency</a:t>
            </a:r>
            <a:r>
              <a:rPr sz="2000" spc="-30" dirty="0">
                <a:latin typeface="Calibri"/>
                <a:cs typeface="Calibri"/>
              </a:rPr>
              <a:t> </a:t>
            </a:r>
            <a:r>
              <a:rPr sz="2000" spc="-5" dirty="0">
                <a:latin typeface="Calibri"/>
                <a:cs typeface="Calibri"/>
              </a:rPr>
              <a:t>of</a:t>
            </a:r>
            <a:r>
              <a:rPr sz="2000" spc="-15" dirty="0">
                <a:latin typeface="Calibri"/>
                <a:cs typeface="Calibri"/>
              </a:rPr>
              <a:t> </a:t>
            </a:r>
            <a:r>
              <a:rPr sz="2000" spc="-10" dirty="0">
                <a:latin typeface="Calibri"/>
                <a:cs typeface="Calibri"/>
              </a:rPr>
              <a:t>data.</a:t>
            </a:r>
            <a:endParaRPr sz="2000">
              <a:latin typeface="Calibri"/>
              <a:cs typeface="Calibri"/>
            </a:endParaRPr>
          </a:p>
          <a:p>
            <a:pPr marL="772795" indent="-443865">
              <a:lnSpc>
                <a:spcPct val="100000"/>
              </a:lnSpc>
              <a:spcBef>
                <a:spcPts val="295"/>
              </a:spcBef>
              <a:buAutoNum type="romanLcParenBoth" startAt="2"/>
              <a:tabLst>
                <a:tab pos="773430" algn="l"/>
              </a:tabLst>
            </a:pPr>
            <a:r>
              <a:rPr sz="2200" b="1" spc="-15" dirty="0">
                <a:solidFill>
                  <a:srgbClr val="FF0000"/>
                </a:solidFill>
                <a:latin typeface="Calibri"/>
                <a:cs typeface="Calibri"/>
              </a:rPr>
              <a:t>inconsistent</a:t>
            </a:r>
            <a:r>
              <a:rPr sz="2200" b="1" spc="25" dirty="0">
                <a:solidFill>
                  <a:srgbClr val="FF0000"/>
                </a:solidFill>
                <a:latin typeface="Calibri"/>
                <a:cs typeface="Calibri"/>
              </a:rPr>
              <a:t> </a:t>
            </a:r>
            <a:r>
              <a:rPr sz="2200" b="1" spc="-20" dirty="0">
                <a:solidFill>
                  <a:srgbClr val="FF0000"/>
                </a:solidFill>
                <a:latin typeface="Calibri"/>
                <a:cs typeface="Calibri"/>
              </a:rPr>
              <a:t>data</a:t>
            </a:r>
            <a:r>
              <a:rPr sz="2200" b="1" spc="30" dirty="0">
                <a:solidFill>
                  <a:srgbClr val="FF0000"/>
                </a:solidFill>
                <a:latin typeface="Calibri"/>
                <a:cs typeface="Calibri"/>
              </a:rPr>
              <a:t> </a:t>
            </a:r>
            <a:r>
              <a:rPr sz="2200" b="1" spc="-10" dirty="0">
                <a:solidFill>
                  <a:srgbClr val="FF0000"/>
                </a:solidFill>
                <a:latin typeface="Calibri"/>
                <a:cs typeface="Calibri"/>
              </a:rPr>
              <a:t>fusion</a:t>
            </a:r>
            <a:r>
              <a:rPr sz="2200" b="1" spc="10" dirty="0">
                <a:solidFill>
                  <a:srgbClr val="FF0000"/>
                </a:solidFill>
                <a:latin typeface="Calibri"/>
                <a:cs typeface="Calibri"/>
              </a:rPr>
              <a:t> </a:t>
            </a:r>
            <a:r>
              <a:rPr sz="2200" b="1" spc="-20" dirty="0">
                <a:solidFill>
                  <a:srgbClr val="FF0000"/>
                </a:solidFill>
                <a:latin typeface="Calibri"/>
                <a:cs typeface="Calibri"/>
              </a:rPr>
              <a:t>framework</a:t>
            </a:r>
            <a:endParaRPr sz="2200">
              <a:latin typeface="Calibri"/>
              <a:cs typeface="Calibri"/>
            </a:endParaRPr>
          </a:p>
          <a:p>
            <a:pPr marL="756285" lvl="1" indent="-287020">
              <a:lnSpc>
                <a:spcPct val="100000"/>
              </a:lnSpc>
              <a:spcBef>
                <a:spcPts val="305"/>
              </a:spcBef>
              <a:buFont typeface="Arial MT"/>
              <a:buChar char="–"/>
              <a:tabLst>
                <a:tab pos="756285" algn="l"/>
                <a:tab pos="756920" algn="l"/>
              </a:tabLst>
            </a:pPr>
            <a:r>
              <a:rPr sz="2000" spc="-5" dirty="0">
                <a:latin typeface="Calibri"/>
                <a:cs typeface="Calibri"/>
              </a:rPr>
              <a:t>Conflict</a:t>
            </a:r>
            <a:r>
              <a:rPr sz="2000" spc="-25" dirty="0">
                <a:latin typeface="Calibri"/>
                <a:cs typeface="Calibri"/>
              </a:rPr>
              <a:t> </a:t>
            </a:r>
            <a:r>
              <a:rPr sz="2000" spc="-5" dirty="0">
                <a:latin typeface="Calibri"/>
                <a:cs typeface="Calibri"/>
              </a:rPr>
              <a:t>of</a:t>
            </a:r>
            <a:r>
              <a:rPr sz="2000" spc="-30" dirty="0">
                <a:latin typeface="Calibri"/>
                <a:cs typeface="Calibri"/>
              </a:rPr>
              <a:t> </a:t>
            </a:r>
            <a:r>
              <a:rPr sz="2000" spc="-15" dirty="0">
                <a:latin typeface="Calibri"/>
                <a:cs typeface="Calibri"/>
              </a:rPr>
              <a:t>data</a:t>
            </a:r>
            <a:endParaRPr sz="2000">
              <a:latin typeface="Calibri"/>
              <a:cs typeface="Calibri"/>
            </a:endParaRPr>
          </a:p>
          <a:p>
            <a:pPr marL="768350" indent="-439420">
              <a:lnSpc>
                <a:spcPct val="100000"/>
              </a:lnSpc>
              <a:spcBef>
                <a:spcPts val="295"/>
              </a:spcBef>
              <a:buAutoNum type="romanLcParenBoth" startAt="2"/>
              <a:tabLst>
                <a:tab pos="768985" algn="l"/>
              </a:tabLst>
            </a:pPr>
            <a:r>
              <a:rPr sz="2200" b="1" spc="-20" dirty="0">
                <a:solidFill>
                  <a:srgbClr val="FF0000"/>
                </a:solidFill>
                <a:latin typeface="Calibri"/>
                <a:cs typeface="Calibri"/>
              </a:rPr>
              <a:t>disparate</a:t>
            </a:r>
            <a:r>
              <a:rPr sz="2200" b="1" spc="20" dirty="0">
                <a:solidFill>
                  <a:srgbClr val="FF0000"/>
                </a:solidFill>
                <a:latin typeface="Calibri"/>
                <a:cs typeface="Calibri"/>
              </a:rPr>
              <a:t> </a:t>
            </a:r>
            <a:r>
              <a:rPr sz="2200" b="1" spc="-20" dirty="0">
                <a:solidFill>
                  <a:srgbClr val="FF0000"/>
                </a:solidFill>
                <a:latin typeface="Calibri"/>
                <a:cs typeface="Calibri"/>
              </a:rPr>
              <a:t>data</a:t>
            </a:r>
            <a:r>
              <a:rPr sz="2200" b="1" spc="20" dirty="0">
                <a:solidFill>
                  <a:srgbClr val="FF0000"/>
                </a:solidFill>
                <a:latin typeface="Calibri"/>
                <a:cs typeface="Calibri"/>
              </a:rPr>
              <a:t> </a:t>
            </a:r>
            <a:r>
              <a:rPr sz="2200" b="1" spc="-10" dirty="0">
                <a:solidFill>
                  <a:srgbClr val="FF0000"/>
                </a:solidFill>
                <a:latin typeface="Calibri"/>
                <a:cs typeface="Calibri"/>
              </a:rPr>
              <a:t>fusion</a:t>
            </a:r>
            <a:r>
              <a:rPr sz="2200" b="1" spc="15" dirty="0">
                <a:solidFill>
                  <a:srgbClr val="FF0000"/>
                </a:solidFill>
                <a:latin typeface="Calibri"/>
                <a:cs typeface="Calibri"/>
              </a:rPr>
              <a:t> </a:t>
            </a:r>
            <a:r>
              <a:rPr sz="2200" b="1" spc="-15" dirty="0">
                <a:solidFill>
                  <a:srgbClr val="FF0000"/>
                </a:solidFill>
                <a:latin typeface="Calibri"/>
                <a:cs typeface="Calibri"/>
              </a:rPr>
              <a:t>framework</a:t>
            </a:r>
            <a:endParaRPr sz="2200">
              <a:latin typeface="Calibri"/>
              <a:cs typeface="Calibri"/>
            </a:endParaRPr>
          </a:p>
          <a:p>
            <a:pPr marL="756285" lvl="1" indent="-287020">
              <a:lnSpc>
                <a:spcPct val="100000"/>
              </a:lnSpc>
              <a:spcBef>
                <a:spcPts val="305"/>
              </a:spcBef>
              <a:buFont typeface="Arial MT"/>
              <a:buChar char="–"/>
              <a:tabLst>
                <a:tab pos="756285" algn="l"/>
                <a:tab pos="756920" algn="l"/>
              </a:tabLst>
            </a:pPr>
            <a:r>
              <a:rPr sz="2000" spc="-10" dirty="0">
                <a:latin typeface="Calibri"/>
                <a:cs typeface="Calibri"/>
              </a:rPr>
              <a:t>Diversity </a:t>
            </a:r>
            <a:r>
              <a:rPr sz="2000" spc="-5" dirty="0">
                <a:latin typeface="Calibri"/>
                <a:cs typeface="Calibri"/>
              </a:rPr>
              <a:t>on</a:t>
            </a:r>
            <a:r>
              <a:rPr sz="2000" spc="-35" dirty="0">
                <a:latin typeface="Calibri"/>
                <a:cs typeface="Calibri"/>
              </a:rPr>
              <a:t> </a:t>
            </a:r>
            <a:r>
              <a:rPr sz="2000" spc="-15" dirty="0">
                <a:latin typeface="Calibri"/>
                <a:cs typeface="Calibri"/>
              </a:rPr>
              <a:t>data</a:t>
            </a:r>
            <a:endParaRPr sz="2000">
              <a:latin typeface="Calibri"/>
              <a:cs typeface="Calibri"/>
            </a:endParaRPr>
          </a:p>
        </p:txBody>
      </p:sp>
      <p:pic>
        <p:nvPicPr>
          <p:cNvPr id="4" name="object 4"/>
          <p:cNvPicPr/>
          <p:nvPr/>
        </p:nvPicPr>
        <p:blipFill>
          <a:blip r:embed="Radcf35a49bfc46df" cstate="print"/>
          <a:stretch>
            <a:fillRect/>
          </a:stretch>
        </p:blipFill>
        <p:spPr>
          <a:xfrm>
            <a:off x="6228207" y="4622624"/>
            <a:ext cx="2915792" cy="21907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65303"/>
            <a:ext cx="8702040" cy="2641600"/>
          </a:xfrm>
          <a:prstGeom prst="rect">
            <a:avLst/>
          </a:prstGeom>
        </p:spPr>
        <p:txBody>
          <a:bodyPr vert="horz" wrap="square" lIns="0" tIns="79375" rIns="0" bIns="0" rtlCol="0">
            <a:spAutoFit/>
          </a:bodyPr>
          <a:lstStyle/>
          <a:p>
            <a:pPr marL="12700">
              <a:lnSpc>
                <a:spcPct val="100000"/>
              </a:lnSpc>
              <a:spcBef>
                <a:spcPts val="625"/>
              </a:spcBef>
            </a:pPr>
            <a:r>
              <a:rPr sz="2200" b="1" spc="-5" dirty="0">
                <a:latin typeface="Calibri"/>
                <a:cs typeface="Calibri"/>
              </a:rPr>
              <a:t>iii)</a:t>
            </a:r>
            <a:r>
              <a:rPr sz="2200" b="1" spc="-30" dirty="0">
                <a:latin typeface="Calibri"/>
                <a:cs typeface="Calibri"/>
              </a:rPr>
              <a:t> </a:t>
            </a:r>
            <a:r>
              <a:rPr sz="2200" b="1" spc="-20" dirty="0">
                <a:latin typeface="Calibri"/>
                <a:cs typeface="Calibri"/>
              </a:rPr>
              <a:t>Edge</a:t>
            </a:r>
            <a:r>
              <a:rPr sz="2200" b="1" dirty="0">
                <a:latin typeface="Calibri"/>
                <a:cs typeface="Calibri"/>
              </a:rPr>
              <a:t> </a:t>
            </a:r>
            <a:r>
              <a:rPr sz="2200" b="1" spc="-10" dirty="0">
                <a:latin typeface="Calibri"/>
                <a:cs typeface="Calibri"/>
              </a:rPr>
              <a:t>Mining</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15" dirty="0">
                <a:latin typeface="Calibri"/>
                <a:cs typeface="Calibri"/>
              </a:rPr>
              <a:t>Fog</a:t>
            </a:r>
            <a:r>
              <a:rPr sz="2200" spc="125" dirty="0">
                <a:latin typeface="Calibri"/>
                <a:cs typeface="Calibri"/>
              </a:rPr>
              <a:t> </a:t>
            </a:r>
            <a:r>
              <a:rPr sz="2200" spc="-5" dirty="0">
                <a:latin typeface="Calibri"/>
                <a:cs typeface="Calibri"/>
              </a:rPr>
              <a:t>computing</a:t>
            </a:r>
            <a:r>
              <a:rPr sz="2200" spc="125" dirty="0">
                <a:latin typeface="Calibri"/>
                <a:cs typeface="Calibri"/>
              </a:rPr>
              <a:t> </a:t>
            </a:r>
            <a:r>
              <a:rPr sz="2200" spc="-15" dirty="0">
                <a:latin typeface="Calibri"/>
                <a:cs typeface="Calibri"/>
              </a:rPr>
              <a:t>can</a:t>
            </a:r>
            <a:r>
              <a:rPr sz="2200" spc="135" dirty="0">
                <a:latin typeface="Calibri"/>
                <a:cs typeface="Calibri"/>
              </a:rPr>
              <a:t> </a:t>
            </a:r>
            <a:r>
              <a:rPr sz="2200" dirty="0">
                <a:latin typeface="Calibri"/>
                <a:cs typeface="Calibri"/>
              </a:rPr>
              <a:t>be</a:t>
            </a:r>
            <a:r>
              <a:rPr sz="2200" spc="155" dirty="0">
                <a:latin typeface="Calibri"/>
                <a:cs typeface="Calibri"/>
              </a:rPr>
              <a:t> </a:t>
            </a:r>
            <a:r>
              <a:rPr sz="2200" spc="-20" dirty="0">
                <a:latin typeface="Calibri"/>
                <a:cs typeface="Calibri"/>
              </a:rPr>
              <a:t>effective</a:t>
            </a:r>
            <a:r>
              <a:rPr sz="2200" spc="140" dirty="0">
                <a:latin typeface="Calibri"/>
                <a:cs typeface="Calibri"/>
              </a:rPr>
              <a:t> </a:t>
            </a:r>
            <a:r>
              <a:rPr sz="2200" spc="-20" dirty="0">
                <a:latin typeface="Calibri"/>
                <a:cs typeface="Calibri"/>
              </a:rPr>
              <a:t>for</a:t>
            </a:r>
            <a:r>
              <a:rPr sz="2200" spc="130" dirty="0">
                <a:latin typeface="Calibri"/>
                <a:cs typeface="Calibri"/>
              </a:rPr>
              <a:t> </a:t>
            </a:r>
            <a:r>
              <a:rPr sz="2200" spc="-5" dirty="0">
                <a:latin typeface="Calibri"/>
                <a:cs typeface="Calibri"/>
              </a:rPr>
              <a:t>local</a:t>
            </a:r>
            <a:r>
              <a:rPr sz="2200" spc="130" dirty="0">
                <a:latin typeface="Calibri"/>
                <a:cs typeface="Calibri"/>
              </a:rPr>
              <a:t> </a:t>
            </a:r>
            <a:r>
              <a:rPr sz="2200" spc="-5" dirty="0">
                <a:latin typeface="Calibri"/>
                <a:cs typeface="Calibri"/>
              </a:rPr>
              <a:t>analytics</a:t>
            </a:r>
            <a:r>
              <a:rPr sz="2200" spc="140" dirty="0">
                <a:latin typeface="Calibri"/>
                <a:cs typeface="Calibri"/>
              </a:rPr>
              <a:t> </a:t>
            </a:r>
            <a:r>
              <a:rPr sz="2200" spc="-5" dirty="0">
                <a:latin typeface="Calibri"/>
                <a:cs typeface="Calibri"/>
              </a:rPr>
              <a:t>and</a:t>
            </a:r>
            <a:r>
              <a:rPr sz="2200" spc="130" dirty="0">
                <a:latin typeface="Calibri"/>
                <a:cs typeface="Calibri"/>
              </a:rPr>
              <a:t> </a:t>
            </a:r>
            <a:r>
              <a:rPr sz="2200" spc="-15" dirty="0">
                <a:latin typeface="Calibri"/>
                <a:cs typeface="Calibri"/>
              </a:rPr>
              <a:t>stream</a:t>
            </a:r>
            <a:r>
              <a:rPr sz="2200" spc="130" dirty="0">
                <a:latin typeface="Calibri"/>
                <a:cs typeface="Calibri"/>
              </a:rPr>
              <a:t> </a:t>
            </a:r>
            <a:r>
              <a:rPr sz="2200" spc="-5" dirty="0">
                <a:latin typeface="Calibri"/>
                <a:cs typeface="Calibri"/>
              </a:rPr>
              <a:t>processing</a:t>
            </a:r>
            <a:endParaRPr sz="2200">
              <a:latin typeface="Calibri"/>
              <a:cs typeface="Calibri"/>
            </a:endParaRPr>
          </a:p>
          <a:p>
            <a:pPr marL="355600">
              <a:lnSpc>
                <a:spcPct val="100000"/>
              </a:lnSpc>
              <a:spcBef>
                <a:spcPts val="5"/>
              </a:spcBef>
            </a:pPr>
            <a:r>
              <a:rPr sz="2200" spc="-20" dirty="0">
                <a:latin typeface="Calibri"/>
                <a:cs typeface="Calibri"/>
              </a:rPr>
              <a:t>to</a:t>
            </a:r>
            <a:r>
              <a:rPr sz="2200" dirty="0">
                <a:latin typeface="Calibri"/>
                <a:cs typeface="Calibri"/>
              </a:rPr>
              <a:t> </a:t>
            </a:r>
            <a:r>
              <a:rPr sz="2200" spc="-10" dirty="0">
                <a:latin typeface="Calibri"/>
                <a:cs typeface="Calibri"/>
              </a:rPr>
              <a:t>reduce </a:t>
            </a:r>
            <a:r>
              <a:rPr sz="2200" spc="-5" dirty="0">
                <a:latin typeface="Calibri"/>
                <a:cs typeface="Calibri"/>
              </a:rPr>
              <a:t>the</a:t>
            </a:r>
            <a:r>
              <a:rPr sz="2200" spc="10" dirty="0">
                <a:latin typeface="Calibri"/>
                <a:cs typeface="Calibri"/>
              </a:rPr>
              <a:t> </a:t>
            </a:r>
            <a:r>
              <a:rPr sz="2200" spc="-10" dirty="0">
                <a:latin typeface="Calibri"/>
                <a:cs typeface="Calibri"/>
              </a:rPr>
              <a:t>volume</a:t>
            </a:r>
            <a:r>
              <a:rPr sz="2200" dirty="0">
                <a:latin typeface="Calibri"/>
                <a:cs typeface="Calibri"/>
              </a:rPr>
              <a:t> </a:t>
            </a:r>
            <a:r>
              <a:rPr sz="2200" spc="-5" dirty="0">
                <a:latin typeface="Calibri"/>
                <a:cs typeface="Calibri"/>
              </a:rPr>
              <a:t>of</a:t>
            </a:r>
            <a:r>
              <a:rPr sz="2200" dirty="0">
                <a:latin typeface="Calibri"/>
                <a:cs typeface="Calibri"/>
              </a:rPr>
              <a:t> </a:t>
            </a:r>
            <a:r>
              <a:rPr sz="2200" spc="-15" dirty="0">
                <a:latin typeface="Calibri"/>
                <a:cs typeface="Calibri"/>
              </a:rPr>
              <a:t>data.</a:t>
            </a:r>
            <a:endParaRPr sz="2200">
              <a:latin typeface="Calibri"/>
              <a:cs typeface="Calibri"/>
            </a:endParaRPr>
          </a:p>
          <a:p>
            <a:pPr marL="355600" marR="6350" indent="-342900">
              <a:lnSpc>
                <a:spcPct val="100000"/>
              </a:lnSpc>
              <a:spcBef>
                <a:spcPts val="525"/>
              </a:spcBef>
              <a:buFont typeface="Arial MT"/>
              <a:buChar char="•"/>
              <a:tabLst>
                <a:tab pos="354965" algn="l"/>
                <a:tab pos="355600" algn="l"/>
              </a:tabLst>
            </a:pPr>
            <a:r>
              <a:rPr sz="2200" spc="-20" dirty="0">
                <a:latin typeface="Calibri"/>
                <a:cs typeface="Calibri"/>
              </a:rPr>
              <a:t>Edge</a:t>
            </a:r>
            <a:r>
              <a:rPr sz="2200" spc="385" dirty="0">
                <a:latin typeface="Calibri"/>
                <a:cs typeface="Calibri"/>
              </a:rPr>
              <a:t> </a:t>
            </a:r>
            <a:r>
              <a:rPr sz="2200" spc="-5" dirty="0">
                <a:latin typeface="Calibri"/>
                <a:cs typeface="Calibri"/>
              </a:rPr>
              <a:t>mining</a:t>
            </a:r>
            <a:r>
              <a:rPr sz="2200" spc="360" dirty="0">
                <a:latin typeface="Calibri"/>
                <a:cs typeface="Calibri"/>
              </a:rPr>
              <a:t> </a:t>
            </a:r>
            <a:r>
              <a:rPr sz="2200" spc="-30" dirty="0">
                <a:latin typeface="Calibri"/>
                <a:cs typeface="Calibri"/>
              </a:rPr>
              <a:t>refers</a:t>
            </a:r>
            <a:r>
              <a:rPr sz="2200" spc="375" dirty="0">
                <a:latin typeface="Calibri"/>
                <a:cs typeface="Calibri"/>
              </a:rPr>
              <a:t> </a:t>
            </a:r>
            <a:r>
              <a:rPr sz="2200" spc="-20" dirty="0">
                <a:latin typeface="Calibri"/>
                <a:cs typeface="Calibri"/>
              </a:rPr>
              <a:t>to</a:t>
            </a:r>
            <a:r>
              <a:rPr sz="2200" spc="375" dirty="0">
                <a:latin typeface="Calibri"/>
                <a:cs typeface="Calibri"/>
              </a:rPr>
              <a:t> </a:t>
            </a:r>
            <a:r>
              <a:rPr sz="2200" b="1" spc="-10" dirty="0">
                <a:solidFill>
                  <a:srgbClr val="006FC0"/>
                </a:solidFill>
                <a:latin typeface="Calibri"/>
                <a:cs typeface="Calibri"/>
              </a:rPr>
              <a:t>utilize</a:t>
            </a:r>
            <a:r>
              <a:rPr sz="2200" b="1" spc="350" dirty="0">
                <a:solidFill>
                  <a:srgbClr val="006FC0"/>
                </a:solidFill>
                <a:latin typeface="Calibri"/>
                <a:cs typeface="Calibri"/>
              </a:rPr>
              <a:t> </a:t>
            </a:r>
            <a:r>
              <a:rPr sz="2200" b="1" spc="-10" dirty="0">
                <a:solidFill>
                  <a:srgbClr val="006FC0"/>
                </a:solidFill>
                <a:latin typeface="Calibri"/>
                <a:cs typeface="Calibri"/>
              </a:rPr>
              <a:t>mining</a:t>
            </a:r>
            <a:r>
              <a:rPr sz="2200" b="1" spc="365" dirty="0">
                <a:solidFill>
                  <a:srgbClr val="006FC0"/>
                </a:solidFill>
                <a:latin typeface="Calibri"/>
                <a:cs typeface="Calibri"/>
              </a:rPr>
              <a:t> </a:t>
            </a:r>
            <a:r>
              <a:rPr sz="2200" b="1" spc="-5" dirty="0">
                <a:solidFill>
                  <a:srgbClr val="006FC0"/>
                </a:solidFill>
                <a:latin typeface="Calibri"/>
                <a:cs typeface="Calibri"/>
              </a:rPr>
              <a:t>approaches</a:t>
            </a:r>
            <a:r>
              <a:rPr sz="2200" b="1" spc="365" dirty="0">
                <a:solidFill>
                  <a:srgbClr val="006FC0"/>
                </a:solidFill>
                <a:latin typeface="Calibri"/>
                <a:cs typeface="Calibri"/>
              </a:rPr>
              <a:t> </a:t>
            </a:r>
            <a:r>
              <a:rPr sz="2200" b="1" spc="-5" dirty="0">
                <a:solidFill>
                  <a:srgbClr val="006FC0"/>
                </a:solidFill>
                <a:latin typeface="Calibri"/>
                <a:cs typeface="Calibri"/>
              </a:rPr>
              <a:t>on</a:t>
            </a:r>
            <a:r>
              <a:rPr sz="2200" b="1" spc="365" dirty="0">
                <a:solidFill>
                  <a:srgbClr val="006FC0"/>
                </a:solidFill>
                <a:latin typeface="Calibri"/>
                <a:cs typeface="Calibri"/>
              </a:rPr>
              <a:t> </a:t>
            </a:r>
            <a:r>
              <a:rPr sz="2200" b="1" spc="-20" dirty="0">
                <a:solidFill>
                  <a:srgbClr val="006FC0"/>
                </a:solidFill>
                <a:latin typeface="Calibri"/>
                <a:cs typeface="Calibri"/>
              </a:rPr>
              <a:t>raw</a:t>
            </a:r>
            <a:r>
              <a:rPr sz="2200" b="1" spc="360" dirty="0">
                <a:solidFill>
                  <a:srgbClr val="006FC0"/>
                </a:solidFill>
                <a:latin typeface="Calibri"/>
                <a:cs typeface="Calibri"/>
              </a:rPr>
              <a:t> </a:t>
            </a:r>
            <a:r>
              <a:rPr sz="2200" b="1" spc="-15" dirty="0">
                <a:solidFill>
                  <a:srgbClr val="006FC0"/>
                </a:solidFill>
                <a:latin typeface="Calibri"/>
                <a:cs typeface="Calibri"/>
              </a:rPr>
              <a:t>data</a:t>
            </a:r>
            <a:r>
              <a:rPr sz="2200" b="1" spc="360" dirty="0">
                <a:solidFill>
                  <a:srgbClr val="006FC0"/>
                </a:solidFill>
                <a:latin typeface="Calibri"/>
                <a:cs typeface="Calibri"/>
              </a:rPr>
              <a:t> </a:t>
            </a:r>
            <a:r>
              <a:rPr sz="2200" spc="-10" dirty="0">
                <a:latin typeface="Calibri"/>
                <a:cs typeface="Calibri"/>
              </a:rPr>
              <a:t>that</a:t>
            </a:r>
            <a:r>
              <a:rPr sz="2200" spc="355" dirty="0">
                <a:latin typeface="Calibri"/>
                <a:cs typeface="Calibri"/>
              </a:rPr>
              <a:t> </a:t>
            </a:r>
            <a:r>
              <a:rPr sz="2200" spc="-10" dirty="0">
                <a:latin typeface="Calibri"/>
                <a:cs typeface="Calibri"/>
              </a:rPr>
              <a:t>are </a:t>
            </a:r>
            <a:r>
              <a:rPr sz="2200" spc="-480" dirty="0">
                <a:latin typeface="Calibri"/>
                <a:cs typeface="Calibri"/>
              </a:rPr>
              <a:t> </a:t>
            </a:r>
            <a:r>
              <a:rPr sz="2200" spc="-15" dirty="0">
                <a:latin typeface="Calibri"/>
                <a:cs typeface="Calibri"/>
              </a:rPr>
              <a:t>produced</a:t>
            </a:r>
            <a:r>
              <a:rPr sz="2200" spc="-5" dirty="0">
                <a:latin typeface="Calibri"/>
                <a:cs typeface="Calibri"/>
              </a:rPr>
              <a:t> </a:t>
            </a:r>
            <a:r>
              <a:rPr sz="2200" spc="-10" dirty="0">
                <a:latin typeface="Calibri"/>
                <a:cs typeface="Calibri"/>
              </a:rPr>
              <a:t>by</a:t>
            </a:r>
            <a:r>
              <a:rPr sz="2200" spc="5" dirty="0">
                <a:latin typeface="Calibri"/>
                <a:cs typeface="Calibri"/>
              </a:rPr>
              <a:t> </a:t>
            </a:r>
            <a:r>
              <a:rPr sz="2200" b="1" spc="-10" dirty="0">
                <a:solidFill>
                  <a:srgbClr val="006FC0"/>
                </a:solidFill>
                <a:latin typeface="Calibri"/>
                <a:cs typeface="Calibri"/>
              </a:rPr>
              <a:t>devices</a:t>
            </a:r>
            <a:r>
              <a:rPr sz="2200" b="1" spc="25" dirty="0">
                <a:solidFill>
                  <a:srgbClr val="006FC0"/>
                </a:solidFill>
                <a:latin typeface="Calibri"/>
                <a:cs typeface="Calibri"/>
              </a:rPr>
              <a:t> </a:t>
            </a:r>
            <a:r>
              <a:rPr sz="2200" b="1" spc="-5" dirty="0">
                <a:solidFill>
                  <a:srgbClr val="006FC0"/>
                </a:solidFill>
                <a:latin typeface="Calibri"/>
                <a:cs typeface="Calibri"/>
              </a:rPr>
              <a:t>in</a:t>
            </a:r>
            <a:r>
              <a:rPr sz="2200" b="1" spc="-10" dirty="0">
                <a:solidFill>
                  <a:srgbClr val="006FC0"/>
                </a:solidFill>
                <a:latin typeface="Calibri"/>
                <a:cs typeface="Calibri"/>
              </a:rPr>
              <a:t> the</a:t>
            </a:r>
            <a:r>
              <a:rPr sz="2200" b="1" spc="15" dirty="0">
                <a:solidFill>
                  <a:srgbClr val="006FC0"/>
                </a:solidFill>
                <a:latin typeface="Calibri"/>
                <a:cs typeface="Calibri"/>
              </a:rPr>
              <a:t> </a:t>
            </a:r>
            <a:r>
              <a:rPr sz="2200" b="1" spc="-15" dirty="0">
                <a:solidFill>
                  <a:srgbClr val="006FC0"/>
                </a:solidFill>
                <a:latin typeface="Calibri"/>
                <a:cs typeface="Calibri"/>
              </a:rPr>
              <a:t>edge</a:t>
            </a:r>
            <a:r>
              <a:rPr sz="2200" b="1" spc="10" dirty="0">
                <a:solidFill>
                  <a:srgbClr val="006FC0"/>
                </a:solidFill>
                <a:latin typeface="Calibri"/>
                <a:cs typeface="Calibri"/>
              </a:rPr>
              <a:t> </a:t>
            </a:r>
            <a:r>
              <a:rPr sz="2200" b="1" spc="-5" dirty="0">
                <a:solidFill>
                  <a:srgbClr val="006FC0"/>
                </a:solidFill>
                <a:latin typeface="Calibri"/>
                <a:cs typeface="Calibri"/>
              </a:rPr>
              <a:t>of</a:t>
            </a:r>
            <a:r>
              <a:rPr sz="2200" b="1" spc="15" dirty="0">
                <a:solidFill>
                  <a:srgbClr val="006FC0"/>
                </a:solidFill>
                <a:latin typeface="Calibri"/>
                <a:cs typeface="Calibri"/>
              </a:rPr>
              <a:t> </a:t>
            </a:r>
            <a:r>
              <a:rPr sz="2200" b="1" spc="-10" dirty="0">
                <a:solidFill>
                  <a:srgbClr val="006FC0"/>
                </a:solidFill>
                <a:latin typeface="Calibri"/>
                <a:cs typeface="Calibri"/>
              </a:rPr>
              <a:t>the</a:t>
            </a:r>
            <a:r>
              <a:rPr sz="2200" b="1" spc="15" dirty="0">
                <a:solidFill>
                  <a:srgbClr val="006FC0"/>
                </a:solidFill>
                <a:latin typeface="Calibri"/>
                <a:cs typeface="Calibri"/>
              </a:rPr>
              <a:t> </a:t>
            </a:r>
            <a:r>
              <a:rPr sz="2200" b="1" spc="-10" dirty="0">
                <a:solidFill>
                  <a:srgbClr val="006FC0"/>
                </a:solidFill>
                <a:latin typeface="Calibri"/>
                <a:cs typeface="Calibri"/>
              </a:rPr>
              <a:t>network</a:t>
            </a:r>
            <a:r>
              <a:rPr sz="2200" b="1" spc="35" dirty="0">
                <a:solidFill>
                  <a:srgbClr val="006FC0"/>
                </a:solidFill>
                <a:latin typeface="Calibri"/>
                <a:cs typeface="Calibri"/>
              </a:rPr>
              <a:t> </a:t>
            </a:r>
            <a:r>
              <a:rPr sz="2200" spc="-20" dirty="0">
                <a:latin typeface="Calibri"/>
                <a:cs typeface="Calibri"/>
              </a:rPr>
              <a:t>(fog</a:t>
            </a:r>
            <a:r>
              <a:rPr sz="2200" spc="5" dirty="0">
                <a:latin typeface="Calibri"/>
                <a:cs typeface="Calibri"/>
              </a:rPr>
              <a:t> </a:t>
            </a:r>
            <a:r>
              <a:rPr sz="2200" spc="-15" dirty="0">
                <a:latin typeface="Calibri"/>
                <a:cs typeface="Calibri"/>
              </a:rPr>
              <a:t>layer).</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10" dirty="0">
                <a:latin typeface="Calibri"/>
                <a:cs typeface="Calibri"/>
              </a:rPr>
              <a:t>The</a:t>
            </a:r>
            <a:r>
              <a:rPr sz="2200" spc="25" dirty="0">
                <a:latin typeface="Calibri"/>
                <a:cs typeface="Calibri"/>
              </a:rPr>
              <a:t> </a:t>
            </a:r>
            <a:r>
              <a:rPr sz="2200" spc="-15" dirty="0">
                <a:latin typeface="Calibri"/>
                <a:cs typeface="Calibri"/>
              </a:rPr>
              <a:t>size</a:t>
            </a:r>
            <a:r>
              <a:rPr sz="2200" spc="25" dirty="0">
                <a:latin typeface="Calibri"/>
                <a:cs typeface="Calibri"/>
              </a:rPr>
              <a:t> </a:t>
            </a:r>
            <a:r>
              <a:rPr sz="2200" spc="5" dirty="0">
                <a:latin typeface="Calibri"/>
                <a:cs typeface="Calibri"/>
              </a:rPr>
              <a:t>of</a:t>
            </a:r>
            <a:r>
              <a:rPr sz="2200" spc="25" dirty="0">
                <a:latin typeface="Calibri"/>
                <a:cs typeface="Calibri"/>
              </a:rPr>
              <a:t> </a:t>
            </a:r>
            <a:r>
              <a:rPr sz="2200" spc="-5" dirty="0">
                <a:latin typeface="Calibri"/>
                <a:cs typeface="Calibri"/>
              </a:rPr>
              <a:t>the</a:t>
            </a:r>
            <a:r>
              <a:rPr sz="2200" spc="25" dirty="0">
                <a:latin typeface="Calibri"/>
                <a:cs typeface="Calibri"/>
              </a:rPr>
              <a:t> </a:t>
            </a:r>
            <a:r>
              <a:rPr sz="2200" spc="-20" dirty="0">
                <a:latin typeface="Calibri"/>
                <a:cs typeface="Calibri"/>
              </a:rPr>
              <a:t>transferred</a:t>
            </a:r>
            <a:r>
              <a:rPr sz="2200" spc="25" dirty="0">
                <a:latin typeface="Calibri"/>
                <a:cs typeface="Calibri"/>
              </a:rPr>
              <a:t> </a:t>
            </a:r>
            <a:r>
              <a:rPr sz="2200" spc="-20" dirty="0">
                <a:latin typeface="Calibri"/>
                <a:cs typeface="Calibri"/>
              </a:rPr>
              <a:t>data</a:t>
            </a:r>
            <a:r>
              <a:rPr sz="2200" spc="25" dirty="0">
                <a:latin typeface="Calibri"/>
                <a:cs typeface="Calibri"/>
              </a:rPr>
              <a:t> </a:t>
            </a:r>
            <a:r>
              <a:rPr sz="2200" spc="-5" dirty="0">
                <a:latin typeface="Calibri"/>
                <a:cs typeface="Calibri"/>
              </a:rPr>
              <a:t>will</a:t>
            </a:r>
            <a:r>
              <a:rPr sz="2200" spc="20" dirty="0">
                <a:latin typeface="Calibri"/>
                <a:cs typeface="Calibri"/>
              </a:rPr>
              <a:t> </a:t>
            </a:r>
            <a:r>
              <a:rPr sz="2200" spc="-5" dirty="0">
                <a:latin typeface="Calibri"/>
                <a:cs typeface="Calibri"/>
              </a:rPr>
              <a:t>be</a:t>
            </a:r>
            <a:r>
              <a:rPr sz="2200" spc="25" dirty="0">
                <a:latin typeface="Calibri"/>
                <a:cs typeface="Calibri"/>
              </a:rPr>
              <a:t> </a:t>
            </a:r>
            <a:r>
              <a:rPr sz="2200" spc="-10" dirty="0">
                <a:latin typeface="Calibri"/>
                <a:cs typeface="Calibri"/>
              </a:rPr>
              <a:t>reduced</a:t>
            </a:r>
            <a:r>
              <a:rPr sz="2200" spc="15" dirty="0">
                <a:latin typeface="Calibri"/>
                <a:cs typeface="Calibri"/>
              </a:rPr>
              <a:t> </a:t>
            </a:r>
            <a:r>
              <a:rPr sz="2200" spc="-5" dirty="0">
                <a:latin typeface="Calibri"/>
                <a:cs typeface="Calibri"/>
              </a:rPr>
              <a:t>and</a:t>
            </a:r>
            <a:r>
              <a:rPr sz="2200" spc="25" dirty="0">
                <a:latin typeface="Calibri"/>
                <a:cs typeface="Calibri"/>
              </a:rPr>
              <a:t> </a:t>
            </a:r>
            <a:r>
              <a:rPr sz="2200" spc="-15" dirty="0">
                <a:latin typeface="Calibri"/>
                <a:cs typeface="Calibri"/>
              </a:rPr>
              <a:t>better</a:t>
            </a:r>
            <a:r>
              <a:rPr sz="2200" spc="25" dirty="0">
                <a:latin typeface="Calibri"/>
                <a:cs typeface="Calibri"/>
              </a:rPr>
              <a:t> </a:t>
            </a:r>
            <a:r>
              <a:rPr sz="2200" spc="-10" dirty="0">
                <a:latin typeface="Calibri"/>
                <a:cs typeface="Calibri"/>
              </a:rPr>
              <a:t>energy</a:t>
            </a:r>
            <a:r>
              <a:rPr sz="2200" spc="35" dirty="0">
                <a:latin typeface="Calibri"/>
                <a:cs typeface="Calibri"/>
              </a:rPr>
              <a:t> </a:t>
            </a:r>
            <a:r>
              <a:rPr sz="2200" spc="-10" dirty="0">
                <a:latin typeface="Calibri"/>
                <a:cs typeface="Calibri"/>
              </a:rPr>
              <a:t>savings</a:t>
            </a:r>
            <a:endParaRPr sz="2200">
              <a:latin typeface="Calibri"/>
              <a:cs typeface="Calibri"/>
            </a:endParaRPr>
          </a:p>
          <a:p>
            <a:pPr marL="355600">
              <a:lnSpc>
                <a:spcPct val="100000"/>
              </a:lnSpc>
            </a:pPr>
            <a:r>
              <a:rPr sz="2200" spc="-15" dirty="0">
                <a:latin typeface="Calibri"/>
                <a:cs typeface="Calibri"/>
              </a:rPr>
              <a:t>can </a:t>
            </a:r>
            <a:r>
              <a:rPr sz="2200" spc="-5" dirty="0">
                <a:latin typeface="Calibri"/>
                <a:cs typeface="Calibri"/>
              </a:rPr>
              <a:t>be</a:t>
            </a:r>
            <a:r>
              <a:rPr sz="2200" spc="-15" dirty="0">
                <a:latin typeface="Calibri"/>
                <a:cs typeface="Calibri"/>
              </a:rPr>
              <a:t> </a:t>
            </a:r>
            <a:r>
              <a:rPr sz="2200" spc="-10" dirty="0">
                <a:latin typeface="Calibri"/>
                <a:cs typeface="Calibri"/>
              </a:rPr>
              <a:t>achieved.</a:t>
            </a:r>
            <a:endParaRPr sz="2200">
              <a:latin typeface="Calibri"/>
              <a:cs typeface="Calibri"/>
            </a:endParaRPr>
          </a:p>
        </p:txBody>
      </p:sp>
      <p:grpSp>
        <p:nvGrpSpPr>
          <p:cNvPr id="3" name="object 3"/>
          <p:cNvGrpSpPr/>
          <p:nvPr/>
        </p:nvGrpSpPr>
        <p:grpSpPr>
          <a:xfrm>
            <a:off x="1250111" y="2952699"/>
            <a:ext cx="6788150" cy="3654425"/>
            <a:chOff x="1250111" y="2952699"/>
            <a:chExt cx="6788150" cy="3654425"/>
          </a:xfrm>
        </p:grpSpPr>
        <p:pic>
          <p:nvPicPr>
            <p:cNvPr id="4" name="object 4"/>
            <p:cNvPicPr/>
            <p:nvPr/>
          </p:nvPicPr>
          <p:blipFill>
            <a:blip r:embed="R7ea5ff16da91481f" cstate="print"/>
            <a:stretch>
              <a:fillRect/>
            </a:stretch>
          </p:blipFill>
          <p:spPr>
            <a:xfrm>
              <a:off x="1259636" y="2962224"/>
              <a:ext cx="6768719" cy="3635121"/>
            </a:xfrm>
            <a:prstGeom prst="rect">
              <a:avLst/>
            </a:prstGeom>
          </p:spPr>
        </p:pic>
        <p:sp>
          <p:nvSpPr>
            <p:cNvPr id="5" name="object 5"/>
            <p:cNvSpPr/>
            <p:nvPr/>
          </p:nvSpPr>
          <p:spPr>
            <a:xfrm>
              <a:off x="1254874" y="2957461"/>
              <a:ext cx="6778625" cy="3644900"/>
            </a:xfrm>
            <a:custGeom>
              <a:avLst/>
              <a:gdLst/>
              <a:ahLst/>
              <a:cxnLst/>
              <a:rect l="l" t="t" r="r" b="b"/>
              <a:pathLst>
                <a:path w="6778625" h="3644900">
                  <a:moveTo>
                    <a:pt x="0" y="3644646"/>
                  </a:moveTo>
                  <a:lnTo>
                    <a:pt x="6778244" y="3644646"/>
                  </a:lnTo>
                  <a:lnTo>
                    <a:pt x="6778244" y="0"/>
                  </a:lnTo>
                  <a:lnTo>
                    <a:pt x="0" y="0"/>
                  </a:lnTo>
                  <a:lnTo>
                    <a:pt x="0" y="3644646"/>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0200" y="129921"/>
            <a:ext cx="3188335" cy="391160"/>
          </a:xfrm>
          <a:prstGeom prst="rect">
            <a:avLst/>
          </a:prstGeom>
        </p:spPr>
        <p:txBody>
          <a:bodyPr vert="horz" wrap="square" lIns="0" tIns="12700" rIns="0" bIns="0" rtlCol="0">
            <a:spAutoFit/>
          </a:bodyPr>
          <a:lstStyle/>
          <a:p>
            <a:pPr marL="12700">
              <a:lnSpc>
                <a:spcPct val="100000"/>
              </a:lnSpc>
              <a:spcBef>
                <a:spcPts val="100"/>
              </a:spcBef>
            </a:pPr>
            <a:r>
              <a:rPr sz="2400" u="heavy" spc="-25" dirty="0">
                <a:solidFill>
                  <a:srgbClr val="000000"/>
                </a:solidFill>
                <a:uFill>
                  <a:solidFill>
                    <a:srgbClr val="000000"/>
                  </a:solidFill>
                </a:uFill>
              </a:rPr>
              <a:t>D.</a:t>
            </a:r>
            <a:r>
              <a:rPr sz="2400" u="heavy" spc="-15" dirty="0">
                <a:solidFill>
                  <a:srgbClr val="000000"/>
                </a:solidFill>
                <a:uFill>
                  <a:solidFill>
                    <a:srgbClr val="000000"/>
                  </a:solidFill>
                </a:uFill>
              </a:rPr>
              <a:t> </a:t>
            </a:r>
            <a:r>
              <a:rPr sz="2400" u="heavy" spc="-10" dirty="0">
                <a:solidFill>
                  <a:srgbClr val="000000"/>
                </a:solidFill>
                <a:uFill>
                  <a:solidFill>
                    <a:srgbClr val="000000"/>
                  </a:solidFill>
                </a:uFill>
              </a:rPr>
              <a:t>Proposed</a:t>
            </a:r>
            <a:r>
              <a:rPr sz="2400" u="heavy" spc="-35" dirty="0">
                <a:solidFill>
                  <a:srgbClr val="000000"/>
                </a:solidFill>
                <a:uFill>
                  <a:solidFill>
                    <a:srgbClr val="000000"/>
                  </a:solidFill>
                </a:uFill>
              </a:rPr>
              <a:t> </a:t>
            </a:r>
            <a:r>
              <a:rPr sz="2400" u="heavy" spc="-15" dirty="0">
                <a:solidFill>
                  <a:srgbClr val="000000"/>
                </a:solidFill>
                <a:uFill>
                  <a:solidFill>
                    <a:srgbClr val="000000"/>
                  </a:solidFill>
                </a:uFill>
              </a:rPr>
              <a:t>Architecture</a:t>
            </a:r>
            <a:endParaRPr sz="2400"/>
          </a:p>
        </p:txBody>
      </p:sp>
      <p:sp>
        <p:nvSpPr>
          <p:cNvPr id="3" name="object 3"/>
          <p:cNvSpPr txBox="1"/>
          <p:nvPr/>
        </p:nvSpPr>
        <p:spPr>
          <a:xfrm>
            <a:off x="330200" y="565785"/>
            <a:ext cx="8555355" cy="695960"/>
          </a:xfrm>
          <a:prstGeom prst="rect">
            <a:avLst/>
          </a:prstGeom>
        </p:spPr>
        <p:txBody>
          <a:bodyPr vert="horz" wrap="square" lIns="0" tIns="12065" rIns="0" bIns="0" rtlCol="0">
            <a:spAutoFit/>
          </a:bodyPr>
          <a:lstStyle/>
          <a:p>
            <a:pPr marL="355600" indent="-343535">
              <a:lnSpc>
                <a:spcPct val="100000"/>
              </a:lnSpc>
              <a:spcBef>
                <a:spcPts val="95"/>
              </a:spcBef>
              <a:buFont typeface="Arial MT"/>
              <a:buChar char="•"/>
              <a:tabLst>
                <a:tab pos="355600" algn="l"/>
                <a:tab pos="356235" algn="l"/>
              </a:tabLst>
            </a:pPr>
            <a:r>
              <a:rPr sz="2200" spc="-5" dirty="0">
                <a:latin typeface="Calibri"/>
                <a:cs typeface="Calibri"/>
              </a:rPr>
              <a:t>A</a:t>
            </a:r>
            <a:r>
              <a:rPr sz="2200" spc="440" dirty="0">
                <a:latin typeface="Calibri"/>
                <a:cs typeface="Calibri"/>
              </a:rPr>
              <a:t> </a:t>
            </a:r>
            <a:r>
              <a:rPr sz="2200" spc="-10" dirty="0">
                <a:latin typeface="Calibri"/>
                <a:cs typeface="Calibri"/>
              </a:rPr>
              <a:t>conceptual</a:t>
            </a:r>
            <a:r>
              <a:rPr sz="2200" spc="445" dirty="0">
                <a:latin typeface="Calibri"/>
                <a:cs typeface="Calibri"/>
              </a:rPr>
              <a:t> </a:t>
            </a:r>
            <a:r>
              <a:rPr sz="2200" spc="-15" dirty="0">
                <a:latin typeface="Calibri"/>
                <a:cs typeface="Calibri"/>
              </a:rPr>
              <a:t>architecture</a:t>
            </a:r>
            <a:r>
              <a:rPr sz="2200" spc="445" dirty="0">
                <a:latin typeface="Calibri"/>
                <a:cs typeface="Calibri"/>
              </a:rPr>
              <a:t> </a:t>
            </a:r>
            <a:r>
              <a:rPr sz="2200" spc="-5" dirty="0">
                <a:latin typeface="Calibri"/>
                <a:cs typeface="Calibri"/>
              </a:rPr>
              <a:t>based</a:t>
            </a:r>
            <a:r>
              <a:rPr sz="2200" spc="440" dirty="0">
                <a:latin typeface="Calibri"/>
                <a:cs typeface="Calibri"/>
              </a:rPr>
              <a:t> </a:t>
            </a:r>
            <a:r>
              <a:rPr sz="2200" dirty="0">
                <a:latin typeface="Calibri"/>
                <a:cs typeface="Calibri"/>
              </a:rPr>
              <a:t>on</a:t>
            </a:r>
            <a:r>
              <a:rPr sz="2200" spc="434" dirty="0">
                <a:latin typeface="Calibri"/>
                <a:cs typeface="Calibri"/>
              </a:rPr>
              <a:t> </a:t>
            </a:r>
            <a:r>
              <a:rPr sz="2200" spc="-5" dirty="0">
                <a:latin typeface="Calibri"/>
                <a:cs typeface="Calibri"/>
              </a:rPr>
              <a:t>the</a:t>
            </a:r>
            <a:r>
              <a:rPr sz="2200" spc="434" dirty="0">
                <a:latin typeface="Calibri"/>
                <a:cs typeface="Calibri"/>
              </a:rPr>
              <a:t> </a:t>
            </a:r>
            <a:r>
              <a:rPr sz="2200" spc="-10" dirty="0">
                <a:latin typeface="Calibri"/>
                <a:cs typeface="Calibri"/>
              </a:rPr>
              <a:t>three-layer</a:t>
            </a:r>
            <a:r>
              <a:rPr sz="2200" spc="440" dirty="0">
                <a:latin typeface="Calibri"/>
                <a:cs typeface="Calibri"/>
              </a:rPr>
              <a:t> </a:t>
            </a:r>
            <a:r>
              <a:rPr sz="2200" spc="-5" dirty="0">
                <a:latin typeface="Calibri"/>
                <a:cs typeface="Calibri"/>
              </a:rPr>
              <a:t>model</a:t>
            </a:r>
            <a:r>
              <a:rPr sz="2200" spc="450" dirty="0">
                <a:latin typeface="Calibri"/>
                <a:cs typeface="Calibri"/>
              </a:rPr>
              <a:t> </a:t>
            </a:r>
            <a:r>
              <a:rPr sz="2200" spc="-20" dirty="0">
                <a:latin typeface="Calibri"/>
                <a:cs typeface="Calibri"/>
              </a:rPr>
              <a:t>to</a:t>
            </a:r>
            <a:r>
              <a:rPr sz="2200" spc="445" dirty="0">
                <a:latin typeface="Calibri"/>
                <a:cs typeface="Calibri"/>
              </a:rPr>
              <a:t> </a:t>
            </a:r>
            <a:r>
              <a:rPr sz="2200" spc="-10" dirty="0">
                <a:latin typeface="Calibri"/>
                <a:cs typeface="Calibri"/>
              </a:rPr>
              <a:t>handle</a:t>
            </a:r>
            <a:endParaRPr sz="2200">
              <a:latin typeface="Calibri"/>
              <a:cs typeface="Calibri"/>
            </a:endParaRPr>
          </a:p>
          <a:p>
            <a:pPr marL="355600">
              <a:lnSpc>
                <a:spcPct val="100000"/>
              </a:lnSpc>
            </a:pPr>
            <a:r>
              <a:rPr sz="2200" spc="-20" dirty="0">
                <a:latin typeface="Calibri"/>
                <a:cs typeface="Calibri"/>
              </a:rPr>
              <a:t>data</a:t>
            </a:r>
            <a:r>
              <a:rPr sz="2200" spc="-10" dirty="0">
                <a:latin typeface="Calibri"/>
                <a:cs typeface="Calibri"/>
              </a:rPr>
              <a:t> management</a:t>
            </a:r>
            <a:r>
              <a:rPr sz="2200" spc="30" dirty="0">
                <a:latin typeface="Calibri"/>
                <a:cs typeface="Calibri"/>
              </a:rPr>
              <a:t> </a:t>
            </a:r>
            <a:r>
              <a:rPr sz="2200" spc="-5" dirty="0">
                <a:latin typeface="Calibri"/>
                <a:cs typeface="Calibri"/>
              </a:rPr>
              <a:t>issues</a:t>
            </a:r>
            <a:r>
              <a:rPr sz="2200" spc="5" dirty="0">
                <a:latin typeface="Calibri"/>
                <a:cs typeface="Calibri"/>
              </a:rPr>
              <a:t> </a:t>
            </a:r>
            <a:r>
              <a:rPr sz="2200" spc="-5" dirty="0">
                <a:latin typeface="Calibri"/>
                <a:cs typeface="Calibri"/>
              </a:rPr>
              <a:t>is</a:t>
            </a:r>
            <a:r>
              <a:rPr sz="2200" spc="-10" dirty="0">
                <a:latin typeface="Calibri"/>
                <a:cs typeface="Calibri"/>
              </a:rPr>
              <a:t> </a:t>
            </a:r>
            <a:r>
              <a:rPr sz="2200" spc="-5" dirty="0">
                <a:latin typeface="Calibri"/>
                <a:cs typeface="Calibri"/>
              </a:rPr>
              <a:t>shown</a:t>
            </a:r>
            <a:r>
              <a:rPr sz="2200" spc="-20" dirty="0">
                <a:latin typeface="Calibri"/>
                <a:cs typeface="Calibri"/>
              </a:rPr>
              <a:t> </a:t>
            </a:r>
            <a:r>
              <a:rPr sz="2200" spc="-10" dirty="0">
                <a:latin typeface="Calibri"/>
                <a:cs typeface="Calibri"/>
              </a:rPr>
              <a:t>below</a:t>
            </a:r>
            <a:endParaRPr sz="2200">
              <a:latin typeface="Calibri"/>
              <a:cs typeface="Calibri"/>
            </a:endParaRPr>
          </a:p>
        </p:txBody>
      </p:sp>
      <p:pic>
        <p:nvPicPr>
          <p:cNvPr id="4" name="object 4"/>
          <p:cNvPicPr/>
          <p:nvPr/>
        </p:nvPicPr>
        <p:blipFill>
          <a:blip r:embed="R6d59470b7aa94357" cstate="print"/>
          <a:stretch>
            <a:fillRect/>
          </a:stretch>
        </p:blipFill>
        <p:spPr>
          <a:xfrm>
            <a:off x="225170" y="1420943"/>
            <a:ext cx="8627271" cy="516828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31775"/>
            <a:ext cx="8629650" cy="6071235"/>
          </a:xfrm>
          <a:prstGeom prst="rect">
            <a:avLst/>
          </a:prstGeom>
        </p:spPr>
        <p:txBody>
          <a:bodyPr vert="horz" wrap="square" lIns="0" tIns="113030" rIns="0" bIns="0" rtlCol="0">
            <a:spAutoFit/>
          </a:bodyPr>
          <a:lstStyle/>
          <a:p>
            <a:pPr marL="12700">
              <a:lnSpc>
                <a:spcPct val="100000"/>
              </a:lnSpc>
              <a:spcBef>
                <a:spcPts val="890"/>
              </a:spcBef>
            </a:pPr>
            <a:r>
              <a:rPr sz="2200" b="1" spc="-5" dirty="0">
                <a:latin typeface="Calibri"/>
                <a:cs typeface="Calibri"/>
              </a:rPr>
              <a:t>1.</a:t>
            </a:r>
            <a:r>
              <a:rPr sz="2200" b="1" spc="-25" dirty="0">
                <a:latin typeface="Calibri"/>
                <a:cs typeface="Calibri"/>
              </a:rPr>
              <a:t> </a:t>
            </a:r>
            <a:r>
              <a:rPr sz="2200" b="1" spc="-10" dirty="0">
                <a:latin typeface="Calibri"/>
                <a:cs typeface="Calibri"/>
              </a:rPr>
              <a:t>Device</a:t>
            </a:r>
            <a:r>
              <a:rPr sz="2200" b="1" dirty="0">
                <a:latin typeface="Calibri"/>
                <a:cs typeface="Calibri"/>
              </a:rPr>
              <a:t> </a:t>
            </a:r>
            <a:r>
              <a:rPr sz="2200" b="1" spc="-20" dirty="0">
                <a:latin typeface="Calibri"/>
                <a:cs typeface="Calibri"/>
              </a:rPr>
              <a:t>Layer</a:t>
            </a:r>
            <a:endParaRPr sz="2200">
              <a:latin typeface="Calibri"/>
              <a:cs typeface="Calibri"/>
            </a:endParaRPr>
          </a:p>
          <a:p>
            <a:pPr marL="355600" indent="-342900">
              <a:lnSpc>
                <a:spcPct val="100000"/>
              </a:lnSpc>
              <a:spcBef>
                <a:spcPts val="795"/>
              </a:spcBef>
              <a:buFont typeface="Arial MT"/>
              <a:buChar char="•"/>
              <a:tabLst>
                <a:tab pos="354965" algn="l"/>
                <a:tab pos="355600" algn="l"/>
                <a:tab pos="1475740" algn="l"/>
                <a:tab pos="1839595" algn="l"/>
                <a:tab pos="2347595" algn="l"/>
                <a:tab pos="3208655" algn="l"/>
                <a:tab pos="3893185" algn="l"/>
                <a:tab pos="4388485" algn="l"/>
                <a:tab pos="5819775" algn="l"/>
                <a:tab pos="6886575" algn="l"/>
                <a:tab pos="7517765" algn="l"/>
              </a:tabLst>
            </a:pPr>
            <a:r>
              <a:rPr sz="2200" spc="-5" dirty="0">
                <a:latin typeface="Calibri"/>
                <a:cs typeface="Calibri"/>
              </a:rPr>
              <a:t>Modules	</a:t>
            </a:r>
            <a:r>
              <a:rPr sz="2200" dirty="0">
                <a:latin typeface="Calibri"/>
                <a:cs typeface="Calibri"/>
              </a:rPr>
              <a:t>of	</a:t>
            </a:r>
            <a:r>
              <a:rPr sz="2200" spc="-5" dirty="0">
                <a:latin typeface="Calibri"/>
                <a:cs typeface="Calibri"/>
              </a:rPr>
              <a:t>the	device	</a:t>
            </a:r>
            <a:r>
              <a:rPr sz="2200" spc="-15" dirty="0">
                <a:latin typeface="Calibri"/>
                <a:cs typeface="Calibri"/>
              </a:rPr>
              <a:t>layer	are	registration	</a:t>
            </a:r>
            <a:r>
              <a:rPr sz="2200" spc="-5" dirty="0">
                <a:latin typeface="Calibri"/>
                <a:cs typeface="Calibri"/>
              </a:rPr>
              <a:t>module,	</a:t>
            </a:r>
            <a:r>
              <a:rPr sz="2200" spc="-20" dirty="0">
                <a:latin typeface="Calibri"/>
                <a:cs typeface="Calibri"/>
              </a:rPr>
              <a:t>data	</a:t>
            </a:r>
            <a:r>
              <a:rPr sz="2200" spc="-10" dirty="0">
                <a:latin typeface="Calibri"/>
                <a:cs typeface="Calibri"/>
              </a:rPr>
              <a:t>collection</a:t>
            </a:r>
            <a:endParaRPr sz="2200">
              <a:latin typeface="Calibri"/>
              <a:cs typeface="Calibri"/>
            </a:endParaRPr>
          </a:p>
          <a:p>
            <a:pPr marL="355600">
              <a:lnSpc>
                <a:spcPct val="100000"/>
              </a:lnSpc>
            </a:pPr>
            <a:r>
              <a:rPr sz="2200" spc="-5" dirty="0">
                <a:latin typeface="Calibri"/>
                <a:cs typeface="Calibri"/>
              </a:rPr>
              <a:t>module,</a:t>
            </a:r>
            <a:r>
              <a:rPr sz="2200" spc="5" dirty="0">
                <a:latin typeface="Calibri"/>
                <a:cs typeface="Calibri"/>
              </a:rPr>
              <a:t> </a:t>
            </a:r>
            <a:r>
              <a:rPr sz="2200" spc="-5" dirty="0">
                <a:latin typeface="Calibri"/>
                <a:cs typeface="Calibri"/>
              </a:rPr>
              <a:t>and</a:t>
            </a:r>
            <a:r>
              <a:rPr sz="2200" spc="-10" dirty="0">
                <a:latin typeface="Calibri"/>
                <a:cs typeface="Calibri"/>
              </a:rPr>
              <a:t> command</a:t>
            </a:r>
            <a:r>
              <a:rPr sz="2200" spc="15" dirty="0">
                <a:latin typeface="Calibri"/>
                <a:cs typeface="Calibri"/>
              </a:rPr>
              <a:t> </a:t>
            </a:r>
            <a:r>
              <a:rPr sz="2200" spc="-20" dirty="0">
                <a:latin typeface="Calibri"/>
                <a:cs typeface="Calibri"/>
              </a:rPr>
              <a:t>execution</a:t>
            </a:r>
            <a:r>
              <a:rPr sz="2200" spc="15" dirty="0">
                <a:latin typeface="Calibri"/>
                <a:cs typeface="Calibri"/>
              </a:rPr>
              <a:t> </a:t>
            </a:r>
            <a:r>
              <a:rPr sz="2200" spc="-5" dirty="0">
                <a:latin typeface="Calibri"/>
                <a:cs typeface="Calibri"/>
              </a:rPr>
              <a:t>module.</a:t>
            </a:r>
            <a:endParaRPr sz="2200">
              <a:latin typeface="Calibri"/>
              <a:cs typeface="Calibri"/>
            </a:endParaRPr>
          </a:p>
          <a:p>
            <a:pPr marL="355600" indent="-342900">
              <a:lnSpc>
                <a:spcPct val="100000"/>
              </a:lnSpc>
              <a:spcBef>
                <a:spcPts val="805"/>
              </a:spcBef>
              <a:buFont typeface="Arial MT"/>
              <a:buChar char="•"/>
              <a:tabLst>
                <a:tab pos="354965" algn="l"/>
                <a:tab pos="355600" algn="l"/>
              </a:tabLst>
            </a:pPr>
            <a:r>
              <a:rPr sz="2200" b="1" i="1" spc="-10" dirty="0">
                <a:latin typeface="Calibri"/>
                <a:cs typeface="Calibri"/>
              </a:rPr>
              <a:t>Registration.</a:t>
            </a:r>
            <a:endParaRPr sz="2200">
              <a:latin typeface="Calibri"/>
              <a:cs typeface="Calibri"/>
            </a:endParaRPr>
          </a:p>
          <a:p>
            <a:pPr marL="756285" marR="5080" lvl="1" indent="-287020">
              <a:lnSpc>
                <a:spcPct val="100000"/>
              </a:lnSpc>
              <a:spcBef>
                <a:spcPts val="805"/>
              </a:spcBef>
              <a:buFont typeface="Arial MT"/>
              <a:buChar char="–"/>
              <a:tabLst>
                <a:tab pos="756285" algn="l"/>
                <a:tab pos="756920" algn="l"/>
              </a:tabLst>
            </a:pPr>
            <a:r>
              <a:rPr sz="2200" b="1" spc="-15" dirty="0">
                <a:solidFill>
                  <a:srgbClr val="FF0000"/>
                </a:solidFill>
                <a:latin typeface="Calibri"/>
                <a:cs typeface="Calibri"/>
              </a:rPr>
              <a:t>Physical</a:t>
            </a:r>
            <a:r>
              <a:rPr sz="2200" b="1" spc="-10" dirty="0">
                <a:solidFill>
                  <a:srgbClr val="FF0000"/>
                </a:solidFill>
                <a:latin typeface="Calibri"/>
                <a:cs typeface="Calibri"/>
              </a:rPr>
              <a:t> devices</a:t>
            </a:r>
            <a:r>
              <a:rPr sz="2200" b="1" spc="-5" dirty="0">
                <a:solidFill>
                  <a:srgbClr val="FF0000"/>
                </a:solidFill>
                <a:latin typeface="Calibri"/>
                <a:cs typeface="Calibri"/>
              </a:rPr>
              <a:t> </a:t>
            </a:r>
            <a:r>
              <a:rPr sz="2200" spc="-15" dirty="0">
                <a:latin typeface="Calibri"/>
                <a:cs typeface="Calibri"/>
              </a:rPr>
              <a:t>can</a:t>
            </a:r>
            <a:r>
              <a:rPr sz="2200" spc="-10" dirty="0">
                <a:latin typeface="Calibri"/>
                <a:cs typeface="Calibri"/>
              </a:rPr>
              <a:t> </a:t>
            </a:r>
            <a:r>
              <a:rPr sz="2200" spc="-5" dirty="0">
                <a:latin typeface="Calibri"/>
                <a:cs typeface="Calibri"/>
              </a:rPr>
              <a:t>join </a:t>
            </a:r>
            <a:r>
              <a:rPr sz="2200" spc="-20" dirty="0">
                <a:latin typeface="Calibri"/>
                <a:cs typeface="Calibri"/>
              </a:rPr>
              <a:t>to</a:t>
            </a:r>
            <a:r>
              <a:rPr sz="2200" spc="-15" dirty="0">
                <a:latin typeface="Calibri"/>
                <a:cs typeface="Calibri"/>
              </a:rPr>
              <a:t> </a:t>
            </a:r>
            <a:r>
              <a:rPr sz="2200" spc="-5" dirty="0">
                <a:latin typeface="Calibri"/>
                <a:cs typeface="Calibri"/>
              </a:rPr>
              <a:t>the network </a:t>
            </a:r>
            <a:r>
              <a:rPr sz="2200" dirty="0">
                <a:latin typeface="Calibri"/>
                <a:cs typeface="Calibri"/>
              </a:rPr>
              <a:t>or </a:t>
            </a:r>
            <a:r>
              <a:rPr sz="2200" spc="-15" dirty="0">
                <a:latin typeface="Calibri"/>
                <a:cs typeface="Calibri"/>
              </a:rPr>
              <a:t>leave</a:t>
            </a:r>
            <a:r>
              <a:rPr sz="2200" spc="-10" dirty="0">
                <a:latin typeface="Calibri"/>
                <a:cs typeface="Calibri"/>
              </a:rPr>
              <a:t> </a:t>
            </a:r>
            <a:r>
              <a:rPr sz="2200" spc="-5" dirty="0">
                <a:latin typeface="Calibri"/>
                <a:cs typeface="Calibri"/>
              </a:rPr>
              <a:t>it </a:t>
            </a:r>
            <a:r>
              <a:rPr sz="2200" spc="-10" dirty="0">
                <a:latin typeface="Calibri"/>
                <a:cs typeface="Calibri"/>
              </a:rPr>
              <a:t>dynamically</a:t>
            </a:r>
            <a:r>
              <a:rPr sz="2200" spc="-5" dirty="0">
                <a:latin typeface="Calibri"/>
                <a:cs typeface="Calibri"/>
              </a:rPr>
              <a:t> via </a:t>
            </a:r>
            <a:r>
              <a:rPr sz="2200" spc="-484" dirty="0">
                <a:latin typeface="Calibri"/>
                <a:cs typeface="Calibri"/>
              </a:rPr>
              <a:t> </a:t>
            </a:r>
            <a:r>
              <a:rPr sz="2200" spc="-5" dirty="0">
                <a:latin typeface="Calibri"/>
                <a:cs typeface="Calibri"/>
              </a:rPr>
              <a:t>this</a:t>
            </a:r>
            <a:r>
              <a:rPr sz="2200" spc="-15" dirty="0">
                <a:latin typeface="Calibri"/>
                <a:cs typeface="Calibri"/>
              </a:rPr>
              <a:t> </a:t>
            </a:r>
            <a:r>
              <a:rPr sz="2200" spc="-5" dirty="0">
                <a:latin typeface="Calibri"/>
                <a:cs typeface="Calibri"/>
              </a:rPr>
              <a:t>module.</a:t>
            </a:r>
            <a:endParaRPr sz="2200">
              <a:latin typeface="Calibri"/>
              <a:cs typeface="Calibri"/>
            </a:endParaRPr>
          </a:p>
          <a:p>
            <a:pPr marL="756285" lvl="1" indent="-287020">
              <a:lnSpc>
                <a:spcPct val="100000"/>
              </a:lnSpc>
              <a:spcBef>
                <a:spcPts val="795"/>
              </a:spcBef>
              <a:buFont typeface="Arial MT"/>
              <a:buChar char="–"/>
              <a:tabLst>
                <a:tab pos="756285" algn="l"/>
                <a:tab pos="756920" algn="l"/>
              </a:tabLst>
            </a:pPr>
            <a:r>
              <a:rPr sz="2200" spc="-15" dirty="0">
                <a:latin typeface="Calibri"/>
                <a:cs typeface="Calibri"/>
              </a:rPr>
              <a:t>Registration</a:t>
            </a:r>
            <a:r>
              <a:rPr sz="2200" spc="15" dirty="0">
                <a:latin typeface="Calibri"/>
                <a:cs typeface="Calibri"/>
              </a:rPr>
              <a:t> </a:t>
            </a:r>
            <a:r>
              <a:rPr sz="2200" spc="-5" dirty="0">
                <a:latin typeface="Calibri"/>
                <a:cs typeface="Calibri"/>
              </a:rPr>
              <a:t>is</a:t>
            </a:r>
            <a:r>
              <a:rPr sz="2200" dirty="0">
                <a:latin typeface="Calibri"/>
                <a:cs typeface="Calibri"/>
              </a:rPr>
              <a:t> </a:t>
            </a:r>
            <a:r>
              <a:rPr sz="2200" spc="-5" dirty="0">
                <a:latin typeface="Calibri"/>
                <a:cs typeface="Calibri"/>
              </a:rPr>
              <a:t>necessary</a:t>
            </a:r>
            <a:r>
              <a:rPr sz="2200" spc="20" dirty="0">
                <a:latin typeface="Calibri"/>
                <a:cs typeface="Calibri"/>
              </a:rPr>
              <a:t> </a:t>
            </a:r>
            <a:r>
              <a:rPr sz="2200" spc="-20" dirty="0">
                <a:latin typeface="Calibri"/>
                <a:cs typeface="Calibri"/>
              </a:rPr>
              <a:t>for</a:t>
            </a:r>
            <a:r>
              <a:rPr sz="2200" spc="10" dirty="0">
                <a:latin typeface="Calibri"/>
                <a:cs typeface="Calibri"/>
              </a:rPr>
              <a:t> </a:t>
            </a:r>
            <a:r>
              <a:rPr sz="2200" b="1" spc="-5" dirty="0">
                <a:solidFill>
                  <a:srgbClr val="006FC0"/>
                </a:solidFill>
                <a:latin typeface="Calibri"/>
                <a:cs typeface="Calibri"/>
              </a:rPr>
              <a:t>sending</a:t>
            </a:r>
            <a:r>
              <a:rPr sz="2200" b="1" dirty="0">
                <a:solidFill>
                  <a:srgbClr val="006FC0"/>
                </a:solidFill>
                <a:latin typeface="Calibri"/>
                <a:cs typeface="Calibri"/>
              </a:rPr>
              <a:t> </a:t>
            </a:r>
            <a:r>
              <a:rPr sz="2200" b="1" spc="-10" dirty="0">
                <a:solidFill>
                  <a:srgbClr val="006FC0"/>
                </a:solidFill>
                <a:latin typeface="Calibri"/>
                <a:cs typeface="Calibri"/>
              </a:rPr>
              <a:t>and</a:t>
            </a:r>
            <a:r>
              <a:rPr sz="2200" b="1" spc="10" dirty="0">
                <a:solidFill>
                  <a:srgbClr val="006FC0"/>
                </a:solidFill>
                <a:latin typeface="Calibri"/>
                <a:cs typeface="Calibri"/>
              </a:rPr>
              <a:t> </a:t>
            </a:r>
            <a:r>
              <a:rPr sz="2200" b="1" spc="-10" dirty="0">
                <a:solidFill>
                  <a:srgbClr val="006FC0"/>
                </a:solidFill>
                <a:latin typeface="Calibri"/>
                <a:cs typeface="Calibri"/>
              </a:rPr>
              <a:t>receiving</a:t>
            </a:r>
            <a:r>
              <a:rPr sz="2200" b="1" spc="15" dirty="0">
                <a:solidFill>
                  <a:srgbClr val="006FC0"/>
                </a:solidFill>
                <a:latin typeface="Calibri"/>
                <a:cs typeface="Calibri"/>
              </a:rPr>
              <a:t> </a:t>
            </a:r>
            <a:r>
              <a:rPr sz="2200" b="1" spc="-10" dirty="0">
                <a:solidFill>
                  <a:srgbClr val="006FC0"/>
                </a:solidFill>
                <a:latin typeface="Calibri"/>
                <a:cs typeface="Calibri"/>
              </a:rPr>
              <a:t>messages</a:t>
            </a:r>
            <a:r>
              <a:rPr sz="2200" spc="-10" dirty="0">
                <a:latin typeface="Calibri"/>
                <a:cs typeface="Calibri"/>
              </a:rPr>
              <a:t>.</a:t>
            </a:r>
            <a:endParaRPr sz="2200">
              <a:latin typeface="Calibri"/>
              <a:cs typeface="Calibri"/>
            </a:endParaRPr>
          </a:p>
          <a:p>
            <a:pPr marL="756285" marR="6350" lvl="1" indent="-287020">
              <a:lnSpc>
                <a:spcPct val="100000"/>
              </a:lnSpc>
              <a:spcBef>
                <a:spcPts val="800"/>
              </a:spcBef>
              <a:buFont typeface="Arial MT"/>
              <a:buChar char="–"/>
              <a:tabLst>
                <a:tab pos="756285" algn="l"/>
                <a:tab pos="756920" algn="l"/>
              </a:tabLst>
            </a:pPr>
            <a:r>
              <a:rPr sz="2200" spc="-15" dirty="0">
                <a:latin typeface="Calibri"/>
                <a:cs typeface="Calibri"/>
              </a:rPr>
              <a:t>Registration</a:t>
            </a:r>
            <a:r>
              <a:rPr sz="2200" spc="459" dirty="0">
                <a:latin typeface="Calibri"/>
                <a:cs typeface="Calibri"/>
              </a:rPr>
              <a:t> </a:t>
            </a:r>
            <a:r>
              <a:rPr sz="2200" spc="-10" dirty="0">
                <a:latin typeface="Calibri"/>
                <a:cs typeface="Calibri"/>
              </a:rPr>
              <a:t>requests</a:t>
            </a:r>
            <a:r>
              <a:rPr sz="2200" spc="445" dirty="0">
                <a:latin typeface="Calibri"/>
                <a:cs typeface="Calibri"/>
              </a:rPr>
              <a:t> </a:t>
            </a:r>
            <a:r>
              <a:rPr sz="2200" spc="-5" dirty="0">
                <a:latin typeface="Calibri"/>
                <a:cs typeface="Calibri"/>
              </a:rPr>
              <a:t>as</a:t>
            </a:r>
            <a:r>
              <a:rPr sz="2200" spc="465" dirty="0">
                <a:latin typeface="Calibri"/>
                <a:cs typeface="Calibri"/>
              </a:rPr>
              <a:t> </a:t>
            </a:r>
            <a:r>
              <a:rPr sz="2200" spc="-5" dirty="0">
                <a:latin typeface="Calibri"/>
                <a:cs typeface="Calibri"/>
              </a:rPr>
              <a:t>an</a:t>
            </a:r>
            <a:r>
              <a:rPr sz="2200" spc="450" dirty="0">
                <a:latin typeface="Calibri"/>
                <a:cs typeface="Calibri"/>
              </a:rPr>
              <a:t> </a:t>
            </a:r>
            <a:r>
              <a:rPr sz="2200" spc="-5" dirty="0">
                <a:latin typeface="Calibri"/>
                <a:cs typeface="Calibri"/>
              </a:rPr>
              <a:t>initial</a:t>
            </a:r>
            <a:r>
              <a:rPr sz="2200" spc="445" dirty="0">
                <a:latin typeface="Calibri"/>
                <a:cs typeface="Calibri"/>
              </a:rPr>
              <a:t> </a:t>
            </a:r>
            <a:r>
              <a:rPr sz="2200" spc="-5" dirty="0">
                <a:latin typeface="Calibri"/>
                <a:cs typeface="Calibri"/>
              </a:rPr>
              <a:t>message</a:t>
            </a:r>
            <a:r>
              <a:rPr sz="2200" spc="450" dirty="0">
                <a:latin typeface="Calibri"/>
                <a:cs typeface="Calibri"/>
              </a:rPr>
              <a:t> </a:t>
            </a:r>
            <a:r>
              <a:rPr sz="2200" spc="-5" dirty="0">
                <a:latin typeface="Calibri"/>
                <a:cs typeface="Calibri"/>
              </a:rPr>
              <a:t>should</a:t>
            </a:r>
            <a:r>
              <a:rPr sz="2200" spc="445" dirty="0">
                <a:latin typeface="Calibri"/>
                <a:cs typeface="Calibri"/>
              </a:rPr>
              <a:t> </a:t>
            </a:r>
            <a:r>
              <a:rPr sz="2200" spc="-5" dirty="0">
                <a:latin typeface="Calibri"/>
                <a:cs typeface="Calibri"/>
              </a:rPr>
              <a:t>be</a:t>
            </a:r>
            <a:r>
              <a:rPr sz="2200" spc="459" dirty="0">
                <a:latin typeface="Calibri"/>
                <a:cs typeface="Calibri"/>
              </a:rPr>
              <a:t> </a:t>
            </a:r>
            <a:r>
              <a:rPr sz="2200" spc="-10" dirty="0">
                <a:latin typeface="Calibri"/>
                <a:cs typeface="Calibri"/>
              </a:rPr>
              <a:t>sent</a:t>
            </a:r>
            <a:r>
              <a:rPr sz="2200" spc="440" dirty="0">
                <a:latin typeface="Calibri"/>
                <a:cs typeface="Calibri"/>
              </a:rPr>
              <a:t> </a:t>
            </a:r>
            <a:r>
              <a:rPr sz="2200" spc="-5" dirty="0">
                <a:latin typeface="Calibri"/>
                <a:cs typeface="Calibri"/>
              </a:rPr>
              <a:t>by</a:t>
            </a:r>
            <a:r>
              <a:rPr sz="2200" spc="465" dirty="0">
                <a:latin typeface="Calibri"/>
                <a:cs typeface="Calibri"/>
              </a:rPr>
              <a:t> </a:t>
            </a:r>
            <a:r>
              <a:rPr sz="2200" spc="-5" dirty="0">
                <a:latin typeface="Calibri"/>
                <a:cs typeface="Calibri"/>
              </a:rPr>
              <a:t>the </a:t>
            </a:r>
            <a:r>
              <a:rPr sz="2200" spc="-480" dirty="0">
                <a:latin typeface="Calibri"/>
                <a:cs typeface="Calibri"/>
              </a:rPr>
              <a:t> </a:t>
            </a:r>
            <a:r>
              <a:rPr sz="2200" spc="-10" dirty="0">
                <a:latin typeface="Calibri"/>
                <a:cs typeface="Calibri"/>
              </a:rPr>
              <a:t>device</a:t>
            </a:r>
            <a:r>
              <a:rPr sz="2200" dirty="0">
                <a:latin typeface="Calibri"/>
                <a:cs typeface="Calibri"/>
              </a:rPr>
              <a:t> </a:t>
            </a:r>
            <a:r>
              <a:rPr sz="2200" spc="-20" dirty="0">
                <a:latin typeface="Calibri"/>
                <a:cs typeface="Calibri"/>
              </a:rPr>
              <a:t>to</a:t>
            </a:r>
            <a:r>
              <a:rPr sz="2200" spc="10" dirty="0">
                <a:latin typeface="Calibri"/>
                <a:cs typeface="Calibri"/>
              </a:rPr>
              <a:t> </a:t>
            </a:r>
            <a:r>
              <a:rPr sz="2200" spc="-5" dirty="0">
                <a:latin typeface="Calibri"/>
                <a:cs typeface="Calibri"/>
              </a:rPr>
              <a:t>the</a:t>
            </a:r>
            <a:r>
              <a:rPr sz="2200" spc="10" dirty="0">
                <a:latin typeface="Calibri"/>
                <a:cs typeface="Calibri"/>
              </a:rPr>
              <a:t> </a:t>
            </a:r>
            <a:r>
              <a:rPr sz="2200" spc="-20" dirty="0">
                <a:latin typeface="Calibri"/>
                <a:cs typeface="Calibri"/>
              </a:rPr>
              <a:t>fog</a:t>
            </a:r>
            <a:r>
              <a:rPr sz="2200" spc="5" dirty="0">
                <a:latin typeface="Calibri"/>
                <a:cs typeface="Calibri"/>
              </a:rPr>
              <a:t> </a:t>
            </a:r>
            <a:r>
              <a:rPr sz="2200" spc="-50" dirty="0">
                <a:latin typeface="Calibri"/>
                <a:cs typeface="Calibri"/>
              </a:rPr>
              <a:t>layer.</a:t>
            </a:r>
            <a:endParaRPr sz="2200">
              <a:latin typeface="Calibri"/>
              <a:cs typeface="Calibri"/>
            </a:endParaRPr>
          </a:p>
          <a:p>
            <a:pPr marL="756285" lvl="1" indent="-287020">
              <a:lnSpc>
                <a:spcPct val="100000"/>
              </a:lnSpc>
              <a:spcBef>
                <a:spcPts val="810"/>
              </a:spcBef>
              <a:buFont typeface="Arial MT"/>
              <a:buChar char="–"/>
              <a:tabLst>
                <a:tab pos="756285" algn="l"/>
                <a:tab pos="756920" algn="l"/>
              </a:tabLst>
            </a:pPr>
            <a:r>
              <a:rPr sz="2200" spc="-15" dirty="0">
                <a:latin typeface="Calibri"/>
                <a:cs typeface="Calibri"/>
              </a:rPr>
              <a:t>Through</a:t>
            </a:r>
            <a:r>
              <a:rPr sz="2200" spc="340" dirty="0">
                <a:latin typeface="Calibri"/>
                <a:cs typeface="Calibri"/>
              </a:rPr>
              <a:t> </a:t>
            </a:r>
            <a:r>
              <a:rPr sz="2200" spc="-5" dirty="0">
                <a:latin typeface="Calibri"/>
                <a:cs typeface="Calibri"/>
              </a:rPr>
              <a:t>the</a:t>
            </a:r>
            <a:r>
              <a:rPr sz="2200" spc="370" dirty="0">
                <a:latin typeface="Calibri"/>
                <a:cs typeface="Calibri"/>
              </a:rPr>
              <a:t> </a:t>
            </a:r>
            <a:r>
              <a:rPr sz="2200" spc="-15" dirty="0">
                <a:latin typeface="Calibri"/>
                <a:cs typeface="Calibri"/>
              </a:rPr>
              <a:t>registration</a:t>
            </a:r>
            <a:r>
              <a:rPr sz="2200" spc="345" dirty="0">
                <a:latin typeface="Calibri"/>
                <a:cs typeface="Calibri"/>
              </a:rPr>
              <a:t> </a:t>
            </a:r>
            <a:r>
              <a:rPr sz="2200" spc="-10" dirty="0">
                <a:latin typeface="Calibri"/>
                <a:cs typeface="Calibri"/>
              </a:rPr>
              <a:t>process,</a:t>
            </a:r>
            <a:r>
              <a:rPr sz="2200" spc="365" dirty="0">
                <a:latin typeface="Calibri"/>
                <a:cs typeface="Calibri"/>
              </a:rPr>
              <a:t> </a:t>
            </a:r>
            <a:r>
              <a:rPr sz="2200" spc="-10" dirty="0">
                <a:latin typeface="Calibri"/>
                <a:cs typeface="Calibri"/>
              </a:rPr>
              <a:t>devices</a:t>
            </a:r>
            <a:r>
              <a:rPr sz="2200" spc="365" dirty="0">
                <a:latin typeface="Calibri"/>
                <a:cs typeface="Calibri"/>
              </a:rPr>
              <a:t> </a:t>
            </a:r>
            <a:r>
              <a:rPr sz="2200" spc="-15" dirty="0">
                <a:latin typeface="Calibri"/>
                <a:cs typeface="Calibri"/>
              </a:rPr>
              <a:t>get</a:t>
            </a:r>
            <a:r>
              <a:rPr sz="2200" spc="350" dirty="0">
                <a:latin typeface="Calibri"/>
                <a:cs typeface="Calibri"/>
              </a:rPr>
              <a:t> </a:t>
            </a:r>
            <a:r>
              <a:rPr sz="2200" spc="-5" dirty="0">
                <a:latin typeface="Calibri"/>
                <a:cs typeface="Calibri"/>
              </a:rPr>
              <a:t>a</a:t>
            </a:r>
            <a:r>
              <a:rPr sz="2200" spc="355" dirty="0">
                <a:latin typeface="Calibri"/>
                <a:cs typeface="Calibri"/>
              </a:rPr>
              <a:t> </a:t>
            </a:r>
            <a:r>
              <a:rPr sz="2200" b="1" spc="-5" dirty="0">
                <a:solidFill>
                  <a:srgbClr val="C00000"/>
                </a:solidFill>
                <a:latin typeface="Calibri"/>
                <a:cs typeface="Calibri"/>
              </a:rPr>
              <a:t>unique</a:t>
            </a:r>
            <a:r>
              <a:rPr sz="2200" b="1" spc="345" dirty="0">
                <a:solidFill>
                  <a:srgbClr val="C00000"/>
                </a:solidFill>
                <a:latin typeface="Calibri"/>
                <a:cs typeface="Calibri"/>
              </a:rPr>
              <a:t> </a:t>
            </a:r>
            <a:r>
              <a:rPr sz="2200" b="1" dirty="0">
                <a:solidFill>
                  <a:srgbClr val="C00000"/>
                </a:solidFill>
                <a:latin typeface="Calibri"/>
                <a:cs typeface="Calibri"/>
              </a:rPr>
              <a:t>ID</a:t>
            </a:r>
            <a:r>
              <a:rPr sz="2200" b="1" spc="350" dirty="0">
                <a:solidFill>
                  <a:srgbClr val="C00000"/>
                </a:solidFill>
                <a:latin typeface="Calibri"/>
                <a:cs typeface="Calibri"/>
              </a:rPr>
              <a:t> </a:t>
            </a:r>
            <a:r>
              <a:rPr sz="2200" b="1" spc="-10" dirty="0">
                <a:solidFill>
                  <a:srgbClr val="C00000"/>
                </a:solidFill>
                <a:latin typeface="Calibri"/>
                <a:cs typeface="Calibri"/>
              </a:rPr>
              <a:t>and</a:t>
            </a:r>
            <a:r>
              <a:rPr sz="2200" b="1" spc="360" dirty="0">
                <a:solidFill>
                  <a:srgbClr val="C00000"/>
                </a:solidFill>
                <a:latin typeface="Calibri"/>
                <a:cs typeface="Calibri"/>
              </a:rPr>
              <a:t> </a:t>
            </a:r>
            <a:r>
              <a:rPr sz="2200" b="1" spc="-35" dirty="0">
                <a:solidFill>
                  <a:srgbClr val="C00000"/>
                </a:solidFill>
                <a:latin typeface="Calibri"/>
                <a:cs typeface="Calibri"/>
              </a:rPr>
              <a:t>key</a:t>
            </a:r>
            <a:endParaRPr sz="2200">
              <a:latin typeface="Calibri"/>
              <a:cs typeface="Calibri"/>
            </a:endParaRPr>
          </a:p>
          <a:p>
            <a:pPr marL="756285">
              <a:lnSpc>
                <a:spcPct val="100000"/>
              </a:lnSpc>
            </a:pPr>
            <a:r>
              <a:rPr sz="2200" spc="-10" dirty="0">
                <a:latin typeface="Calibri"/>
                <a:cs typeface="Calibri"/>
              </a:rPr>
              <a:t>that</a:t>
            </a:r>
            <a:r>
              <a:rPr sz="2200" spc="5" dirty="0">
                <a:latin typeface="Calibri"/>
                <a:cs typeface="Calibri"/>
              </a:rPr>
              <a:t> </a:t>
            </a:r>
            <a:r>
              <a:rPr sz="2200" spc="-5" dirty="0">
                <a:latin typeface="Calibri"/>
                <a:cs typeface="Calibri"/>
              </a:rPr>
              <a:t>should</a:t>
            </a:r>
            <a:r>
              <a:rPr sz="2200" spc="-10" dirty="0">
                <a:latin typeface="Calibri"/>
                <a:cs typeface="Calibri"/>
              </a:rPr>
              <a:t> </a:t>
            </a:r>
            <a:r>
              <a:rPr sz="2200" spc="-5" dirty="0">
                <a:latin typeface="Calibri"/>
                <a:cs typeface="Calibri"/>
              </a:rPr>
              <a:t>be</a:t>
            </a:r>
            <a:r>
              <a:rPr sz="2200" spc="10" dirty="0">
                <a:latin typeface="Calibri"/>
                <a:cs typeface="Calibri"/>
              </a:rPr>
              <a:t> </a:t>
            </a:r>
            <a:r>
              <a:rPr sz="2200" spc="-15" dirty="0">
                <a:latin typeface="Calibri"/>
                <a:cs typeface="Calibri"/>
              </a:rPr>
              <a:t>attached</a:t>
            </a:r>
            <a:r>
              <a:rPr sz="2200" spc="5" dirty="0">
                <a:latin typeface="Calibri"/>
                <a:cs typeface="Calibri"/>
              </a:rPr>
              <a:t> </a:t>
            </a:r>
            <a:r>
              <a:rPr sz="2200" spc="-5" dirty="0">
                <a:latin typeface="Calibri"/>
                <a:cs typeface="Calibri"/>
              </a:rPr>
              <a:t>in</a:t>
            </a:r>
            <a:r>
              <a:rPr sz="2200" spc="5" dirty="0">
                <a:latin typeface="Calibri"/>
                <a:cs typeface="Calibri"/>
              </a:rPr>
              <a:t> </a:t>
            </a:r>
            <a:r>
              <a:rPr sz="2200" spc="-5" dirty="0">
                <a:latin typeface="Calibri"/>
                <a:cs typeface="Calibri"/>
              </a:rPr>
              <a:t>the</a:t>
            </a:r>
            <a:r>
              <a:rPr sz="2200" spc="5" dirty="0">
                <a:latin typeface="Calibri"/>
                <a:cs typeface="Calibri"/>
              </a:rPr>
              <a:t> </a:t>
            </a:r>
            <a:r>
              <a:rPr sz="2200" spc="-10" dirty="0">
                <a:latin typeface="Calibri"/>
                <a:cs typeface="Calibri"/>
              </a:rPr>
              <a:t>messages</a:t>
            </a:r>
            <a:r>
              <a:rPr sz="2200" spc="45" dirty="0">
                <a:latin typeface="Calibri"/>
                <a:cs typeface="Calibri"/>
              </a:rPr>
              <a:t> </a:t>
            </a:r>
            <a:r>
              <a:rPr sz="2200" spc="-20" dirty="0">
                <a:latin typeface="Calibri"/>
                <a:cs typeface="Calibri"/>
              </a:rPr>
              <a:t>for</a:t>
            </a:r>
            <a:r>
              <a:rPr sz="2200" spc="15" dirty="0">
                <a:latin typeface="Calibri"/>
                <a:cs typeface="Calibri"/>
              </a:rPr>
              <a:t> </a:t>
            </a:r>
            <a:r>
              <a:rPr sz="2200" spc="-10" dirty="0">
                <a:latin typeface="Calibri"/>
                <a:cs typeface="Calibri"/>
              </a:rPr>
              <a:t>authentication</a:t>
            </a:r>
            <a:r>
              <a:rPr sz="2200" spc="10" dirty="0">
                <a:latin typeface="Calibri"/>
                <a:cs typeface="Calibri"/>
              </a:rPr>
              <a:t> </a:t>
            </a:r>
            <a:r>
              <a:rPr sz="2200" spc="-10" dirty="0">
                <a:latin typeface="Calibri"/>
                <a:cs typeface="Calibri"/>
              </a:rPr>
              <a:t>process.</a:t>
            </a:r>
            <a:endParaRPr sz="2200">
              <a:latin typeface="Calibri"/>
              <a:cs typeface="Calibri"/>
            </a:endParaRPr>
          </a:p>
          <a:p>
            <a:pPr marL="355600" indent="-342900">
              <a:lnSpc>
                <a:spcPct val="100000"/>
              </a:lnSpc>
              <a:spcBef>
                <a:spcPts val="790"/>
              </a:spcBef>
              <a:buFont typeface="Arial MT"/>
              <a:buChar char="•"/>
              <a:tabLst>
                <a:tab pos="354965" algn="l"/>
                <a:tab pos="355600" algn="l"/>
              </a:tabLst>
            </a:pPr>
            <a:r>
              <a:rPr sz="2200" b="1" i="1" spc="-15" dirty="0">
                <a:latin typeface="Calibri"/>
                <a:cs typeface="Calibri"/>
              </a:rPr>
              <a:t>Data</a:t>
            </a:r>
            <a:r>
              <a:rPr sz="2200" b="1" i="1" dirty="0">
                <a:latin typeface="Calibri"/>
                <a:cs typeface="Calibri"/>
              </a:rPr>
              <a:t> </a:t>
            </a:r>
            <a:r>
              <a:rPr sz="2200" b="1" i="1" spc="-5" dirty="0">
                <a:latin typeface="Calibri"/>
                <a:cs typeface="Calibri"/>
              </a:rPr>
              <a:t>Collection/Command</a:t>
            </a:r>
            <a:r>
              <a:rPr sz="2200" b="1" i="1" spc="-20" dirty="0">
                <a:latin typeface="Calibri"/>
                <a:cs typeface="Calibri"/>
              </a:rPr>
              <a:t> </a:t>
            </a:r>
            <a:r>
              <a:rPr sz="2200" b="1" i="1" spc="-10" dirty="0">
                <a:latin typeface="Calibri"/>
                <a:cs typeface="Calibri"/>
              </a:rPr>
              <a:t>Execution.</a:t>
            </a:r>
            <a:endParaRPr sz="2200">
              <a:latin typeface="Calibri"/>
              <a:cs typeface="Calibri"/>
            </a:endParaRPr>
          </a:p>
          <a:p>
            <a:pPr marL="756285" lvl="1" indent="-287020">
              <a:lnSpc>
                <a:spcPct val="100000"/>
              </a:lnSpc>
              <a:spcBef>
                <a:spcPts val="805"/>
              </a:spcBef>
              <a:buFont typeface="Arial MT"/>
              <a:buChar char="–"/>
              <a:tabLst>
                <a:tab pos="756285" algn="l"/>
                <a:tab pos="756920" algn="l"/>
              </a:tabLst>
            </a:pPr>
            <a:r>
              <a:rPr sz="2200" b="1" spc="-20" dirty="0">
                <a:solidFill>
                  <a:srgbClr val="006FC0"/>
                </a:solidFill>
                <a:latin typeface="Calibri"/>
                <a:cs typeface="Calibri"/>
              </a:rPr>
              <a:t>Registered</a:t>
            </a:r>
            <a:r>
              <a:rPr sz="2200" b="1" spc="25" dirty="0">
                <a:solidFill>
                  <a:srgbClr val="006FC0"/>
                </a:solidFill>
                <a:latin typeface="Calibri"/>
                <a:cs typeface="Calibri"/>
              </a:rPr>
              <a:t> </a:t>
            </a:r>
            <a:r>
              <a:rPr sz="2200" b="1" spc="-10" dirty="0">
                <a:solidFill>
                  <a:srgbClr val="006FC0"/>
                </a:solidFill>
                <a:latin typeface="Calibri"/>
                <a:cs typeface="Calibri"/>
              </a:rPr>
              <a:t>sensors</a:t>
            </a:r>
            <a:r>
              <a:rPr sz="2200" b="1" spc="30" dirty="0">
                <a:solidFill>
                  <a:srgbClr val="006FC0"/>
                </a:solidFill>
                <a:latin typeface="Calibri"/>
                <a:cs typeface="Calibri"/>
              </a:rPr>
              <a:t> </a:t>
            </a:r>
            <a:r>
              <a:rPr sz="2200" b="1" spc="-5" dirty="0">
                <a:solidFill>
                  <a:srgbClr val="006FC0"/>
                </a:solidFill>
                <a:latin typeface="Calibri"/>
                <a:cs typeface="Calibri"/>
              </a:rPr>
              <a:t>collect</a:t>
            </a:r>
            <a:r>
              <a:rPr sz="2200" b="1" spc="15" dirty="0">
                <a:solidFill>
                  <a:srgbClr val="006FC0"/>
                </a:solidFill>
                <a:latin typeface="Calibri"/>
                <a:cs typeface="Calibri"/>
              </a:rPr>
              <a:t> </a:t>
            </a:r>
            <a:r>
              <a:rPr sz="2200" b="1" spc="-20" dirty="0">
                <a:solidFill>
                  <a:srgbClr val="006FC0"/>
                </a:solidFill>
                <a:latin typeface="Calibri"/>
                <a:cs typeface="Calibri"/>
              </a:rPr>
              <a:t>data</a:t>
            </a:r>
            <a:r>
              <a:rPr sz="2200" b="1" spc="25" dirty="0">
                <a:solidFill>
                  <a:srgbClr val="006FC0"/>
                </a:solidFill>
                <a:latin typeface="Calibri"/>
                <a:cs typeface="Calibri"/>
              </a:rPr>
              <a:t> </a:t>
            </a:r>
            <a:r>
              <a:rPr sz="2200" spc="-20" dirty="0">
                <a:latin typeface="Calibri"/>
                <a:cs typeface="Calibri"/>
              </a:rPr>
              <a:t>to</a:t>
            </a:r>
            <a:r>
              <a:rPr sz="2200" spc="15" dirty="0">
                <a:latin typeface="Calibri"/>
                <a:cs typeface="Calibri"/>
              </a:rPr>
              <a:t> </a:t>
            </a:r>
            <a:r>
              <a:rPr sz="2200" spc="-20" dirty="0">
                <a:latin typeface="Calibri"/>
                <a:cs typeface="Calibri"/>
              </a:rPr>
              <a:t>transfer</a:t>
            </a:r>
            <a:r>
              <a:rPr sz="2200" spc="15" dirty="0">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a:t>
            </a:r>
            <a:r>
              <a:rPr sz="2200" spc="15" dirty="0">
                <a:latin typeface="Calibri"/>
                <a:cs typeface="Calibri"/>
              </a:rPr>
              <a:t> </a:t>
            </a:r>
            <a:r>
              <a:rPr sz="2200" spc="-20" dirty="0">
                <a:latin typeface="Calibri"/>
                <a:cs typeface="Calibri"/>
              </a:rPr>
              <a:t>fog</a:t>
            </a:r>
            <a:r>
              <a:rPr sz="2200" spc="10" dirty="0">
                <a:latin typeface="Calibri"/>
                <a:cs typeface="Calibri"/>
              </a:rPr>
              <a:t> </a:t>
            </a:r>
            <a:r>
              <a:rPr sz="2200" spc="-50" dirty="0">
                <a:latin typeface="Calibri"/>
                <a:cs typeface="Calibri"/>
              </a:rPr>
              <a:t>layer.</a:t>
            </a:r>
            <a:endParaRPr sz="2200">
              <a:latin typeface="Calibri"/>
              <a:cs typeface="Calibri"/>
            </a:endParaRPr>
          </a:p>
          <a:p>
            <a:pPr marL="756285" marR="7620" lvl="1" indent="-287020">
              <a:lnSpc>
                <a:spcPct val="100000"/>
              </a:lnSpc>
              <a:spcBef>
                <a:spcPts val="805"/>
              </a:spcBef>
              <a:buFont typeface="Arial MT"/>
              <a:buChar char="–"/>
              <a:tabLst>
                <a:tab pos="756285" algn="l"/>
                <a:tab pos="756920" algn="l"/>
              </a:tabLst>
            </a:pPr>
            <a:r>
              <a:rPr sz="2200" b="1" spc="-10" dirty="0">
                <a:solidFill>
                  <a:srgbClr val="FF0000"/>
                </a:solidFill>
                <a:latin typeface="Calibri"/>
                <a:cs typeface="Calibri"/>
              </a:rPr>
              <a:t>Actuators</a:t>
            </a:r>
            <a:r>
              <a:rPr sz="2200" b="1" spc="150" dirty="0">
                <a:solidFill>
                  <a:srgbClr val="FF0000"/>
                </a:solidFill>
                <a:latin typeface="Calibri"/>
                <a:cs typeface="Calibri"/>
              </a:rPr>
              <a:t> </a:t>
            </a:r>
            <a:r>
              <a:rPr sz="2200" spc="-15" dirty="0">
                <a:latin typeface="Calibri"/>
                <a:cs typeface="Calibri"/>
              </a:rPr>
              <a:t>are</a:t>
            </a:r>
            <a:r>
              <a:rPr sz="2200" spc="145" dirty="0">
                <a:latin typeface="Calibri"/>
                <a:cs typeface="Calibri"/>
              </a:rPr>
              <a:t> </a:t>
            </a:r>
            <a:r>
              <a:rPr sz="2200" spc="-10" dirty="0">
                <a:latin typeface="Calibri"/>
                <a:cs typeface="Calibri"/>
              </a:rPr>
              <a:t>responsible</a:t>
            </a:r>
            <a:r>
              <a:rPr sz="2200" spc="145" dirty="0">
                <a:latin typeface="Calibri"/>
                <a:cs typeface="Calibri"/>
              </a:rPr>
              <a:t> </a:t>
            </a:r>
            <a:r>
              <a:rPr sz="2200" spc="-20" dirty="0">
                <a:latin typeface="Calibri"/>
                <a:cs typeface="Calibri"/>
              </a:rPr>
              <a:t>for</a:t>
            </a:r>
            <a:r>
              <a:rPr sz="2200" spc="165" dirty="0">
                <a:latin typeface="Calibri"/>
                <a:cs typeface="Calibri"/>
              </a:rPr>
              <a:t> </a:t>
            </a:r>
            <a:r>
              <a:rPr sz="2200" b="1" spc="-10" dirty="0">
                <a:solidFill>
                  <a:srgbClr val="006FC0"/>
                </a:solidFill>
                <a:latin typeface="Calibri"/>
                <a:cs typeface="Calibri"/>
              </a:rPr>
              <a:t>running</a:t>
            </a:r>
            <a:r>
              <a:rPr sz="2200" b="1" spc="150" dirty="0">
                <a:solidFill>
                  <a:srgbClr val="006FC0"/>
                </a:solidFill>
                <a:latin typeface="Calibri"/>
                <a:cs typeface="Calibri"/>
              </a:rPr>
              <a:t> </a:t>
            </a:r>
            <a:r>
              <a:rPr sz="2200" b="1" spc="-10" dirty="0">
                <a:solidFill>
                  <a:srgbClr val="006FC0"/>
                </a:solidFill>
                <a:latin typeface="Calibri"/>
                <a:cs typeface="Calibri"/>
              </a:rPr>
              <a:t>the</a:t>
            </a:r>
            <a:r>
              <a:rPr sz="2200" b="1" spc="155" dirty="0">
                <a:solidFill>
                  <a:srgbClr val="006FC0"/>
                </a:solidFill>
                <a:latin typeface="Calibri"/>
                <a:cs typeface="Calibri"/>
              </a:rPr>
              <a:t> </a:t>
            </a:r>
            <a:r>
              <a:rPr sz="2200" b="1" spc="-10" dirty="0">
                <a:solidFill>
                  <a:srgbClr val="006FC0"/>
                </a:solidFill>
                <a:latin typeface="Calibri"/>
                <a:cs typeface="Calibri"/>
              </a:rPr>
              <a:t>received</a:t>
            </a:r>
            <a:r>
              <a:rPr sz="2200" b="1" spc="175" dirty="0">
                <a:solidFill>
                  <a:srgbClr val="006FC0"/>
                </a:solidFill>
                <a:latin typeface="Calibri"/>
                <a:cs typeface="Calibri"/>
              </a:rPr>
              <a:t> </a:t>
            </a:r>
            <a:r>
              <a:rPr sz="2200" b="1" spc="-10" dirty="0">
                <a:solidFill>
                  <a:srgbClr val="006FC0"/>
                </a:solidFill>
                <a:latin typeface="Calibri"/>
                <a:cs typeface="Calibri"/>
              </a:rPr>
              <a:t>commands</a:t>
            </a:r>
            <a:r>
              <a:rPr sz="2200" b="1" spc="140" dirty="0">
                <a:solidFill>
                  <a:srgbClr val="006FC0"/>
                </a:solidFill>
                <a:latin typeface="Calibri"/>
                <a:cs typeface="Calibri"/>
              </a:rPr>
              <a:t> </a:t>
            </a:r>
            <a:r>
              <a:rPr sz="2200" spc="-10" dirty="0">
                <a:latin typeface="Calibri"/>
                <a:cs typeface="Calibri"/>
              </a:rPr>
              <a:t>from </a:t>
            </a:r>
            <a:r>
              <a:rPr sz="2200" spc="-480" dirty="0">
                <a:latin typeface="Calibri"/>
                <a:cs typeface="Calibri"/>
              </a:rPr>
              <a:t> </a:t>
            </a:r>
            <a:r>
              <a:rPr sz="2200" spc="-5" dirty="0">
                <a:latin typeface="Calibri"/>
                <a:cs typeface="Calibri"/>
              </a:rPr>
              <a:t>the</a:t>
            </a:r>
            <a:r>
              <a:rPr sz="2200" spc="5" dirty="0">
                <a:latin typeface="Calibri"/>
                <a:cs typeface="Calibri"/>
              </a:rPr>
              <a:t> </a:t>
            </a:r>
            <a:r>
              <a:rPr sz="2200" spc="-20" dirty="0">
                <a:latin typeface="Calibri"/>
                <a:cs typeface="Calibri"/>
              </a:rPr>
              <a:t>fog</a:t>
            </a:r>
            <a:r>
              <a:rPr sz="2200" spc="5" dirty="0">
                <a:latin typeface="Calibri"/>
                <a:cs typeface="Calibri"/>
              </a:rPr>
              <a:t> </a:t>
            </a:r>
            <a:r>
              <a:rPr sz="2200" spc="-15" dirty="0">
                <a:latin typeface="Calibri"/>
                <a:cs typeface="Calibri"/>
              </a:rPr>
              <a:t>layer</a:t>
            </a:r>
            <a:r>
              <a:rPr sz="2200" spc="-10" dirty="0">
                <a:latin typeface="Calibri"/>
                <a:cs typeface="Calibri"/>
              </a:rPr>
              <a:t> by</a:t>
            </a:r>
            <a:r>
              <a:rPr sz="2200" spc="10" dirty="0">
                <a:latin typeface="Calibri"/>
                <a:cs typeface="Calibri"/>
              </a:rPr>
              <a:t> </a:t>
            </a:r>
            <a:r>
              <a:rPr sz="2200" spc="-5" dirty="0">
                <a:latin typeface="Calibri"/>
                <a:cs typeface="Calibri"/>
              </a:rPr>
              <a:t>this</a:t>
            </a:r>
            <a:r>
              <a:rPr sz="2200" spc="-10" dirty="0">
                <a:latin typeface="Calibri"/>
                <a:cs typeface="Calibri"/>
              </a:rPr>
              <a:t> </a:t>
            </a:r>
            <a:r>
              <a:rPr sz="2200" spc="-5" dirty="0">
                <a:latin typeface="Calibri"/>
                <a:cs typeface="Calibri"/>
              </a:rPr>
              <a:t>module.</a:t>
            </a:r>
            <a:endParaRPr sz="22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103945"/>
            <a:ext cx="8703310" cy="5866765"/>
          </a:xfrm>
          <a:prstGeom prst="rect">
            <a:avLst/>
          </a:prstGeom>
        </p:spPr>
        <p:txBody>
          <a:bodyPr vert="horz" wrap="square" lIns="0" tIns="113030" rIns="0" bIns="0" rtlCol="0">
            <a:spAutoFit/>
          </a:bodyPr>
          <a:lstStyle/>
          <a:p>
            <a:pPr marL="12700" algn="just">
              <a:lnSpc>
                <a:spcPct val="100000"/>
              </a:lnSpc>
              <a:spcBef>
                <a:spcPts val="890"/>
              </a:spcBef>
            </a:pPr>
            <a:r>
              <a:rPr sz="2200" b="1" spc="-5" dirty="0">
                <a:latin typeface="Calibri"/>
                <a:cs typeface="Calibri"/>
              </a:rPr>
              <a:t>2.</a:t>
            </a:r>
            <a:r>
              <a:rPr sz="2200" b="1" spc="-30" dirty="0">
                <a:latin typeface="Calibri"/>
                <a:cs typeface="Calibri"/>
              </a:rPr>
              <a:t> </a:t>
            </a:r>
            <a:r>
              <a:rPr sz="2200" b="1" spc="-15" dirty="0">
                <a:latin typeface="Calibri"/>
                <a:cs typeface="Calibri"/>
              </a:rPr>
              <a:t>Fog</a:t>
            </a:r>
            <a:r>
              <a:rPr sz="2200" b="1" spc="-5" dirty="0">
                <a:latin typeface="Calibri"/>
                <a:cs typeface="Calibri"/>
              </a:rPr>
              <a:t> </a:t>
            </a:r>
            <a:r>
              <a:rPr sz="2200" b="1" spc="-20" dirty="0">
                <a:latin typeface="Calibri"/>
                <a:cs typeface="Calibri"/>
              </a:rPr>
              <a:t>Layer</a:t>
            </a:r>
            <a:endParaRPr sz="2200">
              <a:latin typeface="Calibri"/>
              <a:cs typeface="Calibri"/>
            </a:endParaRPr>
          </a:p>
          <a:p>
            <a:pPr marL="355600" indent="-342900" algn="just">
              <a:lnSpc>
                <a:spcPct val="100000"/>
              </a:lnSpc>
              <a:spcBef>
                <a:spcPts val="795"/>
              </a:spcBef>
              <a:buFont typeface="Arial MT"/>
              <a:buChar char="•"/>
              <a:tabLst>
                <a:tab pos="355600" algn="l"/>
              </a:tabLst>
            </a:pPr>
            <a:r>
              <a:rPr sz="2200" b="1" i="1" spc="-15" dirty="0">
                <a:latin typeface="Calibri"/>
                <a:cs typeface="Calibri"/>
              </a:rPr>
              <a:t>Resource</a:t>
            </a:r>
            <a:r>
              <a:rPr sz="2200" b="1" i="1" spc="-25" dirty="0">
                <a:latin typeface="Calibri"/>
                <a:cs typeface="Calibri"/>
              </a:rPr>
              <a:t> </a:t>
            </a:r>
            <a:r>
              <a:rPr sz="2200" b="1" i="1" spc="-5" dirty="0">
                <a:latin typeface="Calibri"/>
                <a:cs typeface="Calibri"/>
              </a:rPr>
              <a:t>Management</a:t>
            </a:r>
            <a:endParaRPr sz="2200">
              <a:latin typeface="Calibri"/>
              <a:cs typeface="Calibri"/>
            </a:endParaRPr>
          </a:p>
          <a:p>
            <a:pPr marL="756285" marR="5080" lvl="1" indent="-287020" algn="just">
              <a:lnSpc>
                <a:spcPct val="100000"/>
              </a:lnSpc>
              <a:spcBef>
                <a:spcPts val="805"/>
              </a:spcBef>
              <a:buFont typeface="Arial MT"/>
              <a:buChar char="–"/>
              <a:tabLst>
                <a:tab pos="756920" algn="l"/>
              </a:tabLst>
            </a:pPr>
            <a:r>
              <a:rPr sz="2200" spc="-10" dirty="0">
                <a:latin typeface="Calibri"/>
                <a:cs typeface="Calibri"/>
              </a:rPr>
              <a:t>The </a:t>
            </a:r>
            <a:r>
              <a:rPr sz="2200" spc="-20" dirty="0">
                <a:latin typeface="Calibri"/>
                <a:cs typeface="Calibri"/>
              </a:rPr>
              <a:t>fog </a:t>
            </a:r>
            <a:r>
              <a:rPr sz="2200" spc="-15" dirty="0">
                <a:latin typeface="Calibri"/>
                <a:cs typeface="Calibri"/>
              </a:rPr>
              <a:t>layer </a:t>
            </a:r>
            <a:r>
              <a:rPr sz="2200" spc="-10" dirty="0">
                <a:latin typeface="Calibri"/>
                <a:cs typeface="Calibri"/>
              </a:rPr>
              <a:t>receives </a:t>
            </a:r>
            <a:r>
              <a:rPr sz="2200" spc="-5" dirty="0">
                <a:latin typeface="Calibri"/>
                <a:cs typeface="Calibri"/>
              </a:rPr>
              <a:t>the </a:t>
            </a:r>
            <a:r>
              <a:rPr sz="2200" b="1" spc="-10" dirty="0">
                <a:solidFill>
                  <a:srgbClr val="FF0000"/>
                </a:solidFill>
                <a:latin typeface="Calibri"/>
                <a:cs typeface="Calibri"/>
              </a:rPr>
              <a:t>join requests </a:t>
            </a:r>
            <a:r>
              <a:rPr sz="2200" spc="-10" dirty="0">
                <a:latin typeface="Calibri"/>
                <a:cs typeface="Calibri"/>
              </a:rPr>
              <a:t>that are </a:t>
            </a:r>
            <a:r>
              <a:rPr sz="2200" spc="-5" dirty="0">
                <a:latin typeface="Calibri"/>
                <a:cs typeface="Calibri"/>
              </a:rPr>
              <a:t>sent </a:t>
            </a:r>
            <a:r>
              <a:rPr sz="2200" spc="-10" dirty="0">
                <a:latin typeface="Calibri"/>
                <a:cs typeface="Calibri"/>
              </a:rPr>
              <a:t>by </a:t>
            </a:r>
            <a:r>
              <a:rPr sz="2200" spc="-5" dirty="0">
                <a:latin typeface="Calibri"/>
                <a:cs typeface="Calibri"/>
              </a:rPr>
              <a:t>the device </a:t>
            </a:r>
            <a:r>
              <a:rPr sz="2200" dirty="0">
                <a:latin typeface="Calibri"/>
                <a:cs typeface="Calibri"/>
              </a:rPr>
              <a:t> </a:t>
            </a:r>
            <a:r>
              <a:rPr sz="2200" spc="-50" dirty="0">
                <a:latin typeface="Calibri"/>
                <a:cs typeface="Calibri"/>
              </a:rPr>
              <a:t>layer.</a:t>
            </a:r>
            <a:endParaRPr sz="2200">
              <a:latin typeface="Calibri"/>
              <a:cs typeface="Calibri"/>
            </a:endParaRPr>
          </a:p>
          <a:p>
            <a:pPr marL="756285" marR="5080" lvl="1" indent="-287020" algn="just">
              <a:lnSpc>
                <a:spcPct val="100000"/>
              </a:lnSpc>
              <a:spcBef>
                <a:spcPts val="805"/>
              </a:spcBef>
              <a:buFont typeface="Arial MT"/>
              <a:buChar char="–"/>
              <a:tabLst>
                <a:tab pos="756920" algn="l"/>
              </a:tabLst>
            </a:pPr>
            <a:r>
              <a:rPr sz="2200" spc="-10" dirty="0">
                <a:latin typeface="Calibri"/>
                <a:cs typeface="Calibri"/>
              </a:rPr>
              <a:t>The resource </a:t>
            </a:r>
            <a:r>
              <a:rPr sz="2200" spc="-5" dirty="0">
                <a:latin typeface="Calibri"/>
                <a:cs typeface="Calibri"/>
              </a:rPr>
              <a:t>management module </a:t>
            </a:r>
            <a:r>
              <a:rPr sz="2200" b="1" spc="-5" dirty="0">
                <a:solidFill>
                  <a:srgbClr val="006FC0"/>
                </a:solidFill>
                <a:latin typeface="Calibri"/>
                <a:cs typeface="Calibri"/>
              </a:rPr>
              <a:t>queries </a:t>
            </a:r>
            <a:r>
              <a:rPr sz="2200" b="1" spc="-10" dirty="0">
                <a:solidFill>
                  <a:srgbClr val="006FC0"/>
                </a:solidFill>
                <a:latin typeface="Calibri"/>
                <a:cs typeface="Calibri"/>
              </a:rPr>
              <a:t>the list </a:t>
            </a:r>
            <a:r>
              <a:rPr sz="2200" b="1" spc="-5" dirty="0">
                <a:solidFill>
                  <a:srgbClr val="006FC0"/>
                </a:solidFill>
                <a:latin typeface="Calibri"/>
                <a:cs typeface="Calibri"/>
              </a:rPr>
              <a:t>of devices </a:t>
            </a:r>
            <a:r>
              <a:rPr sz="2200" spc="-5" dirty="0">
                <a:latin typeface="Calibri"/>
                <a:cs typeface="Calibri"/>
              </a:rPr>
              <a:t>and </a:t>
            </a:r>
            <a:r>
              <a:rPr sz="2200" dirty="0">
                <a:latin typeface="Calibri"/>
                <a:cs typeface="Calibri"/>
              </a:rPr>
              <a:t> </a:t>
            </a:r>
            <a:r>
              <a:rPr sz="2200" b="1" spc="-5" dirty="0">
                <a:solidFill>
                  <a:srgbClr val="C00000"/>
                </a:solidFill>
                <a:latin typeface="Calibri"/>
                <a:cs typeface="Calibri"/>
              </a:rPr>
              <a:t>adds</a:t>
            </a:r>
            <a:r>
              <a:rPr sz="2200" b="1" dirty="0">
                <a:solidFill>
                  <a:srgbClr val="C00000"/>
                </a:solidFill>
                <a:latin typeface="Calibri"/>
                <a:cs typeface="Calibri"/>
              </a:rPr>
              <a:t> </a:t>
            </a:r>
            <a:r>
              <a:rPr sz="2200" b="1" spc="-5" dirty="0">
                <a:solidFill>
                  <a:srgbClr val="C00000"/>
                </a:solidFill>
                <a:latin typeface="Calibri"/>
                <a:cs typeface="Calibri"/>
              </a:rPr>
              <a:t>the</a:t>
            </a:r>
            <a:r>
              <a:rPr sz="2200" b="1" dirty="0">
                <a:solidFill>
                  <a:srgbClr val="C00000"/>
                </a:solidFill>
                <a:latin typeface="Calibri"/>
                <a:cs typeface="Calibri"/>
              </a:rPr>
              <a:t> </a:t>
            </a:r>
            <a:r>
              <a:rPr sz="2200" b="1" spc="-5" dirty="0">
                <a:solidFill>
                  <a:srgbClr val="C00000"/>
                </a:solidFill>
                <a:latin typeface="Calibri"/>
                <a:cs typeface="Calibri"/>
              </a:rPr>
              <a:t>device</a:t>
            </a:r>
            <a:r>
              <a:rPr sz="2200" b="1" dirty="0">
                <a:solidFill>
                  <a:srgbClr val="C00000"/>
                </a:solidFill>
                <a:latin typeface="Calibri"/>
                <a:cs typeface="Calibri"/>
              </a:rPr>
              <a:t> </a:t>
            </a:r>
            <a:r>
              <a:rPr sz="2200" b="1" spc="-5" dirty="0">
                <a:solidFill>
                  <a:srgbClr val="C00000"/>
                </a:solidFill>
                <a:latin typeface="Calibri"/>
                <a:cs typeface="Calibri"/>
              </a:rPr>
              <a:t>specifications</a:t>
            </a:r>
            <a:r>
              <a:rPr sz="2200" b="1" dirty="0">
                <a:solidFill>
                  <a:srgbClr val="C00000"/>
                </a:solidFill>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a:t>
            </a:r>
            <a:r>
              <a:rPr sz="2200" dirty="0">
                <a:latin typeface="Calibri"/>
                <a:cs typeface="Calibri"/>
              </a:rPr>
              <a:t> </a:t>
            </a:r>
            <a:r>
              <a:rPr sz="2200" spc="-10" dirty="0">
                <a:latin typeface="Calibri"/>
                <a:cs typeface="Calibri"/>
              </a:rPr>
              <a:t>list</a:t>
            </a:r>
            <a:r>
              <a:rPr sz="2200" spc="-5" dirty="0">
                <a:latin typeface="Calibri"/>
                <a:cs typeface="Calibri"/>
              </a:rPr>
              <a:t> in</a:t>
            </a:r>
            <a:r>
              <a:rPr sz="2200" dirty="0">
                <a:latin typeface="Calibri"/>
                <a:cs typeface="Calibri"/>
              </a:rPr>
              <a:t> </a:t>
            </a:r>
            <a:r>
              <a:rPr sz="2200" spc="-10" dirty="0">
                <a:latin typeface="Calibri"/>
                <a:cs typeface="Calibri"/>
              </a:rPr>
              <a:t>case</a:t>
            </a:r>
            <a:r>
              <a:rPr sz="2200" spc="-5" dirty="0">
                <a:latin typeface="Calibri"/>
                <a:cs typeface="Calibri"/>
              </a:rPr>
              <a:t> </a:t>
            </a:r>
            <a:r>
              <a:rPr sz="2200" dirty="0">
                <a:latin typeface="Calibri"/>
                <a:cs typeface="Calibri"/>
              </a:rPr>
              <a:t>of</a:t>
            </a:r>
            <a:r>
              <a:rPr sz="2200" spc="5" dirty="0">
                <a:latin typeface="Calibri"/>
                <a:cs typeface="Calibri"/>
              </a:rPr>
              <a:t> </a:t>
            </a:r>
            <a:r>
              <a:rPr sz="2200" spc="-5" dirty="0">
                <a:latin typeface="Calibri"/>
                <a:cs typeface="Calibri"/>
              </a:rPr>
              <a:t>absence</a:t>
            </a:r>
            <a:r>
              <a:rPr sz="2200" dirty="0">
                <a:latin typeface="Calibri"/>
                <a:cs typeface="Calibri"/>
              </a:rPr>
              <a:t> or </a:t>
            </a:r>
            <a:r>
              <a:rPr sz="2200" spc="5" dirty="0">
                <a:latin typeface="Calibri"/>
                <a:cs typeface="Calibri"/>
              </a:rPr>
              <a:t> </a:t>
            </a:r>
            <a:r>
              <a:rPr sz="2200" spc="-10" dirty="0">
                <a:latin typeface="Calibri"/>
                <a:cs typeface="Calibri"/>
              </a:rPr>
              <a:t>deactivation</a:t>
            </a:r>
            <a:r>
              <a:rPr sz="2200" dirty="0">
                <a:latin typeface="Calibri"/>
                <a:cs typeface="Calibri"/>
              </a:rPr>
              <a:t> of</a:t>
            </a:r>
            <a:r>
              <a:rPr sz="2200" spc="5" dirty="0">
                <a:latin typeface="Calibri"/>
                <a:cs typeface="Calibri"/>
              </a:rPr>
              <a:t> </a:t>
            </a:r>
            <a:r>
              <a:rPr sz="2200" spc="-10" dirty="0">
                <a:latin typeface="Calibri"/>
                <a:cs typeface="Calibri"/>
              </a:rPr>
              <a:t>device,</a:t>
            </a:r>
            <a:r>
              <a:rPr sz="2200" spc="10" dirty="0">
                <a:latin typeface="Calibri"/>
                <a:cs typeface="Calibri"/>
              </a:rPr>
              <a:t> </a:t>
            </a:r>
            <a:r>
              <a:rPr sz="2200" spc="-5" dirty="0">
                <a:latin typeface="Calibri"/>
                <a:cs typeface="Calibri"/>
              </a:rPr>
              <a:t>and it</a:t>
            </a:r>
            <a:r>
              <a:rPr sz="2200" spc="-10" dirty="0">
                <a:latin typeface="Calibri"/>
                <a:cs typeface="Calibri"/>
              </a:rPr>
              <a:t> </a:t>
            </a:r>
            <a:r>
              <a:rPr sz="2200" spc="-5" dirty="0">
                <a:latin typeface="Calibri"/>
                <a:cs typeface="Calibri"/>
              </a:rPr>
              <a:t>will be</a:t>
            </a:r>
            <a:r>
              <a:rPr sz="2200" spc="5" dirty="0">
                <a:latin typeface="Calibri"/>
                <a:cs typeface="Calibri"/>
              </a:rPr>
              <a:t> </a:t>
            </a:r>
            <a:r>
              <a:rPr sz="2200" spc="-5" dirty="0">
                <a:latin typeface="Calibri"/>
                <a:cs typeface="Calibri"/>
              </a:rPr>
              <a:t>added.</a:t>
            </a:r>
            <a:endParaRPr sz="2200">
              <a:latin typeface="Calibri"/>
              <a:cs typeface="Calibri"/>
            </a:endParaRPr>
          </a:p>
          <a:p>
            <a:pPr marL="756285" lvl="1" indent="-287020" algn="just">
              <a:lnSpc>
                <a:spcPct val="100000"/>
              </a:lnSpc>
              <a:spcBef>
                <a:spcPts val="790"/>
              </a:spcBef>
              <a:buFont typeface="Arial MT"/>
              <a:buChar char="–"/>
              <a:tabLst>
                <a:tab pos="756920" algn="l"/>
              </a:tabLst>
            </a:pPr>
            <a:r>
              <a:rPr sz="2200" spc="-5" dirty="0">
                <a:latin typeface="Calibri"/>
                <a:cs typeface="Calibri"/>
              </a:rPr>
              <a:t>Based</a:t>
            </a:r>
            <a:r>
              <a:rPr sz="2200" spc="585" dirty="0">
                <a:latin typeface="Calibri"/>
                <a:cs typeface="Calibri"/>
              </a:rPr>
              <a:t> </a:t>
            </a:r>
            <a:r>
              <a:rPr sz="2200" dirty="0">
                <a:latin typeface="Calibri"/>
                <a:cs typeface="Calibri"/>
              </a:rPr>
              <a:t>on</a:t>
            </a:r>
            <a:r>
              <a:rPr sz="2200" spc="585" dirty="0">
                <a:latin typeface="Calibri"/>
                <a:cs typeface="Calibri"/>
              </a:rPr>
              <a:t> </a:t>
            </a:r>
            <a:r>
              <a:rPr sz="2200" b="1" spc="-15" dirty="0">
                <a:solidFill>
                  <a:srgbClr val="006FC0"/>
                </a:solidFill>
                <a:latin typeface="Calibri"/>
                <a:cs typeface="Calibri"/>
              </a:rPr>
              <a:t>fog</a:t>
            </a:r>
            <a:r>
              <a:rPr sz="2200" b="1" spc="585" dirty="0">
                <a:solidFill>
                  <a:srgbClr val="006FC0"/>
                </a:solidFill>
                <a:latin typeface="Calibri"/>
                <a:cs typeface="Calibri"/>
              </a:rPr>
              <a:t> </a:t>
            </a:r>
            <a:r>
              <a:rPr sz="2200" b="1" spc="-10" dirty="0">
                <a:solidFill>
                  <a:srgbClr val="006FC0"/>
                </a:solidFill>
                <a:latin typeface="Calibri"/>
                <a:cs typeface="Calibri"/>
              </a:rPr>
              <a:t>applications</a:t>
            </a:r>
            <a:r>
              <a:rPr sz="2200" b="1" spc="580" dirty="0">
                <a:solidFill>
                  <a:srgbClr val="006FC0"/>
                </a:solidFill>
                <a:latin typeface="Calibri"/>
                <a:cs typeface="Calibri"/>
              </a:rPr>
              <a:t> </a:t>
            </a:r>
            <a:r>
              <a:rPr sz="2200" b="1" spc="-5" dirty="0">
                <a:solidFill>
                  <a:srgbClr val="006FC0"/>
                </a:solidFill>
                <a:latin typeface="Calibri"/>
                <a:cs typeface="Calibri"/>
              </a:rPr>
              <a:t>policy</a:t>
            </a:r>
            <a:r>
              <a:rPr sz="2200" spc="-5" dirty="0">
                <a:latin typeface="Calibri"/>
                <a:cs typeface="Calibri"/>
              </a:rPr>
              <a:t>,</a:t>
            </a:r>
            <a:r>
              <a:rPr sz="2200" spc="580" dirty="0">
                <a:latin typeface="Calibri"/>
                <a:cs typeface="Calibri"/>
              </a:rPr>
              <a:t> </a:t>
            </a:r>
            <a:r>
              <a:rPr sz="2200" spc="-15" dirty="0">
                <a:latin typeface="Calibri"/>
                <a:cs typeface="Calibri"/>
              </a:rPr>
              <a:t>registered</a:t>
            </a:r>
            <a:r>
              <a:rPr sz="2200" spc="580" dirty="0">
                <a:latin typeface="Calibri"/>
                <a:cs typeface="Calibri"/>
              </a:rPr>
              <a:t> </a:t>
            </a:r>
            <a:r>
              <a:rPr sz="2200" spc="-5" dirty="0">
                <a:latin typeface="Calibri"/>
                <a:cs typeface="Calibri"/>
              </a:rPr>
              <a:t>devices</a:t>
            </a:r>
            <a:r>
              <a:rPr sz="2200" spc="595" dirty="0">
                <a:latin typeface="Calibri"/>
                <a:cs typeface="Calibri"/>
              </a:rPr>
              <a:t> </a:t>
            </a:r>
            <a:r>
              <a:rPr sz="2200" spc="-10" dirty="0">
                <a:latin typeface="Calibri"/>
                <a:cs typeface="Calibri"/>
              </a:rPr>
              <a:t>that</a:t>
            </a:r>
            <a:r>
              <a:rPr sz="2200" spc="585" dirty="0">
                <a:latin typeface="Calibri"/>
                <a:cs typeface="Calibri"/>
              </a:rPr>
              <a:t> </a:t>
            </a:r>
            <a:r>
              <a:rPr sz="2200" spc="-10" dirty="0">
                <a:latin typeface="Calibri"/>
                <a:cs typeface="Calibri"/>
              </a:rPr>
              <a:t>are</a:t>
            </a:r>
            <a:r>
              <a:rPr sz="2200" spc="585" dirty="0">
                <a:latin typeface="Calibri"/>
                <a:cs typeface="Calibri"/>
              </a:rPr>
              <a:t> </a:t>
            </a:r>
            <a:r>
              <a:rPr sz="2200" spc="-10" dirty="0">
                <a:latin typeface="Calibri"/>
                <a:cs typeface="Calibri"/>
              </a:rPr>
              <a:t>not</a:t>
            </a:r>
            <a:endParaRPr sz="2200">
              <a:latin typeface="Calibri"/>
              <a:cs typeface="Calibri"/>
            </a:endParaRPr>
          </a:p>
          <a:p>
            <a:pPr marL="756285" algn="just">
              <a:lnSpc>
                <a:spcPct val="100000"/>
              </a:lnSpc>
              <a:spcBef>
                <a:spcPts val="5"/>
              </a:spcBef>
            </a:pPr>
            <a:r>
              <a:rPr sz="2200" spc="-5" dirty="0">
                <a:latin typeface="Calibri"/>
                <a:cs typeface="Calibri"/>
              </a:rPr>
              <a:t>sending</a:t>
            </a:r>
            <a:r>
              <a:rPr sz="2200" dirty="0">
                <a:latin typeface="Calibri"/>
                <a:cs typeface="Calibri"/>
              </a:rPr>
              <a:t> </a:t>
            </a:r>
            <a:r>
              <a:rPr sz="2200" spc="-10" dirty="0">
                <a:latin typeface="Calibri"/>
                <a:cs typeface="Calibri"/>
              </a:rPr>
              <a:t>message</a:t>
            </a:r>
            <a:r>
              <a:rPr sz="2200" spc="30" dirty="0">
                <a:latin typeface="Calibri"/>
                <a:cs typeface="Calibri"/>
              </a:rPr>
              <a:t> </a:t>
            </a:r>
            <a:r>
              <a:rPr sz="2200" spc="-20" dirty="0">
                <a:latin typeface="Calibri"/>
                <a:cs typeface="Calibri"/>
              </a:rPr>
              <a:t>for</a:t>
            </a:r>
            <a:r>
              <a:rPr sz="2200" dirty="0">
                <a:latin typeface="Calibri"/>
                <a:cs typeface="Calibri"/>
              </a:rPr>
              <a:t> </a:t>
            </a:r>
            <a:r>
              <a:rPr sz="2200" spc="-5" dirty="0">
                <a:latin typeface="Calibri"/>
                <a:cs typeface="Calibri"/>
              </a:rPr>
              <a:t>a</a:t>
            </a:r>
            <a:r>
              <a:rPr sz="2200" spc="5" dirty="0">
                <a:latin typeface="Calibri"/>
                <a:cs typeface="Calibri"/>
              </a:rPr>
              <a:t> </a:t>
            </a:r>
            <a:r>
              <a:rPr sz="2200" spc="-10" dirty="0">
                <a:latin typeface="Calibri"/>
                <a:cs typeface="Calibri"/>
              </a:rPr>
              <a:t>predefined</a:t>
            </a:r>
            <a:r>
              <a:rPr sz="2200" dirty="0">
                <a:latin typeface="Calibri"/>
                <a:cs typeface="Calibri"/>
              </a:rPr>
              <a:t> </a:t>
            </a:r>
            <a:r>
              <a:rPr sz="2200" spc="-5" dirty="0">
                <a:latin typeface="Calibri"/>
                <a:cs typeface="Calibri"/>
              </a:rPr>
              <a:t>period </a:t>
            </a:r>
            <a:r>
              <a:rPr sz="2200" spc="-15" dirty="0">
                <a:latin typeface="Calibri"/>
                <a:cs typeface="Calibri"/>
              </a:rPr>
              <a:t>may</a:t>
            </a:r>
            <a:r>
              <a:rPr sz="2200" spc="5" dirty="0">
                <a:latin typeface="Calibri"/>
                <a:cs typeface="Calibri"/>
              </a:rPr>
              <a:t> </a:t>
            </a:r>
            <a:r>
              <a:rPr sz="2200" spc="-5" dirty="0">
                <a:latin typeface="Calibri"/>
                <a:cs typeface="Calibri"/>
              </a:rPr>
              <a:t>be</a:t>
            </a:r>
            <a:r>
              <a:rPr sz="2200" dirty="0">
                <a:latin typeface="Calibri"/>
                <a:cs typeface="Calibri"/>
              </a:rPr>
              <a:t> </a:t>
            </a:r>
            <a:r>
              <a:rPr sz="2200" spc="-15" dirty="0">
                <a:latin typeface="Calibri"/>
                <a:cs typeface="Calibri"/>
              </a:rPr>
              <a:t>deactivated.</a:t>
            </a:r>
            <a:endParaRPr sz="2200">
              <a:latin typeface="Calibri"/>
              <a:cs typeface="Calibri"/>
            </a:endParaRPr>
          </a:p>
          <a:p>
            <a:pPr marL="355600" indent="-342900" algn="just">
              <a:lnSpc>
                <a:spcPct val="100000"/>
              </a:lnSpc>
              <a:spcBef>
                <a:spcPts val="805"/>
              </a:spcBef>
              <a:buFont typeface="Arial MT"/>
              <a:buChar char="•"/>
              <a:tabLst>
                <a:tab pos="355600" algn="l"/>
              </a:tabLst>
            </a:pPr>
            <a:r>
              <a:rPr sz="2200" b="1" i="1" spc="-25" dirty="0">
                <a:latin typeface="Calibri"/>
                <a:cs typeface="Calibri"/>
              </a:rPr>
              <a:t>Temporary</a:t>
            </a:r>
            <a:r>
              <a:rPr sz="2200" b="1" i="1" spc="-10" dirty="0">
                <a:latin typeface="Calibri"/>
                <a:cs typeface="Calibri"/>
              </a:rPr>
              <a:t> </a:t>
            </a:r>
            <a:r>
              <a:rPr sz="2200" b="1" i="1" spc="-15" dirty="0">
                <a:latin typeface="Calibri"/>
                <a:cs typeface="Calibri"/>
              </a:rPr>
              <a:t>Storage</a:t>
            </a:r>
            <a:endParaRPr sz="2200">
              <a:latin typeface="Calibri"/>
              <a:cs typeface="Calibri"/>
            </a:endParaRPr>
          </a:p>
          <a:p>
            <a:pPr marL="756285" marR="5080" lvl="1" indent="-287020" algn="just">
              <a:lnSpc>
                <a:spcPct val="100000"/>
              </a:lnSpc>
              <a:spcBef>
                <a:spcPts val="800"/>
              </a:spcBef>
              <a:buFont typeface="Arial MT"/>
              <a:buChar char="–"/>
              <a:tabLst>
                <a:tab pos="756920" algn="l"/>
              </a:tabLst>
            </a:pPr>
            <a:r>
              <a:rPr sz="2200" spc="-30" dirty="0">
                <a:latin typeface="Calibri"/>
                <a:cs typeface="Calibri"/>
              </a:rPr>
              <a:t>Temporary </a:t>
            </a:r>
            <a:r>
              <a:rPr sz="2200" spc="-20" dirty="0">
                <a:latin typeface="Calibri"/>
                <a:cs typeface="Calibri"/>
              </a:rPr>
              <a:t>storage </a:t>
            </a:r>
            <a:r>
              <a:rPr sz="2200" spc="-15" dirty="0">
                <a:latin typeface="Calibri"/>
                <a:cs typeface="Calibri"/>
              </a:rPr>
              <a:t>can </a:t>
            </a:r>
            <a:r>
              <a:rPr sz="2200" spc="-5" dirty="0">
                <a:latin typeface="Calibri"/>
                <a:cs typeface="Calibri"/>
              </a:rPr>
              <a:t>be a module </a:t>
            </a:r>
            <a:r>
              <a:rPr sz="2200" spc="-20" dirty="0">
                <a:latin typeface="Calibri"/>
                <a:cs typeface="Calibri"/>
              </a:rPr>
              <a:t>to </a:t>
            </a:r>
            <a:r>
              <a:rPr sz="2200" b="1" spc="-15" dirty="0">
                <a:solidFill>
                  <a:srgbClr val="006FC0"/>
                </a:solidFill>
                <a:latin typeface="Calibri"/>
                <a:cs typeface="Calibri"/>
              </a:rPr>
              <a:t>store </a:t>
            </a:r>
            <a:r>
              <a:rPr sz="2200" b="1" spc="-5" dirty="0">
                <a:solidFill>
                  <a:srgbClr val="006FC0"/>
                </a:solidFill>
                <a:latin typeface="Calibri"/>
                <a:cs typeface="Calibri"/>
              </a:rPr>
              <a:t>some of the incoming </a:t>
            </a:r>
            <a:r>
              <a:rPr sz="2200" b="1" dirty="0">
                <a:solidFill>
                  <a:srgbClr val="006FC0"/>
                </a:solidFill>
                <a:latin typeface="Calibri"/>
                <a:cs typeface="Calibri"/>
              </a:rPr>
              <a:t> </a:t>
            </a:r>
            <a:r>
              <a:rPr sz="2200" b="1" spc="-15" dirty="0">
                <a:solidFill>
                  <a:srgbClr val="006FC0"/>
                </a:solidFill>
                <a:latin typeface="Calibri"/>
                <a:cs typeface="Calibri"/>
              </a:rPr>
              <a:t>data </a:t>
            </a:r>
            <a:r>
              <a:rPr sz="2200" dirty="0">
                <a:latin typeface="Calibri"/>
                <a:cs typeface="Calibri"/>
              </a:rPr>
              <a:t>or </a:t>
            </a:r>
            <a:r>
              <a:rPr sz="2200" b="1" spc="-15" dirty="0">
                <a:solidFill>
                  <a:srgbClr val="006FC0"/>
                </a:solidFill>
                <a:latin typeface="Calibri"/>
                <a:cs typeface="Calibri"/>
              </a:rPr>
              <a:t>intermediate </a:t>
            </a:r>
            <a:r>
              <a:rPr sz="2200" b="1" spc="-10" dirty="0">
                <a:solidFill>
                  <a:srgbClr val="006FC0"/>
                </a:solidFill>
                <a:latin typeface="Calibri"/>
                <a:cs typeface="Calibri"/>
              </a:rPr>
              <a:t>computation </a:t>
            </a:r>
            <a:r>
              <a:rPr sz="2200" b="1" spc="-5" dirty="0">
                <a:solidFill>
                  <a:srgbClr val="006FC0"/>
                </a:solidFill>
                <a:latin typeface="Calibri"/>
                <a:cs typeface="Calibri"/>
              </a:rPr>
              <a:t>results</a:t>
            </a:r>
            <a:r>
              <a:rPr sz="2200" spc="-5" dirty="0">
                <a:latin typeface="Calibri"/>
                <a:cs typeface="Calibri"/>
              </a:rPr>
              <a:t>, </a:t>
            </a:r>
            <a:r>
              <a:rPr sz="2200" spc="-20" dirty="0">
                <a:latin typeface="Calibri"/>
                <a:cs typeface="Calibri"/>
              </a:rPr>
              <a:t>for </a:t>
            </a:r>
            <a:r>
              <a:rPr sz="2200" spc="-10" dirty="0">
                <a:latin typeface="Calibri"/>
                <a:cs typeface="Calibri"/>
              </a:rPr>
              <a:t>further processing </a:t>
            </a:r>
            <a:r>
              <a:rPr sz="2200" spc="-5" dirty="0">
                <a:latin typeface="Calibri"/>
                <a:cs typeface="Calibri"/>
              </a:rPr>
              <a:t>in a </a:t>
            </a:r>
            <a:r>
              <a:rPr sz="2200" dirty="0">
                <a:latin typeface="Calibri"/>
                <a:cs typeface="Calibri"/>
              </a:rPr>
              <a:t> </a:t>
            </a:r>
            <a:r>
              <a:rPr sz="2200" spc="-10" dirty="0">
                <a:latin typeface="Calibri"/>
                <a:cs typeface="Calibri"/>
              </a:rPr>
              <a:t>database.</a:t>
            </a:r>
            <a:endParaRPr sz="2200">
              <a:latin typeface="Calibri"/>
              <a:cs typeface="Calibri"/>
            </a:endParaRPr>
          </a:p>
          <a:p>
            <a:pPr marL="756285" lvl="1" indent="-287020" algn="just">
              <a:lnSpc>
                <a:spcPct val="100000"/>
              </a:lnSpc>
              <a:spcBef>
                <a:spcPts val="795"/>
              </a:spcBef>
              <a:buFont typeface="Arial MT"/>
              <a:buChar char="–"/>
              <a:tabLst>
                <a:tab pos="756920" algn="l"/>
              </a:tabLst>
            </a:pPr>
            <a:r>
              <a:rPr sz="2200" spc="-5" dirty="0">
                <a:latin typeface="Calibri"/>
                <a:cs typeface="Calibri"/>
              </a:rPr>
              <a:t>It</a:t>
            </a:r>
            <a:r>
              <a:rPr sz="2200" spc="300" dirty="0">
                <a:latin typeface="Calibri"/>
                <a:cs typeface="Calibri"/>
              </a:rPr>
              <a:t> </a:t>
            </a:r>
            <a:r>
              <a:rPr sz="2200" spc="-5" dirty="0">
                <a:latin typeface="Calibri"/>
                <a:cs typeface="Calibri"/>
              </a:rPr>
              <a:t>also</a:t>
            </a:r>
            <a:r>
              <a:rPr sz="2200" spc="320" dirty="0">
                <a:latin typeface="Calibri"/>
                <a:cs typeface="Calibri"/>
              </a:rPr>
              <a:t> </a:t>
            </a:r>
            <a:r>
              <a:rPr sz="2200" spc="-15" dirty="0">
                <a:latin typeface="Calibri"/>
                <a:cs typeface="Calibri"/>
              </a:rPr>
              <a:t>stores</a:t>
            </a:r>
            <a:r>
              <a:rPr sz="2200" spc="325" dirty="0">
                <a:latin typeface="Calibri"/>
                <a:cs typeface="Calibri"/>
              </a:rPr>
              <a:t> </a:t>
            </a:r>
            <a:r>
              <a:rPr sz="2200" b="1" spc="-5" dirty="0">
                <a:solidFill>
                  <a:srgbClr val="C00000"/>
                </a:solidFill>
                <a:latin typeface="Calibri"/>
                <a:cs typeface="Calibri"/>
              </a:rPr>
              <a:t>specifications</a:t>
            </a:r>
            <a:r>
              <a:rPr sz="2200" b="1" spc="325" dirty="0">
                <a:solidFill>
                  <a:srgbClr val="C00000"/>
                </a:solidFill>
                <a:latin typeface="Calibri"/>
                <a:cs typeface="Calibri"/>
              </a:rPr>
              <a:t> </a:t>
            </a:r>
            <a:r>
              <a:rPr sz="2200" b="1" spc="-5" dirty="0">
                <a:solidFill>
                  <a:srgbClr val="C00000"/>
                </a:solidFill>
                <a:latin typeface="Calibri"/>
                <a:cs typeface="Calibri"/>
              </a:rPr>
              <a:t>of</a:t>
            </a:r>
            <a:r>
              <a:rPr sz="2200" b="1" spc="315" dirty="0">
                <a:solidFill>
                  <a:srgbClr val="C00000"/>
                </a:solidFill>
                <a:latin typeface="Calibri"/>
                <a:cs typeface="Calibri"/>
              </a:rPr>
              <a:t> </a:t>
            </a:r>
            <a:r>
              <a:rPr sz="2200" b="1" spc="-15" dirty="0">
                <a:solidFill>
                  <a:srgbClr val="C00000"/>
                </a:solidFill>
                <a:latin typeface="Calibri"/>
                <a:cs typeface="Calibri"/>
              </a:rPr>
              <a:t>registered</a:t>
            </a:r>
            <a:r>
              <a:rPr sz="2200" b="1" spc="325" dirty="0">
                <a:solidFill>
                  <a:srgbClr val="C00000"/>
                </a:solidFill>
                <a:latin typeface="Calibri"/>
                <a:cs typeface="Calibri"/>
              </a:rPr>
              <a:t> </a:t>
            </a:r>
            <a:r>
              <a:rPr sz="2200" b="1" spc="-5" dirty="0">
                <a:solidFill>
                  <a:srgbClr val="C00000"/>
                </a:solidFill>
                <a:latin typeface="Calibri"/>
                <a:cs typeface="Calibri"/>
              </a:rPr>
              <a:t>devices</a:t>
            </a:r>
            <a:r>
              <a:rPr sz="2200" b="1" spc="335" dirty="0">
                <a:solidFill>
                  <a:srgbClr val="C00000"/>
                </a:solidFill>
                <a:latin typeface="Calibri"/>
                <a:cs typeface="Calibri"/>
              </a:rPr>
              <a:t> </a:t>
            </a:r>
            <a:r>
              <a:rPr sz="2200" spc="-5" dirty="0">
                <a:latin typeface="Calibri"/>
                <a:cs typeface="Calibri"/>
              </a:rPr>
              <a:t>and</a:t>
            </a:r>
            <a:r>
              <a:rPr sz="2200" spc="310" dirty="0">
                <a:latin typeface="Calibri"/>
                <a:cs typeface="Calibri"/>
              </a:rPr>
              <a:t> </a:t>
            </a:r>
            <a:r>
              <a:rPr sz="2200" spc="-5" dirty="0">
                <a:latin typeface="Calibri"/>
                <a:cs typeface="Calibri"/>
              </a:rPr>
              <a:t>their</a:t>
            </a:r>
            <a:r>
              <a:rPr sz="2200" spc="310" dirty="0">
                <a:latin typeface="Calibri"/>
                <a:cs typeface="Calibri"/>
              </a:rPr>
              <a:t> </a:t>
            </a:r>
            <a:r>
              <a:rPr sz="2200" b="1" spc="-5" dirty="0">
                <a:solidFill>
                  <a:srgbClr val="C00000"/>
                </a:solidFill>
                <a:latin typeface="Calibri"/>
                <a:cs typeface="Calibri"/>
              </a:rPr>
              <a:t>IDs</a:t>
            </a:r>
            <a:r>
              <a:rPr sz="2200" b="1" spc="315" dirty="0">
                <a:solidFill>
                  <a:srgbClr val="C00000"/>
                </a:solidFill>
                <a:latin typeface="Calibri"/>
                <a:cs typeface="Calibri"/>
              </a:rPr>
              <a:t> </a:t>
            </a:r>
            <a:r>
              <a:rPr sz="2200" spc="-5" dirty="0">
                <a:latin typeface="Calibri"/>
                <a:cs typeface="Calibri"/>
              </a:rPr>
              <a:t>and</a:t>
            </a:r>
            <a:endParaRPr sz="2200">
              <a:latin typeface="Calibri"/>
              <a:cs typeface="Calibri"/>
            </a:endParaRPr>
          </a:p>
          <a:p>
            <a:pPr marL="756285" algn="just">
              <a:lnSpc>
                <a:spcPct val="100000"/>
              </a:lnSpc>
            </a:pPr>
            <a:r>
              <a:rPr sz="2200" b="1" spc="-30" dirty="0">
                <a:solidFill>
                  <a:srgbClr val="C00000"/>
                </a:solidFill>
                <a:latin typeface="Calibri"/>
                <a:cs typeface="Calibri"/>
              </a:rPr>
              <a:t>keys</a:t>
            </a:r>
            <a:r>
              <a:rPr sz="2200" b="1" spc="-15" dirty="0">
                <a:solidFill>
                  <a:srgbClr val="C00000"/>
                </a:solidFill>
                <a:latin typeface="Calibri"/>
                <a:cs typeface="Calibri"/>
              </a:rPr>
              <a:t> </a:t>
            </a:r>
            <a:r>
              <a:rPr sz="2200" spc="-20" dirty="0">
                <a:latin typeface="Calibri"/>
                <a:cs typeface="Calibri"/>
              </a:rPr>
              <a:t>for</a:t>
            </a:r>
            <a:r>
              <a:rPr sz="2200" spc="5" dirty="0">
                <a:latin typeface="Calibri"/>
                <a:cs typeface="Calibri"/>
              </a:rPr>
              <a:t> </a:t>
            </a:r>
            <a:r>
              <a:rPr sz="2200" spc="-10" dirty="0">
                <a:latin typeface="Calibri"/>
                <a:cs typeface="Calibri"/>
              </a:rPr>
              <a:t>authentication</a:t>
            </a:r>
            <a:r>
              <a:rPr sz="2200" dirty="0">
                <a:latin typeface="Calibri"/>
                <a:cs typeface="Calibri"/>
              </a:rPr>
              <a:t> </a:t>
            </a:r>
            <a:r>
              <a:rPr sz="2200" spc="-10" dirty="0">
                <a:latin typeface="Calibri"/>
                <a:cs typeface="Calibri"/>
              </a:rPr>
              <a:t>process.</a:t>
            </a:r>
            <a:endParaRPr sz="22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103945"/>
            <a:ext cx="8629650" cy="5796280"/>
          </a:xfrm>
          <a:prstGeom prst="rect">
            <a:avLst/>
          </a:prstGeom>
        </p:spPr>
        <p:txBody>
          <a:bodyPr vert="horz" wrap="square" lIns="0" tIns="113030" rIns="0" bIns="0" rtlCol="0">
            <a:spAutoFit/>
          </a:bodyPr>
          <a:lstStyle/>
          <a:p>
            <a:pPr marL="355600" indent="-342900" algn="just">
              <a:lnSpc>
                <a:spcPct val="100000"/>
              </a:lnSpc>
              <a:spcBef>
                <a:spcPts val="890"/>
              </a:spcBef>
              <a:buFont typeface="Arial MT"/>
              <a:buChar char="•"/>
              <a:tabLst>
                <a:tab pos="355600" algn="l"/>
              </a:tabLst>
            </a:pPr>
            <a:r>
              <a:rPr sz="2200" b="1" i="1" spc="-5" dirty="0">
                <a:latin typeface="Calibri"/>
                <a:cs typeface="Calibri"/>
              </a:rPr>
              <a:t>Authentication.</a:t>
            </a:r>
            <a:endParaRPr sz="2200">
              <a:latin typeface="Calibri"/>
              <a:cs typeface="Calibri"/>
            </a:endParaRPr>
          </a:p>
          <a:p>
            <a:pPr marL="756285" marR="5080" lvl="1" indent="-287020" algn="just">
              <a:lnSpc>
                <a:spcPct val="100000"/>
              </a:lnSpc>
              <a:spcBef>
                <a:spcPts val="795"/>
              </a:spcBef>
              <a:buFont typeface="Arial MT"/>
              <a:buChar char="–"/>
              <a:tabLst>
                <a:tab pos="756920" algn="l"/>
              </a:tabLst>
            </a:pPr>
            <a:r>
              <a:rPr sz="2200" spc="-5" dirty="0">
                <a:latin typeface="Calibri"/>
                <a:cs typeface="Calibri"/>
              </a:rPr>
              <a:t>The </a:t>
            </a:r>
            <a:r>
              <a:rPr sz="2200" spc="-10" dirty="0">
                <a:latin typeface="Calibri"/>
                <a:cs typeface="Calibri"/>
              </a:rPr>
              <a:t>authentication </a:t>
            </a:r>
            <a:r>
              <a:rPr sz="2200" spc="-5" dirty="0">
                <a:latin typeface="Calibri"/>
                <a:cs typeface="Calibri"/>
              </a:rPr>
              <a:t>module </a:t>
            </a:r>
            <a:r>
              <a:rPr sz="2200" b="1" spc="-5" dirty="0">
                <a:solidFill>
                  <a:srgbClr val="C00000"/>
                </a:solidFill>
                <a:latin typeface="Calibri"/>
                <a:cs typeface="Calibri"/>
              </a:rPr>
              <a:t>searches the </a:t>
            </a:r>
            <a:r>
              <a:rPr sz="2200" b="1" spc="-10" dirty="0">
                <a:solidFill>
                  <a:srgbClr val="C00000"/>
                </a:solidFill>
                <a:latin typeface="Calibri"/>
                <a:cs typeface="Calibri"/>
              </a:rPr>
              <a:t>list of </a:t>
            </a:r>
            <a:r>
              <a:rPr sz="2200" b="1" spc="-15" dirty="0">
                <a:solidFill>
                  <a:srgbClr val="C00000"/>
                </a:solidFill>
                <a:latin typeface="Calibri"/>
                <a:cs typeface="Calibri"/>
              </a:rPr>
              <a:t>registered </a:t>
            </a:r>
            <a:r>
              <a:rPr sz="2200" b="1" spc="-5" dirty="0">
                <a:solidFill>
                  <a:srgbClr val="C00000"/>
                </a:solidFill>
                <a:latin typeface="Calibri"/>
                <a:cs typeface="Calibri"/>
              </a:rPr>
              <a:t>devices </a:t>
            </a:r>
            <a:r>
              <a:rPr sz="2200" spc="-5" dirty="0">
                <a:latin typeface="Calibri"/>
                <a:cs typeface="Calibri"/>
              </a:rPr>
              <a:t>on </a:t>
            </a:r>
            <a:r>
              <a:rPr sz="2200" dirty="0">
                <a:latin typeface="Calibri"/>
                <a:cs typeface="Calibri"/>
              </a:rPr>
              <a:t> </a:t>
            </a:r>
            <a:r>
              <a:rPr sz="2200" b="1" spc="-15" dirty="0">
                <a:solidFill>
                  <a:srgbClr val="FF0000"/>
                </a:solidFill>
                <a:latin typeface="Calibri"/>
                <a:cs typeface="Calibri"/>
              </a:rPr>
              <a:t>temporary</a:t>
            </a:r>
            <a:r>
              <a:rPr sz="2200" b="1" spc="-10" dirty="0">
                <a:solidFill>
                  <a:srgbClr val="FF0000"/>
                </a:solidFill>
                <a:latin typeface="Calibri"/>
                <a:cs typeface="Calibri"/>
              </a:rPr>
              <a:t> </a:t>
            </a:r>
            <a:r>
              <a:rPr sz="2200" b="1" spc="-20" dirty="0">
                <a:solidFill>
                  <a:srgbClr val="FF0000"/>
                </a:solidFill>
                <a:latin typeface="Calibri"/>
                <a:cs typeface="Calibri"/>
              </a:rPr>
              <a:t>storage</a:t>
            </a:r>
            <a:r>
              <a:rPr sz="2200" b="1" spc="-15" dirty="0">
                <a:solidFill>
                  <a:srgbClr val="FF0000"/>
                </a:solidFill>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find </a:t>
            </a:r>
            <a:r>
              <a:rPr sz="2200" spc="-15" dirty="0">
                <a:latin typeface="Calibri"/>
                <a:cs typeface="Calibri"/>
              </a:rPr>
              <a:t>related</a:t>
            </a:r>
            <a:r>
              <a:rPr sz="2200" spc="-10" dirty="0">
                <a:latin typeface="Calibri"/>
                <a:cs typeface="Calibri"/>
              </a:rPr>
              <a:t> </a:t>
            </a:r>
            <a:r>
              <a:rPr sz="2200" spc="-30" dirty="0">
                <a:latin typeface="Calibri"/>
                <a:cs typeface="Calibri"/>
              </a:rPr>
              <a:t>key</a:t>
            </a:r>
            <a:r>
              <a:rPr sz="2200" spc="-25" dirty="0">
                <a:latin typeface="Calibri"/>
                <a:cs typeface="Calibri"/>
              </a:rPr>
              <a:t> </a:t>
            </a:r>
            <a:r>
              <a:rPr sz="2200" spc="-5" dirty="0">
                <a:latin typeface="Calibri"/>
                <a:cs typeface="Calibri"/>
              </a:rPr>
              <a:t>and ID </a:t>
            </a:r>
            <a:r>
              <a:rPr sz="2200" spc="-20" dirty="0">
                <a:latin typeface="Calibri"/>
                <a:cs typeface="Calibri"/>
              </a:rPr>
              <a:t>to</a:t>
            </a:r>
            <a:r>
              <a:rPr sz="2200" spc="-15" dirty="0">
                <a:latin typeface="Calibri"/>
                <a:cs typeface="Calibri"/>
              </a:rPr>
              <a:t> authenticate</a:t>
            </a:r>
            <a:r>
              <a:rPr sz="2200" spc="-10" dirty="0">
                <a:latin typeface="Calibri"/>
                <a:cs typeface="Calibri"/>
              </a:rPr>
              <a:t> </a:t>
            </a:r>
            <a:r>
              <a:rPr sz="2200" spc="-5" dirty="0">
                <a:latin typeface="Calibri"/>
                <a:cs typeface="Calibri"/>
              </a:rPr>
              <a:t>the </a:t>
            </a:r>
            <a:r>
              <a:rPr sz="2200" dirty="0">
                <a:latin typeface="Calibri"/>
                <a:cs typeface="Calibri"/>
              </a:rPr>
              <a:t> </a:t>
            </a:r>
            <a:r>
              <a:rPr sz="2200" spc="-10" dirty="0">
                <a:latin typeface="Calibri"/>
                <a:cs typeface="Calibri"/>
              </a:rPr>
              <a:t>incoming </a:t>
            </a:r>
            <a:r>
              <a:rPr sz="2200" spc="-5" dirty="0">
                <a:latin typeface="Calibri"/>
                <a:cs typeface="Calibri"/>
              </a:rPr>
              <a:t>messages.</a:t>
            </a:r>
            <a:endParaRPr sz="2200">
              <a:latin typeface="Calibri"/>
              <a:cs typeface="Calibri"/>
            </a:endParaRPr>
          </a:p>
          <a:p>
            <a:pPr marL="355600" indent="-342900" algn="just">
              <a:lnSpc>
                <a:spcPct val="100000"/>
              </a:lnSpc>
              <a:spcBef>
                <a:spcPts val="805"/>
              </a:spcBef>
              <a:buFont typeface="Arial MT"/>
              <a:buChar char="•"/>
              <a:tabLst>
                <a:tab pos="355600" algn="l"/>
              </a:tabLst>
            </a:pPr>
            <a:r>
              <a:rPr sz="2200" b="1" i="1" spc="-10" dirty="0">
                <a:latin typeface="Calibri"/>
                <a:cs typeface="Calibri"/>
              </a:rPr>
              <a:t>Interpretation</a:t>
            </a:r>
            <a:r>
              <a:rPr sz="2200" b="1" i="1" spc="15" dirty="0">
                <a:latin typeface="Calibri"/>
                <a:cs typeface="Calibri"/>
              </a:rPr>
              <a:t> </a:t>
            </a:r>
            <a:r>
              <a:rPr sz="2200" b="1" i="1" spc="-5" dirty="0">
                <a:latin typeface="Calibri"/>
                <a:cs typeface="Calibri"/>
              </a:rPr>
              <a:t>and </a:t>
            </a:r>
            <a:r>
              <a:rPr sz="2200" b="1" i="1" spc="-10" dirty="0">
                <a:latin typeface="Calibri"/>
                <a:cs typeface="Calibri"/>
              </a:rPr>
              <a:t>Conversion.</a:t>
            </a:r>
            <a:endParaRPr sz="2200">
              <a:latin typeface="Calibri"/>
              <a:cs typeface="Calibri"/>
            </a:endParaRPr>
          </a:p>
          <a:p>
            <a:pPr marL="756285" marR="5080" lvl="1" indent="-287020" algn="just">
              <a:lnSpc>
                <a:spcPct val="100000"/>
              </a:lnSpc>
              <a:spcBef>
                <a:spcPts val="805"/>
              </a:spcBef>
              <a:buFont typeface="Arial MT"/>
              <a:buChar char="–"/>
              <a:tabLst>
                <a:tab pos="756920" algn="l"/>
              </a:tabLst>
            </a:pPr>
            <a:r>
              <a:rPr sz="2200" spc="-10" dirty="0">
                <a:latin typeface="Calibri"/>
                <a:cs typeface="Calibri"/>
              </a:rPr>
              <a:t>The communication </a:t>
            </a:r>
            <a:r>
              <a:rPr sz="2200" dirty="0">
                <a:latin typeface="Calibri"/>
                <a:cs typeface="Calibri"/>
              </a:rPr>
              <a:t>of </a:t>
            </a:r>
            <a:r>
              <a:rPr sz="2200" spc="-5" dirty="0">
                <a:latin typeface="Calibri"/>
                <a:cs typeface="Calibri"/>
              </a:rPr>
              <a:t>devices and </a:t>
            </a:r>
            <a:r>
              <a:rPr sz="2200" spc="-20" dirty="0">
                <a:latin typeface="Calibri"/>
                <a:cs typeface="Calibri"/>
              </a:rPr>
              <a:t>fog </a:t>
            </a:r>
            <a:r>
              <a:rPr sz="2200" spc="-15" dirty="0">
                <a:latin typeface="Calibri"/>
                <a:cs typeface="Calibri"/>
              </a:rPr>
              <a:t>may </a:t>
            </a:r>
            <a:r>
              <a:rPr sz="2200" dirty="0">
                <a:latin typeface="Calibri"/>
                <a:cs typeface="Calibri"/>
              </a:rPr>
              <a:t>be </a:t>
            </a:r>
            <a:r>
              <a:rPr sz="2200" spc="-5" dirty="0">
                <a:latin typeface="Calibri"/>
                <a:cs typeface="Calibri"/>
              </a:rPr>
              <a:t>receiving </a:t>
            </a:r>
            <a:r>
              <a:rPr sz="2200" spc="-15" dirty="0">
                <a:latin typeface="Calibri"/>
                <a:cs typeface="Calibri"/>
              </a:rPr>
              <a:t>data, </a:t>
            </a:r>
            <a:r>
              <a:rPr sz="2200" spc="-5" dirty="0">
                <a:latin typeface="Calibri"/>
                <a:cs typeface="Calibri"/>
              </a:rPr>
              <a:t>as </a:t>
            </a:r>
            <a:r>
              <a:rPr sz="2200" spc="-10" dirty="0">
                <a:latin typeface="Calibri"/>
                <a:cs typeface="Calibri"/>
              </a:rPr>
              <a:t>well </a:t>
            </a:r>
            <a:r>
              <a:rPr sz="2200" spc="-5" dirty="0">
                <a:latin typeface="Calibri"/>
                <a:cs typeface="Calibri"/>
              </a:rPr>
              <a:t> as </a:t>
            </a:r>
            <a:r>
              <a:rPr sz="2200" spc="-10" dirty="0">
                <a:latin typeface="Calibri"/>
                <a:cs typeface="Calibri"/>
              </a:rPr>
              <a:t>there </a:t>
            </a:r>
            <a:r>
              <a:rPr sz="2200" spc="-15" dirty="0">
                <a:latin typeface="Calibri"/>
                <a:cs typeface="Calibri"/>
              </a:rPr>
              <a:t>may </a:t>
            </a:r>
            <a:r>
              <a:rPr sz="2200" dirty="0">
                <a:latin typeface="Calibri"/>
                <a:cs typeface="Calibri"/>
              </a:rPr>
              <a:t>be </a:t>
            </a:r>
            <a:r>
              <a:rPr sz="2200" spc="-5" dirty="0">
                <a:latin typeface="Calibri"/>
                <a:cs typeface="Calibri"/>
              </a:rPr>
              <a:t>possible </a:t>
            </a:r>
            <a:r>
              <a:rPr sz="2200" spc="-10" dirty="0">
                <a:latin typeface="Calibri"/>
                <a:cs typeface="Calibri"/>
              </a:rPr>
              <a:t>heterogeneity </a:t>
            </a:r>
            <a:r>
              <a:rPr sz="2200" spc="-5" dirty="0">
                <a:latin typeface="Calibri"/>
                <a:cs typeface="Calibri"/>
              </a:rPr>
              <a:t>in </a:t>
            </a:r>
            <a:r>
              <a:rPr sz="2200" spc="-10" dirty="0">
                <a:latin typeface="Calibri"/>
                <a:cs typeface="Calibri"/>
              </a:rPr>
              <a:t>terms </a:t>
            </a:r>
            <a:r>
              <a:rPr sz="2200" dirty="0">
                <a:latin typeface="Calibri"/>
                <a:cs typeface="Calibri"/>
              </a:rPr>
              <a:t>of </a:t>
            </a:r>
            <a:r>
              <a:rPr sz="2200" spc="-10" dirty="0">
                <a:latin typeface="Calibri"/>
                <a:cs typeface="Calibri"/>
              </a:rPr>
              <a:t>communication </a:t>
            </a:r>
            <a:r>
              <a:rPr sz="2200" spc="-5" dirty="0">
                <a:latin typeface="Calibri"/>
                <a:cs typeface="Calibri"/>
              </a:rPr>
              <a:t> types </a:t>
            </a:r>
            <a:r>
              <a:rPr sz="2200" spc="-10" dirty="0">
                <a:latin typeface="Calibri"/>
                <a:cs typeface="Calibri"/>
              </a:rPr>
              <a:t>between </a:t>
            </a:r>
            <a:r>
              <a:rPr sz="2200" spc="-5" dirty="0">
                <a:latin typeface="Calibri"/>
                <a:cs typeface="Calibri"/>
              </a:rPr>
              <a:t>devices and the </a:t>
            </a:r>
            <a:r>
              <a:rPr sz="2200" spc="-20" dirty="0">
                <a:latin typeface="Calibri"/>
                <a:cs typeface="Calibri"/>
              </a:rPr>
              <a:t>fog </a:t>
            </a:r>
            <a:r>
              <a:rPr sz="2200" spc="-45" dirty="0">
                <a:latin typeface="Calibri"/>
                <a:cs typeface="Calibri"/>
              </a:rPr>
              <a:t>layer, </a:t>
            </a:r>
            <a:r>
              <a:rPr sz="2200" dirty="0">
                <a:latin typeface="Calibri"/>
                <a:cs typeface="Calibri"/>
              </a:rPr>
              <a:t>so </a:t>
            </a:r>
            <a:r>
              <a:rPr sz="2200" spc="-20" dirty="0">
                <a:latin typeface="Calibri"/>
                <a:cs typeface="Calibri"/>
              </a:rPr>
              <a:t>data </a:t>
            </a:r>
            <a:r>
              <a:rPr sz="2200" spc="-15" dirty="0">
                <a:latin typeface="Calibri"/>
                <a:cs typeface="Calibri"/>
              </a:rPr>
              <a:t>may </a:t>
            </a:r>
            <a:r>
              <a:rPr sz="2200" spc="-5" dirty="0">
                <a:latin typeface="Calibri"/>
                <a:cs typeface="Calibri"/>
              </a:rPr>
              <a:t>be </a:t>
            </a:r>
            <a:r>
              <a:rPr sz="2200" spc="-10" dirty="0">
                <a:latin typeface="Calibri"/>
                <a:cs typeface="Calibri"/>
              </a:rPr>
              <a:t>sent </a:t>
            </a:r>
            <a:r>
              <a:rPr sz="2200" spc="-5" dirty="0">
                <a:latin typeface="Calibri"/>
                <a:cs typeface="Calibri"/>
              </a:rPr>
              <a:t>via </a:t>
            </a:r>
            <a:r>
              <a:rPr sz="2200" dirty="0">
                <a:latin typeface="Calibri"/>
                <a:cs typeface="Calibri"/>
              </a:rPr>
              <a:t> </a:t>
            </a:r>
            <a:r>
              <a:rPr sz="2200" spc="-20" dirty="0">
                <a:latin typeface="Calibri"/>
                <a:cs typeface="Calibri"/>
              </a:rPr>
              <a:t>different</a:t>
            </a:r>
            <a:r>
              <a:rPr sz="2200" spc="15" dirty="0">
                <a:latin typeface="Calibri"/>
                <a:cs typeface="Calibri"/>
              </a:rPr>
              <a:t> </a:t>
            </a:r>
            <a:r>
              <a:rPr sz="2200" spc="-10" dirty="0">
                <a:latin typeface="Calibri"/>
                <a:cs typeface="Calibri"/>
              </a:rPr>
              <a:t>technologies</a:t>
            </a:r>
            <a:r>
              <a:rPr sz="2200" spc="25" dirty="0">
                <a:latin typeface="Calibri"/>
                <a:cs typeface="Calibri"/>
              </a:rPr>
              <a:t> </a:t>
            </a:r>
            <a:r>
              <a:rPr sz="2200" spc="-5" dirty="0">
                <a:latin typeface="Calibri"/>
                <a:cs typeface="Calibri"/>
              </a:rPr>
              <a:t>such</a:t>
            </a:r>
            <a:r>
              <a:rPr sz="2200" spc="-10" dirty="0">
                <a:latin typeface="Calibri"/>
                <a:cs typeface="Calibri"/>
              </a:rPr>
              <a:t> </a:t>
            </a:r>
            <a:r>
              <a:rPr sz="2200" spc="-5" dirty="0">
                <a:latin typeface="Calibri"/>
                <a:cs typeface="Calibri"/>
              </a:rPr>
              <a:t>as Wi-Fi,</a:t>
            </a:r>
            <a:r>
              <a:rPr sz="2200" spc="10" dirty="0">
                <a:latin typeface="Calibri"/>
                <a:cs typeface="Calibri"/>
              </a:rPr>
              <a:t> </a:t>
            </a:r>
            <a:r>
              <a:rPr sz="2200" spc="-10" dirty="0">
                <a:latin typeface="Calibri"/>
                <a:cs typeface="Calibri"/>
              </a:rPr>
              <a:t>Bluetooth,</a:t>
            </a:r>
            <a:r>
              <a:rPr sz="2200" spc="30" dirty="0">
                <a:latin typeface="Calibri"/>
                <a:cs typeface="Calibri"/>
              </a:rPr>
              <a:t> </a:t>
            </a:r>
            <a:r>
              <a:rPr sz="2200" spc="-5" dirty="0">
                <a:latin typeface="Calibri"/>
                <a:cs typeface="Calibri"/>
              </a:rPr>
              <a:t>ZigBee,</a:t>
            </a:r>
            <a:r>
              <a:rPr sz="2200" spc="10" dirty="0">
                <a:latin typeface="Calibri"/>
                <a:cs typeface="Calibri"/>
              </a:rPr>
              <a:t> </a:t>
            </a:r>
            <a:r>
              <a:rPr sz="2200" spc="-15" dirty="0">
                <a:latin typeface="Calibri"/>
                <a:cs typeface="Calibri"/>
              </a:rPr>
              <a:t>RFID,</a:t>
            </a:r>
            <a:r>
              <a:rPr sz="2200" spc="10" dirty="0">
                <a:latin typeface="Calibri"/>
                <a:cs typeface="Calibri"/>
              </a:rPr>
              <a:t> </a:t>
            </a:r>
            <a:r>
              <a:rPr sz="2200" spc="-5" dirty="0">
                <a:latin typeface="Calibri"/>
                <a:cs typeface="Calibri"/>
              </a:rPr>
              <a:t>or </a:t>
            </a:r>
            <a:r>
              <a:rPr sz="2200" spc="-15" dirty="0">
                <a:latin typeface="Calibri"/>
                <a:cs typeface="Calibri"/>
              </a:rPr>
              <a:t>etc.</a:t>
            </a:r>
            <a:endParaRPr sz="2200">
              <a:latin typeface="Calibri"/>
              <a:cs typeface="Calibri"/>
            </a:endParaRPr>
          </a:p>
          <a:p>
            <a:pPr marL="756285" lvl="1" indent="-287020" algn="just">
              <a:lnSpc>
                <a:spcPct val="100000"/>
              </a:lnSpc>
              <a:spcBef>
                <a:spcPts val="785"/>
              </a:spcBef>
              <a:buFont typeface="Arial MT"/>
              <a:buChar char="–"/>
              <a:tabLst>
                <a:tab pos="756920" algn="l"/>
              </a:tabLst>
            </a:pPr>
            <a:r>
              <a:rPr sz="2200" spc="-20" dirty="0">
                <a:latin typeface="Calibri"/>
                <a:cs typeface="Calibri"/>
              </a:rPr>
              <a:t>Therefore</a:t>
            </a:r>
            <a:r>
              <a:rPr sz="2400" spc="-20" dirty="0">
                <a:latin typeface="Calibri"/>
                <a:cs typeface="Calibri"/>
              </a:rPr>
              <a:t>,</a:t>
            </a:r>
            <a:r>
              <a:rPr sz="2400" spc="70" dirty="0">
                <a:latin typeface="Calibri"/>
                <a:cs typeface="Calibri"/>
              </a:rPr>
              <a:t> </a:t>
            </a:r>
            <a:r>
              <a:rPr sz="2200" spc="-15" dirty="0">
                <a:latin typeface="Calibri"/>
                <a:cs typeface="Calibri"/>
              </a:rPr>
              <a:t>Interpretation</a:t>
            </a:r>
            <a:r>
              <a:rPr sz="2200" spc="15" dirty="0">
                <a:latin typeface="Calibri"/>
                <a:cs typeface="Calibri"/>
              </a:rPr>
              <a:t> </a:t>
            </a:r>
            <a:r>
              <a:rPr sz="2200" spc="-5" dirty="0">
                <a:latin typeface="Calibri"/>
                <a:cs typeface="Calibri"/>
              </a:rPr>
              <a:t>and</a:t>
            </a:r>
            <a:r>
              <a:rPr sz="2200" spc="10" dirty="0">
                <a:latin typeface="Calibri"/>
                <a:cs typeface="Calibri"/>
              </a:rPr>
              <a:t> </a:t>
            </a:r>
            <a:r>
              <a:rPr sz="2200" spc="-20" dirty="0">
                <a:latin typeface="Calibri"/>
                <a:cs typeface="Calibri"/>
              </a:rPr>
              <a:t>conversion</a:t>
            </a:r>
            <a:r>
              <a:rPr sz="2200" spc="15" dirty="0">
                <a:latin typeface="Calibri"/>
                <a:cs typeface="Calibri"/>
              </a:rPr>
              <a:t> </a:t>
            </a:r>
            <a:r>
              <a:rPr sz="2200" spc="-10" dirty="0">
                <a:latin typeface="Calibri"/>
                <a:cs typeface="Calibri"/>
              </a:rPr>
              <a:t>provides</a:t>
            </a:r>
            <a:r>
              <a:rPr sz="2200" spc="10" dirty="0">
                <a:latin typeface="Calibri"/>
                <a:cs typeface="Calibri"/>
              </a:rPr>
              <a:t> </a:t>
            </a:r>
            <a:r>
              <a:rPr sz="2200" spc="-20" dirty="0">
                <a:latin typeface="Calibri"/>
                <a:cs typeface="Calibri"/>
              </a:rPr>
              <a:t>different</a:t>
            </a:r>
            <a:r>
              <a:rPr sz="2200" spc="5" dirty="0">
                <a:latin typeface="Calibri"/>
                <a:cs typeface="Calibri"/>
              </a:rPr>
              <a:t> </a:t>
            </a:r>
            <a:r>
              <a:rPr sz="2200" b="1" spc="-10" dirty="0">
                <a:solidFill>
                  <a:srgbClr val="006FC0"/>
                </a:solidFill>
                <a:latin typeface="Calibri"/>
                <a:cs typeface="Calibri"/>
              </a:rPr>
              <a:t>protocols</a:t>
            </a:r>
            <a:endParaRPr sz="2200">
              <a:latin typeface="Calibri"/>
              <a:cs typeface="Calibri"/>
            </a:endParaRPr>
          </a:p>
          <a:p>
            <a:pPr marL="756285" algn="just">
              <a:lnSpc>
                <a:spcPct val="100000"/>
              </a:lnSpc>
              <a:spcBef>
                <a:spcPts val="10"/>
              </a:spcBef>
            </a:pPr>
            <a:r>
              <a:rPr sz="2200" spc="-5" dirty="0">
                <a:latin typeface="Calibri"/>
                <a:cs typeface="Calibri"/>
              </a:rPr>
              <a:t>and</a:t>
            </a:r>
            <a:r>
              <a:rPr sz="2200" spc="-25" dirty="0">
                <a:latin typeface="Calibri"/>
                <a:cs typeface="Calibri"/>
              </a:rPr>
              <a:t> </a:t>
            </a:r>
            <a:r>
              <a:rPr sz="2200" b="1" spc="-15" dirty="0">
                <a:solidFill>
                  <a:srgbClr val="006FC0"/>
                </a:solidFill>
                <a:latin typeface="Calibri"/>
                <a:cs typeface="Calibri"/>
              </a:rPr>
              <a:t>conversion</a:t>
            </a:r>
            <a:r>
              <a:rPr sz="2200" b="1" spc="10" dirty="0">
                <a:solidFill>
                  <a:srgbClr val="006FC0"/>
                </a:solidFill>
                <a:latin typeface="Calibri"/>
                <a:cs typeface="Calibri"/>
              </a:rPr>
              <a:t> </a:t>
            </a:r>
            <a:r>
              <a:rPr sz="2200" b="1" spc="-10" dirty="0">
                <a:solidFill>
                  <a:srgbClr val="006FC0"/>
                </a:solidFill>
                <a:latin typeface="Calibri"/>
                <a:cs typeface="Calibri"/>
              </a:rPr>
              <a:t>methods</a:t>
            </a:r>
            <a:r>
              <a:rPr sz="2200" spc="-10" dirty="0">
                <a:latin typeface="Calibri"/>
                <a:cs typeface="Calibri"/>
              </a:rPr>
              <a:t>.</a:t>
            </a:r>
            <a:endParaRPr sz="2200">
              <a:latin typeface="Calibri"/>
              <a:cs typeface="Calibri"/>
            </a:endParaRPr>
          </a:p>
          <a:p>
            <a:pPr marL="355600" indent="-342900" algn="just">
              <a:lnSpc>
                <a:spcPct val="100000"/>
              </a:lnSpc>
              <a:spcBef>
                <a:spcPts val="805"/>
              </a:spcBef>
              <a:buFont typeface="Arial MT"/>
              <a:buChar char="•"/>
              <a:tabLst>
                <a:tab pos="355600" algn="l"/>
              </a:tabLst>
            </a:pPr>
            <a:r>
              <a:rPr sz="2200" b="1" i="1" spc="-10" dirty="0">
                <a:latin typeface="Calibri"/>
                <a:cs typeface="Calibri"/>
              </a:rPr>
              <a:t>Pre-Processing</a:t>
            </a:r>
            <a:endParaRPr sz="2200">
              <a:latin typeface="Calibri"/>
              <a:cs typeface="Calibri"/>
            </a:endParaRPr>
          </a:p>
          <a:p>
            <a:pPr marL="756285" marR="5715" lvl="1" indent="-287020" algn="just">
              <a:lnSpc>
                <a:spcPct val="100000"/>
              </a:lnSpc>
              <a:spcBef>
                <a:spcPts val="805"/>
              </a:spcBef>
              <a:buFont typeface="Arial MT"/>
              <a:buChar char="–"/>
              <a:tabLst>
                <a:tab pos="756920" algn="l"/>
              </a:tabLst>
            </a:pPr>
            <a:r>
              <a:rPr sz="2200" b="1" spc="-5" dirty="0">
                <a:solidFill>
                  <a:srgbClr val="FF0000"/>
                </a:solidFill>
                <a:latin typeface="Calibri"/>
                <a:cs typeface="Calibri"/>
              </a:rPr>
              <a:t>Storing </a:t>
            </a:r>
            <a:r>
              <a:rPr sz="2200" spc="-5" dirty="0">
                <a:latin typeface="Calibri"/>
                <a:cs typeface="Calibri"/>
              </a:rPr>
              <a:t>the </a:t>
            </a:r>
            <a:r>
              <a:rPr sz="2200" spc="-10" dirty="0">
                <a:latin typeface="Calibri"/>
                <a:cs typeface="Calibri"/>
              </a:rPr>
              <a:t>received </a:t>
            </a:r>
            <a:r>
              <a:rPr sz="2200" spc="-20" dirty="0">
                <a:latin typeface="Calibri"/>
                <a:cs typeface="Calibri"/>
              </a:rPr>
              <a:t>data </a:t>
            </a:r>
            <a:r>
              <a:rPr sz="2200" spc="-5" dirty="0">
                <a:latin typeface="Calibri"/>
                <a:cs typeface="Calibri"/>
              </a:rPr>
              <a:t>in the </a:t>
            </a:r>
            <a:r>
              <a:rPr sz="2200" spc="-10" dirty="0">
                <a:latin typeface="Calibri"/>
                <a:cs typeface="Calibri"/>
              </a:rPr>
              <a:t>temporary </a:t>
            </a:r>
            <a:r>
              <a:rPr sz="2200" spc="-20" dirty="0">
                <a:latin typeface="Calibri"/>
                <a:cs typeface="Calibri"/>
              </a:rPr>
              <a:t>storage, </a:t>
            </a:r>
            <a:r>
              <a:rPr sz="2200" b="1" spc="-10" dirty="0">
                <a:solidFill>
                  <a:srgbClr val="FF0000"/>
                </a:solidFill>
                <a:latin typeface="Calibri"/>
                <a:cs typeface="Calibri"/>
              </a:rPr>
              <a:t>preparing </a:t>
            </a:r>
            <a:r>
              <a:rPr sz="2200" spc="-5" dirty="0">
                <a:latin typeface="Calibri"/>
                <a:cs typeface="Calibri"/>
              </a:rPr>
              <a:t>and </a:t>
            </a:r>
            <a:r>
              <a:rPr sz="2200" dirty="0">
                <a:latin typeface="Calibri"/>
                <a:cs typeface="Calibri"/>
              </a:rPr>
              <a:t> </a:t>
            </a:r>
            <a:r>
              <a:rPr sz="2200" b="1" spc="-10" dirty="0">
                <a:solidFill>
                  <a:srgbClr val="FF0000"/>
                </a:solidFill>
                <a:latin typeface="Calibri"/>
                <a:cs typeface="Calibri"/>
              </a:rPr>
              <a:t>aggregating</a:t>
            </a:r>
            <a:r>
              <a:rPr sz="2200" b="1" spc="-5" dirty="0">
                <a:solidFill>
                  <a:srgbClr val="FF0000"/>
                </a:solidFill>
                <a:latin typeface="Calibri"/>
                <a:cs typeface="Calibri"/>
              </a:rPr>
              <a:t> </a:t>
            </a:r>
            <a:r>
              <a:rPr sz="2200" spc="-5" dirty="0">
                <a:latin typeface="Calibri"/>
                <a:cs typeface="Calibri"/>
              </a:rPr>
              <a:t>them</a:t>
            </a:r>
            <a:r>
              <a:rPr sz="2200" dirty="0">
                <a:latin typeface="Calibri"/>
                <a:cs typeface="Calibri"/>
              </a:rPr>
              <a:t> </a:t>
            </a:r>
            <a:r>
              <a:rPr sz="2200" spc="-10" dirty="0">
                <a:latin typeface="Calibri"/>
                <a:cs typeface="Calibri"/>
              </a:rPr>
              <a:t>are</a:t>
            </a:r>
            <a:r>
              <a:rPr sz="2200" spc="-5" dirty="0">
                <a:latin typeface="Calibri"/>
                <a:cs typeface="Calibri"/>
              </a:rPr>
              <a:t> the</a:t>
            </a:r>
            <a:r>
              <a:rPr sz="2200" dirty="0">
                <a:latin typeface="Calibri"/>
                <a:cs typeface="Calibri"/>
              </a:rPr>
              <a:t> </a:t>
            </a:r>
            <a:r>
              <a:rPr sz="2200" spc="-10" dirty="0">
                <a:latin typeface="Calibri"/>
                <a:cs typeface="Calibri"/>
              </a:rPr>
              <a:t>responsibilities</a:t>
            </a:r>
            <a:r>
              <a:rPr sz="2200" spc="-5" dirty="0">
                <a:latin typeface="Calibri"/>
                <a:cs typeface="Calibri"/>
              </a:rPr>
              <a:t> </a:t>
            </a:r>
            <a:r>
              <a:rPr sz="2200" spc="-20" dirty="0">
                <a:latin typeface="Calibri"/>
                <a:cs typeface="Calibri"/>
              </a:rPr>
              <a:t>for</a:t>
            </a:r>
            <a:r>
              <a:rPr sz="2200" spc="-15" dirty="0">
                <a:latin typeface="Calibri"/>
                <a:cs typeface="Calibri"/>
              </a:rPr>
              <a:t> </a:t>
            </a:r>
            <a:r>
              <a:rPr sz="2200" spc="-5" dirty="0">
                <a:latin typeface="Calibri"/>
                <a:cs typeface="Calibri"/>
              </a:rPr>
              <a:t>the</a:t>
            </a:r>
            <a:r>
              <a:rPr sz="2200" dirty="0">
                <a:latin typeface="Calibri"/>
                <a:cs typeface="Calibri"/>
              </a:rPr>
              <a:t> </a:t>
            </a:r>
            <a:r>
              <a:rPr sz="2200" spc="-10" dirty="0">
                <a:latin typeface="Calibri"/>
                <a:cs typeface="Calibri"/>
              </a:rPr>
              <a:t>pre-processing </a:t>
            </a:r>
            <a:r>
              <a:rPr sz="2200" spc="-5" dirty="0">
                <a:latin typeface="Calibri"/>
                <a:cs typeface="Calibri"/>
              </a:rPr>
              <a:t> module.</a:t>
            </a:r>
            <a:endParaRPr sz="22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175565"/>
            <a:ext cx="8701405" cy="5196205"/>
          </a:xfrm>
          <a:prstGeom prst="rect">
            <a:avLst/>
          </a:prstGeom>
        </p:spPr>
        <p:txBody>
          <a:bodyPr vert="horz" wrap="square" lIns="0" tIns="113664" rIns="0" bIns="0" rtlCol="0">
            <a:spAutoFit/>
          </a:bodyPr>
          <a:lstStyle/>
          <a:p>
            <a:pPr marL="756285" indent="-287020" algn="just">
              <a:lnSpc>
                <a:spcPct val="100000"/>
              </a:lnSpc>
              <a:spcBef>
                <a:spcPts val="894"/>
              </a:spcBef>
              <a:buFont typeface="Arial MT"/>
              <a:buChar char="–"/>
              <a:tabLst>
                <a:tab pos="756920" algn="l"/>
              </a:tabLst>
            </a:pPr>
            <a:r>
              <a:rPr sz="2200" spc="-5" dirty="0">
                <a:latin typeface="Calibri"/>
                <a:cs typeface="Calibri"/>
              </a:rPr>
              <a:t>Some</a:t>
            </a:r>
            <a:r>
              <a:rPr sz="2200" spc="15" dirty="0">
                <a:latin typeface="Calibri"/>
                <a:cs typeface="Calibri"/>
              </a:rPr>
              <a:t> </a:t>
            </a:r>
            <a:r>
              <a:rPr sz="2200" spc="-5" dirty="0">
                <a:latin typeface="Calibri"/>
                <a:cs typeface="Calibri"/>
              </a:rPr>
              <a:t>kinds</a:t>
            </a:r>
            <a:r>
              <a:rPr sz="2200" dirty="0">
                <a:latin typeface="Calibri"/>
                <a:cs typeface="Calibri"/>
              </a:rPr>
              <a:t> </a:t>
            </a:r>
            <a:r>
              <a:rPr sz="2200" spc="-5" dirty="0">
                <a:latin typeface="Calibri"/>
                <a:cs typeface="Calibri"/>
              </a:rPr>
              <a:t>of</a:t>
            </a:r>
            <a:r>
              <a:rPr sz="2200" spc="-10" dirty="0">
                <a:latin typeface="Calibri"/>
                <a:cs typeface="Calibri"/>
              </a:rPr>
              <a:t> </a:t>
            </a:r>
            <a:r>
              <a:rPr sz="2200" spc="-20" dirty="0">
                <a:latin typeface="Calibri"/>
                <a:cs typeface="Calibri"/>
              </a:rPr>
              <a:t>data</a:t>
            </a:r>
            <a:r>
              <a:rPr sz="2200" spc="-5" dirty="0">
                <a:latin typeface="Calibri"/>
                <a:cs typeface="Calibri"/>
              </a:rPr>
              <a:t> </a:t>
            </a:r>
            <a:r>
              <a:rPr sz="2200" spc="-10" dirty="0">
                <a:latin typeface="Calibri"/>
                <a:cs typeface="Calibri"/>
              </a:rPr>
              <a:t>processing</a:t>
            </a:r>
            <a:r>
              <a:rPr sz="2200" spc="5" dirty="0">
                <a:latin typeface="Calibri"/>
                <a:cs typeface="Calibri"/>
              </a:rPr>
              <a:t> </a:t>
            </a:r>
            <a:r>
              <a:rPr sz="2200" spc="-15" dirty="0">
                <a:latin typeface="Calibri"/>
                <a:cs typeface="Calibri"/>
              </a:rPr>
              <a:t>may</a:t>
            </a:r>
            <a:r>
              <a:rPr sz="2200" dirty="0">
                <a:latin typeface="Calibri"/>
                <a:cs typeface="Calibri"/>
              </a:rPr>
              <a:t> </a:t>
            </a:r>
            <a:r>
              <a:rPr sz="2200" spc="-5" dirty="0">
                <a:latin typeface="Calibri"/>
                <a:cs typeface="Calibri"/>
              </a:rPr>
              <a:t>be</a:t>
            </a:r>
            <a:r>
              <a:rPr sz="2200" spc="5" dirty="0">
                <a:latin typeface="Calibri"/>
                <a:cs typeface="Calibri"/>
              </a:rPr>
              <a:t> </a:t>
            </a:r>
            <a:r>
              <a:rPr sz="2200" spc="-5" dirty="0">
                <a:latin typeface="Calibri"/>
                <a:cs typeface="Calibri"/>
              </a:rPr>
              <a:t>needed</a:t>
            </a:r>
            <a:r>
              <a:rPr sz="2200" spc="10" dirty="0">
                <a:latin typeface="Calibri"/>
                <a:cs typeface="Calibri"/>
              </a:rPr>
              <a:t> </a:t>
            </a:r>
            <a:r>
              <a:rPr sz="2200" spc="-5" dirty="0">
                <a:latin typeface="Calibri"/>
                <a:cs typeface="Calibri"/>
              </a:rPr>
              <a:t>on the</a:t>
            </a:r>
            <a:endParaRPr sz="2200">
              <a:latin typeface="Calibri"/>
              <a:cs typeface="Calibri"/>
            </a:endParaRPr>
          </a:p>
          <a:p>
            <a:pPr marL="1155065" lvl="1" indent="-228600" algn="just">
              <a:lnSpc>
                <a:spcPct val="100000"/>
              </a:lnSpc>
              <a:spcBef>
                <a:spcPts val="790"/>
              </a:spcBef>
              <a:buFont typeface="Arial MT"/>
              <a:buChar char="•"/>
              <a:tabLst>
                <a:tab pos="1155700" algn="l"/>
              </a:tabLst>
            </a:pPr>
            <a:r>
              <a:rPr sz="2200" b="1" spc="-15" dirty="0">
                <a:solidFill>
                  <a:srgbClr val="FF0000"/>
                </a:solidFill>
                <a:latin typeface="Calibri"/>
                <a:cs typeface="Calibri"/>
              </a:rPr>
              <a:t>received</a:t>
            </a:r>
            <a:r>
              <a:rPr sz="2200" b="1" spc="35" dirty="0">
                <a:solidFill>
                  <a:srgbClr val="FF0000"/>
                </a:solidFill>
                <a:latin typeface="Calibri"/>
                <a:cs typeface="Calibri"/>
              </a:rPr>
              <a:t> </a:t>
            </a:r>
            <a:r>
              <a:rPr sz="2200" b="1" spc="-20" dirty="0">
                <a:solidFill>
                  <a:srgbClr val="FF0000"/>
                </a:solidFill>
                <a:latin typeface="Calibri"/>
                <a:cs typeface="Calibri"/>
              </a:rPr>
              <a:t>data</a:t>
            </a:r>
            <a:r>
              <a:rPr sz="2200" spc="-20" dirty="0">
                <a:latin typeface="Calibri"/>
                <a:cs typeface="Calibri"/>
              </a:rPr>
              <a:t>,</a:t>
            </a:r>
            <a:r>
              <a:rPr sz="2200" spc="40" dirty="0">
                <a:latin typeface="Calibri"/>
                <a:cs typeface="Calibri"/>
              </a:rPr>
              <a:t> </a:t>
            </a:r>
            <a:r>
              <a:rPr sz="2200" spc="-10" dirty="0">
                <a:latin typeface="Calibri"/>
                <a:cs typeface="Calibri"/>
              </a:rPr>
              <a:t>such</a:t>
            </a:r>
            <a:r>
              <a:rPr sz="2200" dirty="0">
                <a:latin typeface="Calibri"/>
                <a:cs typeface="Calibri"/>
              </a:rPr>
              <a:t> </a:t>
            </a:r>
            <a:r>
              <a:rPr sz="2200" spc="-5" dirty="0">
                <a:latin typeface="Calibri"/>
                <a:cs typeface="Calibri"/>
              </a:rPr>
              <a:t>as</a:t>
            </a:r>
            <a:r>
              <a:rPr sz="2200" spc="5" dirty="0">
                <a:latin typeface="Calibri"/>
                <a:cs typeface="Calibri"/>
              </a:rPr>
              <a:t> </a:t>
            </a:r>
            <a:r>
              <a:rPr sz="2200" spc="-20" dirty="0">
                <a:latin typeface="Calibri"/>
                <a:cs typeface="Calibri"/>
              </a:rPr>
              <a:t>data</a:t>
            </a:r>
            <a:r>
              <a:rPr sz="2200" dirty="0">
                <a:latin typeface="Calibri"/>
                <a:cs typeface="Calibri"/>
              </a:rPr>
              <a:t> </a:t>
            </a:r>
            <a:r>
              <a:rPr sz="2200" spc="-5" dirty="0">
                <a:latin typeface="Calibri"/>
                <a:cs typeface="Calibri"/>
              </a:rPr>
              <a:t>cleaning,</a:t>
            </a:r>
            <a:r>
              <a:rPr sz="2200" spc="10" dirty="0">
                <a:latin typeface="Calibri"/>
                <a:cs typeface="Calibri"/>
              </a:rPr>
              <a:t> </a:t>
            </a:r>
            <a:r>
              <a:rPr sz="2200" spc="-20" dirty="0">
                <a:latin typeface="Calibri"/>
                <a:cs typeface="Calibri"/>
              </a:rPr>
              <a:t>data</a:t>
            </a:r>
            <a:r>
              <a:rPr sz="2200" spc="5" dirty="0">
                <a:latin typeface="Calibri"/>
                <a:cs typeface="Calibri"/>
              </a:rPr>
              <a:t> </a:t>
            </a:r>
            <a:r>
              <a:rPr sz="2200" spc="-5" dirty="0">
                <a:latin typeface="Calibri"/>
                <a:cs typeface="Calibri"/>
              </a:rPr>
              <a:t>fusion,</a:t>
            </a:r>
            <a:r>
              <a:rPr sz="2200" spc="5" dirty="0">
                <a:latin typeface="Calibri"/>
                <a:cs typeface="Calibri"/>
              </a:rPr>
              <a:t> </a:t>
            </a:r>
            <a:r>
              <a:rPr sz="2200" spc="-10" dirty="0">
                <a:latin typeface="Calibri"/>
                <a:cs typeface="Calibri"/>
              </a:rPr>
              <a:t>edge</a:t>
            </a:r>
            <a:r>
              <a:rPr sz="2200" spc="40" dirty="0">
                <a:latin typeface="Calibri"/>
                <a:cs typeface="Calibri"/>
              </a:rPr>
              <a:t> </a:t>
            </a:r>
            <a:r>
              <a:rPr sz="2200" spc="-5" dirty="0">
                <a:latin typeface="Calibri"/>
                <a:cs typeface="Calibri"/>
              </a:rPr>
              <a:t>mining,</a:t>
            </a:r>
            <a:endParaRPr sz="2200">
              <a:latin typeface="Calibri"/>
              <a:cs typeface="Calibri"/>
            </a:endParaRPr>
          </a:p>
          <a:p>
            <a:pPr marL="1155065" marR="7620" lvl="1" indent="-228600" algn="just">
              <a:lnSpc>
                <a:spcPct val="100000"/>
              </a:lnSpc>
              <a:spcBef>
                <a:spcPts val="805"/>
              </a:spcBef>
              <a:buFont typeface="Arial MT"/>
              <a:buChar char="•"/>
              <a:tabLst>
                <a:tab pos="1155700" algn="l"/>
              </a:tabLst>
            </a:pPr>
            <a:r>
              <a:rPr sz="2200" b="1" spc="-5" dirty="0">
                <a:solidFill>
                  <a:srgbClr val="FF0000"/>
                </a:solidFill>
                <a:latin typeface="Calibri"/>
                <a:cs typeface="Calibri"/>
              </a:rPr>
              <a:t>quality </a:t>
            </a:r>
            <a:r>
              <a:rPr sz="2200" b="1" spc="-10" dirty="0">
                <a:solidFill>
                  <a:srgbClr val="FF0000"/>
                </a:solidFill>
                <a:latin typeface="Calibri"/>
                <a:cs typeface="Calibri"/>
              </a:rPr>
              <a:t>improvement </a:t>
            </a:r>
            <a:r>
              <a:rPr sz="2200" b="1" spc="-5" dirty="0">
                <a:solidFill>
                  <a:srgbClr val="FF0000"/>
                </a:solidFill>
                <a:latin typeface="Calibri"/>
                <a:cs typeface="Calibri"/>
              </a:rPr>
              <a:t>of </a:t>
            </a:r>
            <a:r>
              <a:rPr sz="2200" b="1" spc="-10" dirty="0">
                <a:solidFill>
                  <a:srgbClr val="FF0000"/>
                </a:solidFill>
                <a:latin typeface="Calibri"/>
                <a:cs typeface="Calibri"/>
              </a:rPr>
              <a:t>received </a:t>
            </a:r>
            <a:r>
              <a:rPr sz="2200" b="1" spc="-5" dirty="0">
                <a:solidFill>
                  <a:srgbClr val="FF0000"/>
                </a:solidFill>
                <a:latin typeface="Calibri"/>
                <a:cs typeface="Calibri"/>
              </a:rPr>
              <a:t>signals </a:t>
            </a:r>
            <a:r>
              <a:rPr sz="2200" spc="-10" dirty="0">
                <a:latin typeface="Calibri"/>
                <a:cs typeface="Calibri"/>
              </a:rPr>
              <a:t>by </a:t>
            </a:r>
            <a:r>
              <a:rPr sz="2200" spc="-20" dirty="0">
                <a:latin typeface="Calibri"/>
                <a:cs typeface="Calibri"/>
              </a:rPr>
              <a:t>data </a:t>
            </a:r>
            <a:r>
              <a:rPr sz="2200" spc="-10" dirty="0">
                <a:latin typeface="Calibri"/>
                <a:cs typeface="Calibri"/>
              </a:rPr>
              <a:t>filtering </a:t>
            </a:r>
            <a:r>
              <a:rPr sz="2200" dirty="0">
                <a:latin typeface="Calibri"/>
                <a:cs typeface="Calibri"/>
              </a:rPr>
              <a:t>or </a:t>
            </a:r>
            <a:r>
              <a:rPr sz="2200" spc="-10" dirty="0">
                <a:latin typeface="Calibri"/>
                <a:cs typeface="Calibri"/>
              </a:rPr>
              <a:t>de- </a:t>
            </a:r>
            <a:r>
              <a:rPr sz="2200" spc="-5" dirty="0">
                <a:latin typeface="Calibri"/>
                <a:cs typeface="Calibri"/>
              </a:rPr>
              <a:t> noising</a:t>
            </a:r>
            <a:r>
              <a:rPr sz="2200" spc="-10" dirty="0">
                <a:latin typeface="Calibri"/>
                <a:cs typeface="Calibri"/>
              </a:rPr>
              <a:t> </a:t>
            </a:r>
            <a:r>
              <a:rPr sz="2200" spc="-5" dirty="0">
                <a:latin typeface="Calibri"/>
                <a:cs typeface="Calibri"/>
              </a:rPr>
              <a:t>them</a:t>
            </a:r>
            <a:endParaRPr sz="2200">
              <a:latin typeface="Calibri"/>
              <a:cs typeface="Calibri"/>
            </a:endParaRPr>
          </a:p>
          <a:p>
            <a:pPr marL="1155065" marR="5080" lvl="1" indent="-228600" algn="just">
              <a:lnSpc>
                <a:spcPct val="100000"/>
              </a:lnSpc>
              <a:spcBef>
                <a:spcPts val="805"/>
              </a:spcBef>
              <a:buFont typeface="Arial MT"/>
              <a:buChar char="•"/>
              <a:tabLst>
                <a:tab pos="1155700" algn="l"/>
              </a:tabLst>
            </a:pPr>
            <a:r>
              <a:rPr sz="2200" b="1" spc="-5" dirty="0">
                <a:solidFill>
                  <a:srgbClr val="FF0000"/>
                </a:solidFill>
                <a:latin typeface="Calibri"/>
                <a:cs typeface="Calibri"/>
              </a:rPr>
              <a:t>decision making in </a:t>
            </a:r>
            <a:r>
              <a:rPr sz="2200" b="1" spc="-10" dirty="0">
                <a:solidFill>
                  <a:srgbClr val="FF0000"/>
                </a:solidFill>
                <a:latin typeface="Calibri"/>
                <a:cs typeface="Calibri"/>
              </a:rPr>
              <a:t>case </a:t>
            </a:r>
            <a:r>
              <a:rPr sz="2200" b="1" spc="-5" dirty="0">
                <a:solidFill>
                  <a:srgbClr val="FF0000"/>
                </a:solidFill>
                <a:latin typeface="Calibri"/>
                <a:cs typeface="Calibri"/>
              </a:rPr>
              <a:t>of </a:t>
            </a:r>
            <a:r>
              <a:rPr sz="2200" b="1" spc="-10" dirty="0">
                <a:solidFill>
                  <a:srgbClr val="FF0000"/>
                </a:solidFill>
                <a:latin typeface="Calibri"/>
                <a:cs typeface="Calibri"/>
              </a:rPr>
              <a:t>emergency situations </a:t>
            </a:r>
            <a:r>
              <a:rPr sz="2200" spc="-10" dirty="0">
                <a:latin typeface="Calibri"/>
                <a:cs typeface="Calibri"/>
              </a:rPr>
              <a:t>by </a:t>
            </a:r>
            <a:r>
              <a:rPr sz="2200" spc="-5" dirty="0">
                <a:latin typeface="Calibri"/>
                <a:cs typeface="Calibri"/>
              </a:rPr>
              <a:t>checking and </a:t>
            </a:r>
            <a:r>
              <a:rPr sz="2200" dirty="0">
                <a:latin typeface="Calibri"/>
                <a:cs typeface="Calibri"/>
              </a:rPr>
              <a:t> </a:t>
            </a:r>
            <a:r>
              <a:rPr sz="2200" spc="-10" dirty="0">
                <a:latin typeface="Calibri"/>
                <a:cs typeface="Calibri"/>
              </a:rPr>
              <a:t>comparing </a:t>
            </a:r>
            <a:r>
              <a:rPr sz="2200" spc="-5" dirty="0">
                <a:latin typeface="Calibri"/>
                <a:cs typeface="Calibri"/>
              </a:rPr>
              <a:t>the </a:t>
            </a:r>
            <a:r>
              <a:rPr sz="2200" spc="-10" dirty="0">
                <a:latin typeface="Calibri"/>
                <a:cs typeface="Calibri"/>
              </a:rPr>
              <a:t>received </a:t>
            </a:r>
            <a:r>
              <a:rPr sz="2200" dirty="0">
                <a:latin typeface="Calibri"/>
                <a:cs typeface="Calibri"/>
              </a:rPr>
              <a:t>or </a:t>
            </a:r>
            <a:r>
              <a:rPr sz="2200" spc="-10" dirty="0">
                <a:latin typeface="Calibri"/>
                <a:cs typeface="Calibri"/>
              </a:rPr>
              <a:t>collected </a:t>
            </a:r>
            <a:r>
              <a:rPr sz="2200" spc="-15" dirty="0">
                <a:latin typeface="Calibri"/>
                <a:cs typeface="Calibri"/>
              </a:rPr>
              <a:t>data against </a:t>
            </a:r>
            <a:r>
              <a:rPr sz="2200" spc="-5" dirty="0">
                <a:latin typeface="Calibri"/>
                <a:cs typeface="Calibri"/>
              </a:rPr>
              <a:t>the </a:t>
            </a:r>
            <a:r>
              <a:rPr sz="2200" spc="-10" dirty="0">
                <a:latin typeface="Calibri"/>
                <a:cs typeface="Calibri"/>
              </a:rPr>
              <a:t>predefined </a:t>
            </a:r>
            <a:r>
              <a:rPr sz="2200" spc="-5" dirty="0">
                <a:latin typeface="Calibri"/>
                <a:cs typeface="Calibri"/>
              </a:rPr>
              <a:t> threshold</a:t>
            </a:r>
            <a:r>
              <a:rPr sz="2200" spc="-15" dirty="0">
                <a:latin typeface="Calibri"/>
                <a:cs typeface="Calibri"/>
              </a:rPr>
              <a:t> </a:t>
            </a:r>
            <a:r>
              <a:rPr sz="2200" spc="-5" dirty="0">
                <a:latin typeface="Calibri"/>
                <a:cs typeface="Calibri"/>
              </a:rPr>
              <a:t>and </a:t>
            </a:r>
            <a:r>
              <a:rPr sz="2200" spc="-10" dirty="0">
                <a:latin typeface="Calibri"/>
                <a:cs typeface="Calibri"/>
              </a:rPr>
              <a:t>conditions</a:t>
            </a:r>
            <a:endParaRPr sz="2200">
              <a:latin typeface="Calibri"/>
              <a:cs typeface="Calibri"/>
            </a:endParaRPr>
          </a:p>
          <a:p>
            <a:pPr marL="355600" indent="-342900" algn="just">
              <a:lnSpc>
                <a:spcPct val="100000"/>
              </a:lnSpc>
              <a:spcBef>
                <a:spcPts val="795"/>
              </a:spcBef>
              <a:buFont typeface="Arial MT"/>
              <a:buChar char="•"/>
              <a:tabLst>
                <a:tab pos="355600" algn="l"/>
              </a:tabLst>
            </a:pPr>
            <a:r>
              <a:rPr sz="2200" b="1" i="1" spc="-10" dirty="0">
                <a:latin typeface="Calibri"/>
                <a:cs typeface="Calibri"/>
              </a:rPr>
              <a:t>Encryption/Decryption.</a:t>
            </a:r>
            <a:endParaRPr sz="2200">
              <a:latin typeface="Calibri"/>
              <a:cs typeface="Calibri"/>
            </a:endParaRPr>
          </a:p>
          <a:p>
            <a:pPr marL="756285" marR="6985" lvl="1" indent="-287020" algn="just">
              <a:lnSpc>
                <a:spcPct val="100000"/>
              </a:lnSpc>
              <a:spcBef>
                <a:spcPts val="805"/>
              </a:spcBef>
              <a:buFont typeface="Arial MT"/>
              <a:buChar char="–"/>
              <a:tabLst>
                <a:tab pos="756920" algn="l"/>
              </a:tabLst>
            </a:pPr>
            <a:r>
              <a:rPr sz="2200" spc="-100" dirty="0">
                <a:latin typeface="Calibri"/>
                <a:cs typeface="Calibri"/>
              </a:rPr>
              <a:t>To</a:t>
            </a:r>
            <a:r>
              <a:rPr sz="2200" spc="-95" dirty="0">
                <a:latin typeface="Calibri"/>
                <a:cs typeface="Calibri"/>
              </a:rPr>
              <a:t> </a:t>
            </a:r>
            <a:r>
              <a:rPr sz="2200" spc="-15" dirty="0">
                <a:latin typeface="Calibri"/>
                <a:cs typeface="Calibri"/>
              </a:rPr>
              <a:t>improve </a:t>
            </a:r>
            <a:r>
              <a:rPr sz="2200" spc="-20" dirty="0">
                <a:latin typeface="Calibri"/>
                <a:cs typeface="Calibri"/>
              </a:rPr>
              <a:t>data </a:t>
            </a:r>
            <a:r>
              <a:rPr sz="2200" spc="-15" dirty="0">
                <a:latin typeface="Calibri"/>
                <a:cs typeface="Calibri"/>
              </a:rPr>
              <a:t>privacy </a:t>
            </a:r>
            <a:r>
              <a:rPr sz="2200" spc="-5" dirty="0">
                <a:latin typeface="Calibri"/>
                <a:cs typeface="Calibri"/>
              </a:rPr>
              <a:t>and </a:t>
            </a:r>
            <a:r>
              <a:rPr sz="2200" spc="-15" dirty="0">
                <a:latin typeface="Calibri"/>
                <a:cs typeface="Calibri"/>
              </a:rPr>
              <a:t>protect </a:t>
            </a:r>
            <a:r>
              <a:rPr sz="2200" spc="-5" dirty="0">
                <a:latin typeface="Calibri"/>
                <a:cs typeface="Calibri"/>
              </a:rPr>
              <a:t>sensitive </a:t>
            </a:r>
            <a:r>
              <a:rPr sz="2200" spc="-20" dirty="0">
                <a:latin typeface="Calibri"/>
                <a:cs typeface="Calibri"/>
              </a:rPr>
              <a:t>data </a:t>
            </a:r>
            <a:r>
              <a:rPr sz="2200" spc="-5" dirty="0">
                <a:latin typeface="Calibri"/>
                <a:cs typeface="Calibri"/>
              </a:rPr>
              <a:t>in the message, </a:t>
            </a:r>
            <a:r>
              <a:rPr sz="2200" dirty="0">
                <a:latin typeface="Calibri"/>
                <a:cs typeface="Calibri"/>
              </a:rPr>
              <a:t> </a:t>
            </a:r>
            <a:r>
              <a:rPr sz="2200" spc="-5" dirty="0">
                <a:latin typeface="Calibri"/>
                <a:cs typeface="Calibri"/>
              </a:rPr>
              <a:t>encryption</a:t>
            </a:r>
            <a:r>
              <a:rPr sz="2200" spc="5" dirty="0">
                <a:latin typeface="Calibri"/>
                <a:cs typeface="Calibri"/>
              </a:rPr>
              <a:t> </a:t>
            </a:r>
            <a:r>
              <a:rPr sz="2200" spc="-5" dirty="0">
                <a:latin typeface="Calibri"/>
                <a:cs typeface="Calibri"/>
              </a:rPr>
              <a:t>and decryption</a:t>
            </a:r>
            <a:r>
              <a:rPr sz="2200" spc="10" dirty="0">
                <a:latin typeface="Calibri"/>
                <a:cs typeface="Calibri"/>
              </a:rPr>
              <a:t> </a:t>
            </a:r>
            <a:r>
              <a:rPr sz="2200" spc="-5" dirty="0">
                <a:latin typeface="Calibri"/>
                <a:cs typeface="Calibri"/>
              </a:rPr>
              <a:t>algorithms</a:t>
            </a:r>
            <a:r>
              <a:rPr sz="2200" spc="5" dirty="0">
                <a:latin typeface="Calibri"/>
                <a:cs typeface="Calibri"/>
              </a:rPr>
              <a:t> </a:t>
            </a:r>
            <a:r>
              <a:rPr sz="2200" spc="-10" dirty="0">
                <a:latin typeface="Calibri"/>
                <a:cs typeface="Calibri"/>
              </a:rPr>
              <a:t>are </a:t>
            </a:r>
            <a:r>
              <a:rPr sz="2200" spc="-15" dirty="0">
                <a:latin typeface="Calibri"/>
                <a:cs typeface="Calibri"/>
              </a:rPr>
              <a:t>provided</a:t>
            </a:r>
            <a:r>
              <a:rPr sz="2200" spc="-20" dirty="0">
                <a:latin typeface="Calibri"/>
                <a:cs typeface="Calibri"/>
              </a:rPr>
              <a:t> </a:t>
            </a:r>
            <a:r>
              <a:rPr sz="2200" spc="-5" dirty="0">
                <a:latin typeface="Calibri"/>
                <a:cs typeface="Calibri"/>
              </a:rPr>
              <a:t>in</a:t>
            </a:r>
            <a:r>
              <a:rPr sz="2200" spc="-10" dirty="0">
                <a:latin typeface="Calibri"/>
                <a:cs typeface="Calibri"/>
              </a:rPr>
              <a:t> </a:t>
            </a:r>
            <a:r>
              <a:rPr sz="2200" spc="-5" dirty="0">
                <a:latin typeface="Calibri"/>
                <a:cs typeface="Calibri"/>
              </a:rPr>
              <a:t>this</a:t>
            </a:r>
            <a:r>
              <a:rPr sz="2200" spc="10" dirty="0">
                <a:latin typeface="Calibri"/>
                <a:cs typeface="Calibri"/>
              </a:rPr>
              <a:t> </a:t>
            </a:r>
            <a:r>
              <a:rPr sz="2200" spc="-5" dirty="0">
                <a:latin typeface="Calibri"/>
                <a:cs typeface="Calibri"/>
              </a:rPr>
              <a:t>module.</a:t>
            </a:r>
            <a:endParaRPr sz="2200">
              <a:latin typeface="Calibri"/>
              <a:cs typeface="Calibri"/>
            </a:endParaRPr>
          </a:p>
          <a:p>
            <a:pPr marL="355600" indent="-342900" algn="just">
              <a:lnSpc>
                <a:spcPct val="100000"/>
              </a:lnSpc>
              <a:spcBef>
                <a:spcPts val="805"/>
              </a:spcBef>
              <a:buFont typeface="Arial MT"/>
              <a:buChar char="•"/>
              <a:tabLst>
                <a:tab pos="355600" algn="l"/>
              </a:tabLst>
            </a:pPr>
            <a:r>
              <a:rPr sz="2200" b="1" i="1" spc="-5" dirty="0">
                <a:latin typeface="Calibri"/>
                <a:cs typeface="Calibri"/>
              </a:rPr>
              <a:t>Compression/Decompression.</a:t>
            </a:r>
            <a:endParaRPr sz="2200">
              <a:latin typeface="Calibri"/>
              <a:cs typeface="Calibri"/>
            </a:endParaRPr>
          </a:p>
          <a:p>
            <a:pPr marL="756285" marR="11430" lvl="1" indent="-287020" algn="just">
              <a:lnSpc>
                <a:spcPct val="100000"/>
              </a:lnSpc>
              <a:spcBef>
                <a:spcPts val="795"/>
              </a:spcBef>
              <a:buFont typeface="Arial MT"/>
              <a:buChar char="–"/>
              <a:tabLst>
                <a:tab pos="756920" algn="l"/>
              </a:tabLst>
            </a:pPr>
            <a:r>
              <a:rPr sz="2200" spc="-5" dirty="0">
                <a:latin typeface="Calibri"/>
                <a:cs typeface="Calibri"/>
              </a:rPr>
              <a:t>Compression </a:t>
            </a:r>
            <a:r>
              <a:rPr sz="2200" spc="-10" dirty="0">
                <a:latin typeface="Calibri"/>
                <a:cs typeface="Calibri"/>
              </a:rPr>
              <a:t>techniques can </a:t>
            </a:r>
            <a:r>
              <a:rPr sz="2200" spc="-5" dirty="0">
                <a:latin typeface="Calibri"/>
                <a:cs typeface="Calibri"/>
              </a:rPr>
              <a:t>be applied </a:t>
            </a:r>
            <a:r>
              <a:rPr sz="2200" dirty="0">
                <a:latin typeface="Calibri"/>
                <a:cs typeface="Calibri"/>
              </a:rPr>
              <a:t>on </a:t>
            </a:r>
            <a:r>
              <a:rPr sz="2200" spc="-5" dirty="0">
                <a:latin typeface="Calibri"/>
                <a:cs typeface="Calibri"/>
              </a:rPr>
              <a:t>the </a:t>
            </a:r>
            <a:r>
              <a:rPr sz="2200" b="1" spc="-15" dirty="0">
                <a:solidFill>
                  <a:srgbClr val="006FC0"/>
                </a:solidFill>
                <a:latin typeface="Calibri"/>
                <a:cs typeface="Calibri"/>
              </a:rPr>
              <a:t>packet size </a:t>
            </a:r>
            <a:r>
              <a:rPr sz="2200" b="1" spc="-5" dirty="0">
                <a:solidFill>
                  <a:srgbClr val="006FC0"/>
                </a:solidFill>
                <a:latin typeface="Calibri"/>
                <a:cs typeface="Calibri"/>
              </a:rPr>
              <a:t>of </a:t>
            </a:r>
            <a:r>
              <a:rPr sz="2200" b="1" spc="-15" dirty="0">
                <a:solidFill>
                  <a:srgbClr val="006FC0"/>
                </a:solidFill>
                <a:latin typeface="Calibri"/>
                <a:cs typeface="Calibri"/>
              </a:rPr>
              <a:t>data </a:t>
            </a:r>
            <a:r>
              <a:rPr sz="2200" spc="-35" dirty="0">
                <a:latin typeface="Calibri"/>
                <a:cs typeface="Calibri"/>
              </a:rPr>
              <a:t>to </a:t>
            </a:r>
            <a:r>
              <a:rPr sz="2200" spc="-30" dirty="0">
                <a:latin typeface="Calibri"/>
                <a:cs typeface="Calibri"/>
              </a:rPr>
              <a:t> </a:t>
            </a:r>
            <a:r>
              <a:rPr sz="2200" spc="-10" dirty="0">
                <a:latin typeface="Calibri"/>
                <a:cs typeface="Calibri"/>
              </a:rPr>
              <a:t>reduce</a:t>
            </a:r>
            <a:r>
              <a:rPr sz="2200" spc="-5" dirty="0">
                <a:latin typeface="Calibri"/>
                <a:cs typeface="Calibri"/>
              </a:rPr>
              <a:t> </a:t>
            </a:r>
            <a:r>
              <a:rPr sz="2200" spc="-10" dirty="0">
                <a:latin typeface="Calibri"/>
                <a:cs typeface="Calibri"/>
              </a:rPr>
              <a:t>overhead </a:t>
            </a:r>
            <a:r>
              <a:rPr sz="2200" dirty="0">
                <a:latin typeface="Calibri"/>
                <a:cs typeface="Calibri"/>
              </a:rPr>
              <a:t>of</a:t>
            </a:r>
            <a:r>
              <a:rPr sz="2200" spc="5" dirty="0">
                <a:latin typeface="Calibri"/>
                <a:cs typeface="Calibri"/>
              </a:rPr>
              <a:t> </a:t>
            </a:r>
            <a:r>
              <a:rPr sz="2200" spc="-15" dirty="0">
                <a:latin typeface="Calibri"/>
                <a:cs typeface="Calibri"/>
              </a:rPr>
              <a:t>networks.</a:t>
            </a:r>
            <a:endParaRPr sz="22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10185"/>
            <a:ext cx="8701405" cy="5175885"/>
          </a:xfrm>
          <a:prstGeom prst="rect">
            <a:avLst/>
          </a:prstGeom>
        </p:spPr>
        <p:txBody>
          <a:bodyPr vert="horz" wrap="square" lIns="0" tIns="62865" rIns="0" bIns="0" rtlCol="0">
            <a:spAutoFit/>
          </a:bodyPr>
          <a:lstStyle/>
          <a:p>
            <a:pPr marL="12700">
              <a:lnSpc>
                <a:spcPct val="100000"/>
              </a:lnSpc>
              <a:spcBef>
                <a:spcPts val="495"/>
              </a:spcBef>
            </a:pPr>
            <a:r>
              <a:rPr sz="2200" b="1" spc="-5" dirty="0">
                <a:latin typeface="Calibri"/>
                <a:cs typeface="Calibri"/>
              </a:rPr>
              <a:t>3.</a:t>
            </a:r>
            <a:r>
              <a:rPr sz="2200" b="1" spc="-30" dirty="0">
                <a:latin typeface="Calibri"/>
                <a:cs typeface="Calibri"/>
              </a:rPr>
              <a:t> </a:t>
            </a:r>
            <a:r>
              <a:rPr sz="2200" b="1" spc="-10" dirty="0">
                <a:latin typeface="Calibri"/>
                <a:cs typeface="Calibri"/>
              </a:rPr>
              <a:t>Cloud </a:t>
            </a:r>
            <a:r>
              <a:rPr sz="2200" b="1" spc="-20" dirty="0">
                <a:latin typeface="Calibri"/>
                <a:cs typeface="Calibri"/>
              </a:rPr>
              <a:t>Layer</a:t>
            </a:r>
            <a:endParaRPr sz="2200">
              <a:latin typeface="Calibri"/>
              <a:cs typeface="Calibri"/>
            </a:endParaRPr>
          </a:p>
          <a:p>
            <a:pPr marL="355600" indent="-342900">
              <a:lnSpc>
                <a:spcPct val="100000"/>
              </a:lnSpc>
              <a:spcBef>
                <a:spcPts val="395"/>
              </a:spcBef>
              <a:buFont typeface="Arial MT"/>
              <a:buChar char="•"/>
              <a:tabLst>
                <a:tab pos="354965" algn="l"/>
                <a:tab pos="355600" algn="l"/>
              </a:tabLst>
            </a:pPr>
            <a:r>
              <a:rPr sz="2200" b="1" i="1" spc="-15" dirty="0">
                <a:latin typeface="Calibri"/>
                <a:cs typeface="Calibri"/>
              </a:rPr>
              <a:t>Permanent</a:t>
            </a:r>
            <a:r>
              <a:rPr sz="2200" b="1" i="1" dirty="0">
                <a:latin typeface="Calibri"/>
                <a:cs typeface="Calibri"/>
              </a:rPr>
              <a:t> </a:t>
            </a:r>
            <a:r>
              <a:rPr sz="2200" b="1" i="1" spc="-15" dirty="0">
                <a:latin typeface="Calibri"/>
                <a:cs typeface="Calibri"/>
              </a:rPr>
              <a:t>Storage</a:t>
            </a:r>
            <a:endParaRPr sz="2200">
              <a:latin typeface="Calibri"/>
              <a:cs typeface="Calibri"/>
            </a:endParaRPr>
          </a:p>
          <a:p>
            <a:pPr marL="756285" lvl="1" indent="-287020">
              <a:lnSpc>
                <a:spcPct val="100000"/>
              </a:lnSpc>
              <a:spcBef>
                <a:spcPts val="395"/>
              </a:spcBef>
              <a:buFont typeface="Arial MT"/>
              <a:buChar char="–"/>
              <a:tabLst>
                <a:tab pos="756285" algn="l"/>
                <a:tab pos="756920" algn="l"/>
              </a:tabLst>
            </a:pPr>
            <a:r>
              <a:rPr sz="2200" spc="-10" dirty="0">
                <a:latin typeface="Calibri"/>
                <a:cs typeface="Calibri"/>
              </a:rPr>
              <a:t>This</a:t>
            </a:r>
            <a:r>
              <a:rPr sz="2200" spc="355" dirty="0">
                <a:latin typeface="Calibri"/>
                <a:cs typeface="Calibri"/>
              </a:rPr>
              <a:t> </a:t>
            </a:r>
            <a:r>
              <a:rPr sz="2200" spc="-5" dirty="0">
                <a:latin typeface="Calibri"/>
                <a:cs typeface="Calibri"/>
              </a:rPr>
              <a:t>module</a:t>
            </a:r>
            <a:r>
              <a:rPr sz="2200" spc="355" dirty="0">
                <a:latin typeface="Calibri"/>
                <a:cs typeface="Calibri"/>
              </a:rPr>
              <a:t> </a:t>
            </a:r>
            <a:r>
              <a:rPr sz="2200" spc="-10" dirty="0">
                <a:latin typeface="Calibri"/>
                <a:cs typeface="Calibri"/>
              </a:rPr>
              <a:t>receives</a:t>
            </a:r>
            <a:r>
              <a:rPr sz="2200" spc="350" dirty="0">
                <a:latin typeface="Calibri"/>
                <a:cs typeface="Calibri"/>
              </a:rPr>
              <a:t> </a:t>
            </a:r>
            <a:r>
              <a:rPr sz="2200" spc="-20" dirty="0">
                <a:latin typeface="Calibri"/>
                <a:cs typeface="Calibri"/>
              </a:rPr>
              <a:t>data</a:t>
            </a:r>
            <a:r>
              <a:rPr sz="2200" spc="350" dirty="0">
                <a:latin typeface="Calibri"/>
                <a:cs typeface="Calibri"/>
              </a:rPr>
              <a:t> </a:t>
            </a:r>
            <a:r>
              <a:rPr sz="2200" spc="-15" dirty="0">
                <a:latin typeface="Calibri"/>
                <a:cs typeface="Calibri"/>
              </a:rPr>
              <a:t>from</a:t>
            </a:r>
            <a:r>
              <a:rPr sz="2200" spc="360" dirty="0">
                <a:latin typeface="Calibri"/>
                <a:cs typeface="Calibri"/>
              </a:rPr>
              <a:t> </a:t>
            </a:r>
            <a:r>
              <a:rPr sz="2200" b="1" spc="-10" dirty="0">
                <a:solidFill>
                  <a:srgbClr val="006FC0"/>
                </a:solidFill>
                <a:latin typeface="Calibri"/>
                <a:cs typeface="Calibri"/>
              </a:rPr>
              <a:t>different</a:t>
            </a:r>
            <a:r>
              <a:rPr sz="2200" b="1" spc="350" dirty="0">
                <a:solidFill>
                  <a:srgbClr val="006FC0"/>
                </a:solidFill>
                <a:latin typeface="Calibri"/>
                <a:cs typeface="Calibri"/>
              </a:rPr>
              <a:t> </a:t>
            </a:r>
            <a:r>
              <a:rPr sz="2200" b="1" spc="-15" dirty="0">
                <a:solidFill>
                  <a:srgbClr val="006FC0"/>
                </a:solidFill>
                <a:latin typeface="Calibri"/>
                <a:cs typeface="Calibri"/>
              </a:rPr>
              <a:t>fog</a:t>
            </a:r>
            <a:r>
              <a:rPr sz="2200" b="1" spc="340" dirty="0">
                <a:solidFill>
                  <a:srgbClr val="006FC0"/>
                </a:solidFill>
                <a:latin typeface="Calibri"/>
                <a:cs typeface="Calibri"/>
              </a:rPr>
              <a:t> </a:t>
            </a:r>
            <a:r>
              <a:rPr sz="2200" b="1" spc="-10" dirty="0">
                <a:solidFill>
                  <a:srgbClr val="006FC0"/>
                </a:solidFill>
                <a:latin typeface="Calibri"/>
                <a:cs typeface="Calibri"/>
              </a:rPr>
              <a:t>zones</a:t>
            </a:r>
            <a:r>
              <a:rPr sz="2200" b="1" spc="360" dirty="0">
                <a:solidFill>
                  <a:srgbClr val="006FC0"/>
                </a:solidFill>
                <a:latin typeface="Calibri"/>
                <a:cs typeface="Calibri"/>
              </a:rPr>
              <a:t> </a:t>
            </a:r>
            <a:r>
              <a:rPr sz="2200" spc="-5" dirty="0">
                <a:latin typeface="Calibri"/>
                <a:cs typeface="Calibri"/>
              </a:rPr>
              <a:t>and</a:t>
            </a:r>
            <a:r>
              <a:rPr sz="2200" spc="340" dirty="0">
                <a:latin typeface="Calibri"/>
                <a:cs typeface="Calibri"/>
              </a:rPr>
              <a:t> </a:t>
            </a:r>
            <a:r>
              <a:rPr sz="2200" b="1" spc="-10" dirty="0">
                <a:solidFill>
                  <a:srgbClr val="006FC0"/>
                </a:solidFill>
                <a:latin typeface="Calibri"/>
                <a:cs typeface="Calibri"/>
              </a:rPr>
              <a:t>stores</a:t>
            </a:r>
            <a:r>
              <a:rPr sz="2200" b="1" spc="350" dirty="0">
                <a:solidFill>
                  <a:srgbClr val="006FC0"/>
                </a:solidFill>
                <a:latin typeface="Calibri"/>
                <a:cs typeface="Calibri"/>
              </a:rPr>
              <a:t> </a:t>
            </a:r>
            <a:r>
              <a:rPr sz="2200" b="1" spc="-5" dirty="0">
                <a:solidFill>
                  <a:srgbClr val="006FC0"/>
                </a:solidFill>
                <a:latin typeface="Calibri"/>
                <a:cs typeface="Calibri"/>
              </a:rPr>
              <a:t>the</a:t>
            </a:r>
            <a:endParaRPr sz="2200">
              <a:latin typeface="Calibri"/>
              <a:cs typeface="Calibri"/>
            </a:endParaRPr>
          </a:p>
          <a:p>
            <a:pPr marL="756285">
              <a:lnSpc>
                <a:spcPct val="100000"/>
              </a:lnSpc>
              <a:spcBef>
                <a:spcPts val="5"/>
              </a:spcBef>
            </a:pPr>
            <a:r>
              <a:rPr sz="2200" b="1" spc="-20" dirty="0">
                <a:solidFill>
                  <a:srgbClr val="006FC0"/>
                </a:solidFill>
                <a:latin typeface="Calibri"/>
                <a:cs typeface="Calibri"/>
              </a:rPr>
              <a:t>data</a:t>
            </a:r>
            <a:r>
              <a:rPr sz="2200" b="1" spc="15" dirty="0">
                <a:solidFill>
                  <a:srgbClr val="006FC0"/>
                </a:solidFill>
                <a:latin typeface="Calibri"/>
                <a:cs typeface="Calibri"/>
              </a:rPr>
              <a:t> </a:t>
            </a:r>
            <a:r>
              <a:rPr sz="2200" spc="-5" dirty="0">
                <a:latin typeface="Calibri"/>
                <a:cs typeface="Calibri"/>
              </a:rPr>
              <a:t>in</a:t>
            </a:r>
            <a:r>
              <a:rPr sz="2200" spc="-15" dirty="0">
                <a:latin typeface="Calibri"/>
                <a:cs typeface="Calibri"/>
              </a:rPr>
              <a:t> </a:t>
            </a:r>
            <a:r>
              <a:rPr sz="2200" spc="-10" dirty="0">
                <a:latin typeface="Calibri"/>
                <a:cs typeface="Calibri"/>
              </a:rPr>
              <a:t>permanent</a:t>
            </a:r>
            <a:r>
              <a:rPr sz="2200" spc="10" dirty="0">
                <a:latin typeface="Calibri"/>
                <a:cs typeface="Calibri"/>
              </a:rPr>
              <a:t> </a:t>
            </a:r>
            <a:r>
              <a:rPr sz="2200" spc="-20" dirty="0">
                <a:latin typeface="Calibri"/>
                <a:cs typeface="Calibri"/>
              </a:rPr>
              <a:t>storage.</a:t>
            </a:r>
            <a:endParaRPr sz="2200">
              <a:latin typeface="Calibri"/>
              <a:cs typeface="Calibri"/>
            </a:endParaRPr>
          </a:p>
          <a:p>
            <a:pPr marL="756285" marR="5080" lvl="1" indent="-287020">
              <a:lnSpc>
                <a:spcPct val="100000"/>
              </a:lnSpc>
              <a:spcBef>
                <a:spcPts val="405"/>
              </a:spcBef>
              <a:buFont typeface="Arial MT"/>
              <a:buChar char="–"/>
              <a:tabLst>
                <a:tab pos="756285" algn="l"/>
                <a:tab pos="756920" algn="l"/>
              </a:tabLst>
            </a:pPr>
            <a:r>
              <a:rPr sz="2200" spc="-10" dirty="0">
                <a:latin typeface="Calibri"/>
                <a:cs typeface="Calibri"/>
              </a:rPr>
              <a:t>Depending</a:t>
            </a:r>
            <a:r>
              <a:rPr sz="2200" spc="50" dirty="0">
                <a:latin typeface="Calibri"/>
                <a:cs typeface="Calibri"/>
              </a:rPr>
              <a:t> </a:t>
            </a:r>
            <a:r>
              <a:rPr sz="2200" spc="5" dirty="0">
                <a:latin typeface="Calibri"/>
                <a:cs typeface="Calibri"/>
              </a:rPr>
              <a:t>on</a:t>
            </a:r>
            <a:r>
              <a:rPr sz="2200" spc="55" dirty="0">
                <a:latin typeface="Calibri"/>
                <a:cs typeface="Calibri"/>
              </a:rPr>
              <a:t> </a:t>
            </a:r>
            <a:r>
              <a:rPr sz="2200" spc="-5" dirty="0">
                <a:latin typeface="Calibri"/>
                <a:cs typeface="Calibri"/>
              </a:rPr>
              <a:t>the</a:t>
            </a:r>
            <a:r>
              <a:rPr sz="2200" spc="75" dirty="0">
                <a:latin typeface="Calibri"/>
                <a:cs typeface="Calibri"/>
              </a:rPr>
              <a:t> </a:t>
            </a:r>
            <a:r>
              <a:rPr sz="2200" spc="-20" dirty="0">
                <a:latin typeface="Calibri"/>
                <a:cs typeface="Calibri"/>
              </a:rPr>
              <a:t>fog</a:t>
            </a:r>
            <a:r>
              <a:rPr sz="2200" spc="70" dirty="0">
                <a:latin typeface="Calibri"/>
                <a:cs typeface="Calibri"/>
              </a:rPr>
              <a:t> </a:t>
            </a:r>
            <a:r>
              <a:rPr sz="2200" spc="-10" dirty="0">
                <a:latin typeface="Calibri"/>
                <a:cs typeface="Calibri"/>
              </a:rPr>
              <a:t>application</a:t>
            </a:r>
            <a:r>
              <a:rPr sz="2200" spc="60" dirty="0">
                <a:latin typeface="Calibri"/>
                <a:cs typeface="Calibri"/>
              </a:rPr>
              <a:t> </a:t>
            </a:r>
            <a:r>
              <a:rPr sz="2200" spc="-5" dirty="0">
                <a:latin typeface="Calibri"/>
                <a:cs typeface="Calibri"/>
              </a:rPr>
              <a:t>type,</a:t>
            </a:r>
            <a:r>
              <a:rPr sz="2200" spc="80" dirty="0">
                <a:latin typeface="Calibri"/>
                <a:cs typeface="Calibri"/>
              </a:rPr>
              <a:t> </a:t>
            </a:r>
            <a:r>
              <a:rPr sz="2200" spc="-5" dirty="0">
                <a:latin typeface="Calibri"/>
                <a:cs typeface="Calibri"/>
              </a:rPr>
              <a:t>the</a:t>
            </a:r>
            <a:r>
              <a:rPr sz="2200" spc="65" dirty="0">
                <a:latin typeface="Calibri"/>
                <a:cs typeface="Calibri"/>
              </a:rPr>
              <a:t> </a:t>
            </a:r>
            <a:r>
              <a:rPr sz="2200" spc="-15" dirty="0">
                <a:latin typeface="Calibri"/>
                <a:cs typeface="Calibri"/>
              </a:rPr>
              <a:t>size</a:t>
            </a:r>
            <a:r>
              <a:rPr sz="2200" spc="60" dirty="0">
                <a:latin typeface="Calibri"/>
                <a:cs typeface="Calibri"/>
              </a:rPr>
              <a:t> </a:t>
            </a:r>
            <a:r>
              <a:rPr sz="2200" dirty="0">
                <a:latin typeface="Calibri"/>
                <a:cs typeface="Calibri"/>
              </a:rPr>
              <a:t>of</a:t>
            </a:r>
            <a:r>
              <a:rPr sz="2200" spc="75" dirty="0">
                <a:latin typeface="Calibri"/>
                <a:cs typeface="Calibri"/>
              </a:rPr>
              <a:t> </a:t>
            </a:r>
            <a:r>
              <a:rPr sz="2200" spc="-5" dirty="0">
                <a:latin typeface="Calibri"/>
                <a:cs typeface="Calibri"/>
              </a:rPr>
              <a:t>permanent</a:t>
            </a:r>
            <a:r>
              <a:rPr sz="2200" spc="65" dirty="0">
                <a:latin typeface="Calibri"/>
                <a:cs typeface="Calibri"/>
              </a:rPr>
              <a:t> </a:t>
            </a:r>
            <a:r>
              <a:rPr sz="2200" spc="-20" dirty="0">
                <a:latin typeface="Calibri"/>
                <a:cs typeface="Calibri"/>
              </a:rPr>
              <a:t>storage </a:t>
            </a:r>
            <a:r>
              <a:rPr sz="2200" spc="-480" dirty="0">
                <a:latin typeface="Calibri"/>
                <a:cs typeface="Calibri"/>
              </a:rPr>
              <a:t> </a:t>
            </a:r>
            <a:r>
              <a:rPr sz="2200" spc="-10" dirty="0">
                <a:latin typeface="Calibri"/>
                <a:cs typeface="Calibri"/>
              </a:rPr>
              <a:t>might</a:t>
            </a:r>
            <a:r>
              <a:rPr sz="2200" spc="10" dirty="0">
                <a:latin typeface="Calibri"/>
                <a:cs typeface="Calibri"/>
              </a:rPr>
              <a:t> </a:t>
            </a:r>
            <a:r>
              <a:rPr sz="2200" spc="-10" dirty="0">
                <a:latin typeface="Calibri"/>
                <a:cs typeface="Calibri"/>
              </a:rPr>
              <a:t>vary</a:t>
            </a:r>
            <a:r>
              <a:rPr sz="2200" dirty="0">
                <a:latin typeface="Calibri"/>
                <a:cs typeface="Calibri"/>
              </a:rPr>
              <a:t> </a:t>
            </a:r>
            <a:r>
              <a:rPr sz="2200" spc="-15" dirty="0">
                <a:latin typeface="Calibri"/>
                <a:cs typeface="Calibri"/>
              </a:rPr>
              <a:t>from</a:t>
            </a:r>
            <a:r>
              <a:rPr sz="2200" spc="10" dirty="0">
                <a:latin typeface="Calibri"/>
                <a:cs typeface="Calibri"/>
              </a:rPr>
              <a:t> </a:t>
            </a:r>
            <a:r>
              <a:rPr sz="2200" b="1" spc="-15" dirty="0">
                <a:solidFill>
                  <a:srgbClr val="FF0000"/>
                </a:solidFill>
                <a:latin typeface="Calibri"/>
                <a:cs typeface="Calibri"/>
              </a:rPr>
              <a:t>gigabytes</a:t>
            </a:r>
            <a:r>
              <a:rPr sz="2200" b="1" spc="-5" dirty="0">
                <a:solidFill>
                  <a:srgbClr val="FF0000"/>
                </a:solidFill>
                <a:latin typeface="Calibri"/>
                <a:cs typeface="Calibri"/>
              </a:rPr>
              <a:t> </a:t>
            </a:r>
            <a:r>
              <a:rPr sz="2200" spc="-20" dirty="0">
                <a:latin typeface="Calibri"/>
                <a:cs typeface="Calibri"/>
              </a:rPr>
              <a:t>to</a:t>
            </a:r>
            <a:r>
              <a:rPr sz="2200" spc="10" dirty="0">
                <a:latin typeface="Calibri"/>
                <a:cs typeface="Calibri"/>
              </a:rPr>
              <a:t> </a:t>
            </a:r>
            <a:r>
              <a:rPr sz="2200" spc="-15" dirty="0">
                <a:latin typeface="Calibri"/>
                <a:cs typeface="Calibri"/>
              </a:rPr>
              <a:t>even</a:t>
            </a:r>
            <a:r>
              <a:rPr sz="2200" spc="15" dirty="0">
                <a:latin typeface="Calibri"/>
                <a:cs typeface="Calibri"/>
              </a:rPr>
              <a:t> </a:t>
            </a:r>
            <a:r>
              <a:rPr sz="2200" b="1" spc="-15" dirty="0">
                <a:solidFill>
                  <a:srgbClr val="FF0000"/>
                </a:solidFill>
                <a:latin typeface="Calibri"/>
                <a:cs typeface="Calibri"/>
              </a:rPr>
              <a:t>petabytes</a:t>
            </a:r>
            <a:r>
              <a:rPr sz="2200" spc="-15" dirty="0">
                <a:latin typeface="Calibri"/>
                <a:cs typeface="Calibri"/>
              </a:rPr>
              <a:t>.</a:t>
            </a:r>
            <a:endParaRPr sz="2200">
              <a:latin typeface="Calibri"/>
              <a:cs typeface="Calibri"/>
            </a:endParaRPr>
          </a:p>
          <a:p>
            <a:pPr marL="756285" lvl="1" indent="-287020">
              <a:lnSpc>
                <a:spcPct val="100000"/>
              </a:lnSpc>
              <a:spcBef>
                <a:spcPts val="400"/>
              </a:spcBef>
              <a:buFont typeface="Arial MT"/>
              <a:buChar char="–"/>
              <a:tabLst>
                <a:tab pos="756285" algn="l"/>
                <a:tab pos="756920" algn="l"/>
              </a:tabLst>
            </a:pPr>
            <a:r>
              <a:rPr sz="2200" spc="-5" dirty="0">
                <a:latin typeface="Calibri"/>
                <a:cs typeface="Calibri"/>
              </a:rPr>
              <a:t>Big</a:t>
            </a:r>
            <a:r>
              <a:rPr sz="2200" spc="15" dirty="0">
                <a:latin typeface="Calibri"/>
                <a:cs typeface="Calibri"/>
              </a:rPr>
              <a:t> </a:t>
            </a:r>
            <a:r>
              <a:rPr sz="2200" spc="-20" dirty="0">
                <a:latin typeface="Calibri"/>
                <a:cs typeface="Calibri"/>
              </a:rPr>
              <a:t>data</a:t>
            </a:r>
            <a:r>
              <a:rPr sz="2200" dirty="0">
                <a:latin typeface="Calibri"/>
                <a:cs typeface="Calibri"/>
              </a:rPr>
              <a:t> </a:t>
            </a:r>
            <a:r>
              <a:rPr sz="2200" spc="-10" dirty="0">
                <a:latin typeface="Calibri"/>
                <a:cs typeface="Calibri"/>
              </a:rPr>
              <a:t>technologies</a:t>
            </a:r>
            <a:r>
              <a:rPr sz="2200" spc="15" dirty="0">
                <a:latin typeface="Calibri"/>
                <a:cs typeface="Calibri"/>
              </a:rPr>
              <a:t> </a:t>
            </a:r>
            <a:r>
              <a:rPr sz="2200" spc="-10" dirty="0">
                <a:latin typeface="Calibri"/>
                <a:cs typeface="Calibri"/>
              </a:rPr>
              <a:t>are</a:t>
            </a:r>
            <a:r>
              <a:rPr sz="2200" spc="-5" dirty="0">
                <a:latin typeface="Calibri"/>
                <a:cs typeface="Calibri"/>
              </a:rPr>
              <a:t> applied</a:t>
            </a:r>
            <a:r>
              <a:rPr sz="2200" dirty="0">
                <a:latin typeface="Calibri"/>
                <a:cs typeface="Calibri"/>
              </a:rPr>
              <a:t> </a:t>
            </a:r>
            <a:r>
              <a:rPr sz="2200" spc="-5" dirty="0">
                <a:latin typeface="Calibri"/>
                <a:cs typeface="Calibri"/>
              </a:rPr>
              <a:t>in this</a:t>
            </a:r>
            <a:r>
              <a:rPr sz="2200" spc="10" dirty="0">
                <a:latin typeface="Calibri"/>
                <a:cs typeface="Calibri"/>
              </a:rPr>
              <a:t> </a:t>
            </a:r>
            <a:r>
              <a:rPr sz="2200" spc="-15" dirty="0">
                <a:latin typeface="Calibri"/>
                <a:cs typeface="Calibri"/>
              </a:rPr>
              <a:t>layer</a:t>
            </a:r>
            <a:r>
              <a:rPr sz="2200" spc="-20" dirty="0">
                <a:latin typeface="Calibri"/>
                <a:cs typeface="Calibri"/>
              </a:rPr>
              <a:t> to</a:t>
            </a:r>
            <a:r>
              <a:rPr sz="2200" spc="30" dirty="0">
                <a:latin typeface="Calibri"/>
                <a:cs typeface="Calibri"/>
              </a:rPr>
              <a:t> </a:t>
            </a:r>
            <a:r>
              <a:rPr sz="2200" spc="-20" dirty="0">
                <a:latin typeface="Calibri"/>
                <a:cs typeface="Calibri"/>
              </a:rPr>
              <a:t>store</a:t>
            </a:r>
            <a:r>
              <a:rPr sz="2200" spc="10" dirty="0">
                <a:latin typeface="Calibri"/>
                <a:cs typeface="Calibri"/>
              </a:rPr>
              <a:t> </a:t>
            </a:r>
            <a:r>
              <a:rPr sz="2200" spc="-15" dirty="0">
                <a:latin typeface="Calibri"/>
                <a:cs typeface="Calibri"/>
              </a:rPr>
              <a:t>data.</a:t>
            </a:r>
            <a:endParaRPr sz="2200">
              <a:latin typeface="Calibri"/>
              <a:cs typeface="Calibri"/>
            </a:endParaRPr>
          </a:p>
          <a:p>
            <a:pPr marL="355600" indent="-342900">
              <a:lnSpc>
                <a:spcPct val="100000"/>
              </a:lnSpc>
              <a:spcBef>
                <a:spcPts val="395"/>
              </a:spcBef>
              <a:buFont typeface="Arial MT"/>
              <a:buChar char="•"/>
              <a:tabLst>
                <a:tab pos="354965" algn="l"/>
                <a:tab pos="355600" algn="l"/>
              </a:tabLst>
            </a:pPr>
            <a:r>
              <a:rPr sz="2200" b="1" i="1" spc="-5" dirty="0">
                <a:latin typeface="Calibri"/>
                <a:cs typeface="Calibri"/>
              </a:rPr>
              <a:t>Global</a:t>
            </a:r>
            <a:r>
              <a:rPr sz="2200" b="1" i="1" spc="-20" dirty="0">
                <a:latin typeface="Calibri"/>
                <a:cs typeface="Calibri"/>
              </a:rPr>
              <a:t> </a:t>
            </a:r>
            <a:r>
              <a:rPr sz="2200" b="1" i="1" spc="-5" dirty="0">
                <a:latin typeface="Calibri"/>
                <a:cs typeface="Calibri"/>
              </a:rPr>
              <a:t>Decision-Making</a:t>
            </a:r>
            <a:endParaRPr sz="2200">
              <a:latin typeface="Calibri"/>
              <a:cs typeface="Calibri"/>
            </a:endParaRPr>
          </a:p>
          <a:p>
            <a:pPr marL="756285" marR="5715" lvl="1" indent="-287020">
              <a:lnSpc>
                <a:spcPct val="100000"/>
              </a:lnSpc>
              <a:spcBef>
                <a:spcPts val="409"/>
              </a:spcBef>
              <a:buFont typeface="Arial MT"/>
              <a:buChar char="–"/>
              <a:tabLst>
                <a:tab pos="756285" algn="l"/>
                <a:tab pos="756920" algn="l"/>
              </a:tabLst>
            </a:pPr>
            <a:r>
              <a:rPr sz="2200" spc="-10" dirty="0">
                <a:latin typeface="Calibri"/>
                <a:cs typeface="Calibri"/>
              </a:rPr>
              <a:t>Received </a:t>
            </a:r>
            <a:r>
              <a:rPr sz="2200" spc="-15" dirty="0">
                <a:latin typeface="Calibri"/>
                <a:cs typeface="Calibri"/>
              </a:rPr>
              <a:t>data</a:t>
            </a:r>
            <a:r>
              <a:rPr sz="2200" spc="-10" dirty="0">
                <a:latin typeface="Calibri"/>
                <a:cs typeface="Calibri"/>
              </a:rPr>
              <a:t> </a:t>
            </a:r>
            <a:r>
              <a:rPr sz="2200" spc="-15" dirty="0">
                <a:latin typeface="Calibri"/>
                <a:cs typeface="Calibri"/>
              </a:rPr>
              <a:t>are</a:t>
            </a:r>
            <a:r>
              <a:rPr sz="2200" spc="-10" dirty="0">
                <a:latin typeface="Calibri"/>
                <a:cs typeface="Calibri"/>
              </a:rPr>
              <a:t> </a:t>
            </a:r>
            <a:r>
              <a:rPr sz="2200" b="1" spc="-5" dirty="0">
                <a:solidFill>
                  <a:srgbClr val="006FC0"/>
                </a:solidFill>
                <a:latin typeface="Calibri"/>
                <a:cs typeface="Calibri"/>
              </a:rPr>
              <a:t>processed </a:t>
            </a:r>
            <a:r>
              <a:rPr sz="2200" b="1" spc="-15" dirty="0">
                <a:solidFill>
                  <a:srgbClr val="006FC0"/>
                </a:solidFill>
                <a:latin typeface="Calibri"/>
                <a:cs typeface="Calibri"/>
              </a:rPr>
              <a:t>to</a:t>
            </a:r>
            <a:r>
              <a:rPr sz="2200" b="1" spc="-10" dirty="0">
                <a:solidFill>
                  <a:srgbClr val="006FC0"/>
                </a:solidFill>
                <a:latin typeface="Calibri"/>
                <a:cs typeface="Calibri"/>
              </a:rPr>
              <a:t> </a:t>
            </a:r>
            <a:r>
              <a:rPr sz="2200" b="1" spc="-5" dirty="0">
                <a:solidFill>
                  <a:srgbClr val="006FC0"/>
                </a:solidFill>
                <a:latin typeface="Calibri"/>
                <a:cs typeface="Calibri"/>
              </a:rPr>
              <a:t>send </a:t>
            </a:r>
            <a:r>
              <a:rPr sz="2200" b="1" spc="-10" dirty="0">
                <a:solidFill>
                  <a:srgbClr val="006FC0"/>
                </a:solidFill>
                <a:latin typeface="Calibri"/>
                <a:cs typeface="Calibri"/>
              </a:rPr>
              <a:t>proper</a:t>
            </a:r>
            <a:r>
              <a:rPr sz="2200" b="1" spc="-5" dirty="0">
                <a:solidFill>
                  <a:srgbClr val="006FC0"/>
                </a:solidFill>
                <a:latin typeface="Calibri"/>
                <a:cs typeface="Calibri"/>
              </a:rPr>
              <a:t> </a:t>
            </a:r>
            <a:r>
              <a:rPr sz="2200" b="1" spc="-10" dirty="0">
                <a:solidFill>
                  <a:srgbClr val="006FC0"/>
                </a:solidFill>
                <a:latin typeface="Calibri"/>
                <a:cs typeface="Calibri"/>
              </a:rPr>
              <a:t>feedback</a:t>
            </a:r>
            <a:r>
              <a:rPr sz="2200" b="1" spc="-5" dirty="0">
                <a:solidFill>
                  <a:srgbClr val="006FC0"/>
                </a:solidFill>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 </a:t>
            </a:r>
            <a:r>
              <a:rPr sz="2200" spc="-10" dirty="0">
                <a:latin typeface="Calibri"/>
                <a:cs typeface="Calibri"/>
              </a:rPr>
              <a:t>lower </a:t>
            </a:r>
            <a:r>
              <a:rPr sz="2200" spc="-484" dirty="0">
                <a:latin typeface="Calibri"/>
                <a:cs typeface="Calibri"/>
              </a:rPr>
              <a:t> </a:t>
            </a:r>
            <a:r>
              <a:rPr sz="2200" spc="-20" dirty="0">
                <a:latin typeface="Calibri"/>
                <a:cs typeface="Calibri"/>
              </a:rPr>
              <a:t>layers </a:t>
            </a:r>
            <a:r>
              <a:rPr sz="2200" spc="-5" dirty="0">
                <a:latin typeface="Calibri"/>
                <a:cs typeface="Calibri"/>
              </a:rPr>
              <a:t>and</a:t>
            </a:r>
            <a:r>
              <a:rPr sz="2200" dirty="0">
                <a:latin typeface="Calibri"/>
                <a:cs typeface="Calibri"/>
              </a:rPr>
              <a:t> </a:t>
            </a:r>
            <a:r>
              <a:rPr sz="2200" spc="-20" dirty="0">
                <a:latin typeface="Calibri"/>
                <a:cs typeface="Calibri"/>
              </a:rPr>
              <a:t>to</a:t>
            </a:r>
            <a:r>
              <a:rPr sz="2200" spc="10" dirty="0">
                <a:latin typeface="Calibri"/>
                <a:cs typeface="Calibri"/>
              </a:rPr>
              <a:t> </a:t>
            </a:r>
            <a:r>
              <a:rPr sz="2200" spc="-20" dirty="0">
                <a:latin typeface="Calibri"/>
                <a:cs typeface="Calibri"/>
              </a:rPr>
              <a:t>store</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10" dirty="0">
                <a:latin typeface="Calibri"/>
                <a:cs typeface="Calibri"/>
              </a:rPr>
              <a:t>needed</a:t>
            </a:r>
            <a:r>
              <a:rPr sz="2200" spc="20" dirty="0">
                <a:latin typeface="Calibri"/>
                <a:cs typeface="Calibri"/>
              </a:rPr>
              <a:t> </a:t>
            </a:r>
            <a:r>
              <a:rPr sz="2200" spc="-5" dirty="0">
                <a:latin typeface="Calibri"/>
                <a:cs typeface="Calibri"/>
              </a:rPr>
              <a:t>and</a:t>
            </a:r>
            <a:r>
              <a:rPr sz="2200" dirty="0">
                <a:latin typeface="Calibri"/>
                <a:cs typeface="Calibri"/>
              </a:rPr>
              <a:t> </a:t>
            </a:r>
            <a:r>
              <a:rPr sz="2200" spc="-10" dirty="0">
                <a:latin typeface="Calibri"/>
                <a:cs typeface="Calibri"/>
              </a:rPr>
              <a:t>useful</a:t>
            </a:r>
            <a:r>
              <a:rPr sz="2200" spc="15" dirty="0">
                <a:latin typeface="Calibri"/>
                <a:cs typeface="Calibri"/>
              </a:rPr>
              <a:t> </a:t>
            </a:r>
            <a:r>
              <a:rPr sz="2200" spc="-20" dirty="0">
                <a:latin typeface="Calibri"/>
                <a:cs typeface="Calibri"/>
              </a:rPr>
              <a:t>data</a:t>
            </a:r>
            <a:r>
              <a:rPr sz="2200" spc="-5" dirty="0">
                <a:latin typeface="Calibri"/>
                <a:cs typeface="Calibri"/>
              </a:rPr>
              <a:t> in </a:t>
            </a:r>
            <a:r>
              <a:rPr sz="2200" spc="-10" dirty="0">
                <a:latin typeface="Calibri"/>
                <a:cs typeface="Calibri"/>
              </a:rPr>
              <a:t>permanent</a:t>
            </a:r>
            <a:r>
              <a:rPr sz="2200" spc="25" dirty="0">
                <a:latin typeface="Calibri"/>
                <a:cs typeface="Calibri"/>
              </a:rPr>
              <a:t> </a:t>
            </a:r>
            <a:r>
              <a:rPr sz="2200" spc="-20" dirty="0">
                <a:latin typeface="Calibri"/>
                <a:cs typeface="Calibri"/>
              </a:rPr>
              <a:t>storage.</a:t>
            </a:r>
            <a:endParaRPr sz="2200">
              <a:latin typeface="Calibri"/>
              <a:cs typeface="Calibri"/>
            </a:endParaRPr>
          </a:p>
          <a:p>
            <a:pPr marL="756285" marR="6350" lvl="1" indent="-287020">
              <a:lnSpc>
                <a:spcPct val="100000"/>
              </a:lnSpc>
              <a:spcBef>
                <a:spcPts val="395"/>
              </a:spcBef>
              <a:buFont typeface="Arial MT"/>
              <a:buChar char="–"/>
              <a:tabLst>
                <a:tab pos="756285" algn="l"/>
                <a:tab pos="756920" algn="l"/>
              </a:tabLst>
            </a:pPr>
            <a:r>
              <a:rPr sz="2200" spc="-5" dirty="0">
                <a:latin typeface="Calibri"/>
                <a:cs typeface="Calibri"/>
              </a:rPr>
              <a:t>In</a:t>
            </a:r>
            <a:r>
              <a:rPr sz="2200" spc="-10" dirty="0">
                <a:latin typeface="Calibri"/>
                <a:cs typeface="Calibri"/>
              </a:rPr>
              <a:t> case</a:t>
            </a:r>
            <a:r>
              <a:rPr sz="2200" spc="10" dirty="0">
                <a:latin typeface="Calibri"/>
                <a:cs typeface="Calibri"/>
              </a:rPr>
              <a:t> </a:t>
            </a:r>
            <a:r>
              <a:rPr sz="2200" dirty="0">
                <a:latin typeface="Calibri"/>
                <a:cs typeface="Calibri"/>
              </a:rPr>
              <a:t>of</a:t>
            </a:r>
            <a:r>
              <a:rPr sz="2200" spc="10" dirty="0">
                <a:latin typeface="Calibri"/>
                <a:cs typeface="Calibri"/>
              </a:rPr>
              <a:t> </a:t>
            </a:r>
            <a:r>
              <a:rPr sz="2200" spc="-5" dirty="0">
                <a:latin typeface="Calibri"/>
                <a:cs typeface="Calibri"/>
              </a:rPr>
              <a:t>receiving/sending</a:t>
            </a:r>
            <a:r>
              <a:rPr sz="2200" spc="5" dirty="0">
                <a:latin typeface="Calibri"/>
                <a:cs typeface="Calibri"/>
              </a:rPr>
              <a:t> </a:t>
            </a:r>
            <a:r>
              <a:rPr sz="2200" b="1" spc="-10" dirty="0">
                <a:solidFill>
                  <a:srgbClr val="FF0000"/>
                </a:solidFill>
                <a:latin typeface="Calibri"/>
                <a:cs typeface="Calibri"/>
              </a:rPr>
              <a:t>compressed</a:t>
            </a:r>
            <a:r>
              <a:rPr sz="2200" b="1" dirty="0">
                <a:solidFill>
                  <a:srgbClr val="FF0000"/>
                </a:solidFill>
                <a:latin typeface="Calibri"/>
                <a:cs typeface="Calibri"/>
              </a:rPr>
              <a:t> </a:t>
            </a:r>
            <a:r>
              <a:rPr sz="2200" dirty="0">
                <a:latin typeface="Calibri"/>
                <a:cs typeface="Calibri"/>
              </a:rPr>
              <a:t>or</a:t>
            </a:r>
            <a:r>
              <a:rPr sz="2200" spc="10" dirty="0">
                <a:latin typeface="Calibri"/>
                <a:cs typeface="Calibri"/>
              </a:rPr>
              <a:t> </a:t>
            </a:r>
            <a:r>
              <a:rPr sz="2200" b="1" spc="-10" dirty="0">
                <a:solidFill>
                  <a:srgbClr val="FF0000"/>
                </a:solidFill>
                <a:latin typeface="Calibri"/>
                <a:cs typeface="Calibri"/>
              </a:rPr>
              <a:t>encrypted</a:t>
            </a:r>
            <a:r>
              <a:rPr sz="2200" b="1" spc="20" dirty="0">
                <a:solidFill>
                  <a:srgbClr val="FF0000"/>
                </a:solidFill>
                <a:latin typeface="Calibri"/>
                <a:cs typeface="Calibri"/>
              </a:rPr>
              <a:t> </a:t>
            </a:r>
            <a:r>
              <a:rPr sz="2200" spc="-5" dirty="0">
                <a:latin typeface="Calibri"/>
                <a:cs typeface="Calibri"/>
              </a:rPr>
              <a:t>messages</a:t>
            </a:r>
            <a:r>
              <a:rPr sz="2200" spc="30" dirty="0">
                <a:latin typeface="Calibri"/>
                <a:cs typeface="Calibri"/>
              </a:rPr>
              <a:t> </a:t>
            </a:r>
            <a:r>
              <a:rPr sz="2200" spc="-10" dirty="0">
                <a:latin typeface="Calibri"/>
                <a:cs typeface="Calibri"/>
              </a:rPr>
              <a:t>from </a:t>
            </a:r>
            <a:r>
              <a:rPr sz="2200" spc="-484" dirty="0">
                <a:latin typeface="Calibri"/>
                <a:cs typeface="Calibri"/>
              </a:rPr>
              <a:t> </a:t>
            </a:r>
            <a:r>
              <a:rPr sz="2200" spc="-20" dirty="0">
                <a:latin typeface="Calibri"/>
                <a:cs typeface="Calibri"/>
              </a:rPr>
              <a:t>fog</a:t>
            </a:r>
            <a:r>
              <a:rPr sz="2200" spc="5" dirty="0">
                <a:latin typeface="Calibri"/>
                <a:cs typeface="Calibri"/>
              </a:rPr>
              <a:t> </a:t>
            </a:r>
            <a:r>
              <a:rPr sz="2200" spc="-45" dirty="0">
                <a:latin typeface="Calibri"/>
                <a:cs typeface="Calibri"/>
              </a:rPr>
              <a:t>layer,</a:t>
            </a:r>
            <a:r>
              <a:rPr sz="2200" dirty="0">
                <a:latin typeface="Calibri"/>
                <a:cs typeface="Calibri"/>
              </a:rPr>
              <a:t> </a:t>
            </a:r>
            <a:r>
              <a:rPr sz="2200" b="1" spc="-10" dirty="0">
                <a:solidFill>
                  <a:srgbClr val="FF0000"/>
                </a:solidFill>
                <a:latin typeface="Calibri"/>
                <a:cs typeface="Calibri"/>
              </a:rPr>
              <a:t>decompression</a:t>
            </a:r>
            <a:r>
              <a:rPr sz="2200" b="1" spc="35" dirty="0">
                <a:solidFill>
                  <a:srgbClr val="FF0000"/>
                </a:solidFill>
                <a:latin typeface="Calibri"/>
                <a:cs typeface="Calibri"/>
              </a:rPr>
              <a:t> </a:t>
            </a:r>
            <a:r>
              <a:rPr sz="2200" dirty="0">
                <a:latin typeface="Calibri"/>
                <a:cs typeface="Calibri"/>
              </a:rPr>
              <a:t>or </a:t>
            </a:r>
            <a:r>
              <a:rPr sz="2200" b="1" spc="-5" dirty="0">
                <a:solidFill>
                  <a:srgbClr val="FF0000"/>
                </a:solidFill>
                <a:latin typeface="Calibri"/>
                <a:cs typeface="Calibri"/>
              </a:rPr>
              <a:t>decryption</a:t>
            </a:r>
            <a:r>
              <a:rPr sz="2200" b="1" spc="25" dirty="0">
                <a:solidFill>
                  <a:srgbClr val="FF0000"/>
                </a:solidFill>
                <a:latin typeface="Calibri"/>
                <a:cs typeface="Calibri"/>
              </a:rPr>
              <a:t> </a:t>
            </a:r>
            <a:r>
              <a:rPr sz="2200" spc="-10" dirty="0">
                <a:latin typeface="Calibri"/>
                <a:cs typeface="Calibri"/>
              </a:rPr>
              <a:t>units</a:t>
            </a:r>
            <a:r>
              <a:rPr sz="2200" dirty="0">
                <a:latin typeface="Calibri"/>
                <a:cs typeface="Calibri"/>
              </a:rPr>
              <a:t> </a:t>
            </a:r>
            <a:r>
              <a:rPr sz="2200" spc="-10" dirty="0">
                <a:latin typeface="Calibri"/>
                <a:cs typeface="Calibri"/>
              </a:rPr>
              <a:t>are</a:t>
            </a:r>
            <a:r>
              <a:rPr sz="2200" dirty="0">
                <a:latin typeface="Calibri"/>
                <a:cs typeface="Calibri"/>
              </a:rPr>
              <a:t> </a:t>
            </a:r>
            <a:r>
              <a:rPr sz="2200" spc="-10" dirty="0">
                <a:latin typeface="Calibri"/>
                <a:cs typeface="Calibri"/>
              </a:rPr>
              <a:t>used,</a:t>
            </a:r>
            <a:r>
              <a:rPr sz="2200" spc="15" dirty="0">
                <a:latin typeface="Calibri"/>
                <a:cs typeface="Calibri"/>
              </a:rPr>
              <a:t> </a:t>
            </a:r>
            <a:r>
              <a:rPr sz="2200" spc="-20" dirty="0">
                <a:latin typeface="Calibri"/>
                <a:cs typeface="Calibri"/>
              </a:rPr>
              <a:t>respectively.</a:t>
            </a:r>
            <a:endParaRPr sz="2200">
              <a:latin typeface="Calibri"/>
              <a:cs typeface="Calibri"/>
            </a:endParaRPr>
          </a:p>
          <a:p>
            <a:pPr marL="756285" marR="5715" lvl="1" indent="-287020">
              <a:lnSpc>
                <a:spcPct val="100000"/>
              </a:lnSpc>
              <a:spcBef>
                <a:spcPts val="400"/>
              </a:spcBef>
              <a:buFont typeface="Arial MT"/>
              <a:buChar char="–"/>
              <a:tabLst>
                <a:tab pos="756285" algn="l"/>
                <a:tab pos="756920" algn="l"/>
              </a:tabLst>
            </a:pPr>
            <a:r>
              <a:rPr sz="2200" spc="-20" dirty="0">
                <a:latin typeface="Calibri"/>
                <a:cs typeface="Calibri"/>
              </a:rPr>
              <a:t>Data</a:t>
            </a:r>
            <a:r>
              <a:rPr sz="2200" spc="15" dirty="0">
                <a:latin typeface="Calibri"/>
                <a:cs typeface="Calibri"/>
              </a:rPr>
              <a:t> </a:t>
            </a:r>
            <a:r>
              <a:rPr sz="2200" spc="-5" dirty="0">
                <a:latin typeface="Calibri"/>
                <a:cs typeface="Calibri"/>
              </a:rPr>
              <a:t>in</a:t>
            </a:r>
            <a:r>
              <a:rPr sz="2200" spc="20" dirty="0">
                <a:latin typeface="Calibri"/>
                <a:cs typeface="Calibri"/>
              </a:rPr>
              <a:t> </a:t>
            </a:r>
            <a:r>
              <a:rPr sz="2200" spc="-5" dirty="0">
                <a:latin typeface="Calibri"/>
                <a:cs typeface="Calibri"/>
              </a:rPr>
              <a:t>motion</a:t>
            </a:r>
            <a:r>
              <a:rPr sz="2200" spc="10" dirty="0">
                <a:latin typeface="Calibri"/>
                <a:cs typeface="Calibri"/>
              </a:rPr>
              <a:t> </a:t>
            </a:r>
            <a:r>
              <a:rPr sz="2200" spc="-5" dirty="0">
                <a:latin typeface="Calibri"/>
                <a:cs typeface="Calibri"/>
              </a:rPr>
              <a:t>and</a:t>
            </a:r>
            <a:r>
              <a:rPr sz="2200" spc="10" dirty="0">
                <a:latin typeface="Calibri"/>
                <a:cs typeface="Calibri"/>
              </a:rPr>
              <a:t> </a:t>
            </a:r>
            <a:r>
              <a:rPr sz="2200" spc="-20" dirty="0">
                <a:latin typeface="Calibri"/>
                <a:cs typeface="Calibri"/>
              </a:rPr>
              <a:t>data</a:t>
            </a:r>
            <a:r>
              <a:rPr sz="2200" spc="25" dirty="0">
                <a:latin typeface="Calibri"/>
                <a:cs typeface="Calibri"/>
              </a:rPr>
              <a:t> </a:t>
            </a:r>
            <a:r>
              <a:rPr sz="2200" spc="-10" dirty="0">
                <a:latin typeface="Calibri"/>
                <a:cs typeface="Calibri"/>
              </a:rPr>
              <a:t>stream</a:t>
            </a:r>
            <a:r>
              <a:rPr sz="2200" spc="15" dirty="0">
                <a:latin typeface="Calibri"/>
                <a:cs typeface="Calibri"/>
              </a:rPr>
              <a:t> </a:t>
            </a:r>
            <a:r>
              <a:rPr sz="2200" spc="-10" dirty="0">
                <a:latin typeface="Calibri"/>
                <a:cs typeface="Calibri"/>
              </a:rPr>
              <a:t>processing</a:t>
            </a:r>
            <a:r>
              <a:rPr sz="2200" spc="15" dirty="0">
                <a:latin typeface="Calibri"/>
                <a:cs typeface="Calibri"/>
              </a:rPr>
              <a:t> </a:t>
            </a:r>
            <a:r>
              <a:rPr sz="2200" spc="-10" dirty="0">
                <a:latin typeface="Calibri"/>
                <a:cs typeface="Calibri"/>
              </a:rPr>
              <a:t>are</a:t>
            </a:r>
            <a:r>
              <a:rPr sz="2200" spc="20" dirty="0">
                <a:latin typeface="Calibri"/>
                <a:cs typeface="Calibri"/>
              </a:rPr>
              <a:t> </a:t>
            </a:r>
            <a:r>
              <a:rPr sz="2200" spc="-5" dirty="0">
                <a:latin typeface="Calibri"/>
                <a:cs typeface="Calibri"/>
              </a:rPr>
              <a:t>the</a:t>
            </a:r>
            <a:r>
              <a:rPr sz="2200" spc="25" dirty="0">
                <a:latin typeface="Calibri"/>
                <a:cs typeface="Calibri"/>
              </a:rPr>
              <a:t> </a:t>
            </a:r>
            <a:r>
              <a:rPr sz="2200" spc="-5" dirty="0">
                <a:latin typeface="Calibri"/>
                <a:cs typeface="Calibri"/>
              </a:rPr>
              <a:t>other</a:t>
            </a:r>
            <a:r>
              <a:rPr sz="2200" spc="15" dirty="0">
                <a:latin typeface="Calibri"/>
                <a:cs typeface="Calibri"/>
              </a:rPr>
              <a:t> </a:t>
            </a:r>
            <a:r>
              <a:rPr sz="2200" spc="-5" dirty="0">
                <a:latin typeface="Calibri"/>
                <a:cs typeface="Calibri"/>
              </a:rPr>
              <a:t>issues</a:t>
            </a:r>
            <a:r>
              <a:rPr sz="2200" spc="25" dirty="0">
                <a:latin typeface="Calibri"/>
                <a:cs typeface="Calibri"/>
              </a:rPr>
              <a:t> </a:t>
            </a:r>
            <a:r>
              <a:rPr sz="2200" spc="-10" dirty="0">
                <a:latin typeface="Calibri"/>
                <a:cs typeface="Calibri"/>
              </a:rPr>
              <a:t>raised </a:t>
            </a:r>
            <a:r>
              <a:rPr sz="2200" spc="-480" dirty="0">
                <a:latin typeface="Calibri"/>
                <a:cs typeface="Calibri"/>
              </a:rPr>
              <a:t> </a:t>
            </a:r>
            <a:r>
              <a:rPr sz="2200" spc="-5" dirty="0">
                <a:latin typeface="Calibri"/>
                <a:cs typeface="Calibri"/>
              </a:rPr>
              <a:t>in</a:t>
            </a:r>
            <a:r>
              <a:rPr sz="2200" spc="-15" dirty="0">
                <a:latin typeface="Calibri"/>
                <a:cs typeface="Calibri"/>
              </a:rPr>
              <a:t> </a:t>
            </a:r>
            <a:r>
              <a:rPr sz="2200" spc="-5" dirty="0">
                <a:latin typeface="Calibri"/>
                <a:cs typeface="Calibri"/>
              </a:rPr>
              <a:t>IoT</a:t>
            </a:r>
            <a:r>
              <a:rPr sz="2200" spc="5" dirty="0">
                <a:latin typeface="Calibri"/>
                <a:cs typeface="Calibri"/>
              </a:rPr>
              <a:t> </a:t>
            </a:r>
            <a:r>
              <a:rPr sz="2200" spc="-5" dirty="0">
                <a:latin typeface="Calibri"/>
                <a:cs typeface="Calibri"/>
              </a:rPr>
              <a:t>and </a:t>
            </a:r>
            <a:r>
              <a:rPr sz="2200" spc="-20" dirty="0">
                <a:latin typeface="Calibri"/>
                <a:cs typeface="Calibri"/>
              </a:rPr>
              <a:t>fog</a:t>
            </a:r>
            <a:r>
              <a:rPr sz="2200" spc="5" dirty="0">
                <a:latin typeface="Calibri"/>
                <a:cs typeface="Calibri"/>
              </a:rPr>
              <a:t> </a:t>
            </a:r>
            <a:r>
              <a:rPr sz="2200" spc="-10" dirty="0">
                <a:latin typeface="Calibri"/>
                <a:cs typeface="Calibri"/>
              </a:rPr>
              <a:t>computing</a:t>
            </a:r>
            <a:r>
              <a:rPr sz="2200" spc="10" dirty="0">
                <a:latin typeface="Calibri"/>
                <a:cs typeface="Calibri"/>
              </a:rPr>
              <a:t> </a:t>
            </a:r>
            <a:r>
              <a:rPr sz="2200" spc="-20" dirty="0">
                <a:latin typeface="Calibri"/>
                <a:cs typeface="Calibri"/>
              </a:rPr>
              <a:t>for</a:t>
            </a:r>
            <a:r>
              <a:rPr sz="2200" spc="10" dirty="0">
                <a:latin typeface="Calibri"/>
                <a:cs typeface="Calibri"/>
              </a:rPr>
              <a:t> </a:t>
            </a:r>
            <a:r>
              <a:rPr sz="2200" spc="-5" dirty="0">
                <a:latin typeface="Calibri"/>
                <a:cs typeface="Calibri"/>
              </a:rPr>
              <a:t>some</a:t>
            </a:r>
            <a:r>
              <a:rPr sz="2200" spc="20" dirty="0">
                <a:latin typeface="Calibri"/>
                <a:cs typeface="Calibri"/>
              </a:rPr>
              <a:t> </a:t>
            </a:r>
            <a:r>
              <a:rPr sz="2200" spc="-5" dirty="0">
                <a:latin typeface="Calibri"/>
                <a:cs typeface="Calibri"/>
              </a:rPr>
              <a:t>kinds</a:t>
            </a:r>
            <a:r>
              <a:rPr sz="2200" spc="-10" dirty="0">
                <a:latin typeface="Calibri"/>
                <a:cs typeface="Calibri"/>
              </a:rPr>
              <a:t> </a:t>
            </a:r>
            <a:r>
              <a:rPr sz="2200" dirty="0">
                <a:latin typeface="Calibri"/>
                <a:cs typeface="Calibri"/>
              </a:rPr>
              <a:t>of</a:t>
            </a:r>
            <a:r>
              <a:rPr sz="2200" spc="5" dirty="0">
                <a:latin typeface="Calibri"/>
                <a:cs typeface="Calibri"/>
              </a:rPr>
              <a:t> </a:t>
            </a:r>
            <a:r>
              <a:rPr sz="2200" spc="-5" dirty="0">
                <a:latin typeface="Calibri"/>
                <a:cs typeface="Calibri"/>
              </a:rPr>
              <a:t>applications.</a:t>
            </a:r>
            <a:endParaRPr sz="2200">
              <a:latin typeface="Calibri"/>
              <a:cs typeface="Calibri"/>
            </a:endParaRPr>
          </a:p>
        </p:txBody>
      </p:sp>
      <p:grpSp>
        <p:nvGrpSpPr>
          <p:cNvPr id="3" name="object 3"/>
          <p:cNvGrpSpPr/>
          <p:nvPr/>
        </p:nvGrpSpPr>
        <p:grpSpPr>
          <a:xfrm>
            <a:off x="2402268" y="5245942"/>
            <a:ext cx="4339590" cy="1504950"/>
            <a:chOff x="2402268" y="5245942"/>
            <a:chExt cx="4339590" cy="1504950"/>
          </a:xfrm>
        </p:grpSpPr>
        <p:pic>
          <p:nvPicPr>
            <p:cNvPr id="4" name="object 4"/>
            <p:cNvPicPr/>
            <p:nvPr/>
          </p:nvPicPr>
          <p:blipFill>
            <a:blip r:embed="R5ae2c1e4a4d242b5" cstate="print"/>
            <a:stretch>
              <a:fillRect/>
            </a:stretch>
          </p:blipFill>
          <p:spPr>
            <a:xfrm>
              <a:off x="2411729" y="5455492"/>
              <a:ext cx="4038765" cy="1285875"/>
            </a:xfrm>
            <a:prstGeom prst="rect">
              <a:avLst/>
            </a:prstGeom>
          </p:spPr>
        </p:pic>
        <p:sp>
          <p:nvSpPr>
            <p:cNvPr id="5" name="object 5"/>
            <p:cNvSpPr/>
            <p:nvPr/>
          </p:nvSpPr>
          <p:spPr>
            <a:xfrm>
              <a:off x="2407030" y="5250704"/>
              <a:ext cx="4330065" cy="1495425"/>
            </a:xfrm>
            <a:custGeom>
              <a:avLst/>
              <a:gdLst/>
              <a:ahLst/>
              <a:cxnLst/>
              <a:rect l="l" t="t" r="r" b="b"/>
              <a:pathLst>
                <a:path w="4330065" h="1495425">
                  <a:moveTo>
                    <a:pt x="0" y="1495424"/>
                  </a:moveTo>
                  <a:lnTo>
                    <a:pt x="4330065" y="1495424"/>
                  </a:lnTo>
                  <a:lnTo>
                    <a:pt x="4330065" y="0"/>
                  </a:lnTo>
                  <a:lnTo>
                    <a:pt x="0" y="0"/>
                  </a:lnTo>
                  <a:lnTo>
                    <a:pt x="0" y="1495424"/>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137437"/>
            <a:ext cx="8631555" cy="6598284"/>
          </a:xfrm>
          <a:prstGeom prst="rect">
            <a:avLst/>
          </a:prstGeom>
        </p:spPr>
        <p:txBody>
          <a:bodyPr vert="horz" wrap="square" lIns="0" tIns="79375" rIns="0" bIns="0" rtlCol="0">
            <a:spAutoFit/>
          </a:bodyPr>
          <a:lstStyle/>
          <a:p>
            <a:pPr marL="355600" indent="-342900" algn="just">
              <a:lnSpc>
                <a:spcPct val="100000"/>
              </a:lnSpc>
              <a:spcBef>
                <a:spcPts val="625"/>
              </a:spcBef>
              <a:buFont typeface="Arial MT"/>
              <a:buChar char="•"/>
              <a:tabLst>
                <a:tab pos="355600" algn="l"/>
              </a:tabLst>
            </a:pPr>
            <a:r>
              <a:rPr sz="2200" b="1" i="1" spc="-5" dirty="0">
                <a:latin typeface="Calibri"/>
                <a:cs typeface="Calibri"/>
              </a:rPr>
              <a:t>Encryption/Decryption,</a:t>
            </a:r>
            <a:r>
              <a:rPr sz="2200" b="1" i="1" spc="20" dirty="0">
                <a:latin typeface="Calibri"/>
                <a:cs typeface="Calibri"/>
              </a:rPr>
              <a:t> </a:t>
            </a:r>
            <a:r>
              <a:rPr sz="2200" b="1" i="1" spc="-5" dirty="0">
                <a:latin typeface="Calibri"/>
                <a:cs typeface="Calibri"/>
              </a:rPr>
              <a:t>Compression/Decompression.</a:t>
            </a:r>
            <a:endParaRPr sz="2200">
              <a:latin typeface="Calibri"/>
              <a:cs typeface="Calibri"/>
            </a:endParaRPr>
          </a:p>
          <a:p>
            <a:pPr marL="756285" marR="5715" lvl="1" indent="-287020" algn="just">
              <a:lnSpc>
                <a:spcPct val="100000"/>
              </a:lnSpc>
              <a:spcBef>
                <a:spcPts val="530"/>
              </a:spcBef>
              <a:buFont typeface="Arial MT"/>
              <a:buChar char="–"/>
              <a:tabLst>
                <a:tab pos="756920" algn="l"/>
              </a:tabLst>
            </a:pPr>
            <a:r>
              <a:rPr sz="2200" spc="-15" dirty="0">
                <a:latin typeface="Calibri"/>
                <a:cs typeface="Calibri"/>
              </a:rPr>
              <a:t>For </a:t>
            </a:r>
            <a:r>
              <a:rPr sz="2200" spc="-10" dirty="0">
                <a:latin typeface="Calibri"/>
                <a:cs typeface="Calibri"/>
              </a:rPr>
              <a:t>privacy </a:t>
            </a:r>
            <a:r>
              <a:rPr sz="2200" spc="-5" dirty="0">
                <a:latin typeface="Calibri"/>
                <a:cs typeface="Calibri"/>
              </a:rPr>
              <a:t>and </a:t>
            </a:r>
            <a:r>
              <a:rPr sz="2200" spc="-10" dirty="0">
                <a:latin typeface="Calibri"/>
                <a:cs typeface="Calibri"/>
              </a:rPr>
              <a:t>efficiency concerns </a:t>
            </a:r>
            <a:r>
              <a:rPr sz="2200" spc="-5" dirty="0">
                <a:latin typeface="Calibri"/>
                <a:cs typeface="Calibri"/>
              </a:rPr>
              <a:t>and </a:t>
            </a:r>
            <a:r>
              <a:rPr sz="2200" spc="-20" dirty="0">
                <a:latin typeface="Calibri"/>
                <a:cs typeface="Calibri"/>
              </a:rPr>
              <a:t>to </a:t>
            </a:r>
            <a:r>
              <a:rPr sz="2200" spc="-5" dirty="0">
                <a:latin typeface="Calibri"/>
                <a:cs typeface="Calibri"/>
              </a:rPr>
              <a:t>support encryption and </a:t>
            </a:r>
            <a:r>
              <a:rPr sz="2200" dirty="0">
                <a:latin typeface="Calibri"/>
                <a:cs typeface="Calibri"/>
              </a:rPr>
              <a:t> </a:t>
            </a:r>
            <a:r>
              <a:rPr sz="2200" spc="-10" dirty="0">
                <a:latin typeface="Calibri"/>
                <a:cs typeface="Calibri"/>
              </a:rPr>
              <a:t>compression, </a:t>
            </a:r>
            <a:r>
              <a:rPr sz="2200" spc="-5" dirty="0">
                <a:latin typeface="Calibri"/>
                <a:cs typeface="Calibri"/>
              </a:rPr>
              <a:t>these modules </a:t>
            </a:r>
            <a:r>
              <a:rPr sz="2200" spc="-10" dirty="0">
                <a:latin typeface="Calibri"/>
                <a:cs typeface="Calibri"/>
              </a:rPr>
              <a:t>must </a:t>
            </a:r>
            <a:r>
              <a:rPr sz="2200" dirty="0">
                <a:latin typeface="Calibri"/>
                <a:cs typeface="Calibri"/>
              </a:rPr>
              <a:t>be </a:t>
            </a:r>
            <a:r>
              <a:rPr sz="2200" spc="-15" dirty="0">
                <a:latin typeface="Calibri"/>
                <a:cs typeface="Calibri"/>
              </a:rPr>
              <a:t>located </a:t>
            </a:r>
            <a:r>
              <a:rPr sz="2200" spc="-5" dirty="0">
                <a:latin typeface="Calibri"/>
                <a:cs typeface="Calibri"/>
              </a:rPr>
              <a:t>in both the </a:t>
            </a:r>
            <a:r>
              <a:rPr sz="2200" b="1" spc="-10" dirty="0">
                <a:solidFill>
                  <a:srgbClr val="006FC0"/>
                </a:solidFill>
                <a:latin typeface="Calibri"/>
                <a:cs typeface="Calibri"/>
              </a:rPr>
              <a:t>cloud </a:t>
            </a:r>
            <a:r>
              <a:rPr sz="2200" b="1" spc="-5" dirty="0">
                <a:solidFill>
                  <a:srgbClr val="006FC0"/>
                </a:solidFill>
                <a:latin typeface="Calibri"/>
                <a:cs typeface="Calibri"/>
              </a:rPr>
              <a:t>and </a:t>
            </a:r>
            <a:r>
              <a:rPr sz="2200" b="1" dirty="0">
                <a:solidFill>
                  <a:srgbClr val="006FC0"/>
                </a:solidFill>
                <a:latin typeface="Calibri"/>
                <a:cs typeface="Calibri"/>
              </a:rPr>
              <a:t> </a:t>
            </a:r>
            <a:r>
              <a:rPr sz="2200" b="1" spc="-15" dirty="0">
                <a:solidFill>
                  <a:srgbClr val="006FC0"/>
                </a:solidFill>
                <a:latin typeface="Calibri"/>
                <a:cs typeface="Calibri"/>
              </a:rPr>
              <a:t>fog</a:t>
            </a:r>
            <a:r>
              <a:rPr sz="2200" b="1" spc="10" dirty="0">
                <a:solidFill>
                  <a:srgbClr val="006FC0"/>
                </a:solidFill>
                <a:latin typeface="Calibri"/>
                <a:cs typeface="Calibri"/>
              </a:rPr>
              <a:t> </a:t>
            </a:r>
            <a:r>
              <a:rPr sz="2200" b="1" spc="-20" dirty="0">
                <a:solidFill>
                  <a:srgbClr val="006FC0"/>
                </a:solidFill>
                <a:latin typeface="Calibri"/>
                <a:cs typeface="Calibri"/>
              </a:rPr>
              <a:t>layers.</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spc="-5" dirty="0">
                <a:latin typeface="Calibri"/>
                <a:cs typeface="Calibri"/>
              </a:rPr>
              <a:t>Encryption</a:t>
            </a:r>
            <a:r>
              <a:rPr sz="2200" spc="180" dirty="0">
                <a:latin typeface="Calibri"/>
                <a:cs typeface="Calibri"/>
              </a:rPr>
              <a:t> </a:t>
            </a:r>
            <a:r>
              <a:rPr sz="2200" spc="-5" dirty="0">
                <a:latin typeface="Calibri"/>
                <a:cs typeface="Calibri"/>
              </a:rPr>
              <a:t>and</a:t>
            </a:r>
            <a:r>
              <a:rPr sz="2200" spc="180" dirty="0">
                <a:latin typeface="Calibri"/>
                <a:cs typeface="Calibri"/>
              </a:rPr>
              <a:t> </a:t>
            </a:r>
            <a:r>
              <a:rPr sz="2200" spc="-10" dirty="0">
                <a:latin typeface="Calibri"/>
                <a:cs typeface="Calibri"/>
              </a:rPr>
              <a:t>compression</a:t>
            </a:r>
            <a:r>
              <a:rPr sz="2200" spc="180" dirty="0">
                <a:latin typeface="Calibri"/>
                <a:cs typeface="Calibri"/>
              </a:rPr>
              <a:t> </a:t>
            </a:r>
            <a:r>
              <a:rPr sz="2200" spc="-10" dirty="0">
                <a:latin typeface="Calibri"/>
                <a:cs typeface="Calibri"/>
              </a:rPr>
              <a:t>approaches</a:t>
            </a:r>
            <a:r>
              <a:rPr sz="2200" spc="195" dirty="0">
                <a:latin typeface="Calibri"/>
                <a:cs typeface="Calibri"/>
              </a:rPr>
              <a:t> </a:t>
            </a:r>
            <a:r>
              <a:rPr sz="2200" spc="-10" dirty="0">
                <a:latin typeface="Calibri"/>
                <a:cs typeface="Calibri"/>
              </a:rPr>
              <a:t>must</a:t>
            </a:r>
            <a:r>
              <a:rPr sz="2200" spc="190" dirty="0">
                <a:latin typeface="Calibri"/>
                <a:cs typeface="Calibri"/>
              </a:rPr>
              <a:t> </a:t>
            </a:r>
            <a:r>
              <a:rPr sz="2200" dirty="0">
                <a:latin typeface="Calibri"/>
                <a:cs typeface="Calibri"/>
              </a:rPr>
              <a:t>be</a:t>
            </a:r>
            <a:r>
              <a:rPr sz="2200" spc="190" dirty="0">
                <a:latin typeface="Calibri"/>
                <a:cs typeface="Calibri"/>
              </a:rPr>
              <a:t> </a:t>
            </a:r>
            <a:r>
              <a:rPr sz="2200" spc="-10" dirty="0">
                <a:latin typeface="Calibri"/>
                <a:cs typeface="Calibri"/>
              </a:rPr>
              <a:t>agreed</a:t>
            </a:r>
            <a:r>
              <a:rPr sz="2200" spc="185" dirty="0">
                <a:latin typeface="Calibri"/>
                <a:cs typeface="Calibri"/>
              </a:rPr>
              <a:t> </a:t>
            </a:r>
            <a:r>
              <a:rPr sz="2200" spc="-10" dirty="0">
                <a:latin typeface="Calibri"/>
                <a:cs typeface="Calibri"/>
              </a:rPr>
              <a:t>by</a:t>
            </a:r>
            <a:r>
              <a:rPr sz="2200" spc="195" dirty="0">
                <a:latin typeface="Calibri"/>
                <a:cs typeface="Calibri"/>
              </a:rPr>
              <a:t> </a:t>
            </a:r>
            <a:r>
              <a:rPr sz="2200" spc="-5" dirty="0">
                <a:latin typeface="Calibri"/>
                <a:cs typeface="Calibri"/>
              </a:rPr>
              <a:t>both</a:t>
            </a:r>
            <a:r>
              <a:rPr sz="2200" spc="185" dirty="0">
                <a:latin typeface="Calibri"/>
                <a:cs typeface="Calibri"/>
              </a:rPr>
              <a:t> </a:t>
            </a:r>
            <a:r>
              <a:rPr sz="2200" dirty="0">
                <a:latin typeface="Calibri"/>
                <a:cs typeface="Calibri"/>
              </a:rPr>
              <a:t>of</a:t>
            </a:r>
            <a:endParaRPr sz="2200">
              <a:latin typeface="Calibri"/>
              <a:cs typeface="Calibri"/>
            </a:endParaRPr>
          </a:p>
          <a:p>
            <a:pPr marL="756285">
              <a:lnSpc>
                <a:spcPct val="100000"/>
              </a:lnSpc>
            </a:pPr>
            <a:r>
              <a:rPr sz="2200" spc="-5" dirty="0">
                <a:latin typeface="Calibri"/>
                <a:cs typeface="Calibri"/>
              </a:rPr>
              <a:t>them.</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b="1" i="1" spc="-15" dirty="0">
                <a:latin typeface="Calibri"/>
                <a:cs typeface="Calibri"/>
              </a:rPr>
              <a:t>Data</a:t>
            </a:r>
            <a:r>
              <a:rPr sz="2200" b="1" i="1" spc="-10" dirty="0">
                <a:latin typeface="Calibri"/>
                <a:cs typeface="Calibri"/>
              </a:rPr>
              <a:t> </a:t>
            </a:r>
            <a:r>
              <a:rPr sz="2200" b="1" i="1" spc="-5" dirty="0">
                <a:latin typeface="Calibri"/>
                <a:cs typeface="Calibri"/>
              </a:rPr>
              <a:t>Analysis.</a:t>
            </a:r>
            <a:endParaRPr sz="2200">
              <a:latin typeface="Calibri"/>
              <a:cs typeface="Calibri"/>
            </a:endParaRPr>
          </a:p>
          <a:p>
            <a:pPr marL="756285" marR="7620" lvl="1" indent="-287020" algn="just">
              <a:lnSpc>
                <a:spcPct val="100000"/>
              </a:lnSpc>
              <a:spcBef>
                <a:spcPts val="525"/>
              </a:spcBef>
              <a:buFont typeface="Arial MT"/>
              <a:buChar char="–"/>
              <a:tabLst>
                <a:tab pos="756920" algn="l"/>
              </a:tabLst>
            </a:pPr>
            <a:r>
              <a:rPr sz="2200" spc="-10" dirty="0">
                <a:latin typeface="Calibri"/>
                <a:cs typeface="Calibri"/>
              </a:rPr>
              <a:t>Gathering </a:t>
            </a:r>
            <a:r>
              <a:rPr sz="2200" dirty="0">
                <a:latin typeface="Calibri"/>
                <a:cs typeface="Calibri"/>
              </a:rPr>
              <a:t>of </a:t>
            </a:r>
            <a:r>
              <a:rPr sz="2200" spc="-20" dirty="0">
                <a:latin typeface="Calibri"/>
                <a:cs typeface="Calibri"/>
              </a:rPr>
              <a:t>data</a:t>
            </a:r>
            <a:r>
              <a:rPr sz="2200" spc="-15" dirty="0">
                <a:latin typeface="Calibri"/>
                <a:cs typeface="Calibri"/>
              </a:rPr>
              <a:t> </a:t>
            </a:r>
            <a:r>
              <a:rPr sz="2200" spc="-5" dirty="0">
                <a:latin typeface="Calibri"/>
                <a:cs typeface="Calibri"/>
              </a:rPr>
              <a:t>will be </a:t>
            </a:r>
            <a:r>
              <a:rPr sz="2200" spc="-10" dirty="0">
                <a:latin typeface="Calibri"/>
                <a:cs typeface="Calibri"/>
              </a:rPr>
              <a:t>very valuable </a:t>
            </a:r>
            <a:r>
              <a:rPr sz="2200" spc="-5" dirty="0">
                <a:latin typeface="Calibri"/>
                <a:cs typeface="Calibri"/>
              </a:rPr>
              <a:t>when it leads </a:t>
            </a:r>
            <a:r>
              <a:rPr sz="2200" spc="-20" dirty="0">
                <a:latin typeface="Calibri"/>
                <a:cs typeface="Calibri"/>
              </a:rPr>
              <a:t>to</a:t>
            </a:r>
            <a:r>
              <a:rPr sz="2200" spc="455" dirty="0">
                <a:latin typeface="Calibri"/>
                <a:cs typeface="Calibri"/>
              </a:rPr>
              <a:t> </a:t>
            </a:r>
            <a:r>
              <a:rPr sz="2200" spc="-5" dirty="0">
                <a:latin typeface="Calibri"/>
                <a:cs typeface="Calibri"/>
              </a:rPr>
              <a:t>knowledge, </a:t>
            </a:r>
            <a:r>
              <a:rPr sz="2200" dirty="0">
                <a:latin typeface="Calibri"/>
                <a:cs typeface="Calibri"/>
              </a:rPr>
              <a:t> so</a:t>
            </a:r>
            <a:r>
              <a:rPr sz="2200" spc="5" dirty="0">
                <a:latin typeface="Calibri"/>
                <a:cs typeface="Calibri"/>
              </a:rPr>
              <a:t> </a:t>
            </a:r>
            <a:r>
              <a:rPr sz="2200" b="1" spc="-15" dirty="0">
                <a:solidFill>
                  <a:srgbClr val="FF0000"/>
                </a:solidFill>
                <a:latin typeface="Calibri"/>
                <a:cs typeface="Calibri"/>
              </a:rPr>
              <a:t>data</a:t>
            </a:r>
            <a:r>
              <a:rPr sz="2200" b="1" spc="-10" dirty="0">
                <a:solidFill>
                  <a:srgbClr val="FF0000"/>
                </a:solidFill>
                <a:latin typeface="Calibri"/>
                <a:cs typeface="Calibri"/>
              </a:rPr>
              <a:t> </a:t>
            </a:r>
            <a:r>
              <a:rPr sz="2200" b="1" spc="-5" dirty="0">
                <a:solidFill>
                  <a:srgbClr val="FF0000"/>
                </a:solidFill>
                <a:latin typeface="Calibri"/>
                <a:cs typeface="Calibri"/>
              </a:rPr>
              <a:t>analysis</a:t>
            </a:r>
            <a:r>
              <a:rPr sz="2200" spc="-5" dirty="0">
                <a:latin typeface="Calibri"/>
                <a:cs typeface="Calibri"/>
              </a:rPr>
              <a:t>,</a:t>
            </a:r>
            <a:r>
              <a:rPr sz="2200" dirty="0">
                <a:latin typeface="Calibri"/>
                <a:cs typeface="Calibri"/>
              </a:rPr>
              <a:t> </a:t>
            </a:r>
            <a:r>
              <a:rPr sz="2200" b="1" spc="-15" dirty="0">
                <a:solidFill>
                  <a:srgbClr val="FF0000"/>
                </a:solidFill>
                <a:latin typeface="Calibri"/>
                <a:cs typeface="Calibri"/>
              </a:rPr>
              <a:t>pattern</a:t>
            </a:r>
            <a:r>
              <a:rPr sz="2200" b="1" spc="-10" dirty="0">
                <a:solidFill>
                  <a:srgbClr val="FF0000"/>
                </a:solidFill>
                <a:latin typeface="Calibri"/>
                <a:cs typeface="Calibri"/>
              </a:rPr>
              <a:t> </a:t>
            </a:r>
            <a:r>
              <a:rPr sz="2200" b="1" spc="-5" dirty="0">
                <a:solidFill>
                  <a:srgbClr val="FF0000"/>
                </a:solidFill>
                <a:latin typeface="Calibri"/>
                <a:cs typeface="Calibri"/>
              </a:rPr>
              <a:t>recognition</a:t>
            </a:r>
            <a:r>
              <a:rPr sz="2200" spc="-5" dirty="0">
                <a:latin typeface="Calibri"/>
                <a:cs typeface="Calibri"/>
              </a:rPr>
              <a:t>,</a:t>
            </a:r>
            <a:r>
              <a:rPr sz="2200" dirty="0">
                <a:latin typeface="Calibri"/>
                <a:cs typeface="Calibri"/>
              </a:rPr>
              <a:t> </a:t>
            </a:r>
            <a:r>
              <a:rPr sz="2200" spc="-5" dirty="0">
                <a:latin typeface="Calibri"/>
                <a:cs typeface="Calibri"/>
              </a:rPr>
              <a:t>and</a:t>
            </a:r>
            <a:r>
              <a:rPr sz="2200" spc="484" dirty="0">
                <a:latin typeface="Calibri"/>
                <a:cs typeface="Calibri"/>
              </a:rPr>
              <a:t> </a:t>
            </a:r>
            <a:r>
              <a:rPr sz="2200" b="1" spc="-5" dirty="0">
                <a:solidFill>
                  <a:srgbClr val="FF0000"/>
                </a:solidFill>
                <a:latin typeface="Calibri"/>
                <a:cs typeface="Calibri"/>
              </a:rPr>
              <a:t>knowledge</a:t>
            </a:r>
            <a:r>
              <a:rPr sz="2200" b="1" spc="484" dirty="0">
                <a:solidFill>
                  <a:srgbClr val="FF0000"/>
                </a:solidFill>
                <a:latin typeface="Calibri"/>
                <a:cs typeface="Calibri"/>
              </a:rPr>
              <a:t> </a:t>
            </a:r>
            <a:r>
              <a:rPr sz="2200" b="1" spc="-5" dirty="0">
                <a:solidFill>
                  <a:srgbClr val="FF0000"/>
                </a:solidFill>
                <a:latin typeface="Calibri"/>
                <a:cs typeface="Calibri"/>
              </a:rPr>
              <a:t>discovery </a:t>
            </a:r>
            <a:r>
              <a:rPr sz="2200" b="1" dirty="0">
                <a:solidFill>
                  <a:srgbClr val="FF0000"/>
                </a:solidFill>
                <a:latin typeface="Calibri"/>
                <a:cs typeface="Calibri"/>
              </a:rPr>
              <a:t> </a:t>
            </a:r>
            <a:r>
              <a:rPr sz="2200" b="1" spc="-10" dirty="0">
                <a:solidFill>
                  <a:srgbClr val="FF0000"/>
                </a:solidFill>
                <a:latin typeface="Calibri"/>
                <a:cs typeface="Calibri"/>
              </a:rPr>
              <a:t>from</a:t>
            </a:r>
            <a:r>
              <a:rPr sz="2200" b="1" spc="-5" dirty="0">
                <a:solidFill>
                  <a:srgbClr val="FF0000"/>
                </a:solidFill>
                <a:latin typeface="Calibri"/>
                <a:cs typeface="Calibri"/>
              </a:rPr>
              <a:t> </a:t>
            </a:r>
            <a:r>
              <a:rPr sz="2200" b="1" spc="-10" dirty="0">
                <a:solidFill>
                  <a:srgbClr val="FF0000"/>
                </a:solidFill>
                <a:latin typeface="Calibri"/>
                <a:cs typeface="Calibri"/>
              </a:rPr>
              <a:t>the</a:t>
            </a:r>
            <a:r>
              <a:rPr sz="2200" b="1" spc="-5" dirty="0">
                <a:solidFill>
                  <a:srgbClr val="FF0000"/>
                </a:solidFill>
                <a:latin typeface="Calibri"/>
                <a:cs typeface="Calibri"/>
              </a:rPr>
              <a:t> </a:t>
            </a:r>
            <a:r>
              <a:rPr sz="2200" b="1" spc="-10" dirty="0">
                <a:solidFill>
                  <a:srgbClr val="FF0000"/>
                </a:solidFill>
                <a:latin typeface="Calibri"/>
                <a:cs typeface="Calibri"/>
              </a:rPr>
              <a:t>heterogeneous</a:t>
            </a:r>
            <a:r>
              <a:rPr sz="2200" b="1" spc="-5" dirty="0">
                <a:solidFill>
                  <a:srgbClr val="FF0000"/>
                </a:solidFill>
                <a:latin typeface="Calibri"/>
                <a:cs typeface="Calibri"/>
              </a:rPr>
              <a:t> </a:t>
            </a:r>
            <a:r>
              <a:rPr sz="2200" b="1" spc="-15" dirty="0">
                <a:solidFill>
                  <a:srgbClr val="FF0000"/>
                </a:solidFill>
                <a:latin typeface="Calibri"/>
                <a:cs typeface="Calibri"/>
              </a:rPr>
              <a:t>data</a:t>
            </a:r>
            <a:r>
              <a:rPr sz="2200" b="1" spc="-10" dirty="0">
                <a:solidFill>
                  <a:srgbClr val="FF0000"/>
                </a:solidFill>
                <a:latin typeface="Calibri"/>
                <a:cs typeface="Calibri"/>
              </a:rPr>
              <a:t> </a:t>
            </a:r>
            <a:r>
              <a:rPr sz="2200" spc="-10" dirty="0">
                <a:latin typeface="Calibri"/>
                <a:cs typeface="Calibri"/>
              </a:rPr>
              <a:t>that</a:t>
            </a:r>
            <a:r>
              <a:rPr sz="2200" spc="-5" dirty="0">
                <a:latin typeface="Calibri"/>
                <a:cs typeface="Calibri"/>
              </a:rPr>
              <a:t> </a:t>
            </a:r>
            <a:r>
              <a:rPr sz="2200" spc="-10" dirty="0">
                <a:latin typeface="Calibri"/>
                <a:cs typeface="Calibri"/>
              </a:rPr>
              <a:t>are</a:t>
            </a:r>
            <a:r>
              <a:rPr sz="2200" spc="-5" dirty="0">
                <a:latin typeface="Calibri"/>
                <a:cs typeface="Calibri"/>
              </a:rPr>
              <a:t> </a:t>
            </a:r>
            <a:r>
              <a:rPr sz="2200" spc="-10" dirty="0">
                <a:latin typeface="Calibri"/>
                <a:cs typeface="Calibri"/>
              </a:rPr>
              <a:t>collected</a:t>
            </a:r>
            <a:r>
              <a:rPr sz="2200" spc="-5" dirty="0">
                <a:latin typeface="Calibri"/>
                <a:cs typeface="Calibri"/>
              </a:rPr>
              <a:t> </a:t>
            </a:r>
            <a:r>
              <a:rPr sz="2200" spc="-15" dirty="0">
                <a:latin typeface="Calibri"/>
                <a:cs typeface="Calibri"/>
              </a:rPr>
              <a:t>from</a:t>
            </a:r>
            <a:r>
              <a:rPr sz="2200" spc="-10" dirty="0">
                <a:latin typeface="Calibri"/>
                <a:cs typeface="Calibri"/>
              </a:rPr>
              <a:t> </a:t>
            </a:r>
            <a:r>
              <a:rPr sz="2200" spc="-20" dirty="0">
                <a:latin typeface="Calibri"/>
                <a:cs typeface="Calibri"/>
              </a:rPr>
              <a:t>different </a:t>
            </a:r>
            <a:r>
              <a:rPr sz="2200" spc="-15" dirty="0">
                <a:latin typeface="Calibri"/>
                <a:cs typeface="Calibri"/>
              </a:rPr>
              <a:t> </a:t>
            </a:r>
            <a:r>
              <a:rPr sz="2200" spc="-10" dirty="0">
                <a:latin typeface="Calibri"/>
                <a:cs typeface="Calibri"/>
              </a:rPr>
              <a:t>devices</a:t>
            </a:r>
            <a:r>
              <a:rPr sz="2200" spc="10" dirty="0">
                <a:latin typeface="Calibri"/>
                <a:cs typeface="Calibri"/>
              </a:rPr>
              <a:t> </a:t>
            </a:r>
            <a:r>
              <a:rPr sz="2200" spc="-10" dirty="0">
                <a:latin typeface="Calibri"/>
                <a:cs typeface="Calibri"/>
              </a:rPr>
              <a:t>are considered</a:t>
            </a:r>
            <a:r>
              <a:rPr sz="2200" spc="5" dirty="0">
                <a:latin typeface="Calibri"/>
                <a:cs typeface="Calibri"/>
              </a:rPr>
              <a:t> </a:t>
            </a:r>
            <a:r>
              <a:rPr sz="2200" spc="-5" dirty="0">
                <a:latin typeface="Calibri"/>
                <a:cs typeface="Calibri"/>
              </a:rPr>
              <a:t>an</a:t>
            </a:r>
            <a:r>
              <a:rPr sz="2200" spc="-10" dirty="0">
                <a:latin typeface="Calibri"/>
                <a:cs typeface="Calibri"/>
              </a:rPr>
              <a:t> important</a:t>
            </a:r>
            <a:r>
              <a:rPr sz="2200" dirty="0">
                <a:latin typeface="Calibri"/>
                <a:cs typeface="Calibri"/>
              </a:rPr>
              <a:t> </a:t>
            </a:r>
            <a:r>
              <a:rPr sz="2200" spc="-20" dirty="0">
                <a:latin typeface="Calibri"/>
                <a:cs typeface="Calibri"/>
              </a:rPr>
              <a:t>stage</a:t>
            </a:r>
            <a:r>
              <a:rPr sz="2200" spc="15" dirty="0">
                <a:latin typeface="Calibri"/>
                <a:cs typeface="Calibri"/>
              </a:rPr>
              <a:t> </a:t>
            </a:r>
            <a:r>
              <a:rPr sz="2200" spc="-5" dirty="0">
                <a:latin typeface="Calibri"/>
                <a:cs typeface="Calibri"/>
              </a:rPr>
              <a:t>in the</a:t>
            </a:r>
            <a:r>
              <a:rPr sz="2200" spc="10" dirty="0">
                <a:latin typeface="Calibri"/>
                <a:cs typeface="Calibri"/>
              </a:rPr>
              <a:t> </a:t>
            </a:r>
            <a:r>
              <a:rPr sz="2200" spc="-20" dirty="0">
                <a:latin typeface="Calibri"/>
                <a:cs typeface="Calibri"/>
              </a:rPr>
              <a:t>data</a:t>
            </a:r>
            <a:r>
              <a:rPr sz="2200" dirty="0">
                <a:latin typeface="Calibri"/>
                <a:cs typeface="Calibri"/>
              </a:rPr>
              <a:t> </a:t>
            </a:r>
            <a:r>
              <a:rPr sz="2200" spc="-20" dirty="0">
                <a:latin typeface="Calibri"/>
                <a:cs typeface="Calibri"/>
              </a:rPr>
              <a:t>life</a:t>
            </a:r>
            <a:r>
              <a:rPr sz="2200" dirty="0">
                <a:latin typeface="Calibri"/>
                <a:cs typeface="Calibri"/>
              </a:rPr>
              <a:t> </a:t>
            </a:r>
            <a:r>
              <a:rPr sz="2200" spc="-10" dirty="0">
                <a:latin typeface="Calibri"/>
                <a:cs typeface="Calibri"/>
              </a:rPr>
              <a:t>cycle.</a:t>
            </a:r>
            <a:endParaRPr sz="2200">
              <a:latin typeface="Calibri"/>
              <a:cs typeface="Calibri"/>
            </a:endParaRPr>
          </a:p>
          <a:p>
            <a:pPr marL="756285" marR="5080" lvl="1" indent="-287020" algn="just">
              <a:lnSpc>
                <a:spcPct val="100000"/>
              </a:lnSpc>
              <a:spcBef>
                <a:spcPts val="535"/>
              </a:spcBef>
              <a:buFont typeface="Arial MT"/>
              <a:buChar char="–"/>
              <a:tabLst>
                <a:tab pos="756920" algn="l"/>
              </a:tabLst>
            </a:pPr>
            <a:r>
              <a:rPr sz="2200" spc="-10" dirty="0">
                <a:latin typeface="Calibri"/>
                <a:cs typeface="Calibri"/>
              </a:rPr>
              <a:t>This </a:t>
            </a:r>
            <a:r>
              <a:rPr sz="2200" spc="-5" dirty="0">
                <a:latin typeface="Calibri"/>
                <a:cs typeface="Calibri"/>
              </a:rPr>
              <a:t>module is </a:t>
            </a:r>
            <a:r>
              <a:rPr sz="2200" spc="-10" dirty="0">
                <a:latin typeface="Calibri"/>
                <a:cs typeface="Calibri"/>
              </a:rPr>
              <a:t>responsible </a:t>
            </a:r>
            <a:r>
              <a:rPr sz="2200" spc="-20" dirty="0">
                <a:latin typeface="Calibri"/>
                <a:cs typeface="Calibri"/>
              </a:rPr>
              <a:t>for data </a:t>
            </a:r>
            <a:r>
              <a:rPr sz="2200" spc="-10" dirty="0">
                <a:latin typeface="Calibri"/>
                <a:cs typeface="Calibri"/>
              </a:rPr>
              <a:t>analysis </a:t>
            </a:r>
            <a:r>
              <a:rPr sz="2200" spc="-5" dirty="0">
                <a:latin typeface="Calibri"/>
                <a:cs typeface="Calibri"/>
              </a:rPr>
              <a:t>based </a:t>
            </a:r>
            <a:r>
              <a:rPr sz="2200" dirty="0">
                <a:latin typeface="Calibri"/>
                <a:cs typeface="Calibri"/>
              </a:rPr>
              <a:t>on </a:t>
            </a:r>
            <a:r>
              <a:rPr sz="2200" spc="-5" dirty="0">
                <a:latin typeface="Calibri"/>
                <a:cs typeface="Calibri"/>
              </a:rPr>
              <a:t>the </a:t>
            </a:r>
            <a:r>
              <a:rPr sz="2200" spc="-10" dirty="0">
                <a:latin typeface="Calibri"/>
                <a:cs typeface="Calibri"/>
              </a:rPr>
              <a:t>application </a:t>
            </a:r>
            <a:r>
              <a:rPr sz="2200" spc="-5" dirty="0">
                <a:latin typeface="Calibri"/>
                <a:cs typeface="Calibri"/>
              </a:rPr>
              <a:t> user</a:t>
            </a:r>
            <a:r>
              <a:rPr sz="2200" spc="360" dirty="0">
                <a:latin typeface="Calibri"/>
                <a:cs typeface="Calibri"/>
              </a:rPr>
              <a:t> </a:t>
            </a:r>
            <a:r>
              <a:rPr sz="2200" spc="-10" dirty="0">
                <a:latin typeface="Calibri"/>
                <a:cs typeface="Calibri"/>
              </a:rPr>
              <a:t>requests</a:t>
            </a:r>
            <a:r>
              <a:rPr sz="2200" spc="355" dirty="0">
                <a:latin typeface="Calibri"/>
                <a:cs typeface="Calibri"/>
              </a:rPr>
              <a:t> </a:t>
            </a:r>
            <a:r>
              <a:rPr sz="2200" spc="-20" dirty="0">
                <a:latin typeface="Calibri"/>
                <a:cs typeface="Calibri"/>
              </a:rPr>
              <a:t>for</a:t>
            </a:r>
            <a:r>
              <a:rPr sz="2200" spc="365" dirty="0">
                <a:latin typeface="Calibri"/>
                <a:cs typeface="Calibri"/>
              </a:rPr>
              <a:t> </a:t>
            </a:r>
            <a:r>
              <a:rPr sz="2200" b="1" spc="-10" dirty="0">
                <a:solidFill>
                  <a:srgbClr val="FF0000"/>
                </a:solidFill>
                <a:latin typeface="Calibri"/>
                <a:cs typeface="Calibri"/>
              </a:rPr>
              <a:t>providing</a:t>
            </a:r>
            <a:r>
              <a:rPr sz="2200" b="1" spc="355" dirty="0">
                <a:solidFill>
                  <a:srgbClr val="FF0000"/>
                </a:solidFill>
                <a:latin typeface="Calibri"/>
                <a:cs typeface="Calibri"/>
              </a:rPr>
              <a:t> </a:t>
            </a:r>
            <a:r>
              <a:rPr sz="2200" b="1" spc="-10" dirty="0">
                <a:solidFill>
                  <a:srgbClr val="FF0000"/>
                </a:solidFill>
                <a:latin typeface="Calibri"/>
                <a:cs typeface="Calibri"/>
              </a:rPr>
              <a:t>reports</a:t>
            </a:r>
            <a:r>
              <a:rPr sz="2200" b="1" spc="365" dirty="0">
                <a:solidFill>
                  <a:srgbClr val="FF0000"/>
                </a:solidFill>
                <a:latin typeface="Calibri"/>
                <a:cs typeface="Calibri"/>
              </a:rPr>
              <a:t> </a:t>
            </a:r>
            <a:r>
              <a:rPr sz="2200" dirty="0">
                <a:latin typeface="Calibri"/>
                <a:cs typeface="Calibri"/>
              </a:rPr>
              <a:t>and</a:t>
            </a:r>
            <a:r>
              <a:rPr sz="2200" spc="350" dirty="0">
                <a:latin typeface="Calibri"/>
                <a:cs typeface="Calibri"/>
              </a:rPr>
              <a:t> </a:t>
            </a:r>
            <a:r>
              <a:rPr sz="2200" b="1" spc="-15" dirty="0">
                <a:solidFill>
                  <a:srgbClr val="FF0000"/>
                </a:solidFill>
                <a:latin typeface="Calibri"/>
                <a:cs typeface="Calibri"/>
              </a:rPr>
              <a:t>getting</a:t>
            </a:r>
            <a:r>
              <a:rPr sz="2200" b="1" spc="350" dirty="0">
                <a:solidFill>
                  <a:srgbClr val="FF0000"/>
                </a:solidFill>
                <a:latin typeface="Calibri"/>
                <a:cs typeface="Calibri"/>
              </a:rPr>
              <a:t> </a:t>
            </a:r>
            <a:r>
              <a:rPr sz="2200" b="1" spc="-10" dirty="0">
                <a:solidFill>
                  <a:srgbClr val="FF0000"/>
                </a:solidFill>
                <a:latin typeface="Calibri"/>
                <a:cs typeface="Calibri"/>
              </a:rPr>
              <a:t>global</a:t>
            </a:r>
            <a:r>
              <a:rPr sz="2200" b="1" spc="365" dirty="0">
                <a:solidFill>
                  <a:srgbClr val="FF0000"/>
                </a:solidFill>
                <a:latin typeface="Calibri"/>
                <a:cs typeface="Calibri"/>
              </a:rPr>
              <a:t> </a:t>
            </a:r>
            <a:r>
              <a:rPr sz="2200" b="1" spc="-5" dirty="0">
                <a:solidFill>
                  <a:srgbClr val="FF0000"/>
                </a:solidFill>
                <a:latin typeface="Calibri"/>
                <a:cs typeface="Calibri"/>
              </a:rPr>
              <a:t>analysis</a:t>
            </a:r>
            <a:r>
              <a:rPr sz="2200" b="1" spc="355" dirty="0">
                <a:solidFill>
                  <a:srgbClr val="FF0000"/>
                </a:solidFill>
                <a:latin typeface="Calibri"/>
                <a:cs typeface="Calibri"/>
              </a:rPr>
              <a:t> </a:t>
            </a:r>
            <a:r>
              <a:rPr sz="2200" spc="-5" dirty="0">
                <a:latin typeface="Calibri"/>
                <a:cs typeface="Calibri"/>
              </a:rPr>
              <a:t>on </a:t>
            </a:r>
            <a:r>
              <a:rPr sz="2200" spc="-484" dirty="0">
                <a:latin typeface="Calibri"/>
                <a:cs typeface="Calibri"/>
              </a:rPr>
              <a:t> </a:t>
            </a:r>
            <a:r>
              <a:rPr sz="2200" spc="-5" dirty="0">
                <a:latin typeface="Calibri"/>
                <a:cs typeface="Calibri"/>
              </a:rPr>
              <a:t>the</a:t>
            </a:r>
            <a:r>
              <a:rPr sz="2200" spc="5" dirty="0">
                <a:latin typeface="Calibri"/>
                <a:cs typeface="Calibri"/>
              </a:rPr>
              <a:t> </a:t>
            </a:r>
            <a:r>
              <a:rPr sz="2200" spc="-15" dirty="0">
                <a:latin typeface="Calibri"/>
                <a:cs typeface="Calibri"/>
              </a:rPr>
              <a:t>gathered</a:t>
            </a:r>
            <a:r>
              <a:rPr sz="2200" dirty="0">
                <a:latin typeface="Calibri"/>
                <a:cs typeface="Calibri"/>
              </a:rPr>
              <a:t> </a:t>
            </a:r>
            <a:r>
              <a:rPr sz="2200" spc="-15" dirty="0">
                <a:latin typeface="Calibri"/>
                <a:cs typeface="Calibri"/>
              </a:rPr>
              <a:t>data.</a:t>
            </a:r>
            <a:endParaRPr sz="2200">
              <a:latin typeface="Calibri"/>
              <a:cs typeface="Calibri"/>
            </a:endParaRPr>
          </a:p>
          <a:p>
            <a:pPr marL="756285" marR="9525" lvl="1" indent="-287020" algn="just">
              <a:lnSpc>
                <a:spcPct val="100000"/>
              </a:lnSpc>
              <a:spcBef>
                <a:spcPts val="530"/>
              </a:spcBef>
              <a:buFont typeface="Arial MT"/>
              <a:buChar char="–"/>
              <a:tabLst>
                <a:tab pos="756920" algn="l"/>
              </a:tabLst>
            </a:pPr>
            <a:r>
              <a:rPr sz="2200" spc="-10" dirty="0">
                <a:latin typeface="Calibri"/>
                <a:cs typeface="Calibri"/>
              </a:rPr>
              <a:t>Depending </a:t>
            </a:r>
            <a:r>
              <a:rPr sz="2200" dirty="0">
                <a:latin typeface="Calibri"/>
                <a:cs typeface="Calibri"/>
              </a:rPr>
              <a:t>on </a:t>
            </a:r>
            <a:r>
              <a:rPr sz="2200" spc="-5" dirty="0">
                <a:latin typeface="Calibri"/>
                <a:cs typeface="Calibri"/>
              </a:rPr>
              <a:t>the </a:t>
            </a:r>
            <a:r>
              <a:rPr sz="2200" spc="-15" dirty="0">
                <a:latin typeface="Calibri"/>
                <a:cs typeface="Calibri"/>
              </a:rPr>
              <a:t>size </a:t>
            </a:r>
            <a:r>
              <a:rPr sz="2200" dirty="0">
                <a:latin typeface="Calibri"/>
                <a:cs typeface="Calibri"/>
              </a:rPr>
              <a:t>of </a:t>
            </a:r>
            <a:r>
              <a:rPr sz="2200" spc="-15" dirty="0">
                <a:latin typeface="Calibri"/>
                <a:cs typeface="Calibri"/>
              </a:rPr>
              <a:t>stored </a:t>
            </a:r>
            <a:r>
              <a:rPr sz="2200" spc="-20" dirty="0">
                <a:latin typeface="Calibri"/>
                <a:cs typeface="Calibri"/>
              </a:rPr>
              <a:t>data </a:t>
            </a:r>
            <a:r>
              <a:rPr sz="2200" spc="-5" dirty="0">
                <a:latin typeface="Calibri"/>
                <a:cs typeface="Calibri"/>
              </a:rPr>
              <a:t>in </a:t>
            </a:r>
            <a:r>
              <a:rPr sz="2200" spc="-20" dirty="0">
                <a:latin typeface="Calibri"/>
                <a:cs typeface="Calibri"/>
              </a:rPr>
              <a:t>data storage, data </a:t>
            </a:r>
            <a:r>
              <a:rPr sz="2200" spc="-10" dirty="0">
                <a:latin typeface="Calibri"/>
                <a:cs typeface="Calibri"/>
              </a:rPr>
              <a:t>analysis </a:t>
            </a:r>
            <a:r>
              <a:rPr sz="2200" spc="-5" dirty="0">
                <a:latin typeface="Calibri"/>
                <a:cs typeface="Calibri"/>
              </a:rPr>
              <a:t> </a:t>
            </a:r>
            <a:r>
              <a:rPr sz="2200" spc="-10" dirty="0">
                <a:latin typeface="Calibri"/>
                <a:cs typeface="Calibri"/>
              </a:rPr>
              <a:t>approaches</a:t>
            </a:r>
            <a:r>
              <a:rPr sz="2200" spc="-15" dirty="0">
                <a:latin typeface="Calibri"/>
                <a:cs typeface="Calibri"/>
              </a:rPr>
              <a:t> </a:t>
            </a:r>
            <a:r>
              <a:rPr sz="2200" spc="-5" dirty="0">
                <a:latin typeface="Calibri"/>
                <a:cs typeface="Calibri"/>
              </a:rPr>
              <a:t>and </a:t>
            </a:r>
            <a:r>
              <a:rPr sz="2200" spc="-10" dirty="0">
                <a:latin typeface="Calibri"/>
                <a:cs typeface="Calibri"/>
              </a:rPr>
              <a:t>technologies</a:t>
            </a:r>
            <a:r>
              <a:rPr sz="2200" spc="20" dirty="0">
                <a:latin typeface="Calibri"/>
                <a:cs typeface="Calibri"/>
              </a:rPr>
              <a:t> </a:t>
            </a:r>
            <a:r>
              <a:rPr sz="2200" spc="-15" dirty="0">
                <a:latin typeface="Calibri"/>
                <a:cs typeface="Calibri"/>
              </a:rPr>
              <a:t>may</a:t>
            </a:r>
            <a:r>
              <a:rPr sz="2200" spc="10" dirty="0">
                <a:latin typeface="Calibri"/>
                <a:cs typeface="Calibri"/>
              </a:rPr>
              <a:t> </a:t>
            </a:r>
            <a:r>
              <a:rPr sz="2200" spc="-35" dirty="0">
                <a:latin typeface="Calibri"/>
                <a:cs typeface="Calibri"/>
              </a:rPr>
              <a:t>vary.</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spc="-5" dirty="0">
                <a:latin typeface="Calibri"/>
                <a:cs typeface="Calibri"/>
              </a:rPr>
              <a:t>In</a:t>
            </a:r>
            <a:r>
              <a:rPr sz="2200" dirty="0">
                <a:latin typeface="Calibri"/>
                <a:cs typeface="Calibri"/>
              </a:rPr>
              <a:t> </a:t>
            </a:r>
            <a:r>
              <a:rPr sz="2200" spc="-5" dirty="0">
                <a:latin typeface="Calibri"/>
                <a:cs typeface="Calibri"/>
              </a:rPr>
              <a:t>the</a:t>
            </a:r>
            <a:r>
              <a:rPr sz="2200" spc="15" dirty="0">
                <a:latin typeface="Calibri"/>
                <a:cs typeface="Calibri"/>
              </a:rPr>
              <a:t> </a:t>
            </a:r>
            <a:r>
              <a:rPr sz="2200" spc="-10" dirty="0">
                <a:latin typeface="Calibri"/>
                <a:cs typeface="Calibri"/>
              </a:rPr>
              <a:t>case</a:t>
            </a:r>
            <a:r>
              <a:rPr sz="2200" spc="10" dirty="0">
                <a:latin typeface="Calibri"/>
                <a:cs typeface="Calibri"/>
              </a:rPr>
              <a:t> </a:t>
            </a:r>
            <a:r>
              <a:rPr sz="2200" spc="-5" dirty="0">
                <a:latin typeface="Calibri"/>
                <a:cs typeface="Calibri"/>
              </a:rPr>
              <a:t>of</a:t>
            </a:r>
            <a:r>
              <a:rPr sz="2200" spc="15" dirty="0">
                <a:latin typeface="Calibri"/>
                <a:cs typeface="Calibri"/>
              </a:rPr>
              <a:t> </a:t>
            </a:r>
            <a:r>
              <a:rPr sz="2200" spc="-10" dirty="0">
                <a:latin typeface="Calibri"/>
                <a:cs typeface="Calibri"/>
              </a:rPr>
              <a:t>large-scale</a:t>
            </a:r>
            <a:r>
              <a:rPr sz="2200" spc="15" dirty="0">
                <a:latin typeface="Calibri"/>
                <a:cs typeface="Calibri"/>
              </a:rPr>
              <a:t> </a:t>
            </a:r>
            <a:r>
              <a:rPr sz="2200" spc="-15" dirty="0">
                <a:latin typeface="Calibri"/>
                <a:cs typeface="Calibri"/>
              </a:rPr>
              <a:t>data</a:t>
            </a:r>
            <a:r>
              <a:rPr sz="2200" spc="10" dirty="0">
                <a:latin typeface="Calibri"/>
                <a:cs typeface="Calibri"/>
              </a:rPr>
              <a:t> </a:t>
            </a:r>
            <a:r>
              <a:rPr sz="2200" spc="-20" dirty="0">
                <a:latin typeface="Calibri"/>
                <a:cs typeface="Calibri"/>
              </a:rPr>
              <a:t>storage,</a:t>
            </a:r>
            <a:r>
              <a:rPr sz="2200" spc="15" dirty="0">
                <a:latin typeface="Calibri"/>
                <a:cs typeface="Calibri"/>
              </a:rPr>
              <a:t> </a:t>
            </a:r>
            <a:r>
              <a:rPr sz="2200" dirty="0">
                <a:latin typeface="Calibri"/>
                <a:cs typeface="Calibri"/>
              </a:rPr>
              <a:t>big</a:t>
            </a:r>
            <a:r>
              <a:rPr sz="2200" spc="5" dirty="0">
                <a:latin typeface="Calibri"/>
                <a:cs typeface="Calibri"/>
              </a:rPr>
              <a:t> </a:t>
            </a:r>
            <a:r>
              <a:rPr sz="2200" spc="-20" dirty="0">
                <a:latin typeface="Calibri"/>
                <a:cs typeface="Calibri"/>
              </a:rPr>
              <a:t>data</a:t>
            </a:r>
            <a:r>
              <a:rPr sz="2200" spc="10" dirty="0">
                <a:latin typeface="Calibri"/>
                <a:cs typeface="Calibri"/>
              </a:rPr>
              <a:t> </a:t>
            </a:r>
            <a:r>
              <a:rPr sz="2200" spc="-5" dirty="0">
                <a:latin typeface="Calibri"/>
                <a:cs typeface="Calibri"/>
              </a:rPr>
              <a:t>analytics</a:t>
            </a:r>
            <a:r>
              <a:rPr sz="2200" spc="15" dirty="0">
                <a:latin typeface="Calibri"/>
                <a:cs typeface="Calibri"/>
              </a:rPr>
              <a:t> </a:t>
            </a:r>
            <a:r>
              <a:rPr sz="2200" spc="-10" dirty="0">
                <a:latin typeface="Calibri"/>
                <a:cs typeface="Calibri"/>
              </a:rPr>
              <a:t>technologies</a:t>
            </a:r>
            <a:endParaRPr sz="2200">
              <a:latin typeface="Calibri"/>
              <a:cs typeface="Calibri"/>
            </a:endParaRPr>
          </a:p>
          <a:p>
            <a:pPr marL="756285" algn="just">
              <a:lnSpc>
                <a:spcPct val="100000"/>
              </a:lnSpc>
            </a:pPr>
            <a:r>
              <a:rPr sz="2200" spc="-15" dirty="0">
                <a:latin typeface="Calibri"/>
                <a:cs typeface="Calibri"/>
              </a:rPr>
              <a:t>may</a:t>
            </a:r>
            <a:r>
              <a:rPr sz="2200" spc="-20" dirty="0">
                <a:latin typeface="Calibri"/>
                <a:cs typeface="Calibri"/>
              </a:rPr>
              <a:t> </a:t>
            </a:r>
            <a:r>
              <a:rPr sz="2200" spc="-5" dirty="0">
                <a:latin typeface="Calibri"/>
                <a:cs typeface="Calibri"/>
              </a:rPr>
              <a:t>be</a:t>
            </a:r>
            <a:r>
              <a:rPr sz="2200" spc="-15" dirty="0">
                <a:latin typeface="Calibri"/>
                <a:cs typeface="Calibri"/>
              </a:rPr>
              <a:t> </a:t>
            </a:r>
            <a:r>
              <a:rPr sz="2200" spc="-5" dirty="0">
                <a:latin typeface="Calibri"/>
                <a:cs typeface="Calibri"/>
              </a:rPr>
              <a:t>applied.</a:t>
            </a:r>
            <a:endParaRPr sz="220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F9C9B-FC0F-2E02-A2F5-0DD8098BB2B0}"/>
              </a:ext>
            </a:extLst>
          </p:cNvPr>
          <p:cNvSpPr>
            <a:spLocks noGrp="1"/>
          </p:cNvSpPr>
          <p:nvPr>
            <p:ph type="ctrTitle"/>
          </p:nvPr>
        </p:nvSpPr>
        <p:spPr/>
        <p:txBody>
          <a:bodyPr/>
          <a:lstStyle/>
          <a:p>
            <a:r>
              <a:rPr lang="en-IN" dirty="0"/>
              <a:t>FOG AND EDGE COMPUTING </a:t>
            </a:r>
          </a:p>
        </p:txBody>
      </p:sp>
    </p:spTree>
    <p:extLst>
      <p:ext uri="{BB962C8B-B14F-4D97-AF65-F5344CB8AC3E}">
        <p14:creationId xmlns:p14="http://schemas.microsoft.com/office/powerpoint/2010/main" val="1199270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07061-05B7-4974-D1C2-E232782AFB4F}"/>
              </a:ext>
            </a:extLst>
          </p:cNvPr>
          <p:cNvSpPr>
            <a:spLocks noGrp="1"/>
          </p:cNvSpPr>
          <p:nvPr>
            <p:ph type="title"/>
          </p:nvPr>
        </p:nvSpPr>
        <p:spPr/>
        <p:txBody>
          <a:bodyPr/>
          <a:lstStyle/>
          <a:p>
            <a:r>
              <a:rPr lang="en-US" sz="3300" dirty="0"/>
              <a:t>RESTful API</a:t>
            </a:r>
            <a:endParaRPr lang="en-IN" dirty="0"/>
          </a:p>
        </p:txBody>
      </p:sp>
      <p:sp>
        <p:nvSpPr>
          <p:cNvPr id="3" name="Content Placeholder 2">
            <a:extLst>
              <a:ext uri="{FF2B5EF4-FFF2-40B4-BE49-F238E27FC236}">
                <a16:creationId xmlns:a16="http://schemas.microsoft.com/office/drawing/2014/main" id="{B204A7A5-0E99-57AE-4E78-FF7DC97B9967}"/>
              </a:ext>
            </a:extLst>
          </p:cNvPr>
          <p:cNvSpPr>
            <a:spLocks noGrp="1"/>
          </p:cNvSpPr>
          <p:nvPr>
            <p:ph idx="1"/>
          </p:nvPr>
        </p:nvSpPr>
        <p:spPr/>
        <p:txBody>
          <a:bodyPr>
            <a:normAutofit/>
          </a:bodyPr>
          <a:lstStyle/>
          <a:p>
            <a:pPr algn="just"/>
            <a:r>
              <a:rPr lang="en-US" sz="2700" dirty="0"/>
              <a:t>RESTful API, or Representational State Transfer API, is a type of application programming interface (API) that allows two computer systems to </a:t>
            </a:r>
            <a:r>
              <a:rPr lang="en-US" sz="2700" dirty="0">
                <a:highlight>
                  <a:srgbClr val="FFFF00"/>
                </a:highlight>
              </a:rPr>
              <a:t>communicate securely </a:t>
            </a:r>
            <a:r>
              <a:rPr lang="en-US" sz="2700" dirty="0"/>
              <a:t>over the internet</a:t>
            </a:r>
            <a:endParaRPr lang="en-IN" sz="2700" dirty="0"/>
          </a:p>
        </p:txBody>
      </p:sp>
    </p:spTree>
    <p:extLst>
      <p:ext uri="{BB962C8B-B14F-4D97-AF65-F5344CB8AC3E}">
        <p14:creationId xmlns:p14="http://schemas.microsoft.com/office/powerpoint/2010/main" val="2775546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F76AC-9D0B-A854-31F4-3DA9F3DA7D68}"/>
              </a:ext>
            </a:extLst>
          </p:cNvPr>
          <p:cNvSpPr>
            <a:spLocks noGrp="1"/>
          </p:cNvSpPr>
          <p:nvPr>
            <p:ph type="title"/>
          </p:nvPr>
        </p:nvSpPr>
        <p:spPr/>
        <p:txBody>
          <a:bodyPr/>
          <a:lstStyle/>
          <a:p>
            <a:r>
              <a:rPr lang="en-US" dirty="0"/>
              <a:t>RESTful APIs have several advantages</a:t>
            </a:r>
            <a:endParaRPr lang="en-IN" dirty="0"/>
          </a:p>
        </p:txBody>
      </p:sp>
      <p:sp>
        <p:nvSpPr>
          <p:cNvPr id="3" name="Content Placeholder 2">
            <a:extLst>
              <a:ext uri="{FF2B5EF4-FFF2-40B4-BE49-F238E27FC236}">
                <a16:creationId xmlns:a16="http://schemas.microsoft.com/office/drawing/2014/main" id="{4001BDA7-7D6E-728C-3E9B-D5DBDDC67301}"/>
              </a:ext>
            </a:extLst>
          </p:cNvPr>
          <p:cNvSpPr>
            <a:spLocks noGrp="1"/>
          </p:cNvSpPr>
          <p:nvPr>
            <p:ph idx="1"/>
          </p:nvPr>
        </p:nvSpPr>
        <p:spPr/>
        <p:txBody>
          <a:bodyPr>
            <a:normAutofit fontScale="92500"/>
          </a:bodyPr>
          <a:lstStyle/>
          <a:p>
            <a:pPr algn="just"/>
            <a:r>
              <a:rPr lang="en-US" b="1" i="1" dirty="0"/>
              <a:t>Flexibility: </a:t>
            </a:r>
            <a:r>
              <a:rPr lang="en-US" dirty="0"/>
              <a:t>REST APIs can handle multiple types of calls, return different data formats, and change structurally. </a:t>
            </a:r>
          </a:p>
          <a:p>
            <a:pPr algn="just"/>
            <a:r>
              <a:rPr lang="en-US" b="1" i="1" dirty="0"/>
              <a:t>Scalability: </a:t>
            </a:r>
            <a:r>
              <a:rPr lang="en-US" dirty="0"/>
              <a:t>RESTful APIs are designed to handle many concurrent requests. </a:t>
            </a:r>
          </a:p>
          <a:p>
            <a:pPr algn="just"/>
            <a:r>
              <a:rPr lang="en-US" b="1" i="1" dirty="0"/>
              <a:t>Security: </a:t>
            </a:r>
            <a:r>
              <a:rPr lang="en-US" dirty="0"/>
              <a:t>RESTful APIs can be secured using standard security protocols like HTTPS. </a:t>
            </a:r>
          </a:p>
          <a:p>
            <a:pPr algn="just"/>
            <a:r>
              <a:rPr lang="en-US" b="1" i="1" dirty="0"/>
              <a:t>Interoperability: </a:t>
            </a:r>
            <a:r>
              <a:rPr lang="en-US" dirty="0"/>
              <a:t>RESTful APIs follow a uniform architecture, making them highly interoperable. </a:t>
            </a:r>
          </a:p>
          <a:p>
            <a:pPr algn="just"/>
            <a:r>
              <a:rPr lang="en-US" b="1" i="1" dirty="0"/>
              <a:t>Simplicity: </a:t>
            </a:r>
            <a:r>
              <a:rPr lang="en-US" dirty="0"/>
              <a:t>RESTful APIs are designed to be simple and easy to understand. </a:t>
            </a:r>
          </a:p>
          <a:p>
            <a:pPr algn="just"/>
            <a:r>
              <a:rPr lang="en-US" b="1" i="1" dirty="0"/>
              <a:t>Efficiency: </a:t>
            </a:r>
            <a:r>
              <a:rPr lang="en-US" dirty="0"/>
              <a:t>REST uses less bandwidth, making it more efficient in internet use.</a:t>
            </a:r>
            <a:endParaRPr lang="en-IN" dirty="0"/>
          </a:p>
        </p:txBody>
      </p:sp>
      <p:sp>
        <p:nvSpPr>
          <p:cNvPr id="6" name="TextBox 5">
            <a:extLst>
              <a:ext uri="{FF2B5EF4-FFF2-40B4-BE49-F238E27FC236}">
                <a16:creationId xmlns:a16="http://schemas.microsoft.com/office/drawing/2014/main" id="{2E7B82C5-6902-692D-8BDA-8B6CD4A9348B}"/>
              </a:ext>
            </a:extLst>
          </p:cNvPr>
          <p:cNvSpPr txBox="1"/>
          <p:nvPr/>
        </p:nvSpPr>
        <p:spPr>
          <a:xfrm>
            <a:off x="2286000" y="4243253"/>
            <a:ext cx="4572000" cy="900246"/>
          </a:xfrm>
          <a:prstGeom prst="rect">
            <a:avLst/>
          </a:prstGeom>
          <a:noFill/>
        </p:spPr>
        <p:txBody>
          <a:bodyPr wrap="square">
            <a:spAutoFit/>
          </a:bodyPr>
          <a:lstStyle/>
          <a:p>
            <a:pPr algn="just"/>
            <a:r>
              <a:rPr lang="en-US" b="1" i="1" dirty="0">
                <a:solidFill>
                  <a:srgbClr val="FF0000"/>
                </a:solidFill>
                <a:effectLst/>
                <a:latin typeface="Google Sans"/>
              </a:rPr>
              <a:t>RESTful APIs use HTTP requests to access and use data. They communicate through HTTP requests to perform standard database functions like creating, reading, updating, and deleting records (CRUD)</a:t>
            </a:r>
            <a:endParaRPr lang="en-IN" b="1" i="1" dirty="0">
              <a:solidFill>
                <a:srgbClr val="FF0000"/>
              </a:solidFill>
            </a:endParaRPr>
          </a:p>
        </p:txBody>
      </p:sp>
    </p:spTree>
    <p:extLst>
      <p:ext uri="{BB962C8B-B14F-4D97-AF65-F5344CB8AC3E}">
        <p14:creationId xmlns:p14="http://schemas.microsoft.com/office/powerpoint/2010/main" val="1706332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3DBC8D-63FA-D1AC-664B-58E083F6E6B3}"/>
              </a:ext>
            </a:extLst>
          </p:cNvPr>
          <p:cNvSpPr>
            <a:spLocks noGrp="1"/>
          </p:cNvSpPr>
          <p:nvPr>
            <p:ph idx="1"/>
          </p:nvPr>
        </p:nvSpPr>
        <p:spPr/>
        <p:txBody>
          <a:bodyPr>
            <a:normAutofit/>
          </a:bodyPr>
          <a:lstStyle/>
          <a:p>
            <a:pPr algn="just"/>
            <a:r>
              <a:rPr lang="en-US" sz="3600" dirty="0"/>
              <a:t>By using these methods (</a:t>
            </a:r>
            <a:r>
              <a:rPr lang="en-US" sz="3600" b="1" i="1" dirty="0">
                <a:highlight>
                  <a:srgbClr val="FFFF00"/>
                </a:highlight>
              </a:rPr>
              <a:t>POST, GET, PUT, and DELETE</a:t>
            </a:r>
            <a:r>
              <a:rPr lang="en-US" sz="3600" dirty="0"/>
              <a:t>), you can effectively create, read, update, and delete resources on the server, making RESTful APIs versatile and powerful for managing data.</a:t>
            </a:r>
            <a:endParaRPr lang="en-IN" sz="3600" dirty="0"/>
          </a:p>
        </p:txBody>
      </p:sp>
    </p:spTree>
    <p:extLst>
      <p:ext uri="{BB962C8B-B14F-4D97-AF65-F5344CB8AC3E}">
        <p14:creationId xmlns:p14="http://schemas.microsoft.com/office/powerpoint/2010/main" val="3397151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A41B4-8F2C-EE6C-B1B5-AAD734319E61}"/>
              </a:ext>
            </a:extLst>
          </p:cNvPr>
          <p:cNvSpPr>
            <a:spLocks noGrp="1"/>
          </p:cNvSpPr>
          <p:nvPr>
            <p:ph type="title"/>
          </p:nvPr>
        </p:nvSpPr>
        <p:spPr/>
        <p:txBody>
          <a:bodyPr/>
          <a:lstStyle/>
          <a:p>
            <a:r>
              <a:rPr lang="en-IN" dirty="0"/>
              <a:t>RESTful API</a:t>
            </a:r>
          </a:p>
        </p:txBody>
      </p:sp>
      <p:sp>
        <p:nvSpPr>
          <p:cNvPr id="3" name="Content Placeholder 2">
            <a:extLst>
              <a:ext uri="{FF2B5EF4-FFF2-40B4-BE49-F238E27FC236}">
                <a16:creationId xmlns:a16="http://schemas.microsoft.com/office/drawing/2014/main" id="{CF5F121C-674C-8D1B-1B18-A83C6F4295DB}"/>
              </a:ext>
            </a:extLst>
          </p:cNvPr>
          <p:cNvSpPr>
            <a:spLocks noGrp="1"/>
          </p:cNvSpPr>
          <p:nvPr>
            <p:ph idx="1"/>
          </p:nvPr>
        </p:nvSpPr>
        <p:spPr/>
        <p:txBody>
          <a:bodyPr/>
          <a:lstStyle/>
          <a:p>
            <a:pPr algn="just"/>
            <a:r>
              <a:rPr lang="en-US" dirty="0"/>
              <a:t>RESTful APIs are essential for enabling communication between IoT devices, fog nodes, and edge computing systems. Here’s how you can design a RESTful API for fog and edge middleware:</a:t>
            </a:r>
          </a:p>
          <a:p>
            <a:pPr marL="0" indent="0" algn="just">
              <a:buNone/>
            </a:pPr>
            <a:r>
              <a:rPr lang="en-IN" sz="3000" b="1" dirty="0"/>
              <a:t>1. API Endpoints</a:t>
            </a:r>
          </a:p>
          <a:p>
            <a:pPr marL="0" indent="0" algn="just">
              <a:buNone/>
            </a:pPr>
            <a:r>
              <a:rPr lang="en-IN" sz="3000" b="1" dirty="0"/>
              <a:t>2. Security</a:t>
            </a:r>
          </a:p>
          <a:p>
            <a:pPr marL="0" indent="0" algn="just">
              <a:buNone/>
            </a:pPr>
            <a:r>
              <a:rPr lang="en-IN" sz="3000" b="1" dirty="0"/>
              <a:t>3. Performance Metrics</a:t>
            </a:r>
          </a:p>
          <a:p>
            <a:pPr marL="0" indent="0" algn="just">
              <a:buNone/>
            </a:pPr>
            <a:r>
              <a:rPr lang="en-IN" sz="3000" b="1" dirty="0"/>
              <a:t>4. Example Use Case</a:t>
            </a:r>
          </a:p>
        </p:txBody>
      </p:sp>
    </p:spTree>
    <p:extLst>
      <p:ext uri="{BB962C8B-B14F-4D97-AF65-F5344CB8AC3E}">
        <p14:creationId xmlns:p14="http://schemas.microsoft.com/office/powerpoint/2010/main" val="26268715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F6B6F-4271-09CF-E553-D7FFDA70FB4E}"/>
              </a:ext>
            </a:extLst>
          </p:cNvPr>
          <p:cNvSpPr>
            <a:spLocks noGrp="1"/>
          </p:cNvSpPr>
          <p:nvPr>
            <p:ph type="title"/>
          </p:nvPr>
        </p:nvSpPr>
        <p:spPr/>
        <p:txBody>
          <a:bodyPr/>
          <a:lstStyle/>
          <a:p>
            <a:r>
              <a:rPr lang="en-IN" sz="3300" b="1" dirty="0"/>
              <a:t>1. API Endpoints</a:t>
            </a:r>
            <a:br>
              <a:rPr lang="en-IN" sz="3300" b="1" dirty="0"/>
            </a:br>
            <a:endParaRPr lang="en-IN" dirty="0"/>
          </a:p>
        </p:txBody>
      </p:sp>
      <p:sp>
        <p:nvSpPr>
          <p:cNvPr id="3" name="Content Placeholder 2">
            <a:extLst>
              <a:ext uri="{FF2B5EF4-FFF2-40B4-BE49-F238E27FC236}">
                <a16:creationId xmlns:a16="http://schemas.microsoft.com/office/drawing/2014/main" id="{59951EED-165C-90FA-DAC2-90F7C185E0CA}"/>
              </a:ext>
            </a:extLst>
          </p:cNvPr>
          <p:cNvSpPr>
            <a:spLocks noGrp="1"/>
          </p:cNvSpPr>
          <p:nvPr>
            <p:ph idx="1"/>
          </p:nvPr>
        </p:nvSpPr>
        <p:spPr/>
        <p:txBody>
          <a:bodyPr>
            <a:normAutofit fontScale="62500" lnSpcReduction="20000"/>
          </a:bodyPr>
          <a:lstStyle/>
          <a:p>
            <a:pPr marL="0" indent="0">
              <a:buNone/>
            </a:pPr>
            <a:r>
              <a:rPr lang="en-IN" b="1" i="1" dirty="0"/>
              <a:t>Device Management:</a:t>
            </a:r>
          </a:p>
          <a:p>
            <a:endParaRPr lang="en-IN" dirty="0"/>
          </a:p>
          <a:p>
            <a:r>
              <a:rPr lang="en-IN" dirty="0"/>
              <a:t>POST /devices - Register new devices.</a:t>
            </a:r>
          </a:p>
          <a:p>
            <a:endParaRPr lang="en-IN" dirty="0"/>
          </a:p>
          <a:p>
            <a:r>
              <a:rPr lang="en-IN" dirty="0"/>
              <a:t>GET /devices - Retrieve a list of registered devices.</a:t>
            </a:r>
          </a:p>
          <a:p>
            <a:endParaRPr lang="en-IN" dirty="0"/>
          </a:p>
          <a:p>
            <a:r>
              <a:rPr lang="en-IN" dirty="0">
                <a:highlight>
                  <a:srgbClr val="00FFFF"/>
                </a:highlight>
              </a:rPr>
              <a:t>PUT /devices/{id} - Update device information.</a:t>
            </a:r>
          </a:p>
          <a:p>
            <a:endParaRPr lang="en-IN" dirty="0">
              <a:highlight>
                <a:srgbClr val="00FFFF"/>
              </a:highlight>
            </a:endParaRPr>
          </a:p>
          <a:p>
            <a:r>
              <a:rPr lang="en-IN" dirty="0">
                <a:highlight>
                  <a:srgbClr val="00FFFF"/>
                </a:highlight>
              </a:rPr>
              <a:t>DELETE /devices/{id} - Remove a device.</a:t>
            </a:r>
          </a:p>
          <a:p>
            <a:endParaRPr lang="en-IN" dirty="0"/>
          </a:p>
          <a:p>
            <a:pPr marL="0" indent="0">
              <a:buNone/>
            </a:pPr>
            <a:r>
              <a:rPr lang="en-IN" b="1" i="1" dirty="0"/>
              <a:t>Data Collection:</a:t>
            </a:r>
          </a:p>
          <a:p>
            <a:endParaRPr lang="en-IN" dirty="0"/>
          </a:p>
          <a:p>
            <a:r>
              <a:rPr lang="en-IN" dirty="0"/>
              <a:t>POST /data - Submit data from IoT devices.</a:t>
            </a:r>
          </a:p>
          <a:p>
            <a:endParaRPr lang="en-IN" dirty="0"/>
          </a:p>
        </p:txBody>
      </p:sp>
      <p:sp>
        <p:nvSpPr>
          <p:cNvPr id="6" name="TextBox 5">
            <a:extLst>
              <a:ext uri="{FF2B5EF4-FFF2-40B4-BE49-F238E27FC236}">
                <a16:creationId xmlns:a16="http://schemas.microsoft.com/office/drawing/2014/main" id="{5B01CDF9-E32E-014A-1014-F3103B806521}"/>
              </a:ext>
            </a:extLst>
          </p:cNvPr>
          <p:cNvSpPr txBox="1"/>
          <p:nvPr/>
        </p:nvSpPr>
        <p:spPr>
          <a:xfrm>
            <a:off x="4689987" y="1505689"/>
            <a:ext cx="4572000" cy="2769989"/>
          </a:xfrm>
          <a:prstGeom prst="rect">
            <a:avLst/>
          </a:prstGeom>
          <a:noFill/>
        </p:spPr>
        <p:txBody>
          <a:bodyPr wrap="square">
            <a:spAutoFit/>
          </a:bodyPr>
          <a:lstStyle/>
          <a:p>
            <a:r>
              <a:rPr lang="en-IN" dirty="0"/>
              <a:t>GET /data - Retrieve collected data.</a:t>
            </a:r>
          </a:p>
          <a:p>
            <a:endParaRPr lang="en-IN" dirty="0"/>
          </a:p>
          <a:p>
            <a:r>
              <a:rPr lang="en-IN" b="1" i="1" dirty="0"/>
              <a:t>Edge Processing:</a:t>
            </a:r>
          </a:p>
          <a:p>
            <a:endParaRPr lang="en-IN" dirty="0"/>
          </a:p>
          <a:p>
            <a:r>
              <a:rPr lang="en-IN" dirty="0"/>
              <a:t>POST /processing - Submit data for local processing.</a:t>
            </a:r>
          </a:p>
          <a:p>
            <a:endParaRPr lang="en-IN" dirty="0"/>
          </a:p>
          <a:p>
            <a:r>
              <a:rPr lang="en-IN" dirty="0"/>
              <a:t>GET /processing - Retrieve processed data.</a:t>
            </a:r>
          </a:p>
          <a:p>
            <a:endParaRPr lang="en-IN" dirty="0"/>
          </a:p>
          <a:p>
            <a:r>
              <a:rPr lang="en-IN" b="1" i="1" dirty="0"/>
              <a:t>Alerts:</a:t>
            </a:r>
          </a:p>
          <a:p>
            <a:endParaRPr lang="en-IN" dirty="0"/>
          </a:p>
          <a:p>
            <a:r>
              <a:rPr lang="en-IN" dirty="0"/>
              <a:t>POST /alerts - Send alerts for critical conditions.</a:t>
            </a:r>
          </a:p>
          <a:p>
            <a:endParaRPr lang="en-IN" dirty="0"/>
          </a:p>
          <a:p>
            <a:r>
              <a:rPr lang="en-IN" dirty="0"/>
              <a:t>GET /alerts - Retrieve alert history.</a:t>
            </a:r>
          </a:p>
        </p:txBody>
      </p:sp>
      <p:sp>
        <p:nvSpPr>
          <p:cNvPr id="9" name="TextBox 8">
            <a:extLst>
              <a:ext uri="{FF2B5EF4-FFF2-40B4-BE49-F238E27FC236}">
                <a16:creationId xmlns:a16="http://schemas.microsoft.com/office/drawing/2014/main" id="{4540497B-C842-CC68-D8F8-8C902EA8BD28}"/>
              </a:ext>
            </a:extLst>
          </p:cNvPr>
          <p:cNvSpPr txBox="1"/>
          <p:nvPr/>
        </p:nvSpPr>
        <p:spPr>
          <a:xfrm>
            <a:off x="3790335" y="710331"/>
            <a:ext cx="4660489" cy="484748"/>
          </a:xfrm>
          <a:prstGeom prst="rect">
            <a:avLst/>
          </a:prstGeom>
          <a:noFill/>
        </p:spPr>
        <p:txBody>
          <a:bodyPr wrap="square">
            <a:spAutoFit/>
          </a:bodyPr>
          <a:lstStyle/>
          <a:p>
            <a:r>
              <a:rPr lang="en-US" b="1" i="1" dirty="0">
                <a:highlight>
                  <a:srgbClr val="FFFF00"/>
                </a:highlight>
              </a:rPr>
              <a:t>POST is for sending data to the server to create something new, while GET is for fetching data from the server.</a:t>
            </a:r>
            <a:endParaRPr lang="en-IN" b="1" i="1" dirty="0">
              <a:highlight>
                <a:srgbClr val="FFFF00"/>
              </a:highlight>
            </a:endParaRPr>
          </a:p>
        </p:txBody>
      </p:sp>
    </p:spTree>
    <p:extLst>
      <p:ext uri="{BB962C8B-B14F-4D97-AF65-F5344CB8AC3E}">
        <p14:creationId xmlns:p14="http://schemas.microsoft.com/office/powerpoint/2010/main" val="2122904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A7C07-4FAE-831A-E048-A2006951DCC1}"/>
              </a:ext>
            </a:extLst>
          </p:cNvPr>
          <p:cNvSpPr>
            <a:spLocks noGrp="1"/>
          </p:cNvSpPr>
          <p:nvPr>
            <p:ph type="title"/>
          </p:nvPr>
        </p:nvSpPr>
        <p:spPr/>
        <p:txBody>
          <a:bodyPr/>
          <a:lstStyle/>
          <a:p>
            <a:r>
              <a:rPr lang="en-US" b="1" dirty="0"/>
              <a:t>2.Security</a:t>
            </a:r>
            <a:br>
              <a:rPr lang="en-US" b="1" dirty="0"/>
            </a:br>
            <a:endParaRPr lang="en-IN" dirty="0"/>
          </a:p>
        </p:txBody>
      </p:sp>
      <p:sp>
        <p:nvSpPr>
          <p:cNvPr id="3" name="Content Placeholder 2">
            <a:extLst>
              <a:ext uri="{FF2B5EF4-FFF2-40B4-BE49-F238E27FC236}">
                <a16:creationId xmlns:a16="http://schemas.microsoft.com/office/drawing/2014/main" id="{989EF728-12FF-97F4-DA53-DFBFA34840D7}"/>
              </a:ext>
            </a:extLst>
          </p:cNvPr>
          <p:cNvSpPr>
            <a:spLocks noGrp="1"/>
          </p:cNvSpPr>
          <p:nvPr>
            <p:ph idx="1"/>
          </p:nvPr>
        </p:nvSpPr>
        <p:spPr/>
        <p:txBody>
          <a:bodyPr>
            <a:normAutofit/>
          </a:bodyPr>
          <a:lstStyle/>
          <a:p>
            <a:r>
              <a:rPr lang="en-US" dirty="0"/>
              <a:t>Authentication: Use OAuth 2.0 for secure access control.</a:t>
            </a:r>
          </a:p>
          <a:p>
            <a:r>
              <a:rPr lang="en-US" dirty="0"/>
              <a:t>Authorization: Implement role-based access control (RBAC) to manage permissions.</a:t>
            </a:r>
          </a:p>
          <a:p>
            <a:r>
              <a:rPr lang="en-US" dirty="0"/>
              <a:t>Data Encryption: Ensure data is encrypted during transmission using HTTPS.</a:t>
            </a:r>
          </a:p>
          <a:p>
            <a:endParaRPr lang="en-US" dirty="0"/>
          </a:p>
        </p:txBody>
      </p:sp>
      <p:sp>
        <p:nvSpPr>
          <p:cNvPr id="7" name="TextBox 6">
            <a:extLst>
              <a:ext uri="{FF2B5EF4-FFF2-40B4-BE49-F238E27FC236}">
                <a16:creationId xmlns:a16="http://schemas.microsoft.com/office/drawing/2014/main" id="{C09F51BA-DD0D-F3CE-0178-C864025F05AF}"/>
              </a:ext>
            </a:extLst>
          </p:cNvPr>
          <p:cNvSpPr txBox="1"/>
          <p:nvPr/>
        </p:nvSpPr>
        <p:spPr>
          <a:xfrm>
            <a:off x="1238863" y="3464301"/>
            <a:ext cx="6776884" cy="692497"/>
          </a:xfrm>
          <a:prstGeom prst="rect">
            <a:avLst/>
          </a:prstGeom>
          <a:noFill/>
        </p:spPr>
        <p:txBody>
          <a:bodyPr wrap="square">
            <a:spAutoFit/>
          </a:bodyPr>
          <a:lstStyle/>
          <a:p>
            <a:r>
              <a:rPr lang="en-US" b="1" i="0" dirty="0">
                <a:solidFill>
                  <a:srgbClr val="F2DDCC"/>
                </a:solidFill>
                <a:effectLst/>
                <a:highlight>
                  <a:srgbClr val="000000"/>
                </a:highlight>
                <a:latin typeface="Ginto"/>
              </a:rPr>
              <a:t>OAuth 2.0 is an authorization framework that allows applications to obtain limited access to user accounts on an HTTP service, such as Facebook, GitHub, or Google. It enables users to grant third party applications access to their resources without sharing their credentials</a:t>
            </a:r>
            <a:endParaRPr lang="en-IN" b="1" dirty="0">
              <a:highlight>
                <a:srgbClr val="000000"/>
              </a:highlight>
            </a:endParaRPr>
          </a:p>
        </p:txBody>
      </p:sp>
    </p:spTree>
    <p:extLst>
      <p:ext uri="{BB962C8B-B14F-4D97-AF65-F5344CB8AC3E}">
        <p14:creationId xmlns:p14="http://schemas.microsoft.com/office/powerpoint/2010/main" val="18804736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2BDAE-47EE-A146-A6CA-DE6CEDE04719}"/>
              </a:ext>
            </a:extLst>
          </p:cNvPr>
          <p:cNvSpPr>
            <a:spLocks noGrp="1"/>
          </p:cNvSpPr>
          <p:nvPr>
            <p:ph type="title"/>
          </p:nvPr>
        </p:nvSpPr>
        <p:spPr/>
        <p:txBody>
          <a:bodyPr/>
          <a:lstStyle/>
          <a:p>
            <a:r>
              <a:rPr lang="en-US" b="1" dirty="0"/>
              <a:t>3. Performance Metrics</a:t>
            </a:r>
            <a:br>
              <a:rPr lang="en-US" b="1" dirty="0"/>
            </a:br>
            <a:endParaRPr lang="en-IN" dirty="0"/>
          </a:p>
        </p:txBody>
      </p:sp>
      <p:sp>
        <p:nvSpPr>
          <p:cNvPr id="5" name="Content Placeholder 4">
            <a:extLst>
              <a:ext uri="{FF2B5EF4-FFF2-40B4-BE49-F238E27FC236}">
                <a16:creationId xmlns:a16="http://schemas.microsoft.com/office/drawing/2014/main" id="{58AE99C2-4BA7-E6B3-F9FA-0A143D5C8BA1}"/>
              </a:ext>
            </a:extLst>
          </p:cNvPr>
          <p:cNvSpPr txBox="1">
            <a:spLocks noGrp="1"/>
          </p:cNvSpPr>
          <p:nvPr>
            <p:ph idx="1"/>
          </p:nvPr>
        </p:nvSpPr>
        <p:spPr>
          <a:xfrm>
            <a:off x="628650" y="1369218"/>
            <a:ext cx="7886700" cy="2973121"/>
          </a:xfrm>
          <a:prstGeom prst="rect">
            <a:avLst/>
          </a:prstGeom>
          <a:noFill/>
        </p:spPr>
        <p:txBody>
          <a:bodyPr wrap="square">
            <a:spAutoFit/>
          </a:bodyPr>
          <a:lstStyle/>
          <a:p>
            <a:r>
              <a:rPr lang="en-US" dirty="0"/>
              <a:t>Latency: Measure the time taken for requests and responses.</a:t>
            </a:r>
          </a:p>
          <a:p>
            <a:endParaRPr lang="en-US" dirty="0"/>
          </a:p>
          <a:p>
            <a:r>
              <a:rPr lang="en-US" dirty="0"/>
              <a:t>Throughput: Evaluate the number of requests handled per unit time.</a:t>
            </a:r>
          </a:p>
          <a:p>
            <a:endParaRPr lang="en-US" dirty="0"/>
          </a:p>
          <a:p>
            <a:r>
              <a:rPr lang="en-US" dirty="0"/>
              <a:t>Reliability: Track the consistency and dependability of the API.</a:t>
            </a:r>
          </a:p>
          <a:p>
            <a:endParaRPr lang="en-US" dirty="0"/>
          </a:p>
          <a:p>
            <a:r>
              <a:rPr lang="en-US" dirty="0"/>
              <a:t>Scalability: Assess the ability to handle an increasing number of devices and requests.</a:t>
            </a:r>
            <a:endParaRPr lang="en-IN" dirty="0"/>
          </a:p>
        </p:txBody>
      </p:sp>
    </p:spTree>
    <p:extLst>
      <p:ext uri="{BB962C8B-B14F-4D97-AF65-F5344CB8AC3E}">
        <p14:creationId xmlns:p14="http://schemas.microsoft.com/office/powerpoint/2010/main" val="634947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DF038-B581-946E-4228-0B59FA17C080}"/>
              </a:ext>
            </a:extLst>
          </p:cNvPr>
          <p:cNvSpPr>
            <a:spLocks noGrp="1"/>
          </p:cNvSpPr>
          <p:nvPr>
            <p:ph type="title"/>
          </p:nvPr>
        </p:nvSpPr>
        <p:spPr/>
        <p:txBody>
          <a:bodyPr/>
          <a:lstStyle/>
          <a:p>
            <a:r>
              <a:rPr lang="en-US" b="1" dirty="0"/>
              <a:t>4. Example Use Cases</a:t>
            </a:r>
            <a:br>
              <a:rPr lang="en-US" b="1" dirty="0"/>
            </a:br>
            <a:endParaRPr lang="en-IN" b="1" dirty="0"/>
          </a:p>
        </p:txBody>
      </p:sp>
      <p:sp>
        <p:nvSpPr>
          <p:cNvPr id="3" name="Content Placeholder 2">
            <a:extLst>
              <a:ext uri="{FF2B5EF4-FFF2-40B4-BE49-F238E27FC236}">
                <a16:creationId xmlns:a16="http://schemas.microsoft.com/office/drawing/2014/main" id="{305ACD8C-729F-0A63-2D57-FDE1AD9B3A61}"/>
              </a:ext>
            </a:extLst>
          </p:cNvPr>
          <p:cNvSpPr>
            <a:spLocks noGrp="1"/>
          </p:cNvSpPr>
          <p:nvPr>
            <p:ph idx="1"/>
          </p:nvPr>
        </p:nvSpPr>
        <p:spPr>
          <a:xfrm>
            <a:off x="554908" y="823528"/>
            <a:ext cx="7886700" cy="3263503"/>
          </a:xfrm>
        </p:spPr>
        <p:txBody>
          <a:bodyPr>
            <a:noAutofit/>
          </a:bodyPr>
          <a:lstStyle/>
          <a:p>
            <a:pPr marL="0" indent="0" algn="just">
              <a:buNone/>
            </a:pPr>
            <a:r>
              <a:rPr lang="en-US" sz="1050" b="1" dirty="0"/>
              <a:t>1. </a:t>
            </a:r>
            <a:r>
              <a:rPr lang="en-US" sz="1050" b="1" dirty="0">
                <a:highlight>
                  <a:srgbClr val="FFFF00"/>
                </a:highlight>
              </a:rPr>
              <a:t>Smart Agriculture</a:t>
            </a:r>
            <a:r>
              <a:rPr lang="en-US" sz="1050" b="1" dirty="0"/>
              <a:t>: IoT devices collect soil moisture data and send it to the fog node via the RESTful API. The fog node processes the data and sends alerts if irrigation is needed.</a:t>
            </a:r>
          </a:p>
          <a:p>
            <a:pPr marL="0" indent="0" algn="just">
              <a:buNone/>
            </a:pPr>
            <a:r>
              <a:rPr lang="en-US" sz="1050" b="1" dirty="0"/>
              <a:t>2. </a:t>
            </a:r>
            <a:r>
              <a:rPr lang="en-US" sz="1050" b="1" dirty="0">
                <a:highlight>
                  <a:srgbClr val="FFFF00"/>
                </a:highlight>
              </a:rPr>
              <a:t>Smart Cities</a:t>
            </a:r>
          </a:p>
          <a:p>
            <a:pPr marL="0" indent="0" algn="just">
              <a:buNone/>
            </a:pPr>
            <a:r>
              <a:rPr lang="en-US" sz="1050" b="1" dirty="0"/>
              <a:t>Traffic Management: IoT sensors embedded in roads and traffic lights collect real-time traffic data. Fog nodes process this data locally to optimize traffic flow, reduce congestion, and minimize delays. RESTful APIs facilitate communication between sensors, fog nodes, and city control centers, enabling dynamic traffic signal adjustments and immediate rerouting suggestions.</a:t>
            </a:r>
          </a:p>
          <a:p>
            <a:pPr marL="0" indent="0" algn="just">
              <a:buNone/>
            </a:pPr>
            <a:r>
              <a:rPr lang="en-US" sz="1050" b="1" dirty="0"/>
              <a:t>3. </a:t>
            </a:r>
            <a:r>
              <a:rPr lang="en-US" sz="1050" b="1" dirty="0">
                <a:highlight>
                  <a:srgbClr val="FFFF00"/>
                </a:highlight>
              </a:rPr>
              <a:t>Healthcare</a:t>
            </a:r>
          </a:p>
          <a:p>
            <a:pPr marL="0" indent="0" algn="just">
              <a:buNone/>
            </a:pPr>
            <a:r>
              <a:rPr lang="en-US" sz="1050" b="1" dirty="0"/>
              <a:t>Patient Monitoring: Wearable health devices monitor patients' vital signs (e.g., heart rate, blood pressure). Fog nodes near patients' locations process this data in real-time, triggering alerts if abnormal readings are detected. RESTful APIs handle data transmission, ensuring secure and efficient communication between devices, fog nodes, and healthcare providers, enabling timely medical intervention.</a:t>
            </a:r>
          </a:p>
          <a:p>
            <a:pPr marL="0" indent="0" algn="just">
              <a:buNone/>
            </a:pPr>
            <a:r>
              <a:rPr lang="en-US" sz="1050" b="1" dirty="0"/>
              <a:t>4. </a:t>
            </a:r>
            <a:r>
              <a:rPr lang="en-US" sz="1050" b="1" dirty="0">
                <a:highlight>
                  <a:srgbClr val="FFFF00"/>
                </a:highlight>
              </a:rPr>
              <a:t>Industrial IoT (</a:t>
            </a:r>
            <a:r>
              <a:rPr lang="en-US" sz="1050" b="1" dirty="0" err="1">
                <a:highlight>
                  <a:srgbClr val="FFFF00"/>
                </a:highlight>
              </a:rPr>
              <a:t>IIoT</a:t>
            </a:r>
            <a:r>
              <a:rPr lang="en-US" sz="1050" b="1" dirty="0"/>
              <a:t>)</a:t>
            </a:r>
          </a:p>
          <a:p>
            <a:pPr marL="0" indent="0" algn="just">
              <a:buNone/>
            </a:pPr>
            <a:r>
              <a:rPr lang="en-US" sz="1050" b="1" dirty="0"/>
              <a:t>Predictive Maintenance: IoT sensors attached to industrial machinery collect data on equipment performance. Fog nodes analyze this data to predict potential failures and schedule maintenance before breakdowns occur. RESTful APIs manage the flow of data between sensors, fog nodes, and central systems, reducing downtime and maintenance costs.</a:t>
            </a:r>
          </a:p>
          <a:p>
            <a:pPr marL="0" indent="0" algn="just">
              <a:buNone/>
            </a:pPr>
            <a:r>
              <a:rPr lang="en-US" sz="1050" b="1" dirty="0"/>
              <a:t>5. </a:t>
            </a:r>
            <a:r>
              <a:rPr lang="en-US" sz="1050" b="1" dirty="0">
                <a:highlight>
                  <a:srgbClr val="FFFF00"/>
                </a:highlight>
              </a:rPr>
              <a:t>Retail</a:t>
            </a:r>
          </a:p>
          <a:p>
            <a:pPr marL="0" indent="0" algn="just">
              <a:buNone/>
            </a:pPr>
            <a:r>
              <a:rPr lang="en-US" sz="1050" b="1" dirty="0"/>
              <a:t>Smart Inventory Management: IoT sensors track product levels on shelves and in storage areas. Fog nodes process this data to ensure timely restocking and avoid overstocking. RESTful APIs facilitate data exchange between sensors, fog nodes, and inventory management systems, optimizing stock levels and improving operational efficiency.</a:t>
            </a:r>
          </a:p>
          <a:p>
            <a:pPr marL="0" indent="0" algn="just">
              <a:buNone/>
            </a:pPr>
            <a:r>
              <a:rPr lang="en-US" sz="1050" b="1" dirty="0"/>
              <a:t>6. </a:t>
            </a:r>
            <a:r>
              <a:rPr lang="en-US" sz="1050" b="1" dirty="0">
                <a:highlight>
                  <a:srgbClr val="FFFF00"/>
                </a:highlight>
              </a:rPr>
              <a:t>Environmental Monitoring</a:t>
            </a:r>
          </a:p>
          <a:p>
            <a:pPr marL="0" indent="0" algn="just">
              <a:buNone/>
            </a:pPr>
            <a:r>
              <a:rPr lang="en-US" sz="1050" b="1" dirty="0"/>
              <a:t>Air Quality Monitoring: IoT sensors monitor air quality parameters like CO2 and particulate matter levels. Fog nodes process this data to detect pollution hotspots and send alerts if air quality deteriorates. RESTful APIs connect sensors, fog nodes, and environmental monitoring systems, enabling real-time data analysis and timely response measures.</a:t>
            </a:r>
            <a:endParaRPr lang="en-IN" sz="1050" b="1" dirty="0"/>
          </a:p>
        </p:txBody>
      </p:sp>
    </p:spTree>
    <p:extLst>
      <p:ext uri="{BB962C8B-B14F-4D97-AF65-F5344CB8AC3E}">
        <p14:creationId xmlns:p14="http://schemas.microsoft.com/office/powerpoint/2010/main" val="3768824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E14FE-D24A-3A52-3C88-3AAAB6C20F0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2B33EAE-8936-4FEE-9127-A84D153CB56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F752736-11E7-8A5E-8A99-741C846FE7CD}"/>
              </a:ext>
            </a:extLst>
          </p:cNvPr>
          <p:cNvPicPr>
            <a:picLocks noChangeAspect="1"/>
          </p:cNvPicPr>
          <p:nvPr/>
        </p:nvPicPr>
        <p:blipFill>
          <a:blip r:embed="R95a36a217cac4bae"/>
          <a:stretch>
            <a:fillRect/>
          </a:stretch>
        </p:blipFill>
        <p:spPr>
          <a:xfrm>
            <a:off x="367392" y="368709"/>
            <a:ext cx="8474529" cy="4500946"/>
          </a:xfrm>
          <a:prstGeom prst="rect">
            <a:avLst/>
          </a:prstGeom>
        </p:spPr>
      </p:pic>
    </p:spTree>
    <p:extLst>
      <p:ext uri="{BB962C8B-B14F-4D97-AF65-F5344CB8AC3E}">
        <p14:creationId xmlns:p14="http://schemas.microsoft.com/office/powerpoint/2010/main" val="9285341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F0D73-29E2-C25E-2117-D534B82F8857}"/>
              </a:ext>
            </a:extLst>
          </p:cNvPr>
          <p:cNvSpPr>
            <a:spLocks noGrp="1"/>
          </p:cNvSpPr>
          <p:nvPr>
            <p:ph type="title"/>
          </p:nvPr>
        </p:nvSpPr>
        <p:spPr/>
        <p:txBody>
          <a:bodyPr/>
          <a:lstStyle/>
          <a:p>
            <a:r>
              <a:rPr lang="en-IN" b="1" dirty="0"/>
              <a:t>Smart Building</a:t>
            </a:r>
          </a:p>
        </p:txBody>
      </p:sp>
      <p:pic>
        <p:nvPicPr>
          <p:cNvPr id="9" name="Content Placeholder 8">
            <a:extLst>
              <a:ext uri="{FF2B5EF4-FFF2-40B4-BE49-F238E27FC236}">
                <a16:creationId xmlns:a16="http://schemas.microsoft.com/office/drawing/2014/main" id="{723DD405-D99D-6873-83DE-CCA3A256344D}"/>
              </a:ext>
            </a:extLst>
          </p:cNvPr>
          <p:cNvPicPr>
            <a:picLocks noGrp="1" noChangeAspect="1"/>
          </p:cNvPicPr>
          <p:nvPr>
            <p:ph idx="1"/>
          </p:nvPr>
        </p:nvPicPr>
        <p:blipFill>
          <a:blip r:embed="R701dc2700fc244d0"/>
          <a:stretch>
            <a:fillRect/>
          </a:stretch>
        </p:blipFill>
        <p:spPr>
          <a:xfrm>
            <a:off x="182808" y="1143000"/>
            <a:ext cx="4787397" cy="3469449"/>
          </a:xfrm>
        </p:spPr>
      </p:pic>
      <p:sp>
        <p:nvSpPr>
          <p:cNvPr id="7" name="TextBox 6">
            <a:extLst>
              <a:ext uri="{FF2B5EF4-FFF2-40B4-BE49-F238E27FC236}">
                <a16:creationId xmlns:a16="http://schemas.microsoft.com/office/drawing/2014/main" id="{7BE12995-B8B6-73E9-3DC9-EBDAE87DC2A2}"/>
              </a:ext>
            </a:extLst>
          </p:cNvPr>
          <p:cNvSpPr txBox="1"/>
          <p:nvPr/>
        </p:nvSpPr>
        <p:spPr>
          <a:xfrm>
            <a:off x="5066070" y="164130"/>
            <a:ext cx="4063180" cy="3185487"/>
          </a:xfrm>
          <a:prstGeom prst="rect">
            <a:avLst/>
          </a:prstGeom>
          <a:noFill/>
        </p:spPr>
        <p:txBody>
          <a:bodyPr wrap="square">
            <a:spAutoFit/>
          </a:bodyPr>
          <a:lstStyle/>
          <a:p>
            <a:pPr algn="just"/>
            <a:r>
              <a:rPr lang="en-US" sz="1350" b="1" i="0" u="none" strike="noStrike" baseline="0" dirty="0">
                <a:latin typeface="WarnockPro-Regular"/>
              </a:rPr>
              <a:t>Consider a simple fog application </a:t>
            </a:r>
            <a:r>
              <a:rPr lang="en-US" b="1" dirty="0">
                <a:latin typeface="WarnockPro-Regular"/>
              </a:rPr>
              <a:t>shown below </a:t>
            </a:r>
            <a:r>
              <a:rPr lang="en-US" sz="1350" b="1" i="0" u="none" strike="noStrike" baseline="0" dirty="0">
                <a:latin typeface="WarnockPro-Regular"/>
              </a:rPr>
              <a:t>that manages fire alarm, heating and air conditioning systems, interior lighting, and security cameras of a smart building. The application consists of three microservices:</a:t>
            </a:r>
          </a:p>
          <a:p>
            <a:pPr algn="just"/>
            <a:r>
              <a:rPr lang="en-US" sz="1350" b="1" i="0" u="none" strike="noStrike" baseline="0" dirty="0">
                <a:highlight>
                  <a:srgbClr val="FFFF00"/>
                </a:highlight>
                <a:latin typeface="WarnockPro-Regular"/>
              </a:rPr>
              <a:t>1. </a:t>
            </a:r>
            <a:r>
              <a:rPr lang="en-US" sz="1350" b="1" i="0" u="none" strike="noStrike" baseline="0" dirty="0" err="1">
                <a:highlight>
                  <a:srgbClr val="FFFF00"/>
                </a:highlight>
                <a:latin typeface="WarnockPro-Regular"/>
              </a:rPr>
              <a:t>IoTController</a:t>
            </a:r>
            <a:r>
              <a:rPr lang="en-US" sz="1350" b="1" i="0" u="none" strike="noStrike" baseline="0" dirty="0">
                <a:latin typeface="WarnockPro-Regular"/>
              </a:rPr>
              <a:t>, interacting with the connected cyber-physical systems,</a:t>
            </a:r>
          </a:p>
          <a:p>
            <a:pPr algn="just"/>
            <a:r>
              <a:rPr lang="en-US" sz="1350" b="1" i="0" u="none" strike="noStrike" baseline="0" dirty="0">
                <a:highlight>
                  <a:srgbClr val="FFFF00"/>
                </a:highlight>
                <a:latin typeface="WarnockPro-Regular"/>
              </a:rPr>
              <a:t>2. </a:t>
            </a:r>
            <a:r>
              <a:rPr lang="en-US" sz="1350" b="1" i="0" u="none" strike="noStrike" baseline="0" dirty="0" err="1">
                <a:highlight>
                  <a:srgbClr val="FFFF00"/>
                </a:highlight>
                <a:latin typeface="WarnockPro-Regular"/>
              </a:rPr>
              <a:t>DataStorage</a:t>
            </a:r>
            <a:r>
              <a:rPr lang="en-US" sz="1350" b="1" i="0" u="none" strike="noStrike" baseline="0" dirty="0">
                <a:latin typeface="WarnockPro-Regular"/>
              </a:rPr>
              <a:t>, storing all sensed information for future use and employing machine learning techniques to update sense-act rules of the </a:t>
            </a:r>
            <a:r>
              <a:rPr lang="en-US" sz="1350" b="1" i="0" u="none" strike="noStrike" baseline="0" dirty="0" err="1">
                <a:latin typeface="WarnockPro-Regular"/>
              </a:rPr>
              <a:t>IoTController</a:t>
            </a:r>
            <a:r>
              <a:rPr lang="en-US" sz="1350" b="1" i="0" u="none" strike="noStrike" baseline="0" dirty="0">
                <a:latin typeface="WarnockPro-Regular"/>
              </a:rPr>
              <a:t> so to optimize heating and lighting management based on previous experience and/or on people behavior, and</a:t>
            </a:r>
          </a:p>
          <a:p>
            <a:pPr algn="just"/>
            <a:r>
              <a:rPr lang="en-US" sz="1350" b="1" i="0" u="none" strike="noStrike" baseline="0" dirty="0">
                <a:highlight>
                  <a:srgbClr val="FFFF00"/>
                </a:highlight>
                <a:latin typeface="WarnockPro-Regular"/>
              </a:rPr>
              <a:t>3. Dashboard</a:t>
            </a:r>
            <a:r>
              <a:rPr lang="en-US" sz="1350" b="1" i="0" u="none" strike="noStrike" baseline="0" dirty="0">
                <a:latin typeface="WarnockPro-Regular"/>
              </a:rPr>
              <a:t>, aggregating and visualizing collected data and videos, as well as allowing users to interact with the system.</a:t>
            </a:r>
            <a:endParaRPr lang="en-IN" b="1" dirty="0"/>
          </a:p>
        </p:txBody>
      </p:sp>
    </p:spTree>
    <p:extLst>
      <p:ext uri="{BB962C8B-B14F-4D97-AF65-F5344CB8AC3E}">
        <p14:creationId xmlns:p14="http://schemas.microsoft.com/office/powerpoint/2010/main" val="318660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312CF-7218-7EBC-3716-43E7A29A61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7D89F5B-485B-1213-30F4-CC796623971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11B73AD-506D-AEC1-2FED-B6F64091C1BA}"/>
              </a:ext>
            </a:extLst>
          </p:cNvPr>
          <p:cNvPicPr>
            <a:picLocks noChangeAspect="1"/>
          </p:cNvPicPr>
          <p:nvPr/>
        </p:nvPicPr>
        <p:blipFill>
          <a:blip r:embed="R903f80e6fe32447c"/>
          <a:stretch>
            <a:fillRect/>
          </a:stretch>
        </p:blipFill>
        <p:spPr>
          <a:xfrm>
            <a:off x="0" y="169458"/>
            <a:ext cx="9144000" cy="4804582"/>
          </a:xfrm>
          <a:prstGeom prst="rect">
            <a:avLst/>
          </a:prstGeom>
        </p:spPr>
      </p:pic>
    </p:spTree>
    <p:extLst>
      <p:ext uri="{BB962C8B-B14F-4D97-AF65-F5344CB8AC3E}">
        <p14:creationId xmlns:p14="http://schemas.microsoft.com/office/powerpoint/2010/main" val="7923642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D7FCC-60FD-2384-466F-C190BDF06F8B}"/>
              </a:ext>
            </a:extLst>
          </p:cNvPr>
          <p:cNvSpPr>
            <a:spLocks noGrp="1"/>
          </p:cNvSpPr>
          <p:nvPr>
            <p:ph type="title"/>
          </p:nvPr>
        </p:nvSpPr>
        <p:spPr/>
        <p:txBody>
          <a:bodyPr/>
          <a:lstStyle/>
          <a:p>
            <a:r>
              <a:rPr lang="en-US" dirty="0" err="1"/>
              <a:t>FogTorch</a:t>
            </a:r>
            <a:r>
              <a:rPr lang="en-US" dirty="0"/>
              <a:t>𝚷</a:t>
            </a:r>
            <a:endParaRPr lang="en-IN" dirty="0"/>
          </a:p>
        </p:txBody>
      </p:sp>
      <p:sp>
        <p:nvSpPr>
          <p:cNvPr id="3" name="Content Placeholder 2">
            <a:extLst>
              <a:ext uri="{FF2B5EF4-FFF2-40B4-BE49-F238E27FC236}">
                <a16:creationId xmlns:a16="http://schemas.microsoft.com/office/drawing/2014/main" id="{D3FC710A-97FA-8757-E4BF-4232E620559B}"/>
              </a:ext>
            </a:extLst>
          </p:cNvPr>
          <p:cNvSpPr>
            <a:spLocks noGrp="1"/>
          </p:cNvSpPr>
          <p:nvPr>
            <p:ph idx="1"/>
          </p:nvPr>
        </p:nvSpPr>
        <p:spPr/>
        <p:txBody>
          <a:bodyPr>
            <a:normAutofit fontScale="92500" lnSpcReduction="20000"/>
          </a:bodyPr>
          <a:lstStyle/>
          <a:p>
            <a:pPr algn="just"/>
            <a:r>
              <a:rPr lang="en-US" dirty="0" err="1"/>
              <a:t>FogTorch</a:t>
            </a:r>
            <a:r>
              <a:rPr lang="en-US" dirty="0"/>
              <a:t>𝚷 is an extended version of </a:t>
            </a:r>
            <a:r>
              <a:rPr lang="en-US" dirty="0" err="1"/>
              <a:t>FogTorch</a:t>
            </a:r>
            <a:r>
              <a:rPr lang="en-US" dirty="0"/>
              <a:t>, designed to support predictive analysis for fog application deployment</a:t>
            </a:r>
          </a:p>
          <a:p>
            <a:pPr algn="just"/>
            <a:r>
              <a:rPr lang="en-US" dirty="0"/>
              <a:t>It incorporates probabilistic models and algorithms to estimate resource consumption and QoS (Quality of Service) assurance for eligible deployments</a:t>
            </a:r>
          </a:p>
          <a:p>
            <a:pPr marL="0" indent="0" algn="just">
              <a:buNone/>
            </a:pPr>
            <a:r>
              <a:rPr lang="en-US" b="1" i="1" dirty="0"/>
              <a:t>Key Features</a:t>
            </a:r>
          </a:p>
          <a:p>
            <a:pPr algn="just"/>
            <a:r>
              <a:rPr lang="en-US" dirty="0"/>
              <a:t>Probabilistic Analysis: Estimates the likelihood of various outcomes based on historical data and current conditions.</a:t>
            </a:r>
          </a:p>
          <a:p>
            <a:pPr algn="just"/>
            <a:r>
              <a:rPr lang="en-US" dirty="0"/>
              <a:t>Resource Estimation: Predicts the computational and energy resources required for deploying fog applications.</a:t>
            </a:r>
          </a:p>
          <a:p>
            <a:pPr algn="just"/>
            <a:r>
              <a:rPr lang="en-US" dirty="0"/>
              <a:t>Monte Carlo Simulation: Runs multiple simulations to predict deployment costs and performance under different scenarios</a:t>
            </a:r>
            <a:endParaRPr lang="en-IN" dirty="0"/>
          </a:p>
        </p:txBody>
      </p:sp>
    </p:spTree>
    <p:extLst>
      <p:ext uri="{BB962C8B-B14F-4D97-AF65-F5344CB8AC3E}">
        <p14:creationId xmlns:p14="http://schemas.microsoft.com/office/powerpoint/2010/main" val="17410863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5473C-BCBA-117B-6D9D-AF33EFB70DB3}"/>
              </a:ext>
            </a:extLst>
          </p:cNvPr>
          <p:cNvSpPr>
            <a:spLocks noGrp="1"/>
          </p:cNvSpPr>
          <p:nvPr>
            <p:ph type="title"/>
          </p:nvPr>
        </p:nvSpPr>
        <p:spPr/>
        <p:txBody>
          <a:bodyPr/>
          <a:lstStyle/>
          <a:p>
            <a:r>
              <a:rPr lang="en-US" dirty="0"/>
              <a:t>Predictive Analysis with </a:t>
            </a:r>
            <a:r>
              <a:rPr lang="en-US" dirty="0" err="1"/>
              <a:t>FogTorch</a:t>
            </a:r>
            <a:r>
              <a:rPr lang="en-US" dirty="0"/>
              <a:t>𝚷</a:t>
            </a:r>
            <a:endParaRPr lang="en-IN" dirty="0"/>
          </a:p>
        </p:txBody>
      </p:sp>
      <p:sp>
        <p:nvSpPr>
          <p:cNvPr id="3" name="Content Placeholder 2">
            <a:extLst>
              <a:ext uri="{FF2B5EF4-FFF2-40B4-BE49-F238E27FC236}">
                <a16:creationId xmlns:a16="http://schemas.microsoft.com/office/drawing/2014/main" id="{1272E5BC-94A4-65FD-0CC4-0A7A6AD0084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963AF11-4953-0D32-1960-168CFC32BC0A}"/>
              </a:ext>
            </a:extLst>
          </p:cNvPr>
          <p:cNvPicPr>
            <a:picLocks noChangeAspect="1"/>
          </p:cNvPicPr>
          <p:nvPr/>
        </p:nvPicPr>
        <p:blipFill>
          <a:blip r:embed="Rf23cd0a336c64970"/>
          <a:stretch>
            <a:fillRect/>
          </a:stretch>
        </p:blipFill>
        <p:spPr>
          <a:xfrm>
            <a:off x="0" y="1369218"/>
            <a:ext cx="9144000" cy="3635329"/>
          </a:xfrm>
          <a:prstGeom prst="rect">
            <a:avLst/>
          </a:prstGeom>
        </p:spPr>
      </p:pic>
      <p:sp>
        <p:nvSpPr>
          <p:cNvPr id="7" name="TextBox 6">
            <a:extLst>
              <a:ext uri="{FF2B5EF4-FFF2-40B4-BE49-F238E27FC236}">
                <a16:creationId xmlns:a16="http://schemas.microsoft.com/office/drawing/2014/main" id="{161F03A6-93D4-C027-1323-3D42269A96F0}"/>
              </a:ext>
            </a:extLst>
          </p:cNvPr>
          <p:cNvSpPr txBox="1"/>
          <p:nvPr/>
        </p:nvSpPr>
        <p:spPr>
          <a:xfrm>
            <a:off x="5604387" y="1498571"/>
            <a:ext cx="3185652" cy="276999"/>
          </a:xfrm>
          <a:prstGeom prst="rect">
            <a:avLst/>
          </a:prstGeom>
          <a:noFill/>
        </p:spPr>
        <p:txBody>
          <a:bodyPr wrap="square">
            <a:spAutoFit/>
          </a:bodyPr>
          <a:lstStyle/>
          <a:p>
            <a:r>
              <a:rPr lang="en-IN" sz="1350" b="1" i="0" u="none" strike="noStrike" baseline="0" dirty="0" err="1">
                <a:latin typeface="MyriadPro-Semibold"/>
              </a:rPr>
              <a:t>Modeling</a:t>
            </a:r>
            <a:r>
              <a:rPr lang="en-IN" sz="1350" b="1" i="0" u="none" strike="noStrike" baseline="0" dirty="0">
                <a:latin typeface="MyriadPro-Semibold"/>
              </a:rPr>
              <a:t> Applications and Infrastructures</a:t>
            </a:r>
            <a:endParaRPr lang="en-IN" dirty="0"/>
          </a:p>
        </p:txBody>
      </p:sp>
    </p:spTree>
    <p:extLst>
      <p:ext uri="{BB962C8B-B14F-4D97-AF65-F5344CB8AC3E}">
        <p14:creationId xmlns:p14="http://schemas.microsoft.com/office/powerpoint/2010/main" val="35624945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B58E5-6B8C-2AD4-616A-68CB2C679A18}"/>
              </a:ext>
            </a:extLst>
          </p:cNvPr>
          <p:cNvSpPr>
            <a:spLocks noGrp="1"/>
          </p:cNvSpPr>
          <p:nvPr>
            <p:ph type="title"/>
          </p:nvPr>
        </p:nvSpPr>
        <p:spPr/>
        <p:txBody>
          <a:bodyPr/>
          <a:lstStyle/>
          <a:p>
            <a:r>
              <a:rPr lang="en-US" dirty="0" err="1"/>
              <a:t>FogTorchΠ</a:t>
            </a:r>
            <a:r>
              <a:rPr lang="en-US" dirty="0"/>
              <a:t> input consists of the following:</a:t>
            </a:r>
            <a:br>
              <a:rPr lang="en-US" dirty="0"/>
            </a:br>
            <a:endParaRPr lang="en-IN" dirty="0"/>
          </a:p>
        </p:txBody>
      </p:sp>
      <p:sp>
        <p:nvSpPr>
          <p:cNvPr id="3" name="Content Placeholder 2">
            <a:extLst>
              <a:ext uri="{FF2B5EF4-FFF2-40B4-BE49-F238E27FC236}">
                <a16:creationId xmlns:a16="http://schemas.microsoft.com/office/drawing/2014/main" id="{EB6C249A-EACF-5392-FAA9-405A1979EA8C}"/>
              </a:ext>
            </a:extLst>
          </p:cNvPr>
          <p:cNvSpPr>
            <a:spLocks noGrp="1"/>
          </p:cNvSpPr>
          <p:nvPr>
            <p:ph idx="1"/>
          </p:nvPr>
        </p:nvSpPr>
        <p:spPr/>
        <p:txBody>
          <a:bodyPr>
            <a:normAutofit fontScale="77500" lnSpcReduction="20000"/>
          </a:bodyPr>
          <a:lstStyle/>
          <a:p>
            <a:pPr algn="just"/>
            <a:r>
              <a:rPr lang="en-US" dirty="0"/>
              <a:t>1. </a:t>
            </a:r>
            <a:r>
              <a:rPr lang="en-US" b="1" dirty="0">
                <a:highlight>
                  <a:srgbClr val="FFFF00"/>
                </a:highlight>
              </a:rPr>
              <a:t>Infrastructure I. </a:t>
            </a:r>
            <a:r>
              <a:rPr lang="en-US" dirty="0"/>
              <a:t>The input includes a description of an infrastructure </a:t>
            </a:r>
            <a:r>
              <a:rPr lang="en-US" dirty="0">
                <a:highlight>
                  <a:srgbClr val="FFFF00"/>
                </a:highlight>
              </a:rPr>
              <a:t>I</a:t>
            </a:r>
            <a:r>
              <a:rPr lang="en-US" dirty="0"/>
              <a:t> specifying the IoT devices, the fog nodes, and the cloud data centers available for application deployment (each with its hardware and software capabilities), along with the probability distributions of the QoS (viz., latency, bandwidth) featured by the available (cloud-to-fog, fog-to-fog and fog-to-things) end-to-end communication links6 and cost for purchasing sensed data and for cloud/fog virtual instances.</a:t>
            </a:r>
          </a:p>
          <a:p>
            <a:pPr algn="just"/>
            <a:r>
              <a:rPr lang="en-US" dirty="0"/>
              <a:t>2. </a:t>
            </a:r>
            <a:r>
              <a:rPr lang="en-US" b="1" dirty="0">
                <a:highlight>
                  <a:srgbClr val="FFFF00"/>
                </a:highlight>
              </a:rPr>
              <a:t>Multicomponent application A</a:t>
            </a:r>
            <a:r>
              <a:rPr lang="en-US" dirty="0"/>
              <a:t>. This specifies all hardware (e.g., CPU, RAM, storage), software (e.g., OS, libraries, frameworks) and IoT requirements (e.g., which type of things to exploit) of each component of the application, and the QoS (i.e., latency and bandwidth) needed to adequately support component–component and component–thing interactions once the application has been deployed.</a:t>
            </a:r>
          </a:p>
          <a:p>
            <a:pPr algn="just"/>
            <a:r>
              <a:rPr lang="en-US" dirty="0"/>
              <a:t>3. </a:t>
            </a:r>
            <a:r>
              <a:rPr lang="en-US" b="1" dirty="0">
                <a:highlight>
                  <a:srgbClr val="FFFF00"/>
                </a:highlight>
              </a:rPr>
              <a:t>Things binding 𝝑</a:t>
            </a:r>
            <a:r>
              <a:rPr lang="en-US" dirty="0"/>
              <a:t>.This maps each IoT requirement of an application component to an actual thing available in I.</a:t>
            </a:r>
          </a:p>
          <a:p>
            <a:pPr algn="just"/>
            <a:r>
              <a:rPr lang="en-US" dirty="0"/>
              <a:t>4. </a:t>
            </a:r>
            <a:r>
              <a:rPr lang="en-US" b="1" dirty="0">
                <a:highlight>
                  <a:srgbClr val="FFFF00"/>
                </a:highlight>
              </a:rPr>
              <a:t>Deployment policy 𝜹</a:t>
            </a:r>
            <a:r>
              <a:rPr lang="en-US" dirty="0"/>
              <a:t>.The deployment policy white-lists the nodes where A components can be deployed7 according to security or business-related constraints.</a:t>
            </a:r>
          </a:p>
          <a:p>
            <a:pPr algn="just"/>
            <a:endParaRPr lang="en-IN" dirty="0"/>
          </a:p>
        </p:txBody>
      </p:sp>
    </p:spTree>
    <p:extLst>
      <p:ext uri="{BB962C8B-B14F-4D97-AF65-F5344CB8AC3E}">
        <p14:creationId xmlns:p14="http://schemas.microsoft.com/office/powerpoint/2010/main" val="7692730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448E6-3748-D338-F831-E370156C5DAB}"/>
              </a:ext>
            </a:extLst>
          </p:cNvPr>
          <p:cNvSpPr>
            <a:spLocks noGrp="1"/>
          </p:cNvSpPr>
          <p:nvPr>
            <p:ph type="title"/>
          </p:nvPr>
        </p:nvSpPr>
        <p:spPr/>
        <p:txBody>
          <a:bodyPr/>
          <a:lstStyle/>
          <a:p>
            <a:r>
              <a:rPr lang="en-US" dirty="0"/>
              <a:t>Estimating Resource Consumption and Cost</a:t>
            </a:r>
            <a:endParaRPr lang="en-IN" dirty="0"/>
          </a:p>
        </p:txBody>
      </p:sp>
      <p:sp>
        <p:nvSpPr>
          <p:cNvPr id="3" name="Content Placeholder 2">
            <a:extLst>
              <a:ext uri="{FF2B5EF4-FFF2-40B4-BE49-F238E27FC236}">
                <a16:creationId xmlns:a16="http://schemas.microsoft.com/office/drawing/2014/main" id="{F2D42249-8D63-7A39-275B-AC4238111EB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5E587F4-87E9-5AF8-0B6F-B2F41158D262}"/>
              </a:ext>
            </a:extLst>
          </p:cNvPr>
          <p:cNvPicPr>
            <a:picLocks noChangeAspect="1"/>
          </p:cNvPicPr>
          <p:nvPr/>
        </p:nvPicPr>
        <p:blipFill>
          <a:blip r:embed="Rdf1bc8a4610c4a69"/>
          <a:stretch>
            <a:fillRect/>
          </a:stretch>
        </p:blipFill>
        <p:spPr>
          <a:xfrm>
            <a:off x="386826" y="1268016"/>
            <a:ext cx="8580900" cy="3170283"/>
          </a:xfrm>
          <a:prstGeom prst="rect">
            <a:avLst/>
          </a:prstGeom>
        </p:spPr>
      </p:pic>
    </p:spTree>
    <p:extLst>
      <p:ext uri="{BB962C8B-B14F-4D97-AF65-F5344CB8AC3E}">
        <p14:creationId xmlns:p14="http://schemas.microsoft.com/office/powerpoint/2010/main" val="7539105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360FAB-F845-60C4-839A-EAFE5F990987}"/>
              </a:ext>
            </a:extLst>
          </p:cNvPr>
          <p:cNvSpPr>
            <a:spLocks noGrp="1"/>
          </p:cNvSpPr>
          <p:nvPr>
            <p:ph type="title"/>
          </p:nvPr>
        </p:nvSpPr>
        <p:spPr>
          <a:xfrm>
            <a:off x="479160" y="342900"/>
            <a:ext cx="8182230" cy="1026460"/>
          </a:xfrm>
        </p:spPr>
        <p:txBody>
          <a:bodyPr vert="horz" lIns="91440" tIns="45720" rIns="91440" bIns="45720" rtlCol="0" anchor="ctr">
            <a:normAutofit/>
          </a:bodyPr>
          <a:lstStyle/>
          <a:p>
            <a:pPr algn="ctr"/>
            <a:endParaRPr lang="en-US" sz="4950"/>
          </a:p>
        </p:txBody>
      </p:sp>
      <p:sp>
        <p:nvSpPr>
          <p:cNvPr id="1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37560" y="1388012"/>
            <a:ext cx="2468880" cy="13716"/>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1D415E05-C49B-2CE2-5A61-E42EEBF0AFA7}"/>
              </a:ext>
            </a:extLst>
          </p:cNvPr>
          <p:cNvPicPr>
            <a:picLocks noGrp="1" noChangeAspect="1"/>
          </p:cNvPicPr>
          <p:nvPr>
            <p:ph idx="1"/>
          </p:nvPr>
        </p:nvPicPr>
        <p:blipFill>
          <a:blip r:embed="R4258f9f40b3246a3"/>
          <a:stretch>
            <a:fillRect/>
          </a:stretch>
        </p:blipFill>
        <p:spPr>
          <a:xfrm>
            <a:off x="1187087" y="1907907"/>
            <a:ext cx="6895555" cy="2447920"/>
          </a:xfrm>
          <a:prstGeom prst="rect">
            <a:avLst/>
          </a:prstGeom>
        </p:spPr>
      </p:pic>
      <p:pic>
        <p:nvPicPr>
          <p:cNvPr id="5" name="Picture 4">
            <a:extLst>
              <a:ext uri="{FF2B5EF4-FFF2-40B4-BE49-F238E27FC236}">
                <a16:creationId xmlns:a16="http://schemas.microsoft.com/office/drawing/2014/main" id="{48690E24-3B97-04F9-979E-CD311D9E4CD0}"/>
              </a:ext>
            </a:extLst>
          </p:cNvPr>
          <p:cNvPicPr>
            <a:picLocks noChangeAspect="1"/>
          </p:cNvPicPr>
          <p:nvPr/>
        </p:nvPicPr>
        <p:blipFill>
          <a:blip r:embed="Ra644ee72197d4add"/>
          <a:stretch>
            <a:fillRect/>
          </a:stretch>
        </p:blipFill>
        <p:spPr>
          <a:xfrm>
            <a:off x="610744" y="538547"/>
            <a:ext cx="7919062" cy="1173713"/>
          </a:xfrm>
          <a:prstGeom prst="rect">
            <a:avLst/>
          </a:prstGeom>
        </p:spPr>
      </p:pic>
    </p:spTree>
    <p:extLst>
      <p:ext uri="{BB962C8B-B14F-4D97-AF65-F5344CB8AC3E}">
        <p14:creationId xmlns:p14="http://schemas.microsoft.com/office/powerpoint/2010/main" val="2125333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2741" y="39839"/>
            <a:ext cx="8938895" cy="572135"/>
            <a:chOff x="102741" y="39839"/>
            <a:chExt cx="8938895" cy="572135"/>
          </a:xfrm>
        </p:grpSpPr>
        <p:sp>
          <p:nvSpPr>
            <p:cNvPr id="3" name="object 3"/>
            <p:cNvSpPr/>
            <p:nvPr/>
          </p:nvSpPr>
          <p:spPr>
            <a:xfrm>
              <a:off x="107504" y="44602"/>
              <a:ext cx="8929370" cy="562610"/>
            </a:xfrm>
            <a:custGeom>
              <a:avLst/>
              <a:gdLst/>
              <a:ahLst/>
              <a:cxnLst/>
              <a:rect l="l" t="t" r="r" b="b"/>
              <a:pathLst>
                <a:path w="8929370" h="562610">
                  <a:moveTo>
                    <a:pt x="8928989" y="0"/>
                  </a:moveTo>
                  <a:lnTo>
                    <a:pt x="0" y="0"/>
                  </a:lnTo>
                  <a:lnTo>
                    <a:pt x="0" y="562076"/>
                  </a:lnTo>
                  <a:lnTo>
                    <a:pt x="8928989" y="562076"/>
                  </a:lnTo>
                  <a:lnTo>
                    <a:pt x="8928989" y="0"/>
                  </a:lnTo>
                  <a:close/>
                </a:path>
              </a:pathLst>
            </a:custGeom>
            <a:solidFill>
              <a:srgbClr val="E36C09"/>
            </a:solidFill>
          </p:spPr>
          <p:txBody>
            <a:bodyPr wrap="square" lIns="0" tIns="0" rIns="0" bIns="0" rtlCol="0"/>
            <a:lstStyle/>
            <a:p>
              <a:endParaRPr/>
            </a:p>
          </p:txBody>
        </p:sp>
        <p:sp>
          <p:nvSpPr>
            <p:cNvPr id="4" name="object 4"/>
            <p:cNvSpPr/>
            <p:nvPr/>
          </p:nvSpPr>
          <p:spPr>
            <a:xfrm>
              <a:off x="107504" y="44602"/>
              <a:ext cx="8929370" cy="562610"/>
            </a:xfrm>
            <a:custGeom>
              <a:avLst/>
              <a:gdLst/>
              <a:ahLst/>
              <a:cxnLst/>
              <a:rect l="l" t="t" r="r" b="b"/>
              <a:pathLst>
                <a:path w="8929370" h="562610">
                  <a:moveTo>
                    <a:pt x="0" y="562076"/>
                  </a:moveTo>
                  <a:lnTo>
                    <a:pt x="8928989" y="562076"/>
                  </a:lnTo>
                  <a:lnTo>
                    <a:pt x="8928989" y="0"/>
                  </a:lnTo>
                  <a:lnTo>
                    <a:pt x="0" y="0"/>
                  </a:lnTo>
                  <a:lnTo>
                    <a:pt x="0" y="562076"/>
                  </a:lnTo>
                  <a:close/>
                </a:path>
              </a:pathLst>
            </a:custGeom>
            <a:ln w="9525">
              <a:solidFill>
                <a:srgbClr val="000000"/>
              </a:solidFill>
            </a:ln>
          </p:spPr>
          <p:txBody>
            <a:bodyPr wrap="square" lIns="0" tIns="0" rIns="0" bIns="0" rtlCol="0"/>
            <a:lstStyle/>
            <a:p>
              <a:endParaRPr/>
            </a:p>
          </p:txBody>
        </p:sp>
      </p:grpSp>
      <p:sp>
        <p:nvSpPr>
          <p:cNvPr id="5" name="object 5"/>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10" dirty="0"/>
              <a:t>Machine</a:t>
            </a:r>
            <a:r>
              <a:rPr spc="15" dirty="0"/>
              <a:t> </a:t>
            </a:r>
            <a:r>
              <a:rPr spc="-5" dirty="0"/>
              <a:t>Learning</a:t>
            </a:r>
            <a:r>
              <a:rPr spc="20" dirty="0"/>
              <a:t> </a:t>
            </a:r>
            <a:r>
              <a:rPr spc="-5" dirty="0"/>
              <a:t>in</a:t>
            </a:r>
            <a:r>
              <a:rPr spc="5" dirty="0"/>
              <a:t> </a:t>
            </a:r>
            <a:r>
              <a:rPr spc="-20" dirty="0"/>
              <a:t>Fog</a:t>
            </a:r>
            <a:r>
              <a:rPr spc="5" dirty="0"/>
              <a:t> </a:t>
            </a:r>
            <a:r>
              <a:rPr spc="-10" dirty="0"/>
              <a:t>Computing</a:t>
            </a:r>
          </a:p>
        </p:txBody>
      </p:sp>
      <p:sp>
        <p:nvSpPr>
          <p:cNvPr id="6" name="object 6"/>
          <p:cNvSpPr txBox="1"/>
          <p:nvPr/>
        </p:nvSpPr>
        <p:spPr>
          <a:xfrm>
            <a:off x="255828" y="781304"/>
            <a:ext cx="8703310" cy="2506345"/>
          </a:xfrm>
          <a:prstGeom prst="rect">
            <a:avLst/>
          </a:prstGeom>
        </p:spPr>
        <p:txBody>
          <a:bodyPr vert="horz" wrap="square" lIns="0" tIns="12065" rIns="0" bIns="0" rtlCol="0">
            <a:spAutoFit/>
          </a:bodyPr>
          <a:lstStyle/>
          <a:p>
            <a:pPr marL="355600" marR="6985" indent="-342900" algn="just">
              <a:lnSpc>
                <a:spcPct val="100000"/>
              </a:lnSpc>
              <a:spcBef>
                <a:spcPts val="95"/>
              </a:spcBef>
              <a:buFont typeface="Arial MT"/>
              <a:buChar char="•"/>
              <a:tabLst>
                <a:tab pos="355600" algn="l"/>
              </a:tabLst>
            </a:pPr>
            <a:r>
              <a:rPr sz="2200" spc="-15" dirty="0">
                <a:latin typeface="Calibri"/>
                <a:cs typeface="Calibri"/>
              </a:rPr>
              <a:t>There </a:t>
            </a:r>
            <a:r>
              <a:rPr sz="2200" spc="-10" dirty="0">
                <a:latin typeface="Calibri"/>
                <a:cs typeface="Calibri"/>
              </a:rPr>
              <a:t>are </a:t>
            </a:r>
            <a:r>
              <a:rPr sz="2200" spc="-5" dirty="0">
                <a:latin typeface="Calibri"/>
                <a:cs typeface="Calibri"/>
              </a:rPr>
              <a:t>multiple issues with a </a:t>
            </a:r>
            <a:r>
              <a:rPr sz="2200" spc="-5" dirty="0">
                <a:highlight>
                  <a:srgbClr val="FFFF00"/>
                </a:highlight>
                <a:latin typeface="Calibri"/>
                <a:cs typeface="Calibri"/>
              </a:rPr>
              <a:t>cloud-only </a:t>
            </a:r>
            <a:r>
              <a:rPr sz="2200" spc="-10" dirty="0">
                <a:latin typeface="Calibri"/>
                <a:cs typeface="Calibri"/>
              </a:rPr>
              <a:t>architecture where </a:t>
            </a:r>
            <a:r>
              <a:rPr sz="2200" spc="-15" dirty="0">
                <a:latin typeface="Calibri"/>
                <a:cs typeface="Calibri"/>
              </a:rPr>
              <a:t>data from </a:t>
            </a:r>
            <a:r>
              <a:rPr sz="2200" spc="-10" dirty="0">
                <a:latin typeface="Calibri"/>
                <a:cs typeface="Calibri"/>
              </a:rPr>
              <a:t> </a:t>
            </a:r>
            <a:r>
              <a:rPr sz="2200" spc="-5" dirty="0">
                <a:latin typeface="Calibri"/>
                <a:cs typeface="Calibri"/>
              </a:rPr>
              <a:t>IoT</a:t>
            </a:r>
            <a:r>
              <a:rPr sz="2200" spc="5" dirty="0">
                <a:latin typeface="Calibri"/>
                <a:cs typeface="Calibri"/>
              </a:rPr>
              <a:t> </a:t>
            </a:r>
            <a:r>
              <a:rPr sz="2200" spc="-10" dirty="0">
                <a:latin typeface="Calibri"/>
                <a:cs typeface="Calibri"/>
              </a:rPr>
              <a:t>devices</a:t>
            </a:r>
            <a:r>
              <a:rPr sz="2200" spc="15" dirty="0">
                <a:latin typeface="Calibri"/>
                <a:cs typeface="Calibri"/>
              </a:rPr>
              <a:t> </a:t>
            </a:r>
            <a:r>
              <a:rPr sz="2200" spc="-25" dirty="0">
                <a:latin typeface="Calibri"/>
                <a:cs typeface="Calibri"/>
              </a:rPr>
              <a:t>make</a:t>
            </a:r>
            <a:r>
              <a:rPr sz="2200" spc="15" dirty="0">
                <a:latin typeface="Calibri"/>
                <a:cs typeface="Calibri"/>
              </a:rPr>
              <a:t> </a:t>
            </a:r>
            <a:r>
              <a:rPr sz="2200" spc="-5" dirty="0">
                <a:latin typeface="Calibri"/>
                <a:cs typeface="Calibri"/>
              </a:rPr>
              <a:t>it</a:t>
            </a:r>
            <a:r>
              <a:rPr sz="2200" spc="5" dirty="0">
                <a:latin typeface="Calibri"/>
                <a:cs typeface="Calibri"/>
              </a:rPr>
              <a:t> </a:t>
            </a:r>
            <a:r>
              <a:rPr sz="2200" spc="-20" dirty="0">
                <a:latin typeface="Calibri"/>
                <a:cs typeface="Calibri"/>
              </a:rPr>
              <a:t>to</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5" dirty="0">
                <a:latin typeface="Calibri"/>
                <a:cs typeface="Calibri"/>
              </a:rPr>
              <a:t>cloud</a:t>
            </a:r>
            <a:r>
              <a:rPr sz="2200" spc="-10" dirty="0">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be</a:t>
            </a:r>
            <a:r>
              <a:rPr sz="2200" spc="5" dirty="0">
                <a:latin typeface="Calibri"/>
                <a:cs typeface="Calibri"/>
              </a:rPr>
              <a:t> </a:t>
            </a:r>
            <a:r>
              <a:rPr sz="2200" spc="-10" dirty="0">
                <a:latin typeface="Calibri"/>
                <a:cs typeface="Calibri"/>
              </a:rPr>
              <a:t>processed</a:t>
            </a:r>
            <a:r>
              <a:rPr sz="2200" spc="15" dirty="0">
                <a:latin typeface="Calibri"/>
                <a:cs typeface="Calibri"/>
              </a:rPr>
              <a:t> </a:t>
            </a:r>
            <a:r>
              <a:rPr sz="2200" spc="-5" dirty="0">
                <a:latin typeface="Calibri"/>
                <a:cs typeface="Calibri"/>
              </a:rPr>
              <a:t>and </a:t>
            </a:r>
            <a:r>
              <a:rPr sz="2200" spc="-15" dirty="0">
                <a:latin typeface="Calibri"/>
                <a:cs typeface="Calibri"/>
              </a:rPr>
              <a:t>analyzed:</a:t>
            </a:r>
            <a:endParaRPr sz="2200" dirty="0">
              <a:latin typeface="Calibri"/>
              <a:cs typeface="Calibri"/>
            </a:endParaRPr>
          </a:p>
          <a:p>
            <a:pPr marL="12700" algn="just">
              <a:lnSpc>
                <a:spcPct val="100000"/>
              </a:lnSpc>
              <a:spcBef>
                <a:spcPts val="525"/>
              </a:spcBef>
            </a:pPr>
            <a:r>
              <a:rPr sz="2200" b="1" spc="-5" dirty="0">
                <a:latin typeface="Calibri"/>
                <a:cs typeface="Calibri"/>
              </a:rPr>
              <a:t>i)</a:t>
            </a:r>
            <a:r>
              <a:rPr sz="2200" b="1" dirty="0">
                <a:latin typeface="Calibri"/>
                <a:cs typeface="Calibri"/>
              </a:rPr>
              <a:t> </a:t>
            </a:r>
            <a:r>
              <a:rPr sz="2200" b="1" spc="-10" dirty="0">
                <a:latin typeface="Calibri"/>
                <a:cs typeface="Calibri"/>
              </a:rPr>
              <a:t>Network</a:t>
            </a:r>
            <a:r>
              <a:rPr sz="2200" b="1" spc="30" dirty="0">
                <a:latin typeface="Calibri"/>
                <a:cs typeface="Calibri"/>
              </a:rPr>
              <a:t> </a:t>
            </a:r>
            <a:r>
              <a:rPr sz="2200" b="1" spc="-15" dirty="0">
                <a:latin typeface="Calibri"/>
                <a:cs typeface="Calibri"/>
              </a:rPr>
              <a:t>traffic</a:t>
            </a:r>
            <a:r>
              <a:rPr sz="2200" b="1" spc="30" dirty="0">
                <a:latin typeface="Calibri"/>
                <a:cs typeface="Calibri"/>
              </a:rPr>
              <a:t> </a:t>
            </a:r>
            <a:r>
              <a:rPr sz="2200" b="1" spc="-15" dirty="0">
                <a:latin typeface="Calibri"/>
                <a:cs typeface="Calibri"/>
              </a:rPr>
              <a:t>congestion</a:t>
            </a:r>
            <a:r>
              <a:rPr sz="2200" spc="-15" dirty="0">
                <a:latin typeface="Calibri"/>
                <a:cs typeface="Calibri"/>
              </a:rPr>
              <a:t>.</a:t>
            </a:r>
            <a:endParaRPr sz="2200" dirty="0">
              <a:latin typeface="Calibri"/>
              <a:cs typeface="Calibri"/>
            </a:endParaRPr>
          </a:p>
          <a:p>
            <a:pPr marL="355600" marR="5080" indent="-342900" algn="just">
              <a:lnSpc>
                <a:spcPct val="100000"/>
              </a:lnSpc>
              <a:spcBef>
                <a:spcPts val="530"/>
              </a:spcBef>
              <a:buFont typeface="Arial MT"/>
              <a:buChar char="•"/>
              <a:tabLst>
                <a:tab pos="355600" algn="l"/>
              </a:tabLst>
            </a:pPr>
            <a:r>
              <a:rPr sz="2200" spc="-15" dirty="0">
                <a:latin typeface="Calibri"/>
                <a:cs typeface="Calibri"/>
              </a:rPr>
              <a:t>By </a:t>
            </a:r>
            <a:r>
              <a:rPr sz="2200" spc="-5" dirty="0">
                <a:latin typeface="Calibri"/>
                <a:cs typeface="Calibri"/>
              </a:rPr>
              <a:t>2030, </a:t>
            </a:r>
            <a:r>
              <a:rPr sz="2200" spc="-10" dirty="0">
                <a:latin typeface="Calibri"/>
                <a:cs typeface="Calibri"/>
              </a:rPr>
              <a:t>there </a:t>
            </a:r>
            <a:r>
              <a:rPr sz="2200" spc="-5" dirty="0">
                <a:latin typeface="Calibri"/>
                <a:cs typeface="Calibri"/>
              </a:rPr>
              <a:t>will be </a:t>
            </a:r>
            <a:r>
              <a:rPr sz="2200" spc="-10" dirty="0">
                <a:latin typeface="Calibri"/>
                <a:cs typeface="Calibri"/>
              </a:rPr>
              <a:t>over </a:t>
            </a:r>
            <a:r>
              <a:rPr sz="2200" spc="-5" dirty="0">
                <a:latin typeface="Calibri"/>
                <a:cs typeface="Calibri"/>
              </a:rPr>
              <a:t>100 </a:t>
            </a:r>
            <a:r>
              <a:rPr sz="2200" spc="-10" dirty="0">
                <a:latin typeface="Calibri"/>
                <a:cs typeface="Calibri"/>
              </a:rPr>
              <a:t>billion </a:t>
            </a:r>
            <a:r>
              <a:rPr sz="2200" spc="-5" dirty="0">
                <a:latin typeface="Calibri"/>
                <a:cs typeface="Calibri"/>
              </a:rPr>
              <a:t>things </a:t>
            </a:r>
            <a:r>
              <a:rPr sz="2200" spc="-10" dirty="0">
                <a:latin typeface="Calibri"/>
                <a:cs typeface="Calibri"/>
              </a:rPr>
              <a:t>connected </a:t>
            </a:r>
            <a:r>
              <a:rPr sz="2200" spc="-20" dirty="0">
                <a:latin typeface="Calibri"/>
                <a:cs typeface="Calibri"/>
              </a:rPr>
              <a:t>to </a:t>
            </a:r>
            <a:r>
              <a:rPr sz="2200" spc="-5" dirty="0">
                <a:latin typeface="Calibri"/>
                <a:cs typeface="Calibri"/>
              </a:rPr>
              <a:t>the </a:t>
            </a:r>
            <a:r>
              <a:rPr sz="2200" spc="-10" dirty="0">
                <a:latin typeface="Calibri"/>
                <a:cs typeface="Calibri"/>
              </a:rPr>
              <a:t>Internet, </a:t>
            </a:r>
            <a:r>
              <a:rPr sz="2200" spc="-5" dirty="0">
                <a:latin typeface="Calibri"/>
                <a:cs typeface="Calibri"/>
              </a:rPr>
              <a:t> and if </a:t>
            </a:r>
            <a:r>
              <a:rPr sz="2200" spc="-10" dirty="0">
                <a:latin typeface="Calibri"/>
                <a:cs typeface="Calibri"/>
              </a:rPr>
              <a:t>processing </a:t>
            </a:r>
            <a:r>
              <a:rPr sz="2200" dirty="0">
                <a:latin typeface="Calibri"/>
                <a:cs typeface="Calibri"/>
              </a:rPr>
              <a:t>of </a:t>
            </a:r>
            <a:r>
              <a:rPr sz="2200" spc="-5" dirty="0">
                <a:latin typeface="Calibri"/>
                <a:cs typeface="Calibri"/>
              </a:rPr>
              <a:t>the </a:t>
            </a:r>
            <a:r>
              <a:rPr sz="2200" spc="-15" dirty="0">
                <a:latin typeface="Calibri"/>
                <a:cs typeface="Calibri"/>
              </a:rPr>
              <a:t>data </a:t>
            </a:r>
            <a:r>
              <a:rPr sz="2200" spc="-10" dirty="0">
                <a:latin typeface="Calibri"/>
                <a:cs typeface="Calibri"/>
              </a:rPr>
              <a:t>happens </a:t>
            </a:r>
            <a:r>
              <a:rPr sz="2200" spc="-5" dirty="0">
                <a:latin typeface="Calibri"/>
                <a:cs typeface="Calibri"/>
              </a:rPr>
              <a:t>in the cloud, </a:t>
            </a:r>
            <a:r>
              <a:rPr sz="2200" spc="-10" dirty="0">
                <a:latin typeface="Calibri"/>
                <a:cs typeface="Calibri"/>
              </a:rPr>
              <a:t>there would </a:t>
            </a:r>
            <a:r>
              <a:rPr sz="2200" spc="-5" dirty="0">
                <a:latin typeface="Calibri"/>
                <a:cs typeface="Calibri"/>
              </a:rPr>
              <a:t>be a </a:t>
            </a:r>
            <a:r>
              <a:rPr sz="2200" dirty="0">
                <a:latin typeface="Calibri"/>
                <a:cs typeface="Calibri"/>
              </a:rPr>
              <a:t> </a:t>
            </a:r>
            <a:r>
              <a:rPr sz="2200" spc="-10" dirty="0">
                <a:latin typeface="Calibri"/>
                <a:cs typeface="Calibri"/>
              </a:rPr>
              <a:t>network congestion </a:t>
            </a:r>
            <a:r>
              <a:rPr sz="2200" spc="-5" dirty="0">
                <a:latin typeface="Calibri"/>
                <a:cs typeface="Calibri"/>
              </a:rPr>
              <a:t>and </a:t>
            </a:r>
            <a:r>
              <a:rPr sz="2200" spc="-20" dirty="0">
                <a:latin typeface="Calibri"/>
                <a:cs typeface="Calibri"/>
              </a:rPr>
              <a:t>data </a:t>
            </a:r>
            <a:r>
              <a:rPr sz="2200" spc="-15" dirty="0">
                <a:latin typeface="Calibri"/>
                <a:cs typeface="Calibri"/>
              </a:rPr>
              <a:t>may </a:t>
            </a:r>
            <a:r>
              <a:rPr sz="2200" spc="-10" dirty="0">
                <a:latin typeface="Calibri"/>
                <a:cs typeface="Calibri"/>
              </a:rPr>
              <a:t>not </a:t>
            </a:r>
            <a:r>
              <a:rPr sz="2200" spc="-15" dirty="0">
                <a:latin typeface="Calibri"/>
                <a:cs typeface="Calibri"/>
              </a:rPr>
              <a:t>get </a:t>
            </a:r>
            <a:r>
              <a:rPr sz="2200" spc="-20" dirty="0">
                <a:latin typeface="Calibri"/>
                <a:cs typeface="Calibri"/>
              </a:rPr>
              <a:t>to </a:t>
            </a:r>
            <a:r>
              <a:rPr sz="2200" spc="-5" dirty="0">
                <a:latin typeface="Calibri"/>
                <a:cs typeface="Calibri"/>
              </a:rPr>
              <a:t>the server and </a:t>
            </a:r>
            <a:r>
              <a:rPr sz="2200" spc="-10" dirty="0">
                <a:latin typeface="Calibri"/>
                <a:cs typeface="Calibri"/>
              </a:rPr>
              <a:t>back </a:t>
            </a:r>
            <a:r>
              <a:rPr sz="2200" spc="-20" dirty="0">
                <a:latin typeface="Calibri"/>
                <a:cs typeface="Calibri"/>
              </a:rPr>
              <a:t>fast </a:t>
            </a:r>
            <a:r>
              <a:rPr sz="2200" spc="-15" dirty="0">
                <a:latin typeface="Calibri"/>
                <a:cs typeface="Calibri"/>
              </a:rPr>
              <a:t> </a:t>
            </a:r>
            <a:r>
              <a:rPr sz="2200" spc="-5" dirty="0">
                <a:latin typeface="Calibri"/>
                <a:cs typeface="Calibri"/>
              </a:rPr>
              <a:t>enough.</a:t>
            </a:r>
            <a:endParaRPr sz="2200" dirty="0">
              <a:latin typeface="Calibri"/>
              <a:cs typeface="Calibri"/>
            </a:endParaRPr>
          </a:p>
        </p:txBody>
      </p:sp>
      <p:pic>
        <p:nvPicPr>
          <p:cNvPr id="7" name="object 7"/>
          <p:cNvPicPr/>
          <p:nvPr/>
        </p:nvPicPr>
        <p:blipFill>
          <a:blip r:embed="R0e25f42949c54077" cstate="print"/>
          <a:stretch>
            <a:fillRect/>
          </a:stretch>
        </p:blipFill>
        <p:spPr>
          <a:xfrm>
            <a:off x="1187627" y="3496805"/>
            <a:ext cx="6696709" cy="315137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0200" y="65303"/>
            <a:ext cx="8556625" cy="1501140"/>
          </a:xfrm>
          <a:prstGeom prst="rect">
            <a:avLst/>
          </a:prstGeom>
        </p:spPr>
        <p:txBody>
          <a:bodyPr vert="horz" wrap="square" lIns="0" tIns="79375" rIns="0" bIns="0" rtlCol="0">
            <a:spAutoFit/>
          </a:bodyPr>
          <a:lstStyle/>
          <a:p>
            <a:pPr marL="12700" algn="just">
              <a:lnSpc>
                <a:spcPct val="100000"/>
              </a:lnSpc>
              <a:spcBef>
                <a:spcPts val="625"/>
              </a:spcBef>
            </a:pPr>
            <a:r>
              <a:rPr sz="2200" b="1" spc="-5" dirty="0">
                <a:latin typeface="Calibri"/>
                <a:cs typeface="Calibri"/>
              </a:rPr>
              <a:t>ii)</a:t>
            </a:r>
            <a:r>
              <a:rPr sz="2200" b="1" spc="475" dirty="0">
                <a:latin typeface="Calibri"/>
                <a:cs typeface="Calibri"/>
              </a:rPr>
              <a:t> </a:t>
            </a:r>
            <a:r>
              <a:rPr sz="2200" b="1" spc="-20" dirty="0">
                <a:latin typeface="Calibri"/>
                <a:cs typeface="Calibri"/>
              </a:rPr>
              <a:t>Data</a:t>
            </a:r>
            <a:r>
              <a:rPr sz="2200" b="1" spc="30" dirty="0">
                <a:latin typeface="Calibri"/>
                <a:cs typeface="Calibri"/>
              </a:rPr>
              <a:t> </a:t>
            </a:r>
            <a:r>
              <a:rPr sz="2200" b="1" spc="-10" dirty="0">
                <a:latin typeface="Calibri"/>
                <a:cs typeface="Calibri"/>
              </a:rPr>
              <a:t>bottleneck</a:t>
            </a:r>
            <a:r>
              <a:rPr sz="2200" spc="-10" dirty="0">
                <a:latin typeface="Calibri"/>
                <a:cs typeface="Calibri"/>
              </a:rPr>
              <a:t>.</a:t>
            </a:r>
            <a:endParaRPr sz="2200">
              <a:latin typeface="Calibri"/>
              <a:cs typeface="Calibri"/>
            </a:endParaRPr>
          </a:p>
          <a:p>
            <a:pPr marL="355600" marR="5080" indent="-343535" algn="just">
              <a:lnSpc>
                <a:spcPct val="100000"/>
              </a:lnSpc>
              <a:spcBef>
                <a:spcPts val="530"/>
              </a:spcBef>
              <a:buFont typeface="Arial MT"/>
              <a:buChar char="•"/>
              <a:tabLst>
                <a:tab pos="356235" algn="l"/>
              </a:tabLst>
            </a:pPr>
            <a:r>
              <a:rPr sz="2200" spc="-5" dirty="0">
                <a:latin typeface="Calibri"/>
                <a:cs typeface="Calibri"/>
              </a:rPr>
              <a:t>If </a:t>
            </a:r>
            <a:r>
              <a:rPr sz="2200" b="1" i="1" spc="-10" dirty="0">
                <a:solidFill>
                  <a:srgbClr val="006FC0"/>
                </a:solidFill>
                <a:latin typeface="Calibri"/>
                <a:cs typeface="Calibri"/>
              </a:rPr>
              <a:t>data storage </a:t>
            </a:r>
            <a:r>
              <a:rPr sz="2200" b="1" i="1" spc="-5" dirty="0">
                <a:solidFill>
                  <a:srgbClr val="006FC0"/>
                </a:solidFill>
                <a:latin typeface="Calibri"/>
                <a:cs typeface="Calibri"/>
              </a:rPr>
              <a:t>and analysis is done </a:t>
            </a:r>
            <a:r>
              <a:rPr sz="2200" b="1" i="1" dirty="0">
                <a:solidFill>
                  <a:srgbClr val="006FC0"/>
                </a:solidFill>
                <a:latin typeface="Calibri"/>
                <a:cs typeface="Calibri"/>
              </a:rPr>
              <a:t>only </a:t>
            </a:r>
            <a:r>
              <a:rPr sz="2200" b="1" i="1" spc="-5" dirty="0">
                <a:solidFill>
                  <a:srgbClr val="006FC0"/>
                </a:solidFill>
                <a:latin typeface="Calibri"/>
                <a:cs typeface="Calibri"/>
              </a:rPr>
              <a:t>in the cloud</a:t>
            </a:r>
            <a:r>
              <a:rPr sz="2200" spc="-5" dirty="0">
                <a:latin typeface="Calibri"/>
                <a:cs typeface="Calibri"/>
              </a:rPr>
              <a:t>, </a:t>
            </a:r>
            <a:r>
              <a:rPr sz="2200" spc="-10" dirty="0">
                <a:latin typeface="Calibri"/>
                <a:cs typeface="Calibri"/>
              </a:rPr>
              <a:t>there could </a:t>
            </a:r>
            <a:r>
              <a:rPr sz="2200" spc="-5" dirty="0">
                <a:latin typeface="Calibri"/>
                <a:cs typeface="Calibri"/>
              </a:rPr>
              <a:t>be a </a:t>
            </a:r>
            <a:r>
              <a:rPr sz="2200" dirty="0">
                <a:latin typeface="Calibri"/>
                <a:cs typeface="Calibri"/>
              </a:rPr>
              <a:t> </a:t>
            </a:r>
            <a:r>
              <a:rPr sz="2200" spc="-10" dirty="0">
                <a:latin typeface="Calibri"/>
                <a:cs typeface="Calibri"/>
              </a:rPr>
              <a:t>bottleneck </a:t>
            </a:r>
            <a:r>
              <a:rPr sz="2200" spc="-5" dirty="0">
                <a:latin typeface="Calibri"/>
                <a:cs typeface="Calibri"/>
              </a:rPr>
              <a:t>if the server is </a:t>
            </a:r>
            <a:r>
              <a:rPr sz="2200" spc="-10" dirty="0">
                <a:latin typeface="Calibri"/>
                <a:cs typeface="Calibri"/>
              </a:rPr>
              <a:t>slower </a:t>
            </a:r>
            <a:r>
              <a:rPr sz="2200" spc="-5" dirty="0">
                <a:latin typeface="Calibri"/>
                <a:cs typeface="Calibri"/>
              </a:rPr>
              <a:t>in analyzing due </a:t>
            </a:r>
            <a:r>
              <a:rPr sz="2200" spc="-20" dirty="0">
                <a:latin typeface="Calibri"/>
                <a:cs typeface="Calibri"/>
              </a:rPr>
              <a:t>to </a:t>
            </a:r>
            <a:r>
              <a:rPr sz="2200" spc="-5" dirty="0">
                <a:latin typeface="Calibri"/>
                <a:cs typeface="Calibri"/>
              </a:rPr>
              <a:t>the </a:t>
            </a:r>
            <a:r>
              <a:rPr sz="2200" spc="-10" dirty="0">
                <a:latin typeface="Calibri"/>
                <a:cs typeface="Calibri"/>
              </a:rPr>
              <a:t>volume </a:t>
            </a:r>
            <a:r>
              <a:rPr sz="2200" spc="5" dirty="0">
                <a:latin typeface="Calibri"/>
                <a:cs typeface="Calibri"/>
              </a:rPr>
              <a:t>of </a:t>
            </a:r>
            <a:r>
              <a:rPr sz="2200" spc="-5" dirty="0">
                <a:latin typeface="Calibri"/>
                <a:cs typeface="Calibri"/>
              </a:rPr>
              <a:t>the </a:t>
            </a:r>
            <a:r>
              <a:rPr sz="2200" dirty="0">
                <a:latin typeface="Calibri"/>
                <a:cs typeface="Calibri"/>
              </a:rPr>
              <a:t> </a:t>
            </a:r>
            <a:r>
              <a:rPr sz="2200" spc="-20" dirty="0">
                <a:latin typeface="Calibri"/>
                <a:cs typeface="Calibri"/>
              </a:rPr>
              <a:t>data</a:t>
            </a:r>
            <a:r>
              <a:rPr sz="2200" spc="-10" dirty="0">
                <a:latin typeface="Calibri"/>
                <a:cs typeface="Calibri"/>
              </a:rPr>
              <a:t> </a:t>
            </a:r>
            <a:r>
              <a:rPr sz="2200" dirty="0">
                <a:latin typeface="Calibri"/>
                <a:cs typeface="Calibri"/>
              </a:rPr>
              <a:t>or</a:t>
            </a:r>
            <a:r>
              <a:rPr sz="2200" spc="-5" dirty="0">
                <a:latin typeface="Calibri"/>
                <a:cs typeface="Calibri"/>
              </a:rPr>
              <a:t> </a:t>
            </a:r>
            <a:r>
              <a:rPr sz="2200" spc="-20" dirty="0">
                <a:latin typeface="Calibri"/>
                <a:cs typeface="Calibri"/>
              </a:rPr>
              <a:t>for</a:t>
            </a:r>
            <a:r>
              <a:rPr sz="2200" spc="10" dirty="0">
                <a:latin typeface="Calibri"/>
                <a:cs typeface="Calibri"/>
              </a:rPr>
              <a:t> </a:t>
            </a:r>
            <a:r>
              <a:rPr sz="2200" spc="-5" dirty="0">
                <a:latin typeface="Calibri"/>
                <a:cs typeface="Calibri"/>
              </a:rPr>
              <a:t>other</a:t>
            </a:r>
            <a:r>
              <a:rPr sz="2200" spc="5" dirty="0">
                <a:latin typeface="Calibri"/>
                <a:cs typeface="Calibri"/>
              </a:rPr>
              <a:t> </a:t>
            </a:r>
            <a:r>
              <a:rPr sz="2200" spc="-5" dirty="0">
                <a:latin typeface="Calibri"/>
                <a:cs typeface="Calibri"/>
              </a:rPr>
              <a:t>reasons.</a:t>
            </a:r>
            <a:endParaRPr sz="2200">
              <a:latin typeface="Calibri"/>
              <a:cs typeface="Calibri"/>
            </a:endParaRPr>
          </a:p>
        </p:txBody>
      </p:sp>
      <p:sp>
        <p:nvSpPr>
          <p:cNvPr id="3" name="object 3"/>
          <p:cNvSpPr txBox="1"/>
          <p:nvPr/>
        </p:nvSpPr>
        <p:spPr>
          <a:xfrm>
            <a:off x="330200" y="4174896"/>
            <a:ext cx="8559165" cy="2239010"/>
          </a:xfrm>
          <a:prstGeom prst="rect">
            <a:avLst/>
          </a:prstGeom>
        </p:spPr>
        <p:txBody>
          <a:bodyPr vert="horz" wrap="square" lIns="0" tIns="79375" rIns="0" bIns="0" rtlCol="0">
            <a:spAutoFit/>
          </a:bodyPr>
          <a:lstStyle/>
          <a:p>
            <a:pPr marL="12700" algn="just">
              <a:lnSpc>
                <a:spcPct val="100000"/>
              </a:lnSpc>
              <a:spcBef>
                <a:spcPts val="625"/>
              </a:spcBef>
            </a:pPr>
            <a:r>
              <a:rPr sz="2200" b="1" spc="-5" dirty="0">
                <a:latin typeface="Calibri"/>
                <a:cs typeface="Calibri"/>
              </a:rPr>
              <a:t>iii)</a:t>
            </a:r>
            <a:r>
              <a:rPr sz="2200" b="1" spc="475" dirty="0">
                <a:latin typeface="Calibri"/>
                <a:cs typeface="Calibri"/>
              </a:rPr>
              <a:t> </a:t>
            </a:r>
            <a:r>
              <a:rPr sz="2200" b="1" spc="-5" dirty="0">
                <a:latin typeface="Calibri"/>
                <a:cs typeface="Calibri"/>
              </a:rPr>
              <a:t>Security issues</a:t>
            </a:r>
            <a:r>
              <a:rPr sz="2200" spc="-5" dirty="0">
                <a:latin typeface="Calibri"/>
                <a:cs typeface="Calibri"/>
              </a:rPr>
              <a:t>.</a:t>
            </a:r>
            <a:endParaRPr sz="2200">
              <a:latin typeface="Calibri"/>
              <a:cs typeface="Calibri"/>
            </a:endParaRPr>
          </a:p>
          <a:p>
            <a:pPr marL="355600" indent="-343535" algn="just">
              <a:lnSpc>
                <a:spcPct val="100000"/>
              </a:lnSpc>
              <a:spcBef>
                <a:spcPts val="530"/>
              </a:spcBef>
              <a:buFont typeface="Arial MT"/>
              <a:buChar char="•"/>
              <a:tabLst>
                <a:tab pos="356235" algn="l"/>
              </a:tabLst>
            </a:pPr>
            <a:r>
              <a:rPr sz="2200" spc="-10" dirty="0">
                <a:latin typeface="Calibri"/>
                <a:cs typeface="Calibri"/>
              </a:rPr>
              <a:t>Since</a:t>
            </a:r>
            <a:r>
              <a:rPr sz="2200" spc="45" dirty="0">
                <a:latin typeface="Calibri"/>
                <a:cs typeface="Calibri"/>
              </a:rPr>
              <a:t> </a:t>
            </a:r>
            <a:r>
              <a:rPr sz="2200" spc="-20" dirty="0">
                <a:latin typeface="Calibri"/>
                <a:cs typeface="Calibri"/>
              </a:rPr>
              <a:t>data</a:t>
            </a:r>
            <a:r>
              <a:rPr sz="2200" spc="60" dirty="0">
                <a:latin typeface="Calibri"/>
                <a:cs typeface="Calibri"/>
              </a:rPr>
              <a:t> </a:t>
            </a:r>
            <a:r>
              <a:rPr sz="2200" spc="-10" dirty="0">
                <a:latin typeface="Calibri"/>
                <a:cs typeface="Calibri"/>
              </a:rPr>
              <a:t>must</a:t>
            </a:r>
            <a:r>
              <a:rPr sz="2200" spc="40" dirty="0">
                <a:latin typeface="Calibri"/>
                <a:cs typeface="Calibri"/>
              </a:rPr>
              <a:t> </a:t>
            </a:r>
            <a:r>
              <a:rPr sz="2200" spc="-20" dirty="0">
                <a:latin typeface="Calibri"/>
                <a:cs typeface="Calibri"/>
              </a:rPr>
              <a:t>travel</a:t>
            </a:r>
            <a:r>
              <a:rPr sz="2200" spc="45" dirty="0">
                <a:latin typeface="Calibri"/>
                <a:cs typeface="Calibri"/>
              </a:rPr>
              <a:t> </a:t>
            </a:r>
            <a:r>
              <a:rPr sz="2200" spc="-10" dirty="0">
                <a:latin typeface="Calibri"/>
                <a:cs typeface="Calibri"/>
              </a:rPr>
              <a:t>through</a:t>
            </a:r>
            <a:r>
              <a:rPr sz="2200" spc="40" dirty="0">
                <a:latin typeface="Calibri"/>
                <a:cs typeface="Calibri"/>
              </a:rPr>
              <a:t> </a:t>
            </a:r>
            <a:r>
              <a:rPr sz="2200" spc="-5" dirty="0">
                <a:latin typeface="Calibri"/>
                <a:cs typeface="Calibri"/>
              </a:rPr>
              <a:t>multiple</a:t>
            </a:r>
            <a:r>
              <a:rPr sz="2200" spc="45" dirty="0">
                <a:latin typeface="Calibri"/>
                <a:cs typeface="Calibri"/>
              </a:rPr>
              <a:t> </a:t>
            </a:r>
            <a:r>
              <a:rPr sz="2200" spc="-20" dirty="0">
                <a:latin typeface="Calibri"/>
                <a:cs typeface="Calibri"/>
              </a:rPr>
              <a:t>layers</a:t>
            </a:r>
            <a:r>
              <a:rPr sz="2200" spc="40" dirty="0">
                <a:latin typeface="Calibri"/>
                <a:cs typeface="Calibri"/>
              </a:rPr>
              <a:t> </a:t>
            </a:r>
            <a:r>
              <a:rPr sz="2200" spc="-15" dirty="0">
                <a:latin typeface="Calibri"/>
                <a:cs typeface="Calibri"/>
              </a:rPr>
              <a:t>from</a:t>
            </a:r>
            <a:r>
              <a:rPr sz="2200" spc="75" dirty="0">
                <a:latin typeface="Calibri"/>
                <a:cs typeface="Calibri"/>
              </a:rPr>
              <a:t> </a:t>
            </a:r>
            <a:r>
              <a:rPr sz="2200" spc="-10" dirty="0">
                <a:latin typeface="Calibri"/>
                <a:cs typeface="Calibri"/>
              </a:rPr>
              <a:t>sensors</a:t>
            </a:r>
            <a:r>
              <a:rPr sz="2200" spc="50" dirty="0">
                <a:latin typeface="Calibri"/>
                <a:cs typeface="Calibri"/>
              </a:rPr>
              <a:t> </a:t>
            </a:r>
            <a:r>
              <a:rPr sz="2200" spc="-20" dirty="0">
                <a:latin typeface="Calibri"/>
                <a:cs typeface="Calibri"/>
              </a:rPr>
              <a:t>to</a:t>
            </a:r>
            <a:r>
              <a:rPr sz="2200" spc="50" dirty="0">
                <a:latin typeface="Calibri"/>
                <a:cs typeface="Calibri"/>
              </a:rPr>
              <a:t> </a:t>
            </a:r>
            <a:r>
              <a:rPr sz="2200" spc="-25" dirty="0">
                <a:latin typeface="Calibri"/>
                <a:cs typeface="Calibri"/>
              </a:rPr>
              <a:t>gateways</a:t>
            </a:r>
            <a:endParaRPr sz="2200">
              <a:latin typeface="Calibri"/>
              <a:cs typeface="Calibri"/>
            </a:endParaRPr>
          </a:p>
          <a:p>
            <a:pPr marL="355600" algn="just">
              <a:lnSpc>
                <a:spcPct val="100000"/>
              </a:lnSpc>
              <a:spcBef>
                <a:spcPts val="5"/>
              </a:spcBef>
            </a:pPr>
            <a:r>
              <a:rPr sz="2200" spc="-20" dirty="0">
                <a:latin typeface="Calibri"/>
                <a:cs typeface="Calibri"/>
              </a:rPr>
              <a:t>to</a:t>
            </a:r>
            <a:r>
              <a:rPr sz="2200" spc="10" dirty="0">
                <a:latin typeface="Calibri"/>
                <a:cs typeface="Calibri"/>
              </a:rPr>
              <a:t> </a:t>
            </a:r>
            <a:r>
              <a:rPr sz="2200" spc="-5" dirty="0">
                <a:latin typeface="Calibri"/>
                <a:cs typeface="Calibri"/>
              </a:rPr>
              <a:t>services</a:t>
            </a:r>
            <a:r>
              <a:rPr sz="2200" dirty="0">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a:t>
            </a:r>
            <a:r>
              <a:rPr sz="2200" spc="15" dirty="0">
                <a:latin typeface="Calibri"/>
                <a:cs typeface="Calibri"/>
              </a:rPr>
              <a:t> </a:t>
            </a:r>
            <a:r>
              <a:rPr sz="2200" spc="-5" dirty="0">
                <a:latin typeface="Calibri"/>
                <a:cs typeface="Calibri"/>
              </a:rPr>
              <a:t>cloud, </a:t>
            </a:r>
            <a:r>
              <a:rPr sz="2200" spc="-10" dirty="0">
                <a:latin typeface="Calibri"/>
                <a:cs typeface="Calibri"/>
              </a:rPr>
              <a:t>there</a:t>
            </a:r>
            <a:r>
              <a:rPr sz="2200" spc="5" dirty="0">
                <a:latin typeface="Calibri"/>
                <a:cs typeface="Calibri"/>
              </a:rPr>
              <a:t> </a:t>
            </a:r>
            <a:r>
              <a:rPr sz="2200" spc="-10" dirty="0">
                <a:latin typeface="Calibri"/>
                <a:cs typeface="Calibri"/>
              </a:rPr>
              <a:t>are</a:t>
            </a:r>
            <a:r>
              <a:rPr sz="2200" spc="-5" dirty="0">
                <a:latin typeface="Calibri"/>
                <a:cs typeface="Calibri"/>
              </a:rPr>
              <a:t> </a:t>
            </a:r>
            <a:r>
              <a:rPr sz="2200" spc="-10" dirty="0">
                <a:latin typeface="Calibri"/>
                <a:cs typeface="Calibri"/>
              </a:rPr>
              <a:t>numerous</a:t>
            </a:r>
            <a:r>
              <a:rPr sz="2200" spc="10" dirty="0">
                <a:latin typeface="Calibri"/>
                <a:cs typeface="Calibri"/>
              </a:rPr>
              <a:t> </a:t>
            </a:r>
            <a:r>
              <a:rPr sz="2200" spc="-10" dirty="0">
                <a:latin typeface="Calibri"/>
                <a:cs typeface="Calibri"/>
              </a:rPr>
              <a:t>points</a:t>
            </a:r>
            <a:r>
              <a:rPr sz="2200" spc="15" dirty="0">
                <a:latin typeface="Calibri"/>
                <a:cs typeface="Calibri"/>
              </a:rPr>
              <a:t> </a:t>
            </a:r>
            <a:r>
              <a:rPr sz="2200" spc="-5" dirty="0">
                <a:latin typeface="Calibri"/>
                <a:cs typeface="Calibri"/>
              </a:rPr>
              <a:t>of</a:t>
            </a:r>
            <a:r>
              <a:rPr sz="2200" spc="5" dirty="0">
                <a:latin typeface="Calibri"/>
                <a:cs typeface="Calibri"/>
              </a:rPr>
              <a:t> </a:t>
            </a:r>
            <a:r>
              <a:rPr sz="2200" spc="-5" dirty="0">
                <a:latin typeface="Calibri"/>
                <a:cs typeface="Calibri"/>
              </a:rPr>
              <a:t>a </a:t>
            </a:r>
            <a:r>
              <a:rPr sz="2200" spc="-10" dirty="0">
                <a:latin typeface="Calibri"/>
                <a:cs typeface="Calibri"/>
              </a:rPr>
              <a:t>breach.</a:t>
            </a:r>
            <a:endParaRPr sz="2200">
              <a:latin typeface="Calibri"/>
              <a:cs typeface="Calibri"/>
            </a:endParaRPr>
          </a:p>
          <a:p>
            <a:pPr marL="355600" marR="5080" indent="-343535" algn="just">
              <a:lnSpc>
                <a:spcPct val="100000"/>
              </a:lnSpc>
              <a:spcBef>
                <a:spcPts val="525"/>
              </a:spcBef>
              <a:buFont typeface="Arial MT"/>
              <a:buChar char="•"/>
              <a:tabLst>
                <a:tab pos="356235" algn="l"/>
              </a:tabLst>
            </a:pPr>
            <a:r>
              <a:rPr sz="2200" spc="-5" dirty="0">
                <a:latin typeface="Calibri"/>
                <a:cs typeface="Calibri"/>
              </a:rPr>
              <a:t>A security solution in the cloud </a:t>
            </a:r>
            <a:r>
              <a:rPr sz="2200" spc="-15" dirty="0">
                <a:latin typeface="Calibri"/>
                <a:cs typeface="Calibri"/>
              </a:rPr>
              <a:t>may </a:t>
            </a:r>
            <a:r>
              <a:rPr sz="2200" spc="-5" dirty="0">
                <a:latin typeface="Calibri"/>
                <a:cs typeface="Calibri"/>
              </a:rPr>
              <a:t>address issues </a:t>
            </a:r>
            <a:r>
              <a:rPr sz="2200" spc="-10" dirty="0">
                <a:latin typeface="Calibri"/>
                <a:cs typeface="Calibri"/>
              </a:rPr>
              <a:t>that are </a:t>
            </a:r>
            <a:r>
              <a:rPr sz="2200" spc="-5" dirty="0">
                <a:latin typeface="Calibri"/>
                <a:cs typeface="Calibri"/>
              </a:rPr>
              <a:t>common </a:t>
            </a:r>
            <a:r>
              <a:rPr sz="2200" spc="-35" dirty="0">
                <a:latin typeface="Calibri"/>
                <a:cs typeface="Calibri"/>
              </a:rPr>
              <a:t>to </a:t>
            </a:r>
            <a:r>
              <a:rPr sz="2200" spc="-30" dirty="0">
                <a:latin typeface="Calibri"/>
                <a:cs typeface="Calibri"/>
              </a:rPr>
              <a:t> </a:t>
            </a:r>
            <a:r>
              <a:rPr sz="2200" spc="-10" dirty="0">
                <a:latin typeface="Calibri"/>
                <a:cs typeface="Calibri"/>
              </a:rPr>
              <a:t>most devices </a:t>
            </a:r>
            <a:r>
              <a:rPr sz="2200" spc="-5" dirty="0">
                <a:latin typeface="Calibri"/>
                <a:cs typeface="Calibri"/>
              </a:rPr>
              <a:t>and </a:t>
            </a:r>
            <a:r>
              <a:rPr sz="2200" spc="-15" dirty="0">
                <a:latin typeface="Calibri"/>
                <a:cs typeface="Calibri"/>
              </a:rPr>
              <a:t>may </a:t>
            </a:r>
            <a:r>
              <a:rPr sz="2200" spc="-5" dirty="0">
                <a:latin typeface="Calibri"/>
                <a:cs typeface="Calibri"/>
              </a:rPr>
              <a:t>not </a:t>
            </a:r>
            <a:r>
              <a:rPr sz="2200" dirty="0">
                <a:latin typeface="Calibri"/>
                <a:cs typeface="Calibri"/>
              </a:rPr>
              <a:t>be </a:t>
            </a:r>
            <a:r>
              <a:rPr sz="2200" spc="-5" dirty="0">
                <a:latin typeface="Calibri"/>
                <a:cs typeface="Calibri"/>
              </a:rPr>
              <a:t>able </a:t>
            </a:r>
            <a:r>
              <a:rPr sz="2200" spc="-20" dirty="0">
                <a:latin typeface="Calibri"/>
                <a:cs typeface="Calibri"/>
              </a:rPr>
              <a:t>to </a:t>
            </a:r>
            <a:r>
              <a:rPr sz="2200" spc="-30" dirty="0">
                <a:latin typeface="Calibri"/>
                <a:cs typeface="Calibri"/>
              </a:rPr>
              <a:t>take </a:t>
            </a:r>
            <a:r>
              <a:rPr sz="2200" spc="-15" dirty="0">
                <a:latin typeface="Calibri"/>
                <a:cs typeface="Calibri"/>
              </a:rPr>
              <a:t>care </a:t>
            </a:r>
            <a:r>
              <a:rPr sz="2200" dirty="0">
                <a:latin typeface="Calibri"/>
                <a:cs typeface="Calibri"/>
              </a:rPr>
              <a:t>of </a:t>
            </a:r>
            <a:r>
              <a:rPr sz="2200" spc="-10" dirty="0">
                <a:latin typeface="Calibri"/>
                <a:cs typeface="Calibri"/>
              </a:rPr>
              <a:t>specific sensors </a:t>
            </a:r>
            <a:r>
              <a:rPr sz="2200" dirty="0">
                <a:latin typeface="Calibri"/>
                <a:cs typeface="Calibri"/>
              </a:rPr>
              <a:t>or </a:t>
            </a:r>
            <a:r>
              <a:rPr sz="2200" spc="5" dirty="0">
                <a:latin typeface="Calibri"/>
                <a:cs typeface="Calibri"/>
              </a:rPr>
              <a:t> </a:t>
            </a:r>
            <a:r>
              <a:rPr sz="2200" spc="-10" dirty="0">
                <a:latin typeface="Calibri"/>
                <a:cs typeface="Calibri"/>
              </a:rPr>
              <a:t>nodes</a:t>
            </a:r>
            <a:r>
              <a:rPr sz="2200" spc="10" dirty="0">
                <a:latin typeface="Calibri"/>
                <a:cs typeface="Calibri"/>
              </a:rPr>
              <a:t> </a:t>
            </a:r>
            <a:r>
              <a:rPr sz="2200" dirty="0">
                <a:latin typeface="Calibri"/>
                <a:cs typeface="Calibri"/>
              </a:rPr>
              <a:t>on</a:t>
            </a:r>
            <a:r>
              <a:rPr sz="2200" spc="-10" dirty="0">
                <a:latin typeface="Calibri"/>
                <a:cs typeface="Calibri"/>
              </a:rPr>
              <a:t> </a:t>
            </a:r>
            <a:r>
              <a:rPr sz="2200" spc="-5" dirty="0">
                <a:latin typeface="Calibri"/>
                <a:cs typeface="Calibri"/>
              </a:rPr>
              <a:t>the</a:t>
            </a:r>
            <a:r>
              <a:rPr sz="2200" spc="10" dirty="0">
                <a:latin typeface="Calibri"/>
                <a:cs typeface="Calibri"/>
              </a:rPr>
              <a:t> </a:t>
            </a:r>
            <a:r>
              <a:rPr sz="2200" spc="-10" dirty="0">
                <a:latin typeface="Calibri"/>
                <a:cs typeface="Calibri"/>
              </a:rPr>
              <a:t>edge.</a:t>
            </a:r>
            <a:endParaRPr sz="2200">
              <a:latin typeface="Calibri"/>
              <a:cs typeface="Calibri"/>
            </a:endParaRPr>
          </a:p>
        </p:txBody>
      </p:sp>
      <p:grpSp>
        <p:nvGrpSpPr>
          <p:cNvPr id="4" name="object 4"/>
          <p:cNvGrpSpPr/>
          <p:nvPr/>
        </p:nvGrpSpPr>
        <p:grpSpPr>
          <a:xfrm>
            <a:off x="1281493" y="1691195"/>
            <a:ext cx="6684645" cy="2539365"/>
            <a:chOff x="1281493" y="1691195"/>
            <a:chExt cx="6684645" cy="2539365"/>
          </a:xfrm>
        </p:grpSpPr>
        <p:pic>
          <p:nvPicPr>
            <p:cNvPr id="5" name="object 5"/>
            <p:cNvPicPr/>
            <p:nvPr/>
          </p:nvPicPr>
          <p:blipFill>
            <a:blip r:embed="Rea3b8cb81d374c20" cstate="print"/>
            <a:stretch>
              <a:fillRect/>
            </a:stretch>
          </p:blipFill>
          <p:spPr>
            <a:xfrm>
              <a:off x="1291081" y="1700783"/>
              <a:ext cx="6665341" cy="2520315"/>
            </a:xfrm>
            <a:prstGeom prst="rect">
              <a:avLst/>
            </a:prstGeom>
          </p:spPr>
        </p:pic>
        <p:sp>
          <p:nvSpPr>
            <p:cNvPr id="6" name="object 6"/>
            <p:cNvSpPr/>
            <p:nvPr/>
          </p:nvSpPr>
          <p:spPr>
            <a:xfrm>
              <a:off x="1286255" y="1695957"/>
              <a:ext cx="6675120" cy="2529840"/>
            </a:xfrm>
            <a:custGeom>
              <a:avLst/>
              <a:gdLst/>
              <a:ahLst/>
              <a:cxnLst/>
              <a:rect l="l" t="t" r="r" b="b"/>
              <a:pathLst>
                <a:path w="6675120" h="2529840">
                  <a:moveTo>
                    <a:pt x="0" y="2529840"/>
                  </a:moveTo>
                  <a:lnTo>
                    <a:pt x="6674866" y="2529840"/>
                  </a:lnTo>
                  <a:lnTo>
                    <a:pt x="6674866" y="0"/>
                  </a:lnTo>
                  <a:lnTo>
                    <a:pt x="0" y="0"/>
                  </a:lnTo>
                  <a:lnTo>
                    <a:pt x="0" y="2529840"/>
                  </a:lnTo>
                  <a:close/>
                </a:path>
              </a:pathLst>
            </a:custGeom>
            <a:ln w="9524">
              <a:solidFill>
                <a:srgbClr val="000000"/>
              </a:solidFill>
            </a:ln>
          </p:spPr>
          <p:txBody>
            <a:bodyPr wrap="square" lIns="0" tIns="0" rIns="0" bIns="0" rtlCol="0"/>
            <a:lstStyle/>
            <a:p>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0"/>
            <a:ext cx="8629650" cy="3915410"/>
          </a:xfrm>
          <a:prstGeom prst="rect">
            <a:avLst/>
          </a:prstGeom>
        </p:spPr>
        <p:txBody>
          <a:bodyPr vert="horz" wrap="square" lIns="0" tIns="79375" rIns="0" bIns="0" rtlCol="0">
            <a:spAutoFit/>
          </a:bodyPr>
          <a:lstStyle/>
          <a:p>
            <a:pPr marL="12700">
              <a:lnSpc>
                <a:spcPct val="100000"/>
              </a:lnSpc>
              <a:spcBef>
                <a:spcPts val="625"/>
              </a:spcBef>
            </a:pPr>
            <a:r>
              <a:rPr sz="2200" b="1" spc="-5" dirty="0">
                <a:latin typeface="Calibri"/>
                <a:cs typeface="Calibri"/>
              </a:rPr>
              <a:t>iv)</a:t>
            </a:r>
            <a:r>
              <a:rPr sz="2200" b="1" spc="-30" dirty="0">
                <a:latin typeface="Calibri"/>
                <a:cs typeface="Calibri"/>
              </a:rPr>
              <a:t> </a:t>
            </a:r>
            <a:r>
              <a:rPr sz="2200" b="1" spc="-20" dirty="0">
                <a:latin typeface="Calibri"/>
                <a:cs typeface="Calibri"/>
              </a:rPr>
              <a:t>Data</a:t>
            </a:r>
            <a:r>
              <a:rPr sz="2200" b="1" spc="15" dirty="0">
                <a:latin typeface="Calibri"/>
                <a:cs typeface="Calibri"/>
              </a:rPr>
              <a:t> </a:t>
            </a:r>
            <a:r>
              <a:rPr sz="2200" b="1" spc="-10" dirty="0">
                <a:latin typeface="Calibri"/>
                <a:cs typeface="Calibri"/>
              </a:rPr>
              <a:t>staleness</a:t>
            </a:r>
            <a:r>
              <a:rPr sz="2200" spc="-10" dirty="0">
                <a:latin typeface="Calibri"/>
                <a:cs typeface="Calibri"/>
              </a:rPr>
              <a:t>.</a:t>
            </a:r>
            <a:endParaRPr sz="2200" dirty="0">
              <a:latin typeface="Calibri"/>
              <a:cs typeface="Calibri"/>
            </a:endParaRPr>
          </a:p>
          <a:p>
            <a:pPr marL="355600" indent="-342900">
              <a:lnSpc>
                <a:spcPct val="100000"/>
              </a:lnSpc>
              <a:spcBef>
                <a:spcPts val="530"/>
              </a:spcBef>
              <a:buFont typeface="Arial MT"/>
              <a:buChar char="•"/>
              <a:tabLst>
                <a:tab pos="354965" algn="l"/>
                <a:tab pos="355600" algn="l"/>
              </a:tabLst>
            </a:pPr>
            <a:r>
              <a:rPr sz="2200" spc="-5" dirty="0">
                <a:latin typeface="Calibri"/>
                <a:cs typeface="Calibri"/>
              </a:rPr>
              <a:t>In</a:t>
            </a:r>
            <a:r>
              <a:rPr sz="2200" spc="105" dirty="0">
                <a:latin typeface="Calibri"/>
                <a:cs typeface="Calibri"/>
              </a:rPr>
              <a:t> </a:t>
            </a:r>
            <a:r>
              <a:rPr sz="2200" spc="-15" dirty="0">
                <a:latin typeface="Calibri"/>
                <a:cs typeface="Calibri"/>
              </a:rPr>
              <a:t>many</a:t>
            </a:r>
            <a:r>
              <a:rPr sz="2200" spc="110" dirty="0">
                <a:latin typeface="Calibri"/>
                <a:cs typeface="Calibri"/>
              </a:rPr>
              <a:t> </a:t>
            </a:r>
            <a:r>
              <a:rPr sz="2200" spc="-15" dirty="0">
                <a:latin typeface="Calibri"/>
                <a:cs typeface="Calibri"/>
              </a:rPr>
              <a:t>instances,</a:t>
            </a:r>
            <a:r>
              <a:rPr sz="2200" spc="114" dirty="0">
                <a:latin typeface="Calibri"/>
                <a:cs typeface="Calibri"/>
              </a:rPr>
              <a:t> </a:t>
            </a:r>
            <a:r>
              <a:rPr sz="2200" b="1" i="1" spc="-10" dirty="0">
                <a:solidFill>
                  <a:srgbClr val="006FC0"/>
                </a:solidFill>
                <a:latin typeface="Calibri"/>
                <a:cs typeface="Calibri"/>
              </a:rPr>
              <a:t>data</a:t>
            </a:r>
            <a:r>
              <a:rPr sz="2200" b="1" i="1" spc="120" dirty="0">
                <a:solidFill>
                  <a:srgbClr val="006FC0"/>
                </a:solidFill>
                <a:latin typeface="Calibri"/>
                <a:cs typeface="Calibri"/>
              </a:rPr>
              <a:t> </a:t>
            </a:r>
            <a:r>
              <a:rPr sz="2200" b="1" i="1" spc="-5" dirty="0">
                <a:solidFill>
                  <a:srgbClr val="006FC0"/>
                </a:solidFill>
                <a:latin typeface="Calibri"/>
                <a:cs typeface="Calibri"/>
              </a:rPr>
              <a:t>loses</a:t>
            </a:r>
            <a:r>
              <a:rPr sz="2200" b="1" i="1" spc="105" dirty="0">
                <a:solidFill>
                  <a:srgbClr val="006FC0"/>
                </a:solidFill>
                <a:latin typeface="Calibri"/>
                <a:cs typeface="Calibri"/>
              </a:rPr>
              <a:t> </a:t>
            </a:r>
            <a:r>
              <a:rPr sz="2200" b="1" i="1" spc="-5" dirty="0">
                <a:solidFill>
                  <a:srgbClr val="006FC0"/>
                </a:solidFill>
                <a:latin typeface="Calibri"/>
                <a:cs typeface="Calibri"/>
              </a:rPr>
              <a:t>its</a:t>
            </a:r>
            <a:r>
              <a:rPr sz="2200" b="1" i="1" spc="95" dirty="0">
                <a:solidFill>
                  <a:srgbClr val="006FC0"/>
                </a:solidFill>
                <a:latin typeface="Calibri"/>
                <a:cs typeface="Calibri"/>
              </a:rPr>
              <a:t> </a:t>
            </a:r>
            <a:r>
              <a:rPr sz="2200" b="1" i="1" spc="-5" dirty="0">
                <a:solidFill>
                  <a:srgbClr val="006FC0"/>
                </a:solidFill>
                <a:latin typeface="Calibri"/>
                <a:cs typeface="Calibri"/>
              </a:rPr>
              <a:t>value</a:t>
            </a:r>
            <a:r>
              <a:rPr sz="2200" b="1" i="1" spc="114" dirty="0">
                <a:solidFill>
                  <a:srgbClr val="006FC0"/>
                </a:solidFill>
                <a:latin typeface="Calibri"/>
                <a:cs typeface="Calibri"/>
              </a:rPr>
              <a:t> </a:t>
            </a:r>
            <a:r>
              <a:rPr sz="2200" b="1" i="1" spc="-10" dirty="0">
                <a:solidFill>
                  <a:srgbClr val="006FC0"/>
                </a:solidFill>
                <a:latin typeface="Calibri"/>
                <a:cs typeface="Calibri"/>
              </a:rPr>
              <a:t>when</a:t>
            </a:r>
            <a:r>
              <a:rPr sz="2200" b="1" i="1" spc="120" dirty="0">
                <a:solidFill>
                  <a:srgbClr val="006FC0"/>
                </a:solidFill>
                <a:latin typeface="Calibri"/>
                <a:cs typeface="Calibri"/>
              </a:rPr>
              <a:t> </a:t>
            </a:r>
            <a:r>
              <a:rPr sz="2200" b="1" i="1" spc="-5" dirty="0">
                <a:solidFill>
                  <a:srgbClr val="006FC0"/>
                </a:solidFill>
                <a:latin typeface="Calibri"/>
                <a:cs typeface="Calibri"/>
              </a:rPr>
              <a:t>it</a:t>
            </a:r>
            <a:r>
              <a:rPr sz="2200" b="1" i="1" spc="100" dirty="0">
                <a:solidFill>
                  <a:srgbClr val="006FC0"/>
                </a:solidFill>
                <a:latin typeface="Calibri"/>
                <a:cs typeface="Calibri"/>
              </a:rPr>
              <a:t> </a:t>
            </a:r>
            <a:r>
              <a:rPr sz="2200" b="1" i="1" spc="-5" dirty="0">
                <a:solidFill>
                  <a:srgbClr val="006FC0"/>
                </a:solidFill>
                <a:latin typeface="Calibri"/>
                <a:cs typeface="Calibri"/>
              </a:rPr>
              <a:t>cannot</a:t>
            </a:r>
            <a:r>
              <a:rPr sz="2200" b="1" i="1" spc="110" dirty="0">
                <a:solidFill>
                  <a:srgbClr val="006FC0"/>
                </a:solidFill>
                <a:latin typeface="Calibri"/>
                <a:cs typeface="Calibri"/>
              </a:rPr>
              <a:t> </a:t>
            </a:r>
            <a:r>
              <a:rPr sz="2200" b="1" i="1" spc="-5" dirty="0">
                <a:solidFill>
                  <a:srgbClr val="006FC0"/>
                </a:solidFill>
                <a:latin typeface="Calibri"/>
                <a:cs typeface="Calibri"/>
              </a:rPr>
              <a:t>be</a:t>
            </a:r>
            <a:r>
              <a:rPr sz="2200" b="1" i="1" spc="110" dirty="0">
                <a:solidFill>
                  <a:srgbClr val="006FC0"/>
                </a:solidFill>
                <a:latin typeface="Calibri"/>
                <a:cs typeface="Calibri"/>
              </a:rPr>
              <a:t> </a:t>
            </a:r>
            <a:r>
              <a:rPr sz="2200" b="1" i="1" spc="-5" dirty="0">
                <a:solidFill>
                  <a:srgbClr val="006FC0"/>
                </a:solidFill>
                <a:latin typeface="Calibri"/>
                <a:cs typeface="Calibri"/>
              </a:rPr>
              <a:t>analyzed</a:t>
            </a:r>
            <a:r>
              <a:rPr sz="2200" b="1" i="1" spc="110" dirty="0">
                <a:solidFill>
                  <a:srgbClr val="006FC0"/>
                </a:solidFill>
                <a:latin typeface="Calibri"/>
                <a:cs typeface="Calibri"/>
              </a:rPr>
              <a:t> </a:t>
            </a:r>
            <a:r>
              <a:rPr sz="2200" b="1" i="1" spc="-15" dirty="0">
                <a:solidFill>
                  <a:srgbClr val="006FC0"/>
                </a:solidFill>
                <a:latin typeface="Calibri"/>
                <a:cs typeface="Calibri"/>
              </a:rPr>
              <a:t>fast</a:t>
            </a:r>
            <a:endParaRPr sz="2200" dirty="0">
              <a:latin typeface="Calibri"/>
              <a:cs typeface="Calibri"/>
            </a:endParaRPr>
          </a:p>
          <a:p>
            <a:pPr marL="355600">
              <a:lnSpc>
                <a:spcPct val="100000"/>
              </a:lnSpc>
            </a:pPr>
            <a:r>
              <a:rPr sz="2200" spc="-5" dirty="0">
                <a:latin typeface="Calibri"/>
                <a:cs typeface="Calibri"/>
              </a:rPr>
              <a:t>enough.</a:t>
            </a:r>
            <a:endParaRPr sz="2200" dirty="0">
              <a:latin typeface="Calibri"/>
              <a:cs typeface="Calibri"/>
            </a:endParaRPr>
          </a:p>
          <a:p>
            <a:pPr marL="355600" marR="6985" indent="-342900">
              <a:lnSpc>
                <a:spcPct val="100000"/>
              </a:lnSpc>
              <a:spcBef>
                <a:spcPts val="530"/>
              </a:spcBef>
              <a:buFont typeface="Arial MT"/>
              <a:buChar char="•"/>
              <a:tabLst>
                <a:tab pos="354965" algn="l"/>
                <a:tab pos="355600" algn="l"/>
              </a:tabLst>
            </a:pPr>
            <a:r>
              <a:rPr sz="2200" b="1" spc="-5" dirty="0">
                <a:solidFill>
                  <a:srgbClr val="FF0000"/>
                </a:solidFill>
                <a:latin typeface="Calibri"/>
                <a:cs typeface="Calibri"/>
              </a:rPr>
              <a:t>Security</a:t>
            </a:r>
            <a:r>
              <a:rPr sz="2200" b="1" spc="30" dirty="0">
                <a:solidFill>
                  <a:srgbClr val="FF0000"/>
                </a:solidFill>
                <a:latin typeface="Calibri"/>
                <a:cs typeface="Calibri"/>
              </a:rPr>
              <a:t> </a:t>
            </a:r>
            <a:r>
              <a:rPr sz="2200" b="1" spc="-10" dirty="0">
                <a:solidFill>
                  <a:srgbClr val="FF0000"/>
                </a:solidFill>
                <a:latin typeface="Calibri"/>
                <a:cs typeface="Calibri"/>
              </a:rPr>
              <a:t>cameras</a:t>
            </a:r>
            <a:r>
              <a:rPr sz="2200" spc="-10" dirty="0">
                <a:latin typeface="Calibri"/>
                <a:cs typeface="Calibri"/>
              </a:rPr>
              <a:t>,</a:t>
            </a:r>
            <a:r>
              <a:rPr sz="2200" spc="30" dirty="0">
                <a:latin typeface="Calibri"/>
                <a:cs typeface="Calibri"/>
              </a:rPr>
              <a:t> </a:t>
            </a:r>
            <a:r>
              <a:rPr sz="2200" b="1" spc="-5" dirty="0">
                <a:solidFill>
                  <a:srgbClr val="FF0000"/>
                </a:solidFill>
                <a:latin typeface="Calibri"/>
                <a:cs typeface="Calibri"/>
              </a:rPr>
              <a:t>phones</a:t>
            </a:r>
            <a:r>
              <a:rPr sz="2200" spc="-5" dirty="0">
                <a:latin typeface="Calibri"/>
                <a:cs typeface="Calibri"/>
              </a:rPr>
              <a:t>,</a:t>
            </a:r>
            <a:r>
              <a:rPr sz="2200" spc="30" dirty="0">
                <a:latin typeface="Calibri"/>
                <a:cs typeface="Calibri"/>
              </a:rPr>
              <a:t> </a:t>
            </a:r>
            <a:r>
              <a:rPr sz="2200" b="1" spc="-10" dirty="0">
                <a:solidFill>
                  <a:srgbClr val="FF0000"/>
                </a:solidFill>
                <a:latin typeface="Calibri"/>
                <a:cs typeface="Calibri"/>
              </a:rPr>
              <a:t>cars</a:t>
            </a:r>
            <a:r>
              <a:rPr sz="2200" spc="-10" dirty="0">
                <a:latin typeface="Calibri"/>
                <a:cs typeface="Calibri"/>
              </a:rPr>
              <a:t>,</a:t>
            </a:r>
            <a:r>
              <a:rPr sz="2200" spc="35" dirty="0">
                <a:latin typeface="Calibri"/>
                <a:cs typeface="Calibri"/>
              </a:rPr>
              <a:t> </a:t>
            </a:r>
            <a:r>
              <a:rPr sz="2200" b="1" spc="-40" dirty="0">
                <a:solidFill>
                  <a:srgbClr val="FF0000"/>
                </a:solidFill>
                <a:latin typeface="Calibri"/>
                <a:cs typeface="Calibri"/>
              </a:rPr>
              <a:t>ATMs</a:t>
            </a:r>
            <a:r>
              <a:rPr sz="2200" spc="-40" dirty="0">
                <a:latin typeface="Calibri"/>
                <a:cs typeface="Calibri"/>
              </a:rPr>
              <a:t>,</a:t>
            </a:r>
            <a:r>
              <a:rPr sz="2200" spc="55" dirty="0">
                <a:latin typeface="Calibri"/>
                <a:cs typeface="Calibri"/>
              </a:rPr>
              <a:t> </a:t>
            </a:r>
            <a:r>
              <a:rPr sz="2200" spc="-5" dirty="0">
                <a:latin typeface="Calibri"/>
                <a:cs typeface="Calibri"/>
              </a:rPr>
              <a:t>and</a:t>
            </a:r>
            <a:r>
              <a:rPr sz="2200" spc="30" dirty="0">
                <a:latin typeface="Calibri"/>
                <a:cs typeface="Calibri"/>
              </a:rPr>
              <a:t> </a:t>
            </a:r>
            <a:r>
              <a:rPr sz="2200" dirty="0">
                <a:latin typeface="Calibri"/>
                <a:cs typeface="Calibri"/>
              </a:rPr>
              <a:t>so</a:t>
            </a:r>
            <a:r>
              <a:rPr sz="2200" spc="40" dirty="0">
                <a:latin typeface="Calibri"/>
                <a:cs typeface="Calibri"/>
              </a:rPr>
              <a:t> </a:t>
            </a:r>
            <a:r>
              <a:rPr sz="2200" spc="-10" dirty="0">
                <a:latin typeface="Calibri"/>
                <a:cs typeface="Calibri"/>
              </a:rPr>
              <a:t>forth,</a:t>
            </a:r>
            <a:r>
              <a:rPr sz="2200" spc="45" dirty="0">
                <a:latin typeface="Calibri"/>
                <a:cs typeface="Calibri"/>
              </a:rPr>
              <a:t> </a:t>
            </a:r>
            <a:r>
              <a:rPr sz="2200" spc="-10" dirty="0">
                <a:latin typeface="Calibri"/>
                <a:cs typeface="Calibri"/>
              </a:rPr>
              <a:t>could</a:t>
            </a:r>
            <a:r>
              <a:rPr sz="2200" spc="30" dirty="0">
                <a:latin typeface="Calibri"/>
                <a:cs typeface="Calibri"/>
              </a:rPr>
              <a:t> </a:t>
            </a:r>
            <a:r>
              <a:rPr sz="2200" spc="-15" dirty="0">
                <a:latin typeface="Calibri"/>
                <a:cs typeface="Calibri"/>
              </a:rPr>
              <a:t>generate</a:t>
            </a:r>
            <a:r>
              <a:rPr sz="2200" spc="30" dirty="0">
                <a:latin typeface="Calibri"/>
                <a:cs typeface="Calibri"/>
              </a:rPr>
              <a:t> </a:t>
            </a:r>
            <a:r>
              <a:rPr sz="2200" spc="-20" dirty="0">
                <a:latin typeface="Calibri"/>
                <a:cs typeface="Calibri"/>
              </a:rPr>
              <a:t>data </a:t>
            </a:r>
            <a:r>
              <a:rPr sz="2200" spc="-484" dirty="0">
                <a:latin typeface="Calibri"/>
                <a:cs typeface="Calibri"/>
              </a:rPr>
              <a:t> </a:t>
            </a:r>
            <a:r>
              <a:rPr sz="2200" spc="-10" dirty="0">
                <a:latin typeface="Calibri"/>
                <a:cs typeface="Calibri"/>
              </a:rPr>
              <a:t>that</a:t>
            </a:r>
            <a:r>
              <a:rPr sz="2200" dirty="0">
                <a:latin typeface="Calibri"/>
                <a:cs typeface="Calibri"/>
              </a:rPr>
              <a:t> </a:t>
            </a:r>
            <a:r>
              <a:rPr sz="2200" spc="-10" dirty="0">
                <a:latin typeface="Calibri"/>
                <a:cs typeface="Calibri"/>
              </a:rPr>
              <a:t>need</a:t>
            </a:r>
            <a:r>
              <a:rPr sz="2200" spc="20" dirty="0">
                <a:latin typeface="Calibri"/>
                <a:cs typeface="Calibri"/>
              </a:rPr>
              <a:t> </a:t>
            </a:r>
            <a:r>
              <a:rPr sz="2200" spc="-15" dirty="0">
                <a:latin typeface="Calibri"/>
                <a:cs typeface="Calibri"/>
              </a:rPr>
              <a:t>immediate</a:t>
            </a:r>
            <a:r>
              <a:rPr sz="2200" spc="40" dirty="0">
                <a:latin typeface="Calibri"/>
                <a:cs typeface="Calibri"/>
              </a:rPr>
              <a:t> </a:t>
            </a:r>
            <a:r>
              <a:rPr sz="2200" spc="-10" dirty="0">
                <a:latin typeface="Calibri"/>
                <a:cs typeface="Calibri"/>
              </a:rPr>
              <a:t>analysis</a:t>
            </a:r>
            <a:r>
              <a:rPr sz="2200" dirty="0">
                <a:latin typeface="Calibri"/>
                <a:cs typeface="Calibri"/>
              </a:rPr>
              <a:t> </a:t>
            </a:r>
            <a:r>
              <a:rPr sz="2200" spc="-5" dirty="0">
                <a:latin typeface="Calibri"/>
                <a:cs typeface="Calibri"/>
              </a:rPr>
              <a:t>if</a:t>
            </a:r>
            <a:r>
              <a:rPr sz="2200" spc="10" dirty="0">
                <a:latin typeface="Calibri"/>
                <a:cs typeface="Calibri"/>
              </a:rPr>
              <a:t> </a:t>
            </a:r>
            <a:r>
              <a:rPr sz="2200" spc="-10" dirty="0">
                <a:latin typeface="Calibri"/>
                <a:cs typeface="Calibri"/>
              </a:rPr>
              <a:t>there</a:t>
            </a:r>
            <a:r>
              <a:rPr sz="2200" spc="10" dirty="0">
                <a:latin typeface="Calibri"/>
                <a:cs typeface="Calibri"/>
              </a:rPr>
              <a:t> </a:t>
            </a:r>
            <a:r>
              <a:rPr sz="2200" spc="-5" dirty="0">
                <a:latin typeface="Calibri"/>
                <a:cs typeface="Calibri"/>
              </a:rPr>
              <a:t>is</a:t>
            </a:r>
            <a:r>
              <a:rPr sz="2200" spc="15" dirty="0">
                <a:latin typeface="Calibri"/>
                <a:cs typeface="Calibri"/>
              </a:rPr>
              <a:t> </a:t>
            </a:r>
            <a:r>
              <a:rPr sz="2200" spc="-5" dirty="0">
                <a:latin typeface="Calibri"/>
                <a:cs typeface="Calibri"/>
              </a:rPr>
              <a:t>a </a:t>
            </a:r>
            <a:r>
              <a:rPr sz="2200" spc="-10" dirty="0">
                <a:latin typeface="Calibri"/>
                <a:cs typeface="Calibri"/>
              </a:rPr>
              <a:t>security</a:t>
            </a:r>
            <a:r>
              <a:rPr sz="2200" spc="10" dirty="0">
                <a:latin typeface="Calibri"/>
                <a:cs typeface="Calibri"/>
              </a:rPr>
              <a:t> </a:t>
            </a:r>
            <a:r>
              <a:rPr sz="2200" dirty="0">
                <a:latin typeface="Calibri"/>
                <a:cs typeface="Calibri"/>
              </a:rPr>
              <a:t>or </a:t>
            </a:r>
            <a:r>
              <a:rPr sz="2200" spc="-5" dirty="0">
                <a:latin typeface="Calibri"/>
                <a:cs typeface="Calibri"/>
              </a:rPr>
              <a:t>a</a:t>
            </a:r>
            <a:r>
              <a:rPr sz="2200" dirty="0">
                <a:latin typeface="Calibri"/>
                <a:cs typeface="Calibri"/>
              </a:rPr>
              <a:t> </a:t>
            </a:r>
            <a:r>
              <a:rPr sz="2200" spc="-10" dirty="0">
                <a:latin typeface="Calibri"/>
                <a:cs typeface="Calibri"/>
              </a:rPr>
              <a:t>privacy </a:t>
            </a:r>
            <a:r>
              <a:rPr sz="2200" spc="-5" dirty="0">
                <a:latin typeface="Calibri"/>
                <a:cs typeface="Calibri"/>
              </a:rPr>
              <a:t>issue.</a:t>
            </a:r>
            <a:endParaRPr sz="2200" dirty="0">
              <a:latin typeface="Calibri"/>
              <a:cs typeface="Calibri"/>
            </a:endParaRPr>
          </a:p>
          <a:p>
            <a:pPr>
              <a:lnSpc>
                <a:spcPct val="100000"/>
              </a:lnSpc>
              <a:spcBef>
                <a:spcPts val="35"/>
              </a:spcBef>
              <a:buChar char="•"/>
            </a:pPr>
            <a:endParaRPr sz="1700" dirty="0">
              <a:latin typeface="Calibri"/>
              <a:cs typeface="Calibri"/>
            </a:endParaRPr>
          </a:p>
          <a:p>
            <a:pPr marL="355600" marR="5080" indent="-342900" algn="just">
              <a:lnSpc>
                <a:spcPct val="100000"/>
              </a:lnSpc>
              <a:buFont typeface="Arial MT"/>
              <a:buChar char="•"/>
              <a:tabLst>
                <a:tab pos="355600" algn="l"/>
              </a:tabLst>
            </a:pPr>
            <a:r>
              <a:rPr sz="2200" spc="-15" dirty="0">
                <a:latin typeface="Calibri"/>
                <a:cs typeface="Calibri"/>
              </a:rPr>
              <a:t>Fog </a:t>
            </a:r>
            <a:r>
              <a:rPr sz="2200" spc="-5" dirty="0">
                <a:latin typeface="Calibri"/>
                <a:cs typeface="Calibri"/>
              </a:rPr>
              <a:t>computing </a:t>
            </a:r>
            <a:r>
              <a:rPr sz="2200" spc="-10" dirty="0">
                <a:latin typeface="Calibri"/>
                <a:cs typeface="Calibri"/>
              </a:rPr>
              <a:t>solves </a:t>
            </a:r>
            <a:r>
              <a:rPr sz="2200" spc="-5" dirty="0">
                <a:latin typeface="Calibri"/>
                <a:cs typeface="Calibri"/>
              </a:rPr>
              <a:t>this </a:t>
            </a:r>
            <a:r>
              <a:rPr sz="2200" spc="-10" dirty="0">
                <a:latin typeface="Calibri"/>
                <a:cs typeface="Calibri"/>
              </a:rPr>
              <a:t>by </a:t>
            </a:r>
            <a:r>
              <a:rPr sz="2200" spc="-5" dirty="0">
                <a:latin typeface="Calibri"/>
                <a:cs typeface="Calibri"/>
              </a:rPr>
              <a:t>selectively moving </a:t>
            </a:r>
            <a:r>
              <a:rPr sz="2200" b="1" spc="-10" dirty="0">
                <a:solidFill>
                  <a:srgbClr val="006FC0"/>
                </a:solidFill>
                <a:latin typeface="Calibri"/>
                <a:cs typeface="Calibri"/>
              </a:rPr>
              <a:t>compute</a:t>
            </a:r>
            <a:r>
              <a:rPr sz="2200" spc="-10" dirty="0">
                <a:latin typeface="Calibri"/>
                <a:cs typeface="Calibri"/>
              </a:rPr>
              <a:t>, </a:t>
            </a:r>
            <a:r>
              <a:rPr sz="2200" b="1" spc="-15" dirty="0">
                <a:solidFill>
                  <a:srgbClr val="006FC0"/>
                </a:solidFill>
                <a:latin typeface="Calibri"/>
                <a:cs typeface="Calibri"/>
              </a:rPr>
              <a:t>storage</a:t>
            </a:r>
            <a:r>
              <a:rPr sz="2200" spc="-15" dirty="0">
                <a:latin typeface="Calibri"/>
                <a:cs typeface="Calibri"/>
              </a:rPr>
              <a:t>, </a:t>
            </a:r>
            <a:r>
              <a:rPr sz="2200" spc="-5" dirty="0">
                <a:latin typeface="Calibri"/>
                <a:cs typeface="Calibri"/>
              </a:rPr>
              <a:t>and </a:t>
            </a:r>
            <a:r>
              <a:rPr sz="2200" dirty="0">
                <a:latin typeface="Calibri"/>
                <a:cs typeface="Calibri"/>
              </a:rPr>
              <a:t> </a:t>
            </a:r>
            <a:r>
              <a:rPr sz="2200" b="1" spc="-5" dirty="0">
                <a:solidFill>
                  <a:srgbClr val="006FC0"/>
                </a:solidFill>
                <a:latin typeface="Calibri"/>
                <a:cs typeface="Calibri"/>
              </a:rPr>
              <a:t>decision-making</a:t>
            </a:r>
            <a:r>
              <a:rPr sz="2200" b="1" dirty="0">
                <a:solidFill>
                  <a:srgbClr val="006FC0"/>
                </a:solidFill>
                <a:latin typeface="Calibri"/>
                <a:cs typeface="Calibri"/>
              </a:rPr>
              <a:t> </a:t>
            </a:r>
            <a:r>
              <a:rPr sz="2200" spc="-5" dirty="0">
                <a:latin typeface="Calibri"/>
                <a:cs typeface="Calibri"/>
              </a:rPr>
              <a:t>closer</a:t>
            </a:r>
            <a:r>
              <a:rPr sz="2200" dirty="0">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a:t>
            </a:r>
            <a:r>
              <a:rPr sz="2200" dirty="0">
                <a:latin typeface="Calibri"/>
                <a:cs typeface="Calibri"/>
              </a:rPr>
              <a:t> </a:t>
            </a:r>
            <a:r>
              <a:rPr sz="2200" spc="-5" dirty="0">
                <a:latin typeface="Calibri"/>
                <a:cs typeface="Calibri"/>
              </a:rPr>
              <a:t>network</a:t>
            </a:r>
            <a:r>
              <a:rPr sz="2200" dirty="0">
                <a:latin typeface="Calibri"/>
                <a:cs typeface="Calibri"/>
              </a:rPr>
              <a:t> </a:t>
            </a:r>
            <a:r>
              <a:rPr sz="2200" spc="-10" dirty="0">
                <a:latin typeface="Calibri"/>
                <a:cs typeface="Calibri"/>
              </a:rPr>
              <a:t>edge</a:t>
            </a:r>
            <a:r>
              <a:rPr sz="2200" spc="-5" dirty="0">
                <a:latin typeface="Calibri"/>
                <a:cs typeface="Calibri"/>
              </a:rPr>
              <a:t> </a:t>
            </a:r>
            <a:r>
              <a:rPr sz="2200" spc="-10" dirty="0">
                <a:latin typeface="Calibri"/>
                <a:cs typeface="Calibri"/>
              </a:rPr>
              <a:t>where</a:t>
            </a:r>
            <a:r>
              <a:rPr sz="2200" spc="-5" dirty="0">
                <a:latin typeface="Calibri"/>
                <a:cs typeface="Calibri"/>
              </a:rPr>
              <a:t> </a:t>
            </a:r>
            <a:r>
              <a:rPr sz="2200" spc="-20" dirty="0">
                <a:latin typeface="Calibri"/>
                <a:cs typeface="Calibri"/>
              </a:rPr>
              <a:t>data</a:t>
            </a:r>
            <a:r>
              <a:rPr sz="2200" spc="-15" dirty="0">
                <a:latin typeface="Calibri"/>
                <a:cs typeface="Calibri"/>
              </a:rPr>
              <a:t> </a:t>
            </a:r>
            <a:r>
              <a:rPr sz="2200" spc="-10" dirty="0">
                <a:latin typeface="Calibri"/>
                <a:cs typeface="Calibri"/>
              </a:rPr>
              <a:t>are</a:t>
            </a:r>
            <a:r>
              <a:rPr sz="2200" spc="-5" dirty="0">
                <a:latin typeface="Calibri"/>
                <a:cs typeface="Calibri"/>
              </a:rPr>
              <a:t> </a:t>
            </a:r>
            <a:r>
              <a:rPr sz="2200" spc="-10" dirty="0">
                <a:latin typeface="Calibri"/>
                <a:cs typeface="Calibri"/>
              </a:rPr>
              <a:t>being </a:t>
            </a:r>
            <a:r>
              <a:rPr sz="2200" spc="-5" dirty="0">
                <a:latin typeface="Calibri"/>
                <a:cs typeface="Calibri"/>
              </a:rPr>
              <a:t> </a:t>
            </a:r>
            <a:r>
              <a:rPr sz="2200" spc="-20" dirty="0">
                <a:latin typeface="Calibri"/>
                <a:cs typeface="Calibri"/>
              </a:rPr>
              <a:t>generated.</a:t>
            </a:r>
            <a:endParaRPr sz="2200" dirty="0">
              <a:latin typeface="Calibri"/>
              <a:cs typeface="Calibri"/>
            </a:endParaRPr>
          </a:p>
          <a:p>
            <a:pPr marL="355600" marR="6350" indent="-342900" algn="just">
              <a:lnSpc>
                <a:spcPct val="100000"/>
              </a:lnSpc>
              <a:spcBef>
                <a:spcPts val="535"/>
              </a:spcBef>
              <a:buFont typeface="Arial MT"/>
              <a:buChar char="•"/>
              <a:tabLst>
                <a:tab pos="355600" algn="l"/>
              </a:tabLst>
            </a:pPr>
            <a:r>
              <a:rPr sz="2200" spc="-5" dirty="0">
                <a:latin typeface="Calibri"/>
                <a:cs typeface="Calibri"/>
              </a:rPr>
              <a:t>Essential </a:t>
            </a:r>
            <a:r>
              <a:rPr sz="2200" spc="-10" dirty="0">
                <a:latin typeface="Calibri"/>
                <a:cs typeface="Calibri"/>
              </a:rPr>
              <a:t>characteristics </a:t>
            </a:r>
            <a:r>
              <a:rPr sz="2200" dirty="0">
                <a:latin typeface="Calibri"/>
                <a:cs typeface="Calibri"/>
              </a:rPr>
              <a:t>of </a:t>
            </a:r>
            <a:r>
              <a:rPr sz="2200" spc="-20" dirty="0">
                <a:latin typeface="Calibri"/>
                <a:cs typeface="Calibri"/>
              </a:rPr>
              <a:t>fog </a:t>
            </a:r>
            <a:r>
              <a:rPr sz="2200" spc="-5" dirty="0">
                <a:latin typeface="Calibri"/>
                <a:cs typeface="Calibri"/>
              </a:rPr>
              <a:t>computing </a:t>
            </a:r>
            <a:r>
              <a:rPr sz="2200" spc="-15" dirty="0">
                <a:latin typeface="Calibri"/>
                <a:cs typeface="Calibri"/>
              </a:rPr>
              <a:t>platforms </a:t>
            </a:r>
            <a:r>
              <a:rPr sz="2200" spc="-10" dirty="0">
                <a:latin typeface="Calibri"/>
                <a:cs typeface="Calibri"/>
              </a:rPr>
              <a:t>include </a:t>
            </a:r>
            <a:r>
              <a:rPr sz="2200" b="1" spc="-5" dirty="0">
                <a:solidFill>
                  <a:srgbClr val="FF0000"/>
                </a:solidFill>
                <a:latin typeface="Calibri"/>
                <a:cs typeface="Calibri"/>
              </a:rPr>
              <a:t>low </a:t>
            </a:r>
            <a:r>
              <a:rPr sz="2200" b="1" spc="-10" dirty="0">
                <a:solidFill>
                  <a:srgbClr val="FF0000"/>
                </a:solidFill>
                <a:latin typeface="Calibri"/>
                <a:cs typeface="Calibri"/>
              </a:rPr>
              <a:t>latency</a:t>
            </a:r>
            <a:r>
              <a:rPr sz="2200" spc="-10" dirty="0">
                <a:latin typeface="Calibri"/>
                <a:cs typeface="Calibri"/>
              </a:rPr>
              <a:t>, </a:t>
            </a:r>
            <a:r>
              <a:rPr sz="2200" spc="-5" dirty="0">
                <a:latin typeface="Calibri"/>
                <a:cs typeface="Calibri"/>
              </a:rPr>
              <a:t> </a:t>
            </a:r>
            <a:r>
              <a:rPr sz="2200" b="1" spc="-10" dirty="0">
                <a:solidFill>
                  <a:srgbClr val="FF0000"/>
                </a:solidFill>
                <a:latin typeface="Calibri"/>
                <a:cs typeface="Calibri"/>
              </a:rPr>
              <a:t>location</a:t>
            </a:r>
            <a:r>
              <a:rPr sz="2200" b="1" spc="30" dirty="0">
                <a:solidFill>
                  <a:srgbClr val="FF0000"/>
                </a:solidFill>
                <a:latin typeface="Calibri"/>
                <a:cs typeface="Calibri"/>
              </a:rPr>
              <a:t> </a:t>
            </a:r>
            <a:r>
              <a:rPr sz="2200" b="1" spc="-15" dirty="0">
                <a:solidFill>
                  <a:srgbClr val="FF0000"/>
                </a:solidFill>
                <a:latin typeface="Calibri"/>
                <a:cs typeface="Calibri"/>
              </a:rPr>
              <a:t>awareness</a:t>
            </a:r>
            <a:r>
              <a:rPr sz="2200" spc="-15" dirty="0">
                <a:latin typeface="Calibri"/>
                <a:cs typeface="Calibri"/>
              </a:rPr>
              <a:t>,</a:t>
            </a:r>
            <a:r>
              <a:rPr sz="2200" spc="30" dirty="0">
                <a:latin typeface="Calibri"/>
                <a:cs typeface="Calibri"/>
              </a:rPr>
              <a:t> </a:t>
            </a:r>
            <a:r>
              <a:rPr sz="2200" spc="-5" dirty="0">
                <a:latin typeface="Calibri"/>
                <a:cs typeface="Calibri"/>
              </a:rPr>
              <a:t>and </a:t>
            </a:r>
            <a:r>
              <a:rPr sz="2200" b="1" spc="-15" dirty="0">
                <a:solidFill>
                  <a:srgbClr val="FF0000"/>
                </a:solidFill>
                <a:latin typeface="Calibri"/>
                <a:cs typeface="Calibri"/>
              </a:rPr>
              <a:t>wired</a:t>
            </a:r>
            <a:r>
              <a:rPr sz="2200" b="1" spc="15" dirty="0">
                <a:solidFill>
                  <a:srgbClr val="FF0000"/>
                </a:solidFill>
                <a:latin typeface="Calibri"/>
                <a:cs typeface="Calibri"/>
              </a:rPr>
              <a:t> </a:t>
            </a:r>
            <a:r>
              <a:rPr sz="2200" b="1" spc="-5" dirty="0">
                <a:solidFill>
                  <a:srgbClr val="FF0000"/>
                </a:solidFill>
                <a:latin typeface="Calibri"/>
                <a:cs typeface="Calibri"/>
              </a:rPr>
              <a:t>or</a:t>
            </a:r>
            <a:r>
              <a:rPr sz="2200" b="1" spc="15" dirty="0">
                <a:solidFill>
                  <a:srgbClr val="FF0000"/>
                </a:solidFill>
                <a:latin typeface="Calibri"/>
                <a:cs typeface="Calibri"/>
              </a:rPr>
              <a:t> </a:t>
            </a:r>
            <a:r>
              <a:rPr sz="2200" b="1" spc="-10" dirty="0">
                <a:solidFill>
                  <a:srgbClr val="FF0000"/>
                </a:solidFill>
                <a:latin typeface="Calibri"/>
                <a:cs typeface="Calibri"/>
              </a:rPr>
              <a:t>wireless</a:t>
            </a:r>
            <a:r>
              <a:rPr sz="2200" b="1" spc="35" dirty="0">
                <a:solidFill>
                  <a:srgbClr val="FF0000"/>
                </a:solidFill>
                <a:latin typeface="Calibri"/>
                <a:cs typeface="Calibri"/>
              </a:rPr>
              <a:t> </a:t>
            </a:r>
            <a:r>
              <a:rPr sz="2200" b="1" spc="-5" dirty="0">
                <a:solidFill>
                  <a:srgbClr val="FF0000"/>
                </a:solidFill>
                <a:latin typeface="Calibri"/>
                <a:cs typeface="Calibri"/>
              </a:rPr>
              <a:t>access</a:t>
            </a:r>
            <a:r>
              <a:rPr sz="2200" spc="-5" dirty="0">
                <a:latin typeface="Calibri"/>
                <a:cs typeface="Calibri"/>
              </a:rPr>
              <a:t>.</a:t>
            </a:r>
            <a:endParaRPr sz="2200" dirty="0">
              <a:latin typeface="Calibri"/>
              <a:cs typeface="Calibri"/>
            </a:endParaRPr>
          </a:p>
        </p:txBody>
      </p:sp>
      <p:grpSp>
        <p:nvGrpSpPr>
          <p:cNvPr id="3" name="object 3"/>
          <p:cNvGrpSpPr/>
          <p:nvPr/>
        </p:nvGrpSpPr>
        <p:grpSpPr>
          <a:xfrm>
            <a:off x="169989" y="3995497"/>
            <a:ext cx="4267835" cy="2827655"/>
            <a:chOff x="169989" y="3995497"/>
            <a:chExt cx="4267835" cy="2827655"/>
          </a:xfrm>
        </p:grpSpPr>
        <p:pic>
          <p:nvPicPr>
            <p:cNvPr id="4" name="object 4"/>
            <p:cNvPicPr/>
            <p:nvPr/>
          </p:nvPicPr>
          <p:blipFill>
            <a:blip r:embed="Ra6bddd2513724f30" cstate="print"/>
            <a:stretch>
              <a:fillRect/>
            </a:stretch>
          </p:blipFill>
          <p:spPr>
            <a:xfrm>
              <a:off x="179514" y="4005022"/>
              <a:ext cx="4248531" cy="2808351"/>
            </a:xfrm>
            <a:prstGeom prst="rect">
              <a:avLst/>
            </a:prstGeom>
          </p:spPr>
        </p:pic>
        <p:sp>
          <p:nvSpPr>
            <p:cNvPr id="5" name="object 5"/>
            <p:cNvSpPr/>
            <p:nvPr/>
          </p:nvSpPr>
          <p:spPr>
            <a:xfrm>
              <a:off x="174752" y="4000260"/>
              <a:ext cx="4258310" cy="2818130"/>
            </a:xfrm>
            <a:custGeom>
              <a:avLst/>
              <a:gdLst/>
              <a:ahLst/>
              <a:cxnLst/>
              <a:rect l="l" t="t" r="r" b="b"/>
              <a:pathLst>
                <a:path w="4258310" h="2818129">
                  <a:moveTo>
                    <a:pt x="0" y="2817876"/>
                  </a:moveTo>
                  <a:lnTo>
                    <a:pt x="4258056" y="2817876"/>
                  </a:lnTo>
                  <a:lnTo>
                    <a:pt x="4258056" y="0"/>
                  </a:lnTo>
                  <a:lnTo>
                    <a:pt x="0" y="0"/>
                  </a:lnTo>
                  <a:lnTo>
                    <a:pt x="0" y="2817876"/>
                  </a:lnTo>
                  <a:close/>
                </a:path>
              </a:pathLst>
            </a:custGeom>
            <a:ln w="9524">
              <a:solidFill>
                <a:srgbClr val="000000"/>
              </a:solidFill>
            </a:ln>
          </p:spPr>
          <p:txBody>
            <a:bodyPr wrap="square" lIns="0" tIns="0" rIns="0" bIns="0" rtlCol="0"/>
            <a:lstStyle/>
            <a:p>
              <a:endParaRPr/>
            </a:p>
          </p:txBody>
        </p:sp>
      </p:grpSp>
      <p:grpSp>
        <p:nvGrpSpPr>
          <p:cNvPr id="6" name="object 6"/>
          <p:cNvGrpSpPr/>
          <p:nvPr/>
        </p:nvGrpSpPr>
        <p:grpSpPr>
          <a:xfrm>
            <a:off x="4572571" y="3995497"/>
            <a:ext cx="4382135" cy="2827655"/>
            <a:chOff x="4572571" y="3995497"/>
            <a:chExt cx="4382135" cy="2827655"/>
          </a:xfrm>
        </p:grpSpPr>
        <p:pic>
          <p:nvPicPr>
            <p:cNvPr id="7" name="object 7"/>
            <p:cNvPicPr/>
            <p:nvPr/>
          </p:nvPicPr>
          <p:blipFill>
            <a:blip r:embed="Rc8ab06c9bfa2447e" cstate="print"/>
            <a:stretch>
              <a:fillRect/>
            </a:stretch>
          </p:blipFill>
          <p:spPr>
            <a:xfrm>
              <a:off x="4693261" y="4093597"/>
              <a:ext cx="4251475" cy="2693724"/>
            </a:xfrm>
            <a:prstGeom prst="rect">
              <a:avLst/>
            </a:prstGeom>
          </p:spPr>
        </p:pic>
        <p:sp>
          <p:nvSpPr>
            <p:cNvPr id="8" name="object 8"/>
            <p:cNvSpPr/>
            <p:nvPr/>
          </p:nvSpPr>
          <p:spPr>
            <a:xfrm>
              <a:off x="4577334" y="4000260"/>
              <a:ext cx="4372610" cy="2818130"/>
            </a:xfrm>
            <a:custGeom>
              <a:avLst/>
              <a:gdLst/>
              <a:ahLst/>
              <a:cxnLst/>
              <a:rect l="l" t="t" r="r" b="b"/>
              <a:pathLst>
                <a:path w="4372609" h="2818129">
                  <a:moveTo>
                    <a:pt x="0" y="2817876"/>
                  </a:moveTo>
                  <a:lnTo>
                    <a:pt x="4372102" y="2817876"/>
                  </a:lnTo>
                  <a:lnTo>
                    <a:pt x="4372102" y="0"/>
                  </a:lnTo>
                  <a:lnTo>
                    <a:pt x="0" y="0"/>
                  </a:lnTo>
                  <a:lnTo>
                    <a:pt x="0" y="2817876"/>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65303"/>
            <a:ext cx="8703310" cy="2239010"/>
          </a:xfrm>
          <a:prstGeom prst="rect">
            <a:avLst/>
          </a:prstGeom>
        </p:spPr>
        <p:txBody>
          <a:bodyPr vert="horz" wrap="square" lIns="0" tIns="79375" rIns="0" bIns="0" rtlCol="0">
            <a:spAutoFit/>
          </a:bodyPr>
          <a:lstStyle/>
          <a:p>
            <a:pPr marL="355600" indent="-342900" algn="just">
              <a:lnSpc>
                <a:spcPct val="100000"/>
              </a:lnSpc>
              <a:spcBef>
                <a:spcPts val="625"/>
              </a:spcBef>
              <a:buFont typeface="Arial MT"/>
              <a:buChar char="•"/>
              <a:tabLst>
                <a:tab pos="355600" algn="l"/>
              </a:tabLst>
            </a:pPr>
            <a:r>
              <a:rPr sz="2200" spc="-15" dirty="0">
                <a:latin typeface="Calibri"/>
                <a:cs typeface="Calibri"/>
              </a:rPr>
              <a:t>There</a:t>
            </a:r>
            <a:r>
              <a:rPr sz="2200" spc="20" dirty="0">
                <a:latin typeface="Calibri"/>
                <a:cs typeface="Calibri"/>
              </a:rPr>
              <a:t> </a:t>
            </a:r>
            <a:r>
              <a:rPr sz="2200" spc="-10" dirty="0">
                <a:latin typeface="Calibri"/>
                <a:cs typeface="Calibri"/>
              </a:rPr>
              <a:t>are</a:t>
            </a:r>
            <a:r>
              <a:rPr sz="2200" spc="-20" dirty="0">
                <a:latin typeface="Calibri"/>
                <a:cs typeface="Calibri"/>
              </a:rPr>
              <a:t> </a:t>
            </a:r>
            <a:r>
              <a:rPr sz="2200" spc="-15" dirty="0">
                <a:latin typeface="Calibri"/>
                <a:cs typeface="Calibri"/>
              </a:rPr>
              <a:t>numerous</a:t>
            </a:r>
            <a:r>
              <a:rPr sz="2200" spc="25" dirty="0">
                <a:latin typeface="Calibri"/>
                <a:cs typeface="Calibri"/>
              </a:rPr>
              <a:t> </a:t>
            </a:r>
            <a:r>
              <a:rPr sz="2200" spc="-10" dirty="0">
                <a:latin typeface="Calibri"/>
                <a:cs typeface="Calibri"/>
              </a:rPr>
              <a:t>benefits</a:t>
            </a:r>
            <a:r>
              <a:rPr sz="2200" spc="25" dirty="0">
                <a:latin typeface="Calibri"/>
                <a:cs typeface="Calibri"/>
              </a:rPr>
              <a:t> </a:t>
            </a:r>
            <a:r>
              <a:rPr lang="en-US" sz="2200" spc="25" dirty="0">
                <a:latin typeface="Calibri"/>
                <a:cs typeface="Calibri"/>
              </a:rPr>
              <a:t>of fog computing </a:t>
            </a:r>
            <a:r>
              <a:rPr sz="2200" spc="-5" dirty="0">
                <a:latin typeface="Calibri"/>
                <a:cs typeface="Calibri"/>
              </a:rPr>
              <a:t>as </a:t>
            </a:r>
            <a:r>
              <a:rPr sz="2200" spc="-15" dirty="0">
                <a:latin typeface="Calibri"/>
                <a:cs typeface="Calibri"/>
              </a:rPr>
              <a:t>follow:</a:t>
            </a:r>
            <a:endParaRPr sz="2200" dirty="0">
              <a:latin typeface="Calibri"/>
              <a:cs typeface="Calibri"/>
            </a:endParaRPr>
          </a:p>
          <a:p>
            <a:pPr marL="12700" algn="just">
              <a:lnSpc>
                <a:spcPct val="100000"/>
              </a:lnSpc>
              <a:spcBef>
                <a:spcPts val="530"/>
              </a:spcBef>
            </a:pPr>
            <a:r>
              <a:rPr sz="2200" b="1" spc="-5" dirty="0">
                <a:latin typeface="Calibri"/>
                <a:cs typeface="Calibri"/>
              </a:rPr>
              <a:t>i)</a:t>
            </a:r>
            <a:r>
              <a:rPr sz="2200" b="1" spc="475" dirty="0">
                <a:latin typeface="Calibri"/>
                <a:cs typeface="Calibri"/>
              </a:rPr>
              <a:t> </a:t>
            </a:r>
            <a:r>
              <a:rPr sz="2200" b="1" spc="-10" dirty="0">
                <a:latin typeface="Calibri"/>
                <a:cs typeface="Calibri"/>
              </a:rPr>
              <a:t>Real-time</a:t>
            </a:r>
            <a:r>
              <a:rPr sz="2200" b="1" spc="20" dirty="0">
                <a:latin typeface="Calibri"/>
                <a:cs typeface="Calibri"/>
              </a:rPr>
              <a:t> </a:t>
            </a:r>
            <a:r>
              <a:rPr sz="2200" b="1" spc="-5" dirty="0">
                <a:latin typeface="Calibri"/>
                <a:cs typeface="Calibri"/>
              </a:rPr>
              <a:t>analytics</a:t>
            </a:r>
            <a:r>
              <a:rPr sz="2200" spc="-5" dirty="0">
                <a:latin typeface="Calibri"/>
                <a:cs typeface="Calibri"/>
              </a:rPr>
              <a:t>.</a:t>
            </a:r>
            <a:endParaRPr sz="2200" dirty="0">
              <a:latin typeface="Calibri"/>
              <a:cs typeface="Calibri"/>
            </a:endParaRPr>
          </a:p>
          <a:p>
            <a:pPr marL="354965" marR="5080" indent="-342900" algn="just">
              <a:lnSpc>
                <a:spcPct val="100000"/>
              </a:lnSpc>
              <a:spcBef>
                <a:spcPts val="530"/>
              </a:spcBef>
              <a:buFont typeface="Arial MT"/>
              <a:buChar char="•"/>
              <a:tabLst>
                <a:tab pos="355600" algn="l"/>
              </a:tabLst>
            </a:pPr>
            <a:r>
              <a:rPr sz="2200" spc="-5" dirty="0">
                <a:latin typeface="Calibri"/>
                <a:cs typeface="Calibri"/>
              </a:rPr>
              <a:t>As IoT </a:t>
            </a:r>
            <a:r>
              <a:rPr sz="2200" spc="-10" dirty="0">
                <a:latin typeface="Calibri"/>
                <a:cs typeface="Calibri"/>
              </a:rPr>
              <a:t>usage </a:t>
            </a:r>
            <a:r>
              <a:rPr sz="2200" spc="-15" dirty="0">
                <a:latin typeface="Calibri"/>
                <a:cs typeface="Calibri"/>
              </a:rPr>
              <a:t>grows, </a:t>
            </a:r>
            <a:r>
              <a:rPr sz="2200" spc="-5" dirty="0">
                <a:latin typeface="Calibri"/>
                <a:cs typeface="Calibri"/>
              </a:rPr>
              <a:t>the number of scenarios </a:t>
            </a:r>
            <a:r>
              <a:rPr sz="2200" spc="-10" dirty="0">
                <a:latin typeface="Calibri"/>
                <a:cs typeface="Calibri"/>
              </a:rPr>
              <a:t>where real-time </a:t>
            </a:r>
            <a:r>
              <a:rPr sz="2200" spc="-5" dirty="0">
                <a:latin typeface="Calibri"/>
                <a:cs typeface="Calibri"/>
              </a:rPr>
              <a:t>analytics </a:t>
            </a:r>
            <a:r>
              <a:rPr sz="2200" spc="-10" dirty="0">
                <a:latin typeface="Calibri"/>
                <a:cs typeface="Calibri"/>
              </a:rPr>
              <a:t>is </a:t>
            </a:r>
            <a:r>
              <a:rPr sz="2200" spc="-5" dirty="0">
                <a:latin typeface="Calibri"/>
                <a:cs typeface="Calibri"/>
              </a:rPr>
              <a:t> needed</a:t>
            </a:r>
            <a:r>
              <a:rPr sz="2200" dirty="0">
                <a:latin typeface="Calibri"/>
                <a:cs typeface="Calibri"/>
              </a:rPr>
              <a:t> </a:t>
            </a:r>
            <a:r>
              <a:rPr sz="2200" spc="-10" dirty="0">
                <a:latin typeface="Calibri"/>
                <a:cs typeface="Calibri"/>
              </a:rPr>
              <a:t>occurs</a:t>
            </a:r>
            <a:r>
              <a:rPr sz="2200" spc="-5" dirty="0">
                <a:latin typeface="Calibri"/>
                <a:cs typeface="Calibri"/>
              </a:rPr>
              <a:t> </a:t>
            </a:r>
            <a:r>
              <a:rPr sz="2200" spc="-15" dirty="0">
                <a:latin typeface="Calibri"/>
                <a:cs typeface="Calibri"/>
              </a:rPr>
              <a:t>too</a:t>
            </a:r>
            <a:r>
              <a:rPr sz="2200" spc="-10" dirty="0">
                <a:latin typeface="Calibri"/>
                <a:cs typeface="Calibri"/>
              </a:rPr>
              <a:t> often</a:t>
            </a:r>
            <a:r>
              <a:rPr sz="2200" spc="-5" dirty="0">
                <a:latin typeface="Calibri"/>
                <a:cs typeface="Calibri"/>
              </a:rPr>
              <a:t> (e.g.</a:t>
            </a:r>
            <a:r>
              <a:rPr sz="2200" dirty="0">
                <a:latin typeface="Calibri"/>
                <a:cs typeface="Calibri"/>
              </a:rPr>
              <a:t> </a:t>
            </a:r>
            <a:r>
              <a:rPr sz="2200" spc="-10" dirty="0">
                <a:latin typeface="Calibri"/>
                <a:cs typeface="Calibri"/>
              </a:rPr>
              <a:t>security</a:t>
            </a:r>
            <a:r>
              <a:rPr sz="2200" spc="-5" dirty="0">
                <a:latin typeface="Calibri"/>
                <a:cs typeface="Calibri"/>
              </a:rPr>
              <a:t> </a:t>
            </a:r>
            <a:r>
              <a:rPr sz="2200" spc="-15" dirty="0">
                <a:latin typeface="Calibri"/>
                <a:cs typeface="Calibri"/>
              </a:rPr>
              <a:t>camera</a:t>
            </a:r>
            <a:r>
              <a:rPr sz="2200" spc="-10" dirty="0">
                <a:latin typeface="Calibri"/>
                <a:cs typeface="Calibri"/>
              </a:rPr>
              <a:t> capturing</a:t>
            </a:r>
            <a:r>
              <a:rPr sz="2200" spc="-5" dirty="0">
                <a:latin typeface="Calibri"/>
                <a:cs typeface="Calibri"/>
              </a:rPr>
              <a:t> a</a:t>
            </a:r>
            <a:r>
              <a:rPr sz="2200" dirty="0">
                <a:latin typeface="Calibri"/>
                <a:cs typeface="Calibri"/>
              </a:rPr>
              <a:t> </a:t>
            </a:r>
            <a:r>
              <a:rPr sz="2200" spc="-10" dirty="0">
                <a:latin typeface="Calibri"/>
                <a:cs typeface="Calibri"/>
              </a:rPr>
              <a:t>potential </a:t>
            </a:r>
            <a:r>
              <a:rPr sz="2200" spc="-5" dirty="0">
                <a:latin typeface="Calibri"/>
                <a:cs typeface="Calibri"/>
              </a:rPr>
              <a:t> </a:t>
            </a:r>
            <a:r>
              <a:rPr sz="2200" spc="-10" dirty="0">
                <a:latin typeface="Calibri"/>
                <a:cs typeface="Calibri"/>
              </a:rPr>
              <a:t>intruder</a:t>
            </a:r>
            <a:r>
              <a:rPr sz="2200" spc="455" dirty="0">
                <a:latin typeface="Calibri"/>
                <a:cs typeface="Calibri"/>
              </a:rPr>
              <a:t> </a:t>
            </a:r>
            <a:r>
              <a:rPr sz="2200" spc="-5" dirty="0">
                <a:latin typeface="Calibri"/>
                <a:cs typeface="Calibri"/>
              </a:rPr>
              <a:t>loitering</a:t>
            </a:r>
            <a:r>
              <a:rPr sz="2200" spc="459" dirty="0">
                <a:latin typeface="Calibri"/>
                <a:cs typeface="Calibri"/>
              </a:rPr>
              <a:t> </a:t>
            </a:r>
            <a:r>
              <a:rPr sz="2200" spc="-5" dirty="0">
                <a:latin typeface="Calibri"/>
                <a:cs typeface="Calibri"/>
              </a:rPr>
              <a:t>in</a:t>
            </a:r>
            <a:r>
              <a:rPr sz="2200" spc="459" dirty="0">
                <a:latin typeface="Calibri"/>
                <a:cs typeface="Calibri"/>
              </a:rPr>
              <a:t> </a:t>
            </a:r>
            <a:r>
              <a:rPr sz="2200" spc="-15" dirty="0">
                <a:latin typeface="Calibri"/>
                <a:cs typeface="Calibri"/>
              </a:rPr>
              <a:t>front</a:t>
            </a:r>
            <a:r>
              <a:rPr sz="2200" spc="-5" dirty="0">
                <a:latin typeface="Calibri"/>
                <a:cs typeface="Calibri"/>
              </a:rPr>
              <a:t> </a:t>
            </a:r>
            <a:r>
              <a:rPr sz="2200" dirty="0">
                <a:latin typeface="Calibri"/>
                <a:cs typeface="Calibri"/>
              </a:rPr>
              <a:t>of</a:t>
            </a:r>
            <a:r>
              <a:rPr sz="2200" spc="465" dirty="0">
                <a:latin typeface="Calibri"/>
                <a:cs typeface="Calibri"/>
              </a:rPr>
              <a:t> </a:t>
            </a:r>
            <a:r>
              <a:rPr sz="2200" spc="-5" dirty="0">
                <a:latin typeface="Calibri"/>
                <a:cs typeface="Calibri"/>
              </a:rPr>
              <a:t>a</a:t>
            </a:r>
            <a:r>
              <a:rPr sz="2200" spc="480" dirty="0">
                <a:latin typeface="Calibri"/>
                <a:cs typeface="Calibri"/>
              </a:rPr>
              <a:t> </a:t>
            </a:r>
            <a:r>
              <a:rPr sz="2200" spc="-5" dirty="0">
                <a:latin typeface="Calibri"/>
                <a:cs typeface="Calibri"/>
              </a:rPr>
              <a:t>home</a:t>
            </a:r>
            <a:r>
              <a:rPr sz="2200" dirty="0">
                <a:latin typeface="Calibri"/>
                <a:cs typeface="Calibri"/>
              </a:rPr>
              <a:t> or</a:t>
            </a:r>
            <a:r>
              <a:rPr sz="2200" spc="465" dirty="0">
                <a:latin typeface="Calibri"/>
                <a:cs typeface="Calibri"/>
              </a:rPr>
              <a:t> </a:t>
            </a:r>
            <a:r>
              <a:rPr sz="2200" spc="-5" dirty="0">
                <a:latin typeface="Calibri"/>
                <a:cs typeface="Calibri"/>
              </a:rPr>
              <a:t>a</a:t>
            </a:r>
            <a:r>
              <a:rPr sz="2200" spc="465" dirty="0">
                <a:latin typeface="Calibri"/>
                <a:cs typeface="Calibri"/>
              </a:rPr>
              <a:t> </a:t>
            </a:r>
            <a:r>
              <a:rPr sz="2200" spc="-15" dirty="0">
                <a:latin typeface="Calibri"/>
                <a:cs typeface="Calibri"/>
              </a:rPr>
              <a:t>fraudster</a:t>
            </a:r>
            <a:r>
              <a:rPr sz="2200" spc="465" dirty="0">
                <a:latin typeface="Calibri"/>
                <a:cs typeface="Calibri"/>
              </a:rPr>
              <a:t> </a:t>
            </a:r>
            <a:r>
              <a:rPr sz="2200" spc="-10" dirty="0">
                <a:latin typeface="Calibri"/>
                <a:cs typeface="Calibri"/>
              </a:rPr>
              <a:t>gaining</a:t>
            </a:r>
            <a:r>
              <a:rPr sz="2200" spc="465" dirty="0">
                <a:latin typeface="Calibri"/>
                <a:cs typeface="Calibri"/>
              </a:rPr>
              <a:t> </a:t>
            </a:r>
            <a:r>
              <a:rPr sz="2200" spc="-5" dirty="0">
                <a:latin typeface="Calibri"/>
                <a:cs typeface="Calibri"/>
              </a:rPr>
              <a:t>access</a:t>
            </a:r>
            <a:r>
              <a:rPr sz="2200" spc="484" dirty="0">
                <a:latin typeface="Calibri"/>
                <a:cs typeface="Calibri"/>
              </a:rPr>
              <a:t> </a:t>
            </a:r>
            <a:r>
              <a:rPr sz="2200" spc="-35" dirty="0">
                <a:latin typeface="Calibri"/>
                <a:cs typeface="Calibri"/>
              </a:rPr>
              <a:t>to </a:t>
            </a:r>
            <a:r>
              <a:rPr sz="2200" spc="-490" dirty="0">
                <a:latin typeface="Calibri"/>
                <a:cs typeface="Calibri"/>
              </a:rPr>
              <a:t> </a:t>
            </a:r>
            <a:r>
              <a:rPr sz="2200" spc="-20" dirty="0">
                <a:latin typeface="Calibri"/>
                <a:cs typeface="Calibri"/>
              </a:rPr>
              <a:t>someone’s</a:t>
            </a:r>
            <a:r>
              <a:rPr sz="2200" spc="20" dirty="0">
                <a:latin typeface="Calibri"/>
                <a:cs typeface="Calibri"/>
              </a:rPr>
              <a:t> </a:t>
            </a:r>
            <a:r>
              <a:rPr sz="2200" spc="-10" dirty="0">
                <a:latin typeface="Calibri"/>
                <a:cs typeface="Calibri"/>
              </a:rPr>
              <a:t>account).</a:t>
            </a:r>
            <a:endParaRPr sz="2200" dirty="0">
              <a:latin typeface="Calibri"/>
              <a:cs typeface="Calibri"/>
            </a:endParaRPr>
          </a:p>
        </p:txBody>
      </p:sp>
      <p:sp>
        <p:nvSpPr>
          <p:cNvPr id="3" name="object 3"/>
          <p:cNvSpPr txBox="1"/>
          <p:nvPr/>
        </p:nvSpPr>
        <p:spPr>
          <a:xfrm>
            <a:off x="186334" y="5163134"/>
            <a:ext cx="8700770" cy="1433830"/>
          </a:xfrm>
          <a:prstGeom prst="rect">
            <a:avLst/>
          </a:prstGeom>
        </p:spPr>
        <p:txBody>
          <a:bodyPr vert="horz" wrap="square" lIns="0" tIns="12065" rIns="0" bIns="0" rtlCol="0">
            <a:spAutoFit/>
          </a:bodyPr>
          <a:lstStyle/>
          <a:p>
            <a:pPr marL="355600" indent="-342900">
              <a:lnSpc>
                <a:spcPct val="100000"/>
              </a:lnSpc>
              <a:spcBef>
                <a:spcPts val="95"/>
              </a:spcBef>
              <a:buFont typeface="Arial MT"/>
              <a:buChar char="•"/>
              <a:tabLst>
                <a:tab pos="354965" algn="l"/>
                <a:tab pos="355600" algn="l"/>
              </a:tabLst>
            </a:pPr>
            <a:r>
              <a:rPr sz="2200" spc="-15" dirty="0">
                <a:latin typeface="Calibri"/>
                <a:cs typeface="Calibri"/>
              </a:rPr>
              <a:t>By</a:t>
            </a:r>
            <a:r>
              <a:rPr sz="2200" spc="185" dirty="0">
                <a:latin typeface="Calibri"/>
                <a:cs typeface="Calibri"/>
              </a:rPr>
              <a:t> </a:t>
            </a:r>
            <a:r>
              <a:rPr sz="2200" spc="-5" dirty="0">
                <a:latin typeface="Calibri"/>
                <a:cs typeface="Calibri"/>
              </a:rPr>
              <a:t>the</a:t>
            </a:r>
            <a:r>
              <a:rPr sz="2200" spc="185" dirty="0">
                <a:latin typeface="Calibri"/>
                <a:cs typeface="Calibri"/>
              </a:rPr>
              <a:t> </a:t>
            </a:r>
            <a:r>
              <a:rPr sz="2200" dirty="0">
                <a:latin typeface="Calibri"/>
                <a:cs typeface="Calibri"/>
              </a:rPr>
              <a:t>time</a:t>
            </a:r>
            <a:r>
              <a:rPr sz="2200" spc="195" dirty="0">
                <a:latin typeface="Calibri"/>
                <a:cs typeface="Calibri"/>
              </a:rPr>
              <a:t> </a:t>
            </a:r>
            <a:r>
              <a:rPr sz="2200" spc="-20" dirty="0">
                <a:latin typeface="Calibri"/>
                <a:cs typeface="Calibri"/>
              </a:rPr>
              <a:t>data</a:t>
            </a:r>
            <a:r>
              <a:rPr sz="2200" spc="180" dirty="0">
                <a:latin typeface="Calibri"/>
                <a:cs typeface="Calibri"/>
              </a:rPr>
              <a:t> </a:t>
            </a:r>
            <a:r>
              <a:rPr sz="2200" spc="-15" dirty="0">
                <a:latin typeface="Calibri"/>
                <a:cs typeface="Calibri"/>
              </a:rPr>
              <a:t>get</a:t>
            </a:r>
            <a:r>
              <a:rPr sz="2200" spc="185" dirty="0">
                <a:latin typeface="Calibri"/>
                <a:cs typeface="Calibri"/>
              </a:rPr>
              <a:t> </a:t>
            </a:r>
            <a:r>
              <a:rPr sz="2200" spc="-10" dirty="0">
                <a:latin typeface="Calibri"/>
                <a:cs typeface="Calibri"/>
              </a:rPr>
              <a:t>uploaded</a:t>
            </a:r>
            <a:r>
              <a:rPr sz="2200" spc="180" dirty="0">
                <a:latin typeface="Calibri"/>
                <a:cs typeface="Calibri"/>
              </a:rPr>
              <a:t> </a:t>
            </a:r>
            <a:r>
              <a:rPr sz="2200" spc="-20" dirty="0">
                <a:latin typeface="Calibri"/>
                <a:cs typeface="Calibri"/>
              </a:rPr>
              <a:t>to</a:t>
            </a:r>
            <a:r>
              <a:rPr sz="2200" spc="195" dirty="0">
                <a:latin typeface="Calibri"/>
                <a:cs typeface="Calibri"/>
              </a:rPr>
              <a:t> </a:t>
            </a:r>
            <a:r>
              <a:rPr sz="2200" spc="-5" dirty="0">
                <a:latin typeface="Calibri"/>
                <a:cs typeface="Calibri"/>
              </a:rPr>
              <a:t>the</a:t>
            </a:r>
            <a:r>
              <a:rPr sz="2200" spc="204" dirty="0">
                <a:latin typeface="Calibri"/>
                <a:cs typeface="Calibri"/>
              </a:rPr>
              <a:t> </a:t>
            </a:r>
            <a:r>
              <a:rPr sz="2200" spc="-5" dirty="0">
                <a:latin typeface="Calibri"/>
                <a:cs typeface="Calibri"/>
              </a:rPr>
              <a:t>cloud</a:t>
            </a:r>
            <a:r>
              <a:rPr sz="2200" spc="180" dirty="0">
                <a:latin typeface="Calibri"/>
                <a:cs typeface="Calibri"/>
              </a:rPr>
              <a:t> </a:t>
            </a:r>
            <a:r>
              <a:rPr sz="2200" spc="-5" dirty="0">
                <a:latin typeface="Calibri"/>
                <a:cs typeface="Calibri"/>
              </a:rPr>
              <a:t>and</a:t>
            </a:r>
            <a:r>
              <a:rPr sz="2200" spc="170" dirty="0">
                <a:latin typeface="Calibri"/>
                <a:cs typeface="Calibri"/>
              </a:rPr>
              <a:t> </a:t>
            </a:r>
            <a:r>
              <a:rPr sz="2200" spc="-10" dirty="0">
                <a:latin typeface="Calibri"/>
                <a:cs typeface="Calibri"/>
              </a:rPr>
              <a:t>get</a:t>
            </a:r>
            <a:r>
              <a:rPr sz="2200" spc="170" dirty="0">
                <a:latin typeface="Calibri"/>
                <a:cs typeface="Calibri"/>
              </a:rPr>
              <a:t> </a:t>
            </a:r>
            <a:r>
              <a:rPr sz="2200" spc="-10" dirty="0">
                <a:latin typeface="Calibri"/>
                <a:cs typeface="Calibri"/>
              </a:rPr>
              <a:t>analyzed;</a:t>
            </a:r>
            <a:r>
              <a:rPr sz="2200" spc="190" dirty="0">
                <a:latin typeface="Calibri"/>
                <a:cs typeface="Calibri"/>
              </a:rPr>
              <a:t> </a:t>
            </a:r>
            <a:r>
              <a:rPr sz="2200" spc="-5" dirty="0">
                <a:latin typeface="Calibri"/>
                <a:cs typeface="Calibri"/>
              </a:rPr>
              <a:t>it</a:t>
            </a:r>
            <a:r>
              <a:rPr sz="2200" spc="195" dirty="0">
                <a:latin typeface="Calibri"/>
                <a:cs typeface="Calibri"/>
              </a:rPr>
              <a:t> </a:t>
            </a:r>
            <a:r>
              <a:rPr sz="2200" spc="-15" dirty="0">
                <a:latin typeface="Calibri"/>
                <a:cs typeface="Calibri"/>
              </a:rPr>
              <a:t>may</a:t>
            </a:r>
            <a:r>
              <a:rPr sz="2200" spc="180" dirty="0">
                <a:latin typeface="Calibri"/>
                <a:cs typeface="Calibri"/>
              </a:rPr>
              <a:t> </a:t>
            </a:r>
            <a:r>
              <a:rPr sz="2200" spc="-10" dirty="0">
                <a:latin typeface="Calibri"/>
                <a:cs typeface="Calibri"/>
              </a:rPr>
              <a:t>be</a:t>
            </a:r>
            <a:endParaRPr sz="2200">
              <a:latin typeface="Calibri"/>
              <a:cs typeface="Calibri"/>
            </a:endParaRPr>
          </a:p>
          <a:p>
            <a:pPr marL="354965">
              <a:lnSpc>
                <a:spcPct val="100000"/>
              </a:lnSpc>
            </a:pPr>
            <a:r>
              <a:rPr sz="2200" spc="-15" dirty="0">
                <a:latin typeface="Calibri"/>
                <a:cs typeface="Calibri"/>
              </a:rPr>
              <a:t>too</a:t>
            </a:r>
            <a:r>
              <a:rPr sz="2200" spc="-20" dirty="0">
                <a:latin typeface="Calibri"/>
                <a:cs typeface="Calibri"/>
              </a:rPr>
              <a:t> </a:t>
            </a:r>
            <a:r>
              <a:rPr sz="2200" spc="-15" dirty="0">
                <a:latin typeface="Calibri"/>
                <a:cs typeface="Calibri"/>
              </a:rPr>
              <a:t>late.</a:t>
            </a:r>
            <a:endParaRPr sz="2200">
              <a:latin typeface="Calibri"/>
              <a:cs typeface="Calibri"/>
            </a:endParaRPr>
          </a:p>
          <a:p>
            <a:pPr marL="355600" indent="-342900">
              <a:lnSpc>
                <a:spcPct val="100000"/>
              </a:lnSpc>
              <a:spcBef>
                <a:spcPts val="530"/>
              </a:spcBef>
              <a:buFont typeface="Arial MT"/>
              <a:buChar char="•"/>
              <a:tabLst>
                <a:tab pos="354965" algn="l"/>
                <a:tab pos="355600" algn="l"/>
                <a:tab pos="1202690" algn="l"/>
                <a:tab pos="2446655" algn="l"/>
                <a:tab pos="3193415" algn="l"/>
                <a:tab pos="4784725" algn="l"/>
                <a:tab pos="6295390" algn="l"/>
                <a:tab pos="6937375" algn="l"/>
                <a:tab pos="7473315" algn="l"/>
              </a:tabLst>
            </a:pPr>
            <a:r>
              <a:rPr sz="2200" spc="-10" dirty="0">
                <a:latin typeface="Calibri"/>
                <a:cs typeface="Calibri"/>
              </a:rPr>
              <a:t>The</a:t>
            </a:r>
            <a:r>
              <a:rPr sz="2200" spc="5" dirty="0">
                <a:latin typeface="Calibri"/>
                <a:cs typeface="Calibri"/>
              </a:rPr>
              <a:t>s</a:t>
            </a:r>
            <a:r>
              <a:rPr sz="2200" spc="-5" dirty="0">
                <a:latin typeface="Calibri"/>
                <a:cs typeface="Calibri"/>
              </a:rPr>
              <a:t>e</a:t>
            </a:r>
            <a:r>
              <a:rPr sz="2200" dirty="0">
                <a:latin typeface="Calibri"/>
                <a:cs typeface="Calibri"/>
              </a:rPr>
              <a:t>	</a:t>
            </a:r>
            <a:r>
              <a:rPr sz="2200" spc="-10" dirty="0">
                <a:latin typeface="Calibri"/>
                <a:cs typeface="Calibri"/>
              </a:rPr>
              <a:t>scen</a:t>
            </a:r>
            <a:r>
              <a:rPr sz="2200" spc="5" dirty="0">
                <a:latin typeface="Calibri"/>
                <a:cs typeface="Calibri"/>
              </a:rPr>
              <a:t>a</a:t>
            </a:r>
            <a:r>
              <a:rPr sz="2200" spc="-5" dirty="0">
                <a:latin typeface="Calibri"/>
                <a:cs typeface="Calibri"/>
              </a:rPr>
              <a:t>ri</a:t>
            </a:r>
            <a:r>
              <a:rPr sz="2200" dirty="0">
                <a:latin typeface="Calibri"/>
                <a:cs typeface="Calibri"/>
              </a:rPr>
              <a:t>o</a:t>
            </a:r>
            <a:r>
              <a:rPr sz="2200" spc="-5" dirty="0">
                <a:latin typeface="Calibri"/>
                <a:cs typeface="Calibri"/>
              </a:rPr>
              <a:t>s</a:t>
            </a:r>
            <a:r>
              <a:rPr sz="2200" dirty="0">
                <a:latin typeface="Calibri"/>
                <a:cs typeface="Calibri"/>
              </a:rPr>
              <a:t>	</a:t>
            </a:r>
            <a:r>
              <a:rPr sz="2200" spc="-10" dirty="0">
                <a:latin typeface="Calibri"/>
                <a:cs typeface="Calibri"/>
              </a:rPr>
              <a:t>nee</a:t>
            </a:r>
            <a:r>
              <a:rPr sz="2200" spc="-5" dirty="0">
                <a:latin typeface="Calibri"/>
                <a:cs typeface="Calibri"/>
              </a:rPr>
              <a:t>d</a:t>
            </a:r>
            <a:r>
              <a:rPr sz="2200" dirty="0">
                <a:latin typeface="Calibri"/>
                <a:cs typeface="Calibri"/>
              </a:rPr>
              <a:t>	</a:t>
            </a:r>
            <a:r>
              <a:rPr sz="2200" b="1" spc="-5" dirty="0">
                <a:solidFill>
                  <a:srgbClr val="FF0000"/>
                </a:solidFill>
                <a:latin typeface="Calibri"/>
                <a:cs typeface="Calibri"/>
              </a:rPr>
              <a:t>near</a:t>
            </a:r>
            <a:r>
              <a:rPr sz="2200" b="1" spc="-10" dirty="0">
                <a:solidFill>
                  <a:srgbClr val="FF0000"/>
                </a:solidFill>
                <a:latin typeface="Calibri"/>
                <a:cs typeface="Calibri"/>
              </a:rPr>
              <a:t>-</a:t>
            </a:r>
            <a:r>
              <a:rPr sz="2200" b="1" spc="-5" dirty="0">
                <a:solidFill>
                  <a:srgbClr val="FF0000"/>
                </a:solidFill>
                <a:latin typeface="Calibri"/>
                <a:cs typeface="Calibri"/>
              </a:rPr>
              <a:t>in</a:t>
            </a:r>
            <a:r>
              <a:rPr sz="2200" b="1" spc="-20" dirty="0">
                <a:solidFill>
                  <a:srgbClr val="FF0000"/>
                </a:solidFill>
                <a:latin typeface="Calibri"/>
                <a:cs typeface="Calibri"/>
              </a:rPr>
              <a:t>s</a:t>
            </a:r>
            <a:r>
              <a:rPr sz="2200" b="1" spc="-35" dirty="0">
                <a:solidFill>
                  <a:srgbClr val="FF0000"/>
                </a:solidFill>
                <a:latin typeface="Calibri"/>
                <a:cs typeface="Calibri"/>
              </a:rPr>
              <a:t>t</a:t>
            </a:r>
            <a:r>
              <a:rPr sz="2200" b="1" spc="-5" dirty="0">
                <a:solidFill>
                  <a:srgbClr val="FF0000"/>
                </a:solidFill>
                <a:latin typeface="Calibri"/>
                <a:cs typeface="Calibri"/>
              </a:rPr>
              <a:t>a</a:t>
            </a:r>
            <a:r>
              <a:rPr sz="2200" b="1" spc="-25" dirty="0">
                <a:solidFill>
                  <a:srgbClr val="FF0000"/>
                </a:solidFill>
                <a:latin typeface="Calibri"/>
                <a:cs typeface="Calibri"/>
              </a:rPr>
              <a:t>n</a:t>
            </a:r>
            <a:r>
              <a:rPr sz="2200" b="1" spc="-5" dirty="0">
                <a:solidFill>
                  <a:srgbClr val="FF0000"/>
                </a:solidFill>
                <a:latin typeface="Calibri"/>
                <a:cs typeface="Calibri"/>
              </a:rPr>
              <a:t>t</a:t>
            </a:r>
            <a:r>
              <a:rPr sz="2200" b="1" dirty="0">
                <a:solidFill>
                  <a:srgbClr val="FF0000"/>
                </a:solidFill>
                <a:latin typeface="Calibri"/>
                <a:cs typeface="Calibri"/>
              </a:rPr>
              <a:t>	i</a:t>
            </a:r>
            <a:r>
              <a:rPr sz="2200" b="1" spc="-35" dirty="0">
                <a:solidFill>
                  <a:srgbClr val="FF0000"/>
                </a:solidFill>
                <a:latin typeface="Calibri"/>
                <a:cs typeface="Calibri"/>
              </a:rPr>
              <a:t>nt</a:t>
            </a:r>
            <a:r>
              <a:rPr sz="2200" b="1" spc="-10" dirty="0">
                <a:solidFill>
                  <a:srgbClr val="FF0000"/>
                </a:solidFill>
                <a:latin typeface="Calibri"/>
                <a:cs typeface="Calibri"/>
              </a:rPr>
              <a:t>elli</a:t>
            </a:r>
            <a:r>
              <a:rPr sz="2200" b="1" spc="-30" dirty="0">
                <a:solidFill>
                  <a:srgbClr val="FF0000"/>
                </a:solidFill>
                <a:latin typeface="Calibri"/>
                <a:cs typeface="Calibri"/>
              </a:rPr>
              <a:t>g</a:t>
            </a:r>
            <a:r>
              <a:rPr sz="2200" b="1" spc="-10" dirty="0">
                <a:solidFill>
                  <a:srgbClr val="FF0000"/>
                </a:solidFill>
                <a:latin typeface="Calibri"/>
                <a:cs typeface="Calibri"/>
              </a:rPr>
              <a:t>enc</a:t>
            </a:r>
            <a:r>
              <a:rPr sz="2200" b="1" spc="-5" dirty="0">
                <a:solidFill>
                  <a:srgbClr val="FF0000"/>
                </a:solidFill>
                <a:latin typeface="Calibri"/>
                <a:cs typeface="Calibri"/>
              </a:rPr>
              <a:t>e</a:t>
            </a:r>
            <a:r>
              <a:rPr sz="2200" b="1" dirty="0">
                <a:solidFill>
                  <a:srgbClr val="FF0000"/>
                </a:solidFill>
                <a:latin typeface="Calibri"/>
                <a:cs typeface="Calibri"/>
              </a:rPr>
              <a:t>	</a:t>
            </a:r>
            <a:r>
              <a:rPr sz="2200" dirty="0">
                <a:latin typeface="Calibri"/>
                <a:cs typeface="Calibri"/>
              </a:rPr>
              <a:t>t</a:t>
            </a:r>
            <a:r>
              <a:rPr sz="2200" spc="-10" dirty="0">
                <a:latin typeface="Calibri"/>
                <a:cs typeface="Calibri"/>
              </a:rPr>
              <a:t>h</a:t>
            </a:r>
            <a:r>
              <a:rPr sz="2200" spc="-30" dirty="0">
                <a:latin typeface="Calibri"/>
                <a:cs typeface="Calibri"/>
              </a:rPr>
              <a:t>a</a:t>
            </a:r>
            <a:r>
              <a:rPr sz="2200" spc="-5" dirty="0">
                <a:latin typeface="Calibri"/>
                <a:cs typeface="Calibri"/>
              </a:rPr>
              <a:t>t</a:t>
            </a:r>
            <a:r>
              <a:rPr sz="2200" dirty="0">
                <a:latin typeface="Calibri"/>
                <a:cs typeface="Calibri"/>
              </a:rPr>
              <a:t>	</a:t>
            </a:r>
            <a:r>
              <a:rPr sz="2200" spc="-55" dirty="0">
                <a:latin typeface="Calibri"/>
                <a:cs typeface="Calibri"/>
              </a:rPr>
              <a:t>f</a:t>
            </a:r>
            <a:r>
              <a:rPr sz="2200" spc="-5" dirty="0">
                <a:latin typeface="Calibri"/>
                <a:cs typeface="Calibri"/>
              </a:rPr>
              <a:t>og</a:t>
            </a:r>
            <a:r>
              <a:rPr sz="2200" dirty="0">
                <a:latin typeface="Calibri"/>
                <a:cs typeface="Calibri"/>
              </a:rPr>
              <a:t>	</a:t>
            </a:r>
            <a:r>
              <a:rPr sz="2200" spc="-35" dirty="0">
                <a:latin typeface="Calibri"/>
                <a:cs typeface="Calibri"/>
              </a:rPr>
              <a:t>c</a:t>
            </a:r>
            <a:r>
              <a:rPr sz="2200" spc="10" dirty="0">
                <a:latin typeface="Calibri"/>
                <a:cs typeface="Calibri"/>
              </a:rPr>
              <a:t>o</a:t>
            </a:r>
            <a:r>
              <a:rPr sz="2200" spc="-5" dirty="0">
                <a:latin typeface="Calibri"/>
                <a:cs typeface="Calibri"/>
              </a:rPr>
              <a:t>mpu</a:t>
            </a:r>
            <a:r>
              <a:rPr sz="2200" spc="-15" dirty="0">
                <a:latin typeface="Calibri"/>
                <a:cs typeface="Calibri"/>
              </a:rPr>
              <a:t>t</a:t>
            </a:r>
            <a:r>
              <a:rPr sz="2200" spc="-5" dirty="0">
                <a:latin typeface="Calibri"/>
                <a:cs typeface="Calibri"/>
              </a:rPr>
              <a:t>ing</a:t>
            </a:r>
            <a:endParaRPr sz="2200">
              <a:latin typeface="Calibri"/>
              <a:cs typeface="Calibri"/>
            </a:endParaRPr>
          </a:p>
          <a:p>
            <a:pPr marL="354965">
              <a:lnSpc>
                <a:spcPct val="100000"/>
              </a:lnSpc>
            </a:pPr>
            <a:r>
              <a:rPr sz="2200" spc="-10" dirty="0">
                <a:latin typeface="Calibri"/>
                <a:cs typeface="Calibri"/>
              </a:rPr>
              <a:t>provides.</a:t>
            </a:r>
            <a:endParaRPr sz="2200">
              <a:latin typeface="Calibri"/>
              <a:cs typeface="Calibri"/>
            </a:endParaRPr>
          </a:p>
        </p:txBody>
      </p:sp>
      <p:pic>
        <p:nvPicPr>
          <p:cNvPr id="4" name="object 4"/>
          <p:cNvPicPr/>
          <p:nvPr/>
        </p:nvPicPr>
        <p:blipFill>
          <a:blip r:embed="R0863e100d72c4c80" cstate="print"/>
          <a:stretch>
            <a:fillRect/>
          </a:stretch>
        </p:blipFill>
        <p:spPr>
          <a:xfrm>
            <a:off x="683564" y="2363723"/>
            <a:ext cx="3888486" cy="2628900"/>
          </a:xfrm>
          <a:prstGeom prst="rect">
            <a:avLst/>
          </a:prstGeom>
        </p:spPr>
      </p:pic>
      <p:pic>
        <p:nvPicPr>
          <p:cNvPr id="5" name="object 5"/>
          <p:cNvPicPr/>
          <p:nvPr/>
        </p:nvPicPr>
        <p:blipFill>
          <a:blip r:embed="R8d03dd90fdb14e65" cstate="print"/>
          <a:stretch>
            <a:fillRect/>
          </a:stretch>
        </p:blipFill>
        <p:spPr>
          <a:xfrm>
            <a:off x="4704588" y="2276855"/>
            <a:ext cx="4115816" cy="274396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137437"/>
            <a:ext cx="8701405" cy="5323840"/>
          </a:xfrm>
          <a:prstGeom prst="rect">
            <a:avLst/>
          </a:prstGeom>
        </p:spPr>
        <p:txBody>
          <a:bodyPr vert="horz" wrap="square" lIns="0" tIns="79375" rIns="0" bIns="0" rtlCol="0">
            <a:spAutoFit/>
          </a:bodyPr>
          <a:lstStyle/>
          <a:p>
            <a:pPr marL="12700">
              <a:lnSpc>
                <a:spcPct val="100000"/>
              </a:lnSpc>
              <a:spcBef>
                <a:spcPts val="625"/>
              </a:spcBef>
            </a:pPr>
            <a:r>
              <a:rPr sz="2200" b="1" spc="-5" dirty="0">
                <a:latin typeface="Calibri"/>
                <a:cs typeface="Calibri"/>
              </a:rPr>
              <a:t>ii)</a:t>
            </a:r>
            <a:r>
              <a:rPr sz="2200" b="1" spc="480" dirty="0">
                <a:latin typeface="Calibri"/>
                <a:cs typeface="Calibri"/>
              </a:rPr>
              <a:t> </a:t>
            </a:r>
            <a:r>
              <a:rPr sz="2200" b="1" spc="-15" dirty="0">
                <a:latin typeface="Calibri"/>
                <a:cs typeface="Calibri"/>
              </a:rPr>
              <a:t>Improved</a:t>
            </a:r>
            <a:r>
              <a:rPr sz="2200" b="1" spc="15" dirty="0">
                <a:latin typeface="Calibri"/>
                <a:cs typeface="Calibri"/>
              </a:rPr>
              <a:t> </a:t>
            </a:r>
            <a:r>
              <a:rPr sz="2200" b="1" spc="-5" dirty="0">
                <a:latin typeface="Calibri"/>
                <a:cs typeface="Calibri"/>
              </a:rPr>
              <a:t>security</a:t>
            </a:r>
            <a:r>
              <a:rPr sz="2200" spc="-5" dirty="0">
                <a:latin typeface="Calibri"/>
                <a:cs typeface="Calibri"/>
              </a:rPr>
              <a:t>.</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10" dirty="0">
                <a:latin typeface="Calibri"/>
                <a:cs typeface="Calibri"/>
              </a:rPr>
              <a:t>Since</a:t>
            </a:r>
            <a:r>
              <a:rPr sz="2200" spc="114" dirty="0">
                <a:latin typeface="Calibri"/>
                <a:cs typeface="Calibri"/>
              </a:rPr>
              <a:t> </a:t>
            </a:r>
            <a:r>
              <a:rPr sz="2200" spc="-20" dirty="0">
                <a:latin typeface="Calibri"/>
                <a:cs typeface="Calibri"/>
              </a:rPr>
              <a:t>fog</a:t>
            </a:r>
            <a:r>
              <a:rPr sz="2200" spc="105" dirty="0">
                <a:latin typeface="Calibri"/>
                <a:cs typeface="Calibri"/>
              </a:rPr>
              <a:t> </a:t>
            </a:r>
            <a:r>
              <a:rPr sz="2200" spc="-5" dirty="0">
                <a:latin typeface="Calibri"/>
                <a:cs typeface="Calibri"/>
              </a:rPr>
              <a:t>is</a:t>
            </a:r>
            <a:r>
              <a:rPr sz="2200" spc="120" dirty="0">
                <a:latin typeface="Calibri"/>
                <a:cs typeface="Calibri"/>
              </a:rPr>
              <a:t> </a:t>
            </a:r>
            <a:r>
              <a:rPr sz="2200" spc="-10" dirty="0">
                <a:latin typeface="Calibri"/>
                <a:cs typeface="Calibri"/>
              </a:rPr>
              <a:t>nearer</a:t>
            </a:r>
            <a:r>
              <a:rPr sz="2200" spc="105" dirty="0">
                <a:latin typeface="Calibri"/>
                <a:cs typeface="Calibri"/>
              </a:rPr>
              <a:t> </a:t>
            </a:r>
            <a:r>
              <a:rPr sz="2200" spc="-20" dirty="0">
                <a:latin typeface="Calibri"/>
                <a:cs typeface="Calibri"/>
              </a:rPr>
              <a:t>to</a:t>
            </a:r>
            <a:r>
              <a:rPr sz="2200" spc="120" dirty="0">
                <a:latin typeface="Calibri"/>
                <a:cs typeface="Calibri"/>
              </a:rPr>
              <a:t> </a:t>
            </a:r>
            <a:r>
              <a:rPr sz="2200" spc="-5" dirty="0">
                <a:latin typeface="Calibri"/>
                <a:cs typeface="Calibri"/>
              </a:rPr>
              <a:t>the</a:t>
            </a:r>
            <a:r>
              <a:rPr sz="2200" spc="125" dirty="0">
                <a:latin typeface="Calibri"/>
                <a:cs typeface="Calibri"/>
              </a:rPr>
              <a:t> </a:t>
            </a:r>
            <a:r>
              <a:rPr sz="2200" spc="-5" dirty="0">
                <a:latin typeface="Calibri"/>
                <a:cs typeface="Calibri"/>
              </a:rPr>
              <a:t>edge,</a:t>
            </a:r>
            <a:r>
              <a:rPr sz="2200" spc="105" dirty="0">
                <a:latin typeface="Calibri"/>
                <a:cs typeface="Calibri"/>
              </a:rPr>
              <a:t> </a:t>
            </a:r>
            <a:r>
              <a:rPr sz="2200" dirty="0">
                <a:latin typeface="Calibri"/>
                <a:cs typeface="Calibri"/>
              </a:rPr>
              <a:t>it</a:t>
            </a:r>
            <a:r>
              <a:rPr sz="2200" spc="100" dirty="0">
                <a:latin typeface="Calibri"/>
                <a:cs typeface="Calibri"/>
              </a:rPr>
              <a:t> </a:t>
            </a:r>
            <a:r>
              <a:rPr sz="2200" spc="-5" dirty="0">
                <a:latin typeface="Calibri"/>
                <a:cs typeface="Calibri"/>
              </a:rPr>
              <a:t>has</a:t>
            </a:r>
            <a:r>
              <a:rPr sz="2200" spc="114" dirty="0">
                <a:latin typeface="Calibri"/>
                <a:cs typeface="Calibri"/>
              </a:rPr>
              <a:t> </a:t>
            </a:r>
            <a:r>
              <a:rPr sz="2200" spc="-5" dirty="0">
                <a:latin typeface="Calibri"/>
                <a:cs typeface="Calibri"/>
              </a:rPr>
              <a:t>the</a:t>
            </a:r>
            <a:r>
              <a:rPr sz="2200" spc="110" dirty="0">
                <a:latin typeface="Calibri"/>
                <a:cs typeface="Calibri"/>
              </a:rPr>
              <a:t> </a:t>
            </a:r>
            <a:r>
              <a:rPr sz="2200" spc="-10" dirty="0">
                <a:latin typeface="Calibri"/>
                <a:cs typeface="Calibri"/>
              </a:rPr>
              <a:t>capability</a:t>
            </a:r>
            <a:r>
              <a:rPr sz="2200" spc="114" dirty="0">
                <a:latin typeface="Calibri"/>
                <a:cs typeface="Calibri"/>
              </a:rPr>
              <a:t> </a:t>
            </a:r>
            <a:r>
              <a:rPr sz="2200" spc="-20" dirty="0">
                <a:latin typeface="Calibri"/>
                <a:cs typeface="Calibri"/>
              </a:rPr>
              <a:t>to</a:t>
            </a:r>
            <a:r>
              <a:rPr sz="2200" spc="120" dirty="0">
                <a:latin typeface="Calibri"/>
                <a:cs typeface="Calibri"/>
              </a:rPr>
              <a:t> </a:t>
            </a:r>
            <a:r>
              <a:rPr sz="2200" spc="-15" dirty="0">
                <a:latin typeface="Calibri"/>
                <a:cs typeface="Calibri"/>
              </a:rPr>
              <a:t>configure</a:t>
            </a:r>
            <a:r>
              <a:rPr sz="2200" spc="120" dirty="0">
                <a:latin typeface="Calibri"/>
                <a:cs typeface="Calibri"/>
              </a:rPr>
              <a:t> </a:t>
            </a:r>
            <a:r>
              <a:rPr sz="2200" spc="-5" dirty="0">
                <a:latin typeface="Calibri"/>
                <a:cs typeface="Calibri"/>
              </a:rPr>
              <a:t>security</a:t>
            </a:r>
            <a:endParaRPr sz="2200">
              <a:latin typeface="Calibri"/>
              <a:cs typeface="Calibri"/>
            </a:endParaRPr>
          </a:p>
          <a:p>
            <a:pPr marL="355600">
              <a:lnSpc>
                <a:spcPct val="100000"/>
              </a:lnSpc>
            </a:pPr>
            <a:r>
              <a:rPr sz="2200" spc="-10" dirty="0">
                <a:latin typeface="Calibri"/>
                <a:cs typeface="Calibri"/>
              </a:rPr>
              <a:t>that</a:t>
            </a:r>
            <a:r>
              <a:rPr sz="2200" dirty="0">
                <a:latin typeface="Calibri"/>
                <a:cs typeface="Calibri"/>
              </a:rPr>
              <a:t> </a:t>
            </a:r>
            <a:r>
              <a:rPr sz="2200" spc="-5" dirty="0">
                <a:latin typeface="Calibri"/>
                <a:cs typeface="Calibri"/>
              </a:rPr>
              <a:t>is </a:t>
            </a:r>
            <a:r>
              <a:rPr sz="2200" spc="-10" dirty="0">
                <a:latin typeface="Calibri"/>
                <a:cs typeface="Calibri"/>
              </a:rPr>
              <a:t>tailored</a:t>
            </a:r>
            <a:r>
              <a:rPr sz="2200" spc="-5" dirty="0">
                <a:latin typeface="Calibri"/>
                <a:cs typeface="Calibri"/>
              </a:rPr>
              <a:t> </a:t>
            </a:r>
            <a:r>
              <a:rPr sz="2200" spc="-20" dirty="0">
                <a:latin typeface="Calibri"/>
                <a:cs typeface="Calibri"/>
              </a:rPr>
              <a:t>to</a:t>
            </a:r>
            <a:r>
              <a:rPr sz="2200" spc="10" dirty="0">
                <a:latin typeface="Calibri"/>
                <a:cs typeface="Calibri"/>
              </a:rPr>
              <a:t> </a:t>
            </a:r>
            <a:r>
              <a:rPr sz="2200" spc="-5" dirty="0">
                <a:latin typeface="Calibri"/>
                <a:cs typeface="Calibri"/>
              </a:rPr>
              <a:t>the</a:t>
            </a:r>
            <a:r>
              <a:rPr sz="2200" dirty="0">
                <a:latin typeface="Calibri"/>
                <a:cs typeface="Calibri"/>
              </a:rPr>
              <a:t> </a:t>
            </a:r>
            <a:r>
              <a:rPr sz="2200" spc="-10" dirty="0">
                <a:latin typeface="Calibri"/>
                <a:cs typeface="Calibri"/>
              </a:rPr>
              <a:t>devices</a:t>
            </a:r>
            <a:r>
              <a:rPr sz="2200" spc="10" dirty="0">
                <a:latin typeface="Calibri"/>
                <a:cs typeface="Calibri"/>
              </a:rPr>
              <a:t> </a:t>
            </a:r>
            <a:r>
              <a:rPr sz="2200" spc="-5" dirty="0">
                <a:latin typeface="Calibri"/>
                <a:cs typeface="Calibri"/>
              </a:rPr>
              <a:t>and</a:t>
            </a:r>
            <a:r>
              <a:rPr sz="2200" dirty="0">
                <a:latin typeface="Calibri"/>
                <a:cs typeface="Calibri"/>
              </a:rPr>
              <a:t> </a:t>
            </a:r>
            <a:r>
              <a:rPr sz="2200" spc="-5" dirty="0">
                <a:latin typeface="Calibri"/>
                <a:cs typeface="Calibri"/>
              </a:rPr>
              <a:t>their</a:t>
            </a:r>
            <a:r>
              <a:rPr sz="2200" spc="10" dirty="0">
                <a:latin typeface="Calibri"/>
                <a:cs typeface="Calibri"/>
              </a:rPr>
              <a:t> </a:t>
            </a:r>
            <a:r>
              <a:rPr sz="2200" spc="-5" dirty="0">
                <a:latin typeface="Calibri"/>
                <a:cs typeface="Calibri"/>
              </a:rPr>
              <a:t>functions.</a:t>
            </a:r>
            <a:endParaRPr sz="2200">
              <a:latin typeface="Calibri"/>
              <a:cs typeface="Calibri"/>
            </a:endParaRPr>
          </a:p>
          <a:p>
            <a:pPr marL="355600" marR="5080" indent="-342900">
              <a:lnSpc>
                <a:spcPct val="100000"/>
              </a:lnSpc>
              <a:spcBef>
                <a:spcPts val="530"/>
              </a:spcBef>
              <a:buFont typeface="Arial MT"/>
              <a:buChar char="•"/>
              <a:tabLst>
                <a:tab pos="354965" algn="l"/>
                <a:tab pos="355600" algn="l"/>
                <a:tab pos="1056640" algn="l"/>
                <a:tab pos="2101850" algn="l"/>
                <a:tab pos="3300095" algn="l"/>
                <a:tab pos="4527550" algn="l"/>
                <a:tab pos="5640070" algn="l"/>
                <a:tab pos="6031230" algn="l"/>
                <a:tab pos="6787515" algn="l"/>
                <a:tab pos="7670165" algn="l"/>
                <a:tab pos="8554085" algn="l"/>
              </a:tabLst>
            </a:pPr>
            <a:r>
              <a:rPr sz="2200" spc="-5" dirty="0">
                <a:latin typeface="Calibri"/>
                <a:cs typeface="Calibri"/>
              </a:rPr>
              <a:t>Als</a:t>
            </a:r>
            <a:r>
              <a:rPr sz="2200" spc="-30" dirty="0">
                <a:latin typeface="Calibri"/>
                <a:cs typeface="Calibri"/>
              </a:rPr>
              <a:t>o</a:t>
            </a:r>
            <a:r>
              <a:rPr sz="2200" spc="-5" dirty="0">
                <a:latin typeface="Calibri"/>
                <a:cs typeface="Calibri"/>
              </a:rPr>
              <a:t>,</a:t>
            </a:r>
            <a:r>
              <a:rPr sz="2200" dirty="0">
                <a:latin typeface="Calibri"/>
                <a:cs typeface="Calibri"/>
              </a:rPr>
              <a:t>	</a:t>
            </a:r>
            <a:r>
              <a:rPr sz="2200" spc="-10" dirty="0">
                <a:latin typeface="Calibri"/>
                <a:cs typeface="Calibri"/>
              </a:rPr>
              <a:t>securit</a:t>
            </a:r>
            <a:r>
              <a:rPr sz="2200" spc="-5" dirty="0">
                <a:latin typeface="Calibri"/>
                <a:cs typeface="Calibri"/>
              </a:rPr>
              <a:t>y</a:t>
            </a:r>
            <a:r>
              <a:rPr sz="2200" dirty="0">
                <a:latin typeface="Calibri"/>
                <a:cs typeface="Calibri"/>
              </a:rPr>
              <a:t>	d</a:t>
            </a:r>
            <a:r>
              <a:rPr sz="2200" spc="-5" dirty="0">
                <a:latin typeface="Calibri"/>
                <a:cs typeface="Calibri"/>
              </a:rPr>
              <a:t>ec</a:t>
            </a:r>
            <a:r>
              <a:rPr sz="2200" spc="-15" dirty="0">
                <a:latin typeface="Calibri"/>
                <a:cs typeface="Calibri"/>
              </a:rPr>
              <a:t>i</a:t>
            </a:r>
            <a:r>
              <a:rPr sz="2200" spc="-10" dirty="0">
                <a:latin typeface="Calibri"/>
                <a:cs typeface="Calibri"/>
              </a:rPr>
              <a:t>si</a:t>
            </a:r>
            <a:r>
              <a:rPr sz="2200" dirty="0">
                <a:latin typeface="Calibri"/>
                <a:cs typeface="Calibri"/>
              </a:rPr>
              <a:t>o</a:t>
            </a:r>
            <a:r>
              <a:rPr sz="2200" spc="-10" dirty="0">
                <a:latin typeface="Calibri"/>
                <a:cs typeface="Calibri"/>
              </a:rPr>
              <a:t>n</a:t>
            </a:r>
            <a:r>
              <a:rPr sz="2200" spc="-5" dirty="0">
                <a:latin typeface="Calibri"/>
                <a:cs typeface="Calibri"/>
              </a:rPr>
              <a:t>s</a:t>
            </a:r>
            <a:r>
              <a:rPr sz="2200" dirty="0">
                <a:latin typeface="Calibri"/>
                <a:cs typeface="Calibri"/>
              </a:rPr>
              <a:t>	</a:t>
            </a:r>
            <a:r>
              <a:rPr sz="2200" spc="-30" dirty="0">
                <a:latin typeface="Calibri"/>
                <a:cs typeface="Calibri"/>
              </a:rPr>
              <a:t>r</a:t>
            </a:r>
            <a:r>
              <a:rPr sz="2200" spc="-5" dirty="0">
                <a:latin typeface="Calibri"/>
                <a:cs typeface="Calibri"/>
              </a:rPr>
              <a:t>e</a:t>
            </a:r>
            <a:r>
              <a:rPr sz="2200" spc="-45" dirty="0">
                <a:latin typeface="Calibri"/>
                <a:cs typeface="Calibri"/>
              </a:rPr>
              <a:t>g</a:t>
            </a:r>
            <a:r>
              <a:rPr sz="2200" spc="-15" dirty="0">
                <a:latin typeface="Calibri"/>
                <a:cs typeface="Calibri"/>
              </a:rPr>
              <a:t>a</a:t>
            </a:r>
            <a:r>
              <a:rPr sz="2200" spc="-30" dirty="0">
                <a:latin typeface="Calibri"/>
                <a:cs typeface="Calibri"/>
              </a:rPr>
              <a:t>r</a:t>
            </a:r>
            <a:r>
              <a:rPr sz="2200" spc="-10" dirty="0">
                <a:latin typeface="Calibri"/>
                <a:cs typeface="Calibri"/>
              </a:rPr>
              <a:t>din</a:t>
            </a:r>
            <a:r>
              <a:rPr sz="2200" spc="-5" dirty="0">
                <a:latin typeface="Calibri"/>
                <a:cs typeface="Calibri"/>
              </a:rPr>
              <a:t>g</a:t>
            </a:r>
            <a:r>
              <a:rPr sz="2200" dirty="0">
                <a:latin typeface="Calibri"/>
                <a:cs typeface="Calibri"/>
              </a:rPr>
              <a:t>	</a:t>
            </a:r>
            <a:r>
              <a:rPr sz="2200" spc="-5" dirty="0">
                <a:latin typeface="Calibri"/>
                <a:cs typeface="Calibri"/>
              </a:rPr>
              <a:t>wh</a:t>
            </a:r>
            <a:r>
              <a:rPr sz="2200" spc="-20" dirty="0">
                <a:latin typeface="Calibri"/>
                <a:cs typeface="Calibri"/>
              </a:rPr>
              <a:t>e</a:t>
            </a:r>
            <a:r>
              <a:rPr sz="2200" spc="-5" dirty="0">
                <a:latin typeface="Calibri"/>
                <a:cs typeface="Calibri"/>
              </a:rPr>
              <a:t>ther</a:t>
            </a:r>
            <a:r>
              <a:rPr sz="2200" dirty="0">
                <a:latin typeface="Calibri"/>
                <a:cs typeface="Calibri"/>
              </a:rPr>
              <a:t>	</a:t>
            </a:r>
            <a:r>
              <a:rPr sz="2200" spc="-35" dirty="0">
                <a:latin typeface="Calibri"/>
                <a:cs typeface="Calibri"/>
              </a:rPr>
              <a:t>t</a:t>
            </a:r>
            <a:r>
              <a:rPr sz="2200" spc="-5" dirty="0">
                <a:latin typeface="Calibri"/>
                <a:cs typeface="Calibri"/>
              </a:rPr>
              <a:t>o</a:t>
            </a:r>
            <a:r>
              <a:rPr sz="2200" dirty="0">
                <a:latin typeface="Calibri"/>
                <a:cs typeface="Calibri"/>
              </a:rPr>
              <a:t>	</a:t>
            </a:r>
            <a:r>
              <a:rPr sz="2200" spc="-10" dirty="0">
                <a:latin typeface="Calibri"/>
                <a:cs typeface="Calibri"/>
              </a:rPr>
              <a:t>b</a:t>
            </a:r>
            <a:r>
              <a:rPr sz="2200" dirty="0">
                <a:latin typeface="Calibri"/>
                <a:cs typeface="Calibri"/>
              </a:rPr>
              <a:t>l</a:t>
            </a:r>
            <a:r>
              <a:rPr sz="2200" spc="-5" dirty="0">
                <a:latin typeface="Calibri"/>
                <a:cs typeface="Calibri"/>
              </a:rPr>
              <a:t>ock</a:t>
            </a:r>
            <a:r>
              <a:rPr sz="2200" dirty="0">
                <a:latin typeface="Calibri"/>
                <a:cs typeface="Calibri"/>
              </a:rPr>
              <a:t>	</a:t>
            </a:r>
            <a:r>
              <a:rPr sz="2200" spc="-5" dirty="0">
                <a:latin typeface="Calibri"/>
                <a:cs typeface="Calibri"/>
              </a:rPr>
              <a:t>acc</a:t>
            </a:r>
            <a:r>
              <a:rPr sz="2200" spc="-15" dirty="0">
                <a:latin typeface="Calibri"/>
                <a:cs typeface="Calibri"/>
              </a:rPr>
              <a:t>e</a:t>
            </a:r>
            <a:r>
              <a:rPr sz="2200" spc="-10" dirty="0">
                <a:latin typeface="Calibri"/>
                <a:cs typeface="Calibri"/>
              </a:rPr>
              <a:t>s</a:t>
            </a:r>
            <a:r>
              <a:rPr sz="2200" spc="-5" dirty="0">
                <a:latin typeface="Calibri"/>
                <a:cs typeface="Calibri"/>
              </a:rPr>
              <a:t>s</a:t>
            </a:r>
            <a:r>
              <a:rPr sz="2200" dirty="0">
                <a:latin typeface="Calibri"/>
                <a:cs typeface="Calibri"/>
              </a:rPr>
              <a:t>	</a:t>
            </a:r>
            <a:r>
              <a:rPr sz="2200" spc="-10" dirty="0">
                <a:latin typeface="Calibri"/>
                <a:cs typeface="Calibri"/>
              </a:rPr>
              <a:t>durin</a:t>
            </a:r>
            <a:r>
              <a:rPr sz="2200" spc="-5" dirty="0">
                <a:latin typeface="Calibri"/>
                <a:cs typeface="Calibri"/>
              </a:rPr>
              <a:t>g</a:t>
            </a:r>
            <a:r>
              <a:rPr sz="2200" dirty="0">
                <a:latin typeface="Calibri"/>
                <a:cs typeface="Calibri"/>
              </a:rPr>
              <a:t>	</a:t>
            </a:r>
            <a:r>
              <a:rPr sz="2200" spc="-5" dirty="0">
                <a:latin typeface="Calibri"/>
                <a:cs typeface="Calibri"/>
              </a:rPr>
              <a:t>a  </a:t>
            </a:r>
            <a:r>
              <a:rPr sz="2200" spc="-10" dirty="0">
                <a:latin typeface="Calibri"/>
                <a:cs typeface="Calibri"/>
              </a:rPr>
              <a:t>breach </a:t>
            </a:r>
            <a:r>
              <a:rPr sz="2200" spc="-15" dirty="0">
                <a:latin typeface="Calibri"/>
                <a:cs typeface="Calibri"/>
              </a:rPr>
              <a:t>can</a:t>
            </a:r>
            <a:r>
              <a:rPr sz="2200" spc="-5" dirty="0">
                <a:latin typeface="Calibri"/>
                <a:cs typeface="Calibri"/>
              </a:rPr>
              <a:t> be</a:t>
            </a:r>
            <a:r>
              <a:rPr sz="2200" spc="5" dirty="0">
                <a:latin typeface="Calibri"/>
                <a:cs typeface="Calibri"/>
              </a:rPr>
              <a:t> </a:t>
            </a:r>
            <a:r>
              <a:rPr sz="2200" spc="-25" dirty="0">
                <a:latin typeface="Calibri"/>
                <a:cs typeface="Calibri"/>
              </a:rPr>
              <a:t>taken</a:t>
            </a:r>
            <a:r>
              <a:rPr sz="2200" spc="15" dirty="0">
                <a:latin typeface="Calibri"/>
                <a:cs typeface="Calibri"/>
              </a:rPr>
              <a:t> </a:t>
            </a:r>
            <a:r>
              <a:rPr sz="2200" spc="-10" dirty="0">
                <a:latin typeface="Calibri"/>
                <a:cs typeface="Calibri"/>
              </a:rPr>
              <a:t>almost</a:t>
            </a:r>
            <a:r>
              <a:rPr sz="2200" spc="5" dirty="0">
                <a:latin typeface="Calibri"/>
                <a:cs typeface="Calibri"/>
              </a:rPr>
              <a:t> </a:t>
            </a:r>
            <a:r>
              <a:rPr sz="2200" spc="-20" dirty="0">
                <a:latin typeface="Calibri"/>
                <a:cs typeface="Calibri"/>
              </a:rPr>
              <a:t>instantaneously.</a:t>
            </a:r>
            <a:endParaRPr sz="2200">
              <a:latin typeface="Calibri"/>
              <a:cs typeface="Calibri"/>
            </a:endParaRPr>
          </a:p>
          <a:p>
            <a:pPr marL="12700">
              <a:lnSpc>
                <a:spcPct val="100000"/>
              </a:lnSpc>
              <a:spcBef>
                <a:spcPts val="530"/>
              </a:spcBef>
            </a:pPr>
            <a:r>
              <a:rPr sz="2200" b="1" spc="-5" dirty="0">
                <a:latin typeface="Calibri"/>
                <a:cs typeface="Calibri"/>
              </a:rPr>
              <a:t>iii)</a:t>
            </a:r>
            <a:r>
              <a:rPr sz="2200" b="1" spc="-20" dirty="0">
                <a:latin typeface="Calibri"/>
                <a:cs typeface="Calibri"/>
              </a:rPr>
              <a:t> </a:t>
            </a:r>
            <a:r>
              <a:rPr sz="2200" b="1" spc="-25" dirty="0">
                <a:latin typeface="Calibri"/>
                <a:cs typeface="Calibri"/>
              </a:rPr>
              <a:t>Data</a:t>
            </a:r>
            <a:r>
              <a:rPr sz="2200" b="1" spc="35" dirty="0">
                <a:latin typeface="Calibri"/>
                <a:cs typeface="Calibri"/>
              </a:rPr>
              <a:t> </a:t>
            </a:r>
            <a:r>
              <a:rPr sz="2200" b="1" spc="-5" dirty="0">
                <a:latin typeface="Calibri"/>
                <a:cs typeface="Calibri"/>
              </a:rPr>
              <a:t>thinning</a:t>
            </a:r>
            <a:r>
              <a:rPr sz="2200" b="1" spc="-20" dirty="0">
                <a:latin typeface="Calibri"/>
                <a:cs typeface="Calibri"/>
              </a:rPr>
              <a:t> at</a:t>
            </a:r>
            <a:r>
              <a:rPr sz="2200" b="1" spc="5" dirty="0">
                <a:latin typeface="Calibri"/>
                <a:cs typeface="Calibri"/>
              </a:rPr>
              <a:t> </a:t>
            </a:r>
            <a:r>
              <a:rPr sz="2200" b="1" spc="-5" dirty="0">
                <a:latin typeface="Calibri"/>
                <a:cs typeface="Calibri"/>
              </a:rPr>
              <a:t>the</a:t>
            </a:r>
            <a:r>
              <a:rPr sz="2200" b="1" dirty="0">
                <a:latin typeface="Calibri"/>
                <a:cs typeface="Calibri"/>
              </a:rPr>
              <a:t> </a:t>
            </a:r>
            <a:r>
              <a:rPr sz="2200" b="1" spc="-10" dirty="0">
                <a:latin typeface="Calibri"/>
                <a:cs typeface="Calibri"/>
              </a:rPr>
              <a:t>edge</a:t>
            </a:r>
            <a:r>
              <a:rPr sz="2200" spc="-10" dirty="0">
                <a:latin typeface="Calibri"/>
                <a:cs typeface="Calibri"/>
              </a:rPr>
              <a:t>.</a:t>
            </a:r>
            <a:endParaRPr sz="2200">
              <a:latin typeface="Calibri"/>
              <a:cs typeface="Calibri"/>
            </a:endParaRPr>
          </a:p>
          <a:p>
            <a:pPr marL="355600" indent="-342900">
              <a:lnSpc>
                <a:spcPct val="100000"/>
              </a:lnSpc>
              <a:spcBef>
                <a:spcPts val="525"/>
              </a:spcBef>
              <a:buFont typeface="Arial MT"/>
              <a:buChar char="•"/>
              <a:tabLst>
                <a:tab pos="354965" algn="l"/>
                <a:tab pos="355600" algn="l"/>
              </a:tabLst>
            </a:pPr>
            <a:r>
              <a:rPr sz="2200" spc="-15" dirty="0">
                <a:latin typeface="Calibri"/>
                <a:cs typeface="Calibri"/>
              </a:rPr>
              <a:t>Fog</a:t>
            </a:r>
            <a:r>
              <a:rPr sz="2200" spc="10" dirty="0">
                <a:latin typeface="Calibri"/>
                <a:cs typeface="Calibri"/>
              </a:rPr>
              <a:t> </a:t>
            </a:r>
            <a:r>
              <a:rPr sz="2200" spc="-10" dirty="0">
                <a:latin typeface="Calibri"/>
                <a:cs typeface="Calibri"/>
              </a:rPr>
              <a:t>consumes</a:t>
            </a:r>
            <a:r>
              <a:rPr sz="2200" spc="30" dirty="0">
                <a:latin typeface="Calibri"/>
                <a:cs typeface="Calibri"/>
              </a:rPr>
              <a:t> </a:t>
            </a:r>
            <a:r>
              <a:rPr sz="2200" spc="-5" dirty="0">
                <a:latin typeface="Calibri"/>
                <a:cs typeface="Calibri"/>
              </a:rPr>
              <a:t>the</a:t>
            </a:r>
            <a:r>
              <a:rPr sz="2200" spc="15" dirty="0">
                <a:latin typeface="Calibri"/>
                <a:cs typeface="Calibri"/>
              </a:rPr>
              <a:t> </a:t>
            </a:r>
            <a:r>
              <a:rPr sz="2200" spc="-25" dirty="0">
                <a:latin typeface="Calibri"/>
                <a:cs typeface="Calibri"/>
              </a:rPr>
              <a:t>raw</a:t>
            </a:r>
            <a:r>
              <a:rPr sz="2200" dirty="0">
                <a:latin typeface="Calibri"/>
                <a:cs typeface="Calibri"/>
              </a:rPr>
              <a:t> </a:t>
            </a:r>
            <a:r>
              <a:rPr sz="2200" spc="-20" dirty="0">
                <a:latin typeface="Calibri"/>
                <a:cs typeface="Calibri"/>
              </a:rPr>
              <a:t>data</a:t>
            </a:r>
            <a:r>
              <a:rPr sz="2200" dirty="0">
                <a:latin typeface="Calibri"/>
                <a:cs typeface="Calibri"/>
              </a:rPr>
              <a:t> </a:t>
            </a:r>
            <a:r>
              <a:rPr sz="2200" spc="-5" dirty="0">
                <a:latin typeface="Calibri"/>
                <a:cs typeface="Calibri"/>
              </a:rPr>
              <a:t>and</a:t>
            </a:r>
            <a:r>
              <a:rPr sz="2200" spc="-15" dirty="0">
                <a:latin typeface="Calibri"/>
                <a:cs typeface="Calibri"/>
              </a:rPr>
              <a:t> </a:t>
            </a:r>
            <a:r>
              <a:rPr sz="2200" spc="-20" dirty="0">
                <a:latin typeface="Calibri"/>
                <a:cs typeface="Calibri"/>
              </a:rPr>
              <a:t>makes</a:t>
            </a:r>
            <a:r>
              <a:rPr sz="2200" spc="30" dirty="0">
                <a:latin typeface="Calibri"/>
                <a:cs typeface="Calibri"/>
              </a:rPr>
              <a:t> </a:t>
            </a:r>
            <a:r>
              <a:rPr sz="2200" spc="-5" dirty="0">
                <a:latin typeface="Calibri"/>
                <a:cs typeface="Calibri"/>
              </a:rPr>
              <a:t>decisions</a:t>
            </a:r>
            <a:r>
              <a:rPr sz="2200" dirty="0">
                <a:latin typeface="Calibri"/>
                <a:cs typeface="Calibri"/>
              </a:rPr>
              <a:t> or </a:t>
            </a:r>
            <a:r>
              <a:rPr sz="2200" spc="-15" dirty="0">
                <a:latin typeface="Calibri"/>
                <a:cs typeface="Calibri"/>
              </a:rPr>
              <a:t>provides</a:t>
            </a:r>
            <a:r>
              <a:rPr sz="2200" spc="5" dirty="0">
                <a:latin typeface="Calibri"/>
                <a:cs typeface="Calibri"/>
              </a:rPr>
              <a:t> </a:t>
            </a:r>
            <a:r>
              <a:rPr sz="2200" spc="-10" dirty="0">
                <a:latin typeface="Calibri"/>
                <a:cs typeface="Calibri"/>
              </a:rPr>
              <a:t>insights.</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5" dirty="0">
                <a:latin typeface="Calibri"/>
                <a:cs typeface="Calibri"/>
              </a:rPr>
              <a:t>It</a:t>
            </a:r>
            <a:r>
              <a:rPr sz="2200" dirty="0">
                <a:latin typeface="Calibri"/>
                <a:cs typeface="Calibri"/>
              </a:rPr>
              <a:t> </a:t>
            </a:r>
            <a:r>
              <a:rPr sz="2200" spc="-10" dirty="0">
                <a:latin typeface="Calibri"/>
                <a:cs typeface="Calibri"/>
              </a:rPr>
              <a:t>sends</a:t>
            </a:r>
            <a:r>
              <a:rPr sz="2200" spc="20" dirty="0">
                <a:latin typeface="Calibri"/>
                <a:cs typeface="Calibri"/>
              </a:rPr>
              <a:t> </a:t>
            </a:r>
            <a:r>
              <a:rPr sz="2200" spc="-5" dirty="0">
                <a:latin typeface="Calibri"/>
                <a:cs typeface="Calibri"/>
              </a:rPr>
              <a:t>only</a:t>
            </a:r>
            <a:r>
              <a:rPr sz="2200" dirty="0">
                <a:latin typeface="Calibri"/>
                <a:cs typeface="Calibri"/>
              </a:rPr>
              <a:t> </a:t>
            </a:r>
            <a:r>
              <a:rPr sz="2200" spc="-15" dirty="0">
                <a:latin typeface="Calibri"/>
                <a:cs typeface="Calibri"/>
              </a:rPr>
              <a:t>relevant,</a:t>
            </a:r>
            <a:r>
              <a:rPr sz="2200" spc="10" dirty="0">
                <a:latin typeface="Calibri"/>
                <a:cs typeface="Calibri"/>
              </a:rPr>
              <a:t> </a:t>
            </a:r>
            <a:r>
              <a:rPr sz="2200" spc="-10" dirty="0">
                <a:latin typeface="Calibri"/>
                <a:cs typeface="Calibri"/>
              </a:rPr>
              <a:t>consolidated information</a:t>
            </a:r>
            <a:r>
              <a:rPr sz="2200" spc="10" dirty="0">
                <a:latin typeface="Calibri"/>
                <a:cs typeface="Calibri"/>
              </a:rPr>
              <a:t> </a:t>
            </a:r>
            <a:r>
              <a:rPr sz="2200" spc="-15" dirty="0">
                <a:latin typeface="Calibri"/>
                <a:cs typeface="Calibri"/>
              </a:rPr>
              <a:t>upward </a:t>
            </a:r>
            <a:r>
              <a:rPr sz="2200" spc="-5" dirty="0">
                <a:latin typeface="Calibri"/>
                <a:cs typeface="Calibri"/>
              </a:rPr>
              <a:t>in the</a:t>
            </a:r>
            <a:r>
              <a:rPr sz="2200" dirty="0">
                <a:latin typeface="Calibri"/>
                <a:cs typeface="Calibri"/>
              </a:rPr>
              <a:t> </a:t>
            </a:r>
            <a:r>
              <a:rPr sz="2200" spc="-35" dirty="0">
                <a:latin typeface="Calibri"/>
                <a:cs typeface="Calibri"/>
              </a:rPr>
              <a:t>hierarchy.</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5" dirty="0">
                <a:latin typeface="Calibri"/>
                <a:cs typeface="Calibri"/>
              </a:rPr>
              <a:t>This</a:t>
            </a:r>
            <a:r>
              <a:rPr sz="2200" spc="195" dirty="0">
                <a:latin typeface="Calibri"/>
                <a:cs typeface="Calibri"/>
              </a:rPr>
              <a:t> </a:t>
            </a:r>
            <a:r>
              <a:rPr sz="2200" spc="-10" dirty="0">
                <a:latin typeface="Calibri"/>
                <a:cs typeface="Calibri"/>
              </a:rPr>
              <a:t>dramatically</a:t>
            </a:r>
            <a:r>
              <a:rPr sz="2200" spc="195" dirty="0">
                <a:latin typeface="Calibri"/>
                <a:cs typeface="Calibri"/>
              </a:rPr>
              <a:t> </a:t>
            </a:r>
            <a:r>
              <a:rPr sz="2200" spc="-10" dirty="0">
                <a:latin typeface="Calibri"/>
                <a:cs typeface="Calibri"/>
              </a:rPr>
              <a:t>reduces</a:t>
            </a:r>
            <a:r>
              <a:rPr sz="2200" spc="195" dirty="0">
                <a:latin typeface="Calibri"/>
                <a:cs typeface="Calibri"/>
              </a:rPr>
              <a:t> </a:t>
            </a:r>
            <a:r>
              <a:rPr sz="2200" spc="-5" dirty="0">
                <a:latin typeface="Calibri"/>
                <a:cs typeface="Calibri"/>
              </a:rPr>
              <a:t>the</a:t>
            </a:r>
            <a:r>
              <a:rPr sz="2200" spc="190" dirty="0">
                <a:latin typeface="Calibri"/>
                <a:cs typeface="Calibri"/>
              </a:rPr>
              <a:t> </a:t>
            </a:r>
            <a:r>
              <a:rPr sz="2200" spc="-5" dirty="0">
                <a:latin typeface="Calibri"/>
                <a:cs typeface="Calibri"/>
              </a:rPr>
              <a:t>amount</a:t>
            </a:r>
            <a:r>
              <a:rPr sz="2200" spc="180" dirty="0">
                <a:latin typeface="Calibri"/>
                <a:cs typeface="Calibri"/>
              </a:rPr>
              <a:t> </a:t>
            </a:r>
            <a:r>
              <a:rPr sz="2200" spc="5" dirty="0">
                <a:latin typeface="Calibri"/>
                <a:cs typeface="Calibri"/>
              </a:rPr>
              <a:t>of</a:t>
            </a:r>
            <a:r>
              <a:rPr sz="2200" spc="190" dirty="0">
                <a:latin typeface="Calibri"/>
                <a:cs typeface="Calibri"/>
              </a:rPr>
              <a:t> </a:t>
            </a:r>
            <a:r>
              <a:rPr sz="2200" spc="-20" dirty="0">
                <a:latin typeface="Calibri"/>
                <a:cs typeface="Calibri"/>
              </a:rPr>
              <a:t>data</a:t>
            </a:r>
            <a:r>
              <a:rPr sz="2200" spc="195" dirty="0">
                <a:latin typeface="Calibri"/>
                <a:cs typeface="Calibri"/>
              </a:rPr>
              <a:t> </a:t>
            </a:r>
            <a:r>
              <a:rPr sz="2200" spc="-10" dirty="0">
                <a:latin typeface="Calibri"/>
                <a:cs typeface="Calibri"/>
              </a:rPr>
              <a:t>that</a:t>
            </a:r>
            <a:r>
              <a:rPr sz="2200" spc="210" dirty="0">
                <a:latin typeface="Calibri"/>
                <a:cs typeface="Calibri"/>
              </a:rPr>
              <a:t> </a:t>
            </a:r>
            <a:r>
              <a:rPr sz="2200" spc="-10" dirty="0">
                <a:latin typeface="Calibri"/>
                <a:cs typeface="Calibri"/>
              </a:rPr>
              <a:t>gets</a:t>
            </a:r>
            <a:r>
              <a:rPr sz="2200" spc="200" dirty="0">
                <a:latin typeface="Calibri"/>
                <a:cs typeface="Calibri"/>
              </a:rPr>
              <a:t> </a:t>
            </a:r>
            <a:r>
              <a:rPr sz="2200" spc="-15" dirty="0">
                <a:latin typeface="Calibri"/>
                <a:cs typeface="Calibri"/>
              </a:rPr>
              <a:t>transmitted</a:t>
            </a:r>
            <a:r>
              <a:rPr sz="2200" spc="200" dirty="0">
                <a:latin typeface="Calibri"/>
                <a:cs typeface="Calibri"/>
              </a:rPr>
              <a:t> </a:t>
            </a:r>
            <a:r>
              <a:rPr sz="2200" spc="-20" dirty="0">
                <a:latin typeface="Calibri"/>
                <a:cs typeface="Calibri"/>
              </a:rPr>
              <a:t>to</a:t>
            </a:r>
            <a:r>
              <a:rPr sz="2200" spc="195" dirty="0">
                <a:latin typeface="Calibri"/>
                <a:cs typeface="Calibri"/>
              </a:rPr>
              <a:t> </a:t>
            </a:r>
            <a:r>
              <a:rPr sz="2200" spc="-5" dirty="0">
                <a:latin typeface="Calibri"/>
                <a:cs typeface="Calibri"/>
              </a:rPr>
              <a:t>a</a:t>
            </a:r>
            <a:endParaRPr sz="2200">
              <a:latin typeface="Calibri"/>
              <a:cs typeface="Calibri"/>
            </a:endParaRPr>
          </a:p>
          <a:p>
            <a:pPr marL="355600">
              <a:lnSpc>
                <a:spcPct val="100000"/>
              </a:lnSpc>
            </a:pPr>
            <a:r>
              <a:rPr sz="2200" spc="-15" dirty="0">
                <a:latin typeface="Calibri"/>
                <a:cs typeface="Calibri"/>
              </a:rPr>
              <a:t>central</a:t>
            </a:r>
            <a:r>
              <a:rPr sz="2200" spc="-10" dirty="0">
                <a:latin typeface="Calibri"/>
                <a:cs typeface="Calibri"/>
              </a:rPr>
              <a:t> </a:t>
            </a:r>
            <a:r>
              <a:rPr sz="2200" spc="-20" dirty="0">
                <a:latin typeface="Calibri"/>
                <a:cs typeface="Calibri"/>
              </a:rPr>
              <a:t>data</a:t>
            </a:r>
            <a:r>
              <a:rPr sz="2200" spc="-25" dirty="0">
                <a:latin typeface="Calibri"/>
                <a:cs typeface="Calibri"/>
              </a:rPr>
              <a:t> </a:t>
            </a:r>
            <a:r>
              <a:rPr sz="2200" spc="-45" dirty="0">
                <a:latin typeface="Calibri"/>
                <a:cs typeface="Calibri"/>
              </a:rPr>
              <a:t>center.</a:t>
            </a:r>
            <a:endParaRPr sz="2200">
              <a:latin typeface="Calibri"/>
              <a:cs typeface="Calibri"/>
            </a:endParaRPr>
          </a:p>
          <a:p>
            <a:pPr marL="12700" algn="just">
              <a:lnSpc>
                <a:spcPct val="100000"/>
              </a:lnSpc>
              <a:spcBef>
                <a:spcPts val="530"/>
              </a:spcBef>
            </a:pPr>
            <a:r>
              <a:rPr sz="2200" b="1" spc="-5" dirty="0">
                <a:latin typeface="Calibri"/>
                <a:cs typeface="Calibri"/>
              </a:rPr>
              <a:t>iv)</a:t>
            </a:r>
            <a:r>
              <a:rPr sz="2200" b="1" spc="-25" dirty="0">
                <a:latin typeface="Calibri"/>
                <a:cs typeface="Calibri"/>
              </a:rPr>
              <a:t> </a:t>
            </a:r>
            <a:r>
              <a:rPr sz="2200" b="1" spc="-15" dirty="0">
                <a:latin typeface="Calibri"/>
                <a:cs typeface="Calibri"/>
              </a:rPr>
              <a:t>Cost</a:t>
            </a:r>
            <a:r>
              <a:rPr sz="2200" b="1" spc="-10" dirty="0">
                <a:latin typeface="Calibri"/>
                <a:cs typeface="Calibri"/>
              </a:rPr>
              <a:t> savings</a:t>
            </a:r>
            <a:r>
              <a:rPr sz="2200" spc="-10" dirty="0">
                <a:latin typeface="Calibri"/>
                <a:cs typeface="Calibri"/>
              </a:rPr>
              <a:t>.</a:t>
            </a:r>
            <a:endParaRPr sz="2200">
              <a:latin typeface="Calibri"/>
              <a:cs typeface="Calibri"/>
            </a:endParaRPr>
          </a:p>
          <a:p>
            <a:pPr marL="355600" marR="5080" indent="-342900" algn="just">
              <a:lnSpc>
                <a:spcPct val="100000"/>
              </a:lnSpc>
              <a:spcBef>
                <a:spcPts val="525"/>
              </a:spcBef>
              <a:buFont typeface="Arial MT"/>
              <a:buChar char="•"/>
              <a:tabLst>
                <a:tab pos="355600" algn="l"/>
              </a:tabLst>
            </a:pPr>
            <a:r>
              <a:rPr sz="2200" spc="-15" dirty="0">
                <a:latin typeface="Calibri"/>
                <a:cs typeface="Calibri"/>
              </a:rPr>
              <a:t>Fog</a:t>
            </a:r>
            <a:r>
              <a:rPr sz="2200" spc="-10" dirty="0">
                <a:latin typeface="Calibri"/>
                <a:cs typeface="Calibri"/>
              </a:rPr>
              <a:t> </a:t>
            </a:r>
            <a:r>
              <a:rPr sz="2200" spc="-15" dirty="0">
                <a:latin typeface="Calibri"/>
                <a:cs typeface="Calibri"/>
              </a:rPr>
              <a:t>may</a:t>
            </a:r>
            <a:r>
              <a:rPr sz="2200" spc="-10" dirty="0">
                <a:latin typeface="Calibri"/>
                <a:cs typeface="Calibri"/>
              </a:rPr>
              <a:t> </a:t>
            </a:r>
            <a:r>
              <a:rPr sz="2200" spc="-15" dirty="0">
                <a:latin typeface="Calibri"/>
                <a:cs typeface="Calibri"/>
              </a:rPr>
              <a:t>have</a:t>
            </a:r>
            <a:r>
              <a:rPr sz="2200" spc="-10" dirty="0">
                <a:latin typeface="Calibri"/>
                <a:cs typeface="Calibri"/>
              </a:rPr>
              <a:t> higher</a:t>
            </a:r>
            <a:r>
              <a:rPr sz="2200" spc="-5" dirty="0">
                <a:latin typeface="Calibri"/>
                <a:cs typeface="Calibri"/>
              </a:rPr>
              <a:t> setup</a:t>
            </a:r>
            <a:r>
              <a:rPr sz="2200" dirty="0">
                <a:latin typeface="Calibri"/>
                <a:cs typeface="Calibri"/>
              </a:rPr>
              <a:t> </a:t>
            </a:r>
            <a:r>
              <a:rPr sz="2200" spc="-15" dirty="0">
                <a:latin typeface="Calibri"/>
                <a:cs typeface="Calibri"/>
              </a:rPr>
              <a:t>costs</a:t>
            </a:r>
            <a:r>
              <a:rPr sz="2200" spc="-10" dirty="0">
                <a:latin typeface="Calibri"/>
                <a:cs typeface="Calibri"/>
              </a:rPr>
              <a:t> due</a:t>
            </a:r>
            <a:r>
              <a:rPr sz="2200" spc="-5" dirty="0">
                <a:latin typeface="Calibri"/>
                <a:cs typeface="Calibri"/>
              </a:rPr>
              <a:t> </a:t>
            </a:r>
            <a:r>
              <a:rPr sz="2200" spc="-20" dirty="0">
                <a:latin typeface="Calibri"/>
                <a:cs typeface="Calibri"/>
              </a:rPr>
              <a:t>to</a:t>
            </a:r>
            <a:r>
              <a:rPr sz="2200" spc="-15" dirty="0">
                <a:latin typeface="Calibri"/>
                <a:cs typeface="Calibri"/>
              </a:rPr>
              <a:t> </a:t>
            </a:r>
            <a:r>
              <a:rPr sz="2200" spc="-10" dirty="0">
                <a:latin typeface="Calibri"/>
                <a:cs typeface="Calibri"/>
              </a:rPr>
              <a:t>distributed</a:t>
            </a:r>
            <a:r>
              <a:rPr sz="2200" spc="-5" dirty="0">
                <a:latin typeface="Calibri"/>
                <a:cs typeface="Calibri"/>
              </a:rPr>
              <a:t> </a:t>
            </a:r>
            <a:r>
              <a:rPr sz="2200" spc="-10" dirty="0">
                <a:latin typeface="Calibri"/>
                <a:cs typeface="Calibri"/>
              </a:rPr>
              <a:t>nature</a:t>
            </a:r>
            <a:r>
              <a:rPr sz="2200" spc="-5" dirty="0">
                <a:latin typeface="Calibri"/>
                <a:cs typeface="Calibri"/>
              </a:rPr>
              <a:t> </a:t>
            </a:r>
            <a:r>
              <a:rPr sz="2200" dirty="0">
                <a:latin typeface="Calibri"/>
                <a:cs typeface="Calibri"/>
              </a:rPr>
              <a:t>of </a:t>
            </a:r>
            <a:r>
              <a:rPr sz="2200" spc="5" dirty="0">
                <a:latin typeface="Calibri"/>
                <a:cs typeface="Calibri"/>
              </a:rPr>
              <a:t> </a:t>
            </a:r>
            <a:r>
              <a:rPr sz="2200" spc="-10" dirty="0">
                <a:latin typeface="Calibri"/>
                <a:cs typeface="Calibri"/>
              </a:rPr>
              <a:t>deployments, </a:t>
            </a:r>
            <a:r>
              <a:rPr sz="2200" spc="-5" dirty="0">
                <a:latin typeface="Calibri"/>
                <a:cs typeface="Calibri"/>
              </a:rPr>
              <a:t>but </a:t>
            </a:r>
            <a:r>
              <a:rPr sz="2200" spc="-10" dirty="0">
                <a:latin typeface="Calibri"/>
                <a:cs typeface="Calibri"/>
              </a:rPr>
              <a:t>operational </a:t>
            </a:r>
            <a:r>
              <a:rPr sz="2200" spc="-15" dirty="0">
                <a:latin typeface="Calibri"/>
                <a:cs typeface="Calibri"/>
              </a:rPr>
              <a:t>costs </a:t>
            </a:r>
            <a:r>
              <a:rPr sz="2200" spc="-5" dirty="0">
                <a:latin typeface="Calibri"/>
                <a:cs typeface="Calibri"/>
              </a:rPr>
              <a:t>and long-term benefits of the </a:t>
            </a:r>
            <a:r>
              <a:rPr sz="2200" spc="-15" dirty="0">
                <a:latin typeface="Calibri"/>
                <a:cs typeface="Calibri"/>
              </a:rPr>
              <a:t>overall </a:t>
            </a:r>
            <a:r>
              <a:rPr sz="2200" spc="-10" dirty="0">
                <a:latin typeface="Calibri"/>
                <a:cs typeface="Calibri"/>
              </a:rPr>
              <a:t> </a:t>
            </a:r>
            <a:r>
              <a:rPr sz="2200" spc="-25" dirty="0">
                <a:latin typeface="Calibri"/>
                <a:cs typeface="Calibri"/>
              </a:rPr>
              <a:t>system</a:t>
            </a:r>
            <a:r>
              <a:rPr sz="2200" spc="20" dirty="0">
                <a:latin typeface="Calibri"/>
                <a:cs typeface="Calibri"/>
              </a:rPr>
              <a:t> </a:t>
            </a:r>
            <a:r>
              <a:rPr sz="2200" spc="-10" dirty="0">
                <a:latin typeface="Calibri"/>
                <a:cs typeface="Calibri"/>
              </a:rPr>
              <a:t>would</a:t>
            </a:r>
            <a:r>
              <a:rPr sz="2200" spc="-5" dirty="0">
                <a:latin typeface="Calibri"/>
                <a:cs typeface="Calibri"/>
              </a:rPr>
              <a:t> </a:t>
            </a:r>
            <a:r>
              <a:rPr sz="2200" spc="-10" dirty="0">
                <a:latin typeface="Calibri"/>
                <a:cs typeface="Calibri"/>
              </a:rPr>
              <a:t>outweigh</a:t>
            </a:r>
            <a:r>
              <a:rPr sz="2200" spc="15" dirty="0">
                <a:latin typeface="Calibri"/>
                <a:cs typeface="Calibri"/>
              </a:rPr>
              <a:t> </a:t>
            </a:r>
            <a:r>
              <a:rPr sz="2200" spc="-5" dirty="0">
                <a:latin typeface="Calibri"/>
                <a:cs typeface="Calibri"/>
              </a:rPr>
              <a:t>this.</a:t>
            </a:r>
            <a:endParaRPr sz="2200">
              <a:latin typeface="Calibri"/>
              <a:cs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0"/>
            <a:ext cx="8629015" cy="4787265"/>
          </a:xfrm>
          <a:prstGeom prst="rect">
            <a:avLst/>
          </a:prstGeom>
        </p:spPr>
        <p:txBody>
          <a:bodyPr vert="horz" wrap="square" lIns="0" tIns="79375" rIns="0" bIns="0" rtlCol="0">
            <a:spAutoFit/>
          </a:bodyPr>
          <a:lstStyle/>
          <a:p>
            <a:pPr marL="12700" algn="just">
              <a:lnSpc>
                <a:spcPct val="100000"/>
              </a:lnSpc>
              <a:spcBef>
                <a:spcPts val="625"/>
              </a:spcBef>
            </a:pPr>
            <a:r>
              <a:rPr sz="2200" b="1" u="heavy" dirty="0">
                <a:uFill>
                  <a:solidFill>
                    <a:srgbClr val="000000"/>
                  </a:solidFill>
                </a:uFill>
                <a:latin typeface="Calibri"/>
                <a:cs typeface="Calibri"/>
              </a:rPr>
              <a:t>A.</a:t>
            </a:r>
            <a:r>
              <a:rPr sz="2200" b="1" u="heavy" spc="25" dirty="0">
                <a:uFill>
                  <a:solidFill>
                    <a:srgbClr val="000000"/>
                  </a:solidFill>
                </a:uFill>
                <a:latin typeface="Calibri"/>
                <a:cs typeface="Calibri"/>
              </a:rPr>
              <a:t> </a:t>
            </a:r>
            <a:r>
              <a:rPr sz="2200" b="1" u="heavy" spc="-10" dirty="0">
                <a:uFill>
                  <a:solidFill>
                    <a:srgbClr val="000000"/>
                  </a:solidFill>
                </a:uFill>
                <a:latin typeface="Calibri"/>
                <a:cs typeface="Calibri"/>
              </a:rPr>
              <a:t>Machine</a:t>
            </a:r>
            <a:r>
              <a:rPr sz="2200" b="1" u="heavy" spc="20" dirty="0">
                <a:uFill>
                  <a:solidFill>
                    <a:srgbClr val="000000"/>
                  </a:solidFill>
                </a:uFill>
                <a:latin typeface="Calibri"/>
                <a:cs typeface="Calibri"/>
              </a:rPr>
              <a:t> </a:t>
            </a:r>
            <a:r>
              <a:rPr sz="2200" b="1" u="heavy" spc="-10" dirty="0">
                <a:uFill>
                  <a:solidFill>
                    <a:srgbClr val="000000"/>
                  </a:solidFill>
                </a:uFill>
                <a:latin typeface="Calibri"/>
                <a:cs typeface="Calibri"/>
              </a:rPr>
              <a:t>Learning</a:t>
            </a:r>
            <a:r>
              <a:rPr sz="2200" b="1" u="heavy" spc="25" dirty="0">
                <a:uFill>
                  <a:solidFill>
                    <a:srgbClr val="000000"/>
                  </a:solidFill>
                </a:uFill>
                <a:latin typeface="Calibri"/>
                <a:cs typeface="Calibri"/>
              </a:rPr>
              <a:t> </a:t>
            </a:r>
            <a:r>
              <a:rPr sz="2200" b="1" u="heavy" spc="-15" dirty="0">
                <a:uFill>
                  <a:solidFill>
                    <a:srgbClr val="000000"/>
                  </a:solidFill>
                </a:uFill>
                <a:latin typeface="Calibri"/>
                <a:cs typeface="Calibri"/>
              </a:rPr>
              <a:t>for</a:t>
            </a:r>
            <a:r>
              <a:rPr sz="2200" b="1" u="heavy" spc="30" dirty="0">
                <a:uFill>
                  <a:solidFill>
                    <a:srgbClr val="000000"/>
                  </a:solidFill>
                </a:uFill>
                <a:latin typeface="Calibri"/>
                <a:cs typeface="Calibri"/>
              </a:rPr>
              <a:t> </a:t>
            </a:r>
            <a:r>
              <a:rPr sz="2200" b="1" u="heavy" spc="-15" dirty="0">
                <a:uFill>
                  <a:solidFill>
                    <a:srgbClr val="000000"/>
                  </a:solidFill>
                </a:uFill>
                <a:latin typeface="Calibri"/>
                <a:cs typeface="Calibri"/>
              </a:rPr>
              <a:t>Fog</a:t>
            </a:r>
            <a:r>
              <a:rPr sz="2200" b="1" u="heavy" spc="5" dirty="0">
                <a:uFill>
                  <a:solidFill>
                    <a:srgbClr val="000000"/>
                  </a:solidFill>
                </a:uFill>
                <a:latin typeface="Calibri"/>
                <a:cs typeface="Calibri"/>
              </a:rPr>
              <a:t> </a:t>
            </a:r>
            <a:r>
              <a:rPr sz="2200" b="1" u="heavy" spc="-10" dirty="0">
                <a:uFill>
                  <a:solidFill>
                    <a:srgbClr val="000000"/>
                  </a:solidFill>
                </a:uFill>
                <a:latin typeface="Calibri"/>
                <a:cs typeface="Calibri"/>
              </a:rPr>
              <a:t>Computing</a:t>
            </a:r>
            <a:r>
              <a:rPr sz="2200" b="1" u="heavy" spc="20" dirty="0">
                <a:uFill>
                  <a:solidFill>
                    <a:srgbClr val="000000"/>
                  </a:solidFill>
                </a:uFill>
                <a:latin typeface="Calibri"/>
                <a:cs typeface="Calibri"/>
              </a:rPr>
              <a:t> </a:t>
            </a:r>
            <a:r>
              <a:rPr sz="2200" b="1" u="heavy" spc="-10" dirty="0">
                <a:uFill>
                  <a:solidFill>
                    <a:srgbClr val="000000"/>
                  </a:solidFill>
                </a:uFill>
                <a:latin typeface="Calibri"/>
                <a:cs typeface="Calibri"/>
              </a:rPr>
              <a:t>and</a:t>
            </a:r>
            <a:r>
              <a:rPr sz="2200" b="1" u="heavy" spc="10" dirty="0">
                <a:uFill>
                  <a:solidFill>
                    <a:srgbClr val="000000"/>
                  </a:solidFill>
                </a:uFill>
                <a:latin typeface="Calibri"/>
                <a:cs typeface="Calibri"/>
              </a:rPr>
              <a:t> </a:t>
            </a:r>
            <a:r>
              <a:rPr sz="2200" b="1" u="heavy" spc="-5" dirty="0">
                <a:uFill>
                  <a:solidFill>
                    <a:srgbClr val="000000"/>
                  </a:solidFill>
                </a:uFill>
                <a:latin typeface="Calibri"/>
                <a:cs typeface="Calibri"/>
              </a:rPr>
              <a:t>Security</a:t>
            </a:r>
            <a:endParaRPr sz="2200" dirty="0">
              <a:latin typeface="Calibri"/>
              <a:cs typeface="Calibri"/>
            </a:endParaRPr>
          </a:p>
          <a:p>
            <a:pPr marL="355600" marR="5715" indent="-342900" algn="just">
              <a:lnSpc>
                <a:spcPct val="100000"/>
              </a:lnSpc>
              <a:spcBef>
                <a:spcPts val="530"/>
              </a:spcBef>
              <a:buFont typeface="Arial MT"/>
              <a:buChar char="•"/>
              <a:tabLst>
                <a:tab pos="355600" algn="l"/>
              </a:tabLst>
            </a:pPr>
            <a:r>
              <a:rPr sz="2200" spc="-10" dirty="0">
                <a:latin typeface="Calibri"/>
                <a:cs typeface="Calibri"/>
              </a:rPr>
              <a:t>One </a:t>
            </a:r>
            <a:r>
              <a:rPr sz="2200" spc="5" dirty="0">
                <a:latin typeface="Calibri"/>
                <a:cs typeface="Calibri"/>
              </a:rPr>
              <a:t>of </a:t>
            </a:r>
            <a:r>
              <a:rPr sz="2200" spc="-5" dirty="0">
                <a:latin typeface="Calibri"/>
                <a:cs typeface="Calibri"/>
              </a:rPr>
              <a:t>the main </a:t>
            </a:r>
            <a:r>
              <a:rPr sz="2200" spc="-15" dirty="0">
                <a:latin typeface="Calibri"/>
                <a:cs typeface="Calibri"/>
              </a:rPr>
              <a:t>advantages </a:t>
            </a:r>
            <a:r>
              <a:rPr sz="2200" dirty="0">
                <a:latin typeface="Calibri"/>
                <a:cs typeface="Calibri"/>
              </a:rPr>
              <a:t>of </a:t>
            </a:r>
            <a:r>
              <a:rPr sz="2200" spc="-20" dirty="0">
                <a:latin typeface="Calibri"/>
                <a:cs typeface="Calibri"/>
              </a:rPr>
              <a:t>fog </a:t>
            </a:r>
            <a:r>
              <a:rPr sz="2200" spc="-10" dirty="0">
                <a:latin typeface="Calibri"/>
                <a:cs typeface="Calibri"/>
              </a:rPr>
              <a:t>computing </a:t>
            </a:r>
            <a:r>
              <a:rPr sz="2200" spc="-5" dirty="0">
                <a:latin typeface="Calibri"/>
                <a:cs typeface="Calibri"/>
              </a:rPr>
              <a:t>is the ability </a:t>
            </a:r>
            <a:r>
              <a:rPr sz="2200" spc="-20" dirty="0">
                <a:latin typeface="Calibri"/>
                <a:cs typeface="Calibri"/>
              </a:rPr>
              <a:t>to </a:t>
            </a:r>
            <a:r>
              <a:rPr sz="2200" spc="-5" dirty="0">
                <a:latin typeface="Calibri"/>
                <a:cs typeface="Calibri"/>
              </a:rPr>
              <a:t>do </a:t>
            </a:r>
            <a:r>
              <a:rPr sz="2200" spc="-10" dirty="0">
                <a:latin typeface="Calibri"/>
                <a:cs typeface="Calibri"/>
              </a:rPr>
              <a:t>near </a:t>
            </a:r>
            <a:r>
              <a:rPr sz="2200" spc="-5" dirty="0">
                <a:latin typeface="Calibri"/>
                <a:cs typeface="Calibri"/>
              </a:rPr>
              <a:t> </a:t>
            </a:r>
            <a:r>
              <a:rPr sz="2200" spc="-10" dirty="0">
                <a:latin typeface="Calibri"/>
                <a:cs typeface="Calibri"/>
              </a:rPr>
              <a:t>real-time</a:t>
            </a:r>
            <a:r>
              <a:rPr sz="2200" spc="-5" dirty="0">
                <a:latin typeface="Calibri"/>
                <a:cs typeface="Calibri"/>
              </a:rPr>
              <a:t> analytics,</a:t>
            </a:r>
            <a:r>
              <a:rPr sz="2200" dirty="0">
                <a:latin typeface="Calibri"/>
                <a:cs typeface="Calibri"/>
              </a:rPr>
              <a:t> </a:t>
            </a:r>
            <a:r>
              <a:rPr sz="2200" spc="-5" dirty="0">
                <a:latin typeface="Calibri"/>
                <a:cs typeface="Calibri"/>
              </a:rPr>
              <a:t>and</a:t>
            </a:r>
            <a:r>
              <a:rPr sz="2200" dirty="0">
                <a:latin typeface="Calibri"/>
                <a:cs typeface="Calibri"/>
              </a:rPr>
              <a:t> </a:t>
            </a:r>
            <a:r>
              <a:rPr sz="2200" spc="-5" dirty="0">
                <a:latin typeface="Calibri"/>
                <a:cs typeface="Calibri"/>
              </a:rPr>
              <a:t>in</a:t>
            </a:r>
            <a:r>
              <a:rPr sz="2200" dirty="0">
                <a:latin typeface="Calibri"/>
                <a:cs typeface="Calibri"/>
              </a:rPr>
              <a:t> </a:t>
            </a:r>
            <a:r>
              <a:rPr sz="2200" spc="-15" dirty="0">
                <a:latin typeface="Calibri"/>
                <a:cs typeface="Calibri"/>
              </a:rPr>
              <a:t>many</a:t>
            </a:r>
            <a:r>
              <a:rPr sz="2200" spc="-10" dirty="0">
                <a:latin typeface="Calibri"/>
                <a:cs typeface="Calibri"/>
              </a:rPr>
              <a:t> cases,</a:t>
            </a:r>
            <a:r>
              <a:rPr sz="2200" spc="-5" dirty="0">
                <a:latin typeface="Calibri"/>
                <a:cs typeface="Calibri"/>
              </a:rPr>
              <a:t> this</a:t>
            </a:r>
            <a:r>
              <a:rPr sz="2200" dirty="0">
                <a:latin typeface="Calibri"/>
                <a:cs typeface="Calibri"/>
              </a:rPr>
              <a:t> </a:t>
            </a:r>
            <a:r>
              <a:rPr sz="2200" spc="-5" dirty="0">
                <a:latin typeface="Calibri"/>
                <a:cs typeface="Calibri"/>
              </a:rPr>
              <a:t>means</a:t>
            </a:r>
            <a:r>
              <a:rPr sz="2200" dirty="0">
                <a:latin typeface="Calibri"/>
                <a:cs typeface="Calibri"/>
              </a:rPr>
              <a:t> </a:t>
            </a:r>
            <a:r>
              <a:rPr sz="2200" spc="-5" dirty="0">
                <a:latin typeface="Calibri"/>
                <a:cs typeface="Calibri"/>
              </a:rPr>
              <a:t>utilizing</a:t>
            </a:r>
            <a:r>
              <a:rPr sz="2200" dirty="0">
                <a:latin typeface="Calibri"/>
                <a:cs typeface="Calibri"/>
              </a:rPr>
              <a:t> </a:t>
            </a:r>
            <a:r>
              <a:rPr sz="2200" spc="-5" dirty="0">
                <a:latin typeface="Calibri"/>
                <a:cs typeface="Calibri"/>
              </a:rPr>
              <a:t>machine </a:t>
            </a:r>
            <a:r>
              <a:rPr sz="2200" dirty="0">
                <a:latin typeface="Calibri"/>
                <a:cs typeface="Calibri"/>
              </a:rPr>
              <a:t> </a:t>
            </a:r>
            <a:r>
              <a:rPr sz="2200" spc="-5" dirty="0">
                <a:latin typeface="Calibri"/>
                <a:cs typeface="Calibri"/>
              </a:rPr>
              <a:t>learning</a:t>
            </a:r>
            <a:r>
              <a:rPr sz="2200" spc="-15" dirty="0">
                <a:latin typeface="Calibri"/>
                <a:cs typeface="Calibri"/>
              </a:rPr>
              <a:t> at</a:t>
            </a:r>
            <a:r>
              <a:rPr sz="2200" dirty="0">
                <a:latin typeface="Calibri"/>
                <a:cs typeface="Calibri"/>
              </a:rPr>
              <a:t> </a:t>
            </a:r>
            <a:r>
              <a:rPr sz="2200" spc="-5" dirty="0">
                <a:latin typeface="Calibri"/>
                <a:cs typeface="Calibri"/>
              </a:rPr>
              <a:t>the</a:t>
            </a:r>
            <a:r>
              <a:rPr sz="2200" dirty="0">
                <a:latin typeface="Calibri"/>
                <a:cs typeface="Calibri"/>
              </a:rPr>
              <a:t> </a:t>
            </a:r>
            <a:r>
              <a:rPr sz="2200" spc="-20" dirty="0">
                <a:latin typeface="Calibri"/>
                <a:cs typeface="Calibri"/>
              </a:rPr>
              <a:t>fog</a:t>
            </a:r>
            <a:r>
              <a:rPr sz="2200" spc="15" dirty="0">
                <a:latin typeface="Calibri"/>
                <a:cs typeface="Calibri"/>
              </a:rPr>
              <a:t> </a:t>
            </a:r>
            <a:r>
              <a:rPr sz="2200" spc="-5" dirty="0">
                <a:latin typeface="Calibri"/>
                <a:cs typeface="Calibri"/>
              </a:rPr>
              <a:t>nodes.</a:t>
            </a:r>
            <a:endParaRPr sz="2200" dirty="0">
              <a:latin typeface="Calibri"/>
              <a:cs typeface="Calibri"/>
            </a:endParaRPr>
          </a:p>
          <a:p>
            <a:pPr marL="355600" marR="6985" indent="-342900" algn="just">
              <a:lnSpc>
                <a:spcPct val="100000"/>
              </a:lnSpc>
              <a:spcBef>
                <a:spcPts val="530"/>
              </a:spcBef>
              <a:buFont typeface="Arial MT"/>
              <a:buChar char="•"/>
              <a:tabLst>
                <a:tab pos="355600" algn="l"/>
              </a:tabLst>
            </a:pPr>
            <a:r>
              <a:rPr sz="2200" spc="-5" dirty="0">
                <a:latin typeface="Calibri"/>
                <a:cs typeface="Calibri"/>
              </a:rPr>
              <a:t>Machine learning </a:t>
            </a:r>
            <a:r>
              <a:rPr sz="2200" spc="-10" dirty="0">
                <a:latin typeface="Calibri"/>
                <a:cs typeface="Calibri"/>
              </a:rPr>
              <a:t>used</a:t>
            </a:r>
            <a:r>
              <a:rPr sz="2200" spc="-5" dirty="0">
                <a:latin typeface="Calibri"/>
                <a:cs typeface="Calibri"/>
              </a:rPr>
              <a:t> in industries </a:t>
            </a:r>
            <a:r>
              <a:rPr sz="2200" spc="-10" dirty="0">
                <a:latin typeface="Calibri"/>
                <a:cs typeface="Calibri"/>
              </a:rPr>
              <a:t>could help</a:t>
            </a:r>
            <a:r>
              <a:rPr sz="2200" spc="475" dirty="0">
                <a:latin typeface="Calibri"/>
                <a:cs typeface="Calibri"/>
              </a:rPr>
              <a:t> </a:t>
            </a:r>
            <a:r>
              <a:rPr sz="2200" spc="-5" dirty="0">
                <a:latin typeface="Calibri"/>
                <a:cs typeface="Calibri"/>
              </a:rPr>
              <a:t>in </a:t>
            </a:r>
            <a:r>
              <a:rPr sz="2200" b="1" spc="-15" dirty="0">
                <a:solidFill>
                  <a:srgbClr val="FF0000"/>
                </a:solidFill>
                <a:latin typeface="Calibri"/>
                <a:cs typeface="Calibri"/>
              </a:rPr>
              <a:t>fault</a:t>
            </a:r>
            <a:r>
              <a:rPr sz="2200" b="1" spc="465" dirty="0">
                <a:solidFill>
                  <a:srgbClr val="FF0000"/>
                </a:solidFill>
                <a:latin typeface="Calibri"/>
                <a:cs typeface="Calibri"/>
              </a:rPr>
              <a:t> </a:t>
            </a:r>
            <a:r>
              <a:rPr sz="2200" b="1" spc="-5" dirty="0">
                <a:solidFill>
                  <a:srgbClr val="FF0000"/>
                </a:solidFill>
                <a:latin typeface="Calibri"/>
                <a:cs typeface="Calibri"/>
              </a:rPr>
              <a:t>isolation </a:t>
            </a:r>
            <a:r>
              <a:rPr sz="2200" spc="-5" dirty="0">
                <a:latin typeface="Calibri"/>
                <a:cs typeface="Calibri"/>
              </a:rPr>
              <a:t>and </a:t>
            </a:r>
            <a:r>
              <a:rPr sz="2200" dirty="0">
                <a:latin typeface="Calibri"/>
                <a:cs typeface="Calibri"/>
              </a:rPr>
              <a:t> </a:t>
            </a:r>
            <a:r>
              <a:rPr sz="2200" b="1" spc="-15" dirty="0">
                <a:solidFill>
                  <a:srgbClr val="FF0000"/>
                </a:solidFill>
                <a:latin typeface="Calibri"/>
                <a:cs typeface="Calibri"/>
              </a:rPr>
              <a:t>fault</a:t>
            </a:r>
            <a:r>
              <a:rPr sz="2200" b="1" spc="-10" dirty="0">
                <a:solidFill>
                  <a:srgbClr val="FF0000"/>
                </a:solidFill>
                <a:latin typeface="Calibri"/>
                <a:cs typeface="Calibri"/>
              </a:rPr>
              <a:t> detection</a:t>
            </a:r>
            <a:r>
              <a:rPr sz="2200" b="1" spc="-5" dirty="0">
                <a:solidFill>
                  <a:srgbClr val="FF0000"/>
                </a:solidFill>
                <a:latin typeface="Calibri"/>
                <a:cs typeface="Calibri"/>
              </a:rPr>
              <a:t> of</a:t>
            </a:r>
            <a:r>
              <a:rPr sz="2200" b="1" dirty="0">
                <a:solidFill>
                  <a:srgbClr val="FF0000"/>
                </a:solidFill>
                <a:latin typeface="Calibri"/>
                <a:cs typeface="Calibri"/>
              </a:rPr>
              <a:t> </a:t>
            </a:r>
            <a:r>
              <a:rPr sz="2200" b="1" spc="-5" dirty="0">
                <a:solidFill>
                  <a:srgbClr val="FF0000"/>
                </a:solidFill>
                <a:latin typeface="Calibri"/>
                <a:cs typeface="Calibri"/>
              </a:rPr>
              <a:t>machines</a:t>
            </a:r>
            <a:r>
              <a:rPr sz="2200" b="1" dirty="0">
                <a:solidFill>
                  <a:srgbClr val="FF0000"/>
                </a:solidFill>
                <a:latin typeface="Calibri"/>
                <a:cs typeface="Calibri"/>
              </a:rPr>
              <a:t> </a:t>
            </a:r>
            <a:r>
              <a:rPr sz="2200" spc="-5" dirty="0">
                <a:latin typeface="Calibri"/>
                <a:cs typeface="Calibri"/>
              </a:rPr>
              <a:t>and</a:t>
            </a:r>
            <a:r>
              <a:rPr sz="2200" dirty="0">
                <a:latin typeface="Calibri"/>
                <a:cs typeface="Calibri"/>
              </a:rPr>
              <a:t> </a:t>
            </a:r>
            <a:r>
              <a:rPr sz="2200" spc="-5" dirty="0">
                <a:latin typeface="Calibri"/>
                <a:cs typeface="Calibri"/>
              </a:rPr>
              <a:t>thus</a:t>
            </a:r>
            <a:r>
              <a:rPr sz="2200" dirty="0">
                <a:latin typeface="Calibri"/>
                <a:cs typeface="Calibri"/>
              </a:rPr>
              <a:t> </a:t>
            </a:r>
            <a:r>
              <a:rPr sz="2200" spc="-15" dirty="0">
                <a:latin typeface="Calibri"/>
                <a:cs typeface="Calibri"/>
              </a:rPr>
              <a:t>improve</a:t>
            </a:r>
            <a:r>
              <a:rPr sz="2200" spc="-10" dirty="0">
                <a:latin typeface="Calibri"/>
                <a:cs typeface="Calibri"/>
              </a:rPr>
              <a:t> </a:t>
            </a:r>
            <a:r>
              <a:rPr sz="2200" b="1" spc="5" dirty="0">
                <a:solidFill>
                  <a:srgbClr val="006FC0"/>
                </a:solidFill>
                <a:latin typeface="Calibri"/>
                <a:cs typeface="Calibri"/>
              </a:rPr>
              <a:t>MTTR</a:t>
            </a:r>
            <a:r>
              <a:rPr sz="2200" b="1" spc="10" dirty="0">
                <a:solidFill>
                  <a:srgbClr val="006FC0"/>
                </a:solidFill>
                <a:latin typeface="Calibri"/>
                <a:cs typeface="Calibri"/>
              </a:rPr>
              <a:t> </a:t>
            </a:r>
            <a:r>
              <a:rPr sz="2200" spc="-5" dirty="0">
                <a:latin typeface="Calibri"/>
                <a:cs typeface="Calibri"/>
              </a:rPr>
              <a:t>(mean</a:t>
            </a:r>
            <a:r>
              <a:rPr sz="2200" dirty="0">
                <a:latin typeface="Calibri"/>
                <a:cs typeface="Calibri"/>
              </a:rPr>
              <a:t> </a:t>
            </a:r>
            <a:r>
              <a:rPr sz="2200" spc="-5" dirty="0">
                <a:latin typeface="Calibri"/>
                <a:cs typeface="Calibri"/>
              </a:rPr>
              <a:t>time</a:t>
            </a:r>
            <a:r>
              <a:rPr sz="2200" dirty="0">
                <a:latin typeface="Calibri"/>
                <a:cs typeface="Calibri"/>
              </a:rPr>
              <a:t> </a:t>
            </a:r>
            <a:r>
              <a:rPr sz="2200" spc="-35" dirty="0">
                <a:latin typeface="Calibri"/>
                <a:cs typeface="Calibri"/>
              </a:rPr>
              <a:t>to </a:t>
            </a:r>
            <a:r>
              <a:rPr sz="2200" spc="-484" dirty="0">
                <a:latin typeface="Calibri"/>
                <a:cs typeface="Calibri"/>
              </a:rPr>
              <a:t> </a:t>
            </a:r>
            <a:r>
              <a:rPr sz="2200" spc="-10" dirty="0">
                <a:latin typeface="Calibri"/>
                <a:cs typeface="Calibri"/>
              </a:rPr>
              <a:t>repair)</a:t>
            </a:r>
            <a:r>
              <a:rPr sz="2200" spc="-25" dirty="0">
                <a:latin typeface="Calibri"/>
                <a:cs typeface="Calibri"/>
              </a:rPr>
              <a:t> </a:t>
            </a:r>
            <a:r>
              <a:rPr sz="2200" dirty="0">
                <a:latin typeface="Calibri"/>
                <a:cs typeface="Calibri"/>
              </a:rPr>
              <a:t>of</a:t>
            </a:r>
            <a:r>
              <a:rPr sz="2200" spc="20" dirty="0">
                <a:latin typeface="Calibri"/>
                <a:cs typeface="Calibri"/>
              </a:rPr>
              <a:t> </a:t>
            </a:r>
            <a:r>
              <a:rPr sz="2200" spc="-10" dirty="0">
                <a:latin typeface="Calibri"/>
                <a:cs typeface="Calibri"/>
              </a:rPr>
              <a:t>failed</a:t>
            </a:r>
            <a:r>
              <a:rPr sz="2200" spc="-5" dirty="0">
                <a:latin typeface="Calibri"/>
                <a:cs typeface="Calibri"/>
              </a:rPr>
              <a:t> </a:t>
            </a:r>
            <a:r>
              <a:rPr sz="2200" spc="-25" dirty="0">
                <a:latin typeface="Calibri"/>
                <a:cs typeface="Calibri"/>
              </a:rPr>
              <a:t>system</a:t>
            </a:r>
            <a:r>
              <a:rPr sz="2200" spc="25" dirty="0">
                <a:latin typeface="Calibri"/>
                <a:cs typeface="Calibri"/>
              </a:rPr>
              <a:t> </a:t>
            </a:r>
            <a:r>
              <a:rPr sz="2200" spc="-20" dirty="0">
                <a:latin typeface="Calibri"/>
                <a:cs typeface="Calibri"/>
              </a:rPr>
              <a:t>to</a:t>
            </a:r>
            <a:r>
              <a:rPr sz="2200" spc="10" dirty="0">
                <a:latin typeface="Calibri"/>
                <a:cs typeface="Calibri"/>
              </a:rPr>
              <a:t> </a:t>
            </a:r>
            <a:r>
              <a:rPr sz="2200" spc="-10" dirty="0">
                <a:latin typeface="Calibri"/>
                <a:cs typeface="Calibri"/>
              </a:rPr>
              <a:t>achieve</a:t>
            </a:r>
            <a:r>
              <a:rPr sz="2200" spc="5" dirty="0">
                <a:latin typeface="Calibri"/>
                <a:cs typeface="Calibri"/>
              </a:rPr>
              <a:t> </a:t>
            </a:r>
            <a:r>
              <a:rPr sz="2200" spc="-10" dirty="0">
                <a:latin typeface="Calibri"/>
                <a:cs typeface="Calibri"/>
              </a:rPr>
              <a:t>higher</a:t>
            </a:r>
            <a:r>
              <a:rPr sz="2200" spc="15" dirty="0">
                <a:latin typeface="Calibri"/>
                <a:cs typeface="Calibri"/>
              </a:rPr>
              <a:t> </a:t>
            </a:r>
            <a:r>
              <a:rPr sz="2200" spc="-20" dirty="0">
                <a:latin typeface="Calibri"/>
                <a:cs typeface="Calibri"/>
              </a:rPr>
              <a:t>availability.</a:t>
            </a:r>
            <a:endParaRPr sz="2200" dirty="0">
              <a:latin typeface="Calibri"/>
              <a:cs typeface="Calibri"/>
            </a:endParaRPr>
          </a:p>
          <a:p>
            <a:pPr marL="355600" indent="-342900" algn="just">
              <a:lnSpc>
                <a:spcPct val="100000"/>
              </a:lnSpc>
              <a:spcBef>
                <a:spcPts val="530"/>
              </a:spcBef>
              <a:buFont typeface="Arial MT"/>
              <a:buChar char="•"/>
              <a:tabLst>
                <a:tab pos="355600" algn="l"/>
              </a:tabLst>
            </a:pPr>
            <a:r>
              <a:rPr sz="2200" spc="-35" dirty="0">
                <a:latin typeface="Calibri"/>
                <a:cs typeface="Calibri"/>
              </a:rPr>
              <a:t>At</a:t>
            </a:r>
            <a:r>
              <a:rPr sz="2200" spc="15" dirty="0">
                <a:latin typeface="Calibri"/>
                <a:cs typeface="Calibri"/>
              </a:rPr>
              <a:t> </a:t>
            </a:r>
            <a:r>
              <a:rPr sz="2200" spc="-5" dirty="0">
                <a:latin typeface="Calibri"/>
                <a:cs typeface="Calibri"/>
              </a:rPr>
              <a:t>the</a:t>
            </a:r>
            <a:r>
              <a:rPr sz="2200" dirty="0">
                <a:latin typeface="Calibri"/>
                <a:cs typeface="Calibri"/>
              </a:rPr>
              <a:t> </a:t>
            </a:r>
            <a:r>
              <a:rPr sz="2200" spc="-20" dirty="0">
                <a:latin typeface="Calibri"/>
                <a:cs typeface="Calibri"/>
              </a:rPr>
              <a:t>fog</a:t>
            </a:r>
            <a:r>
              <a:rPr sz="2200" spc="25" dirty="0">
                <a:latin typeface="Calibri"/>
                <a:cs typeface="Calibri"/>
              </a:rPr>
              <a:t> </a:t>
            </a:r>
            <a:r>
              <a:rPr sz="2200" spc="-5" dirty="0">
                <a:latin typeface="Calibri"/>
                <a:cs typeface="Calibri"/>
              </a:rPr>
              <a:t>nodes,</a:t>
            </a:r>
            <a:r>
              <a:rPr sz="2200" dirty="0">
                <a:latin typeface="Calibri"/>
                <a:cs typeface="Calibri"/>
              </a:rPr>
              <a:t> </a:t>
            </a:r>
            <a:r>
              <a:rPr sz="2200" spc="-5" dirty="0">
                <a:latin typeface="Calibri"/>
                <a:cs typeface="Calibri"/>
              </a:rPr>
              <a:t>analytics</a:t>
            </a:r>
            <a:r>
              <a:rPr sz="2200" spc="10" dirty="0">
                <a:latin typeface="Calibri"/>
                <a:cs typeface="Calibri"/>
              </a:rPr>
              <a:t> </a:t>
            </a:r>
            <a:r>
              <a:rPr sz="2200" spc="-15" dirty="0">
                <a:latin typeface="Calibri"/>
                <a:cs typeface="Calibri"/>
              </a:rPr>
              <a:t>can</a:t>
            </a:r>
            <a:r>
              <a:rPr sz="2200" spc="-5" dirty="0">
                <a:latin typeface="Calibri"/>
                <a:cs typeface="Calibri"/>
              </a:rPr>
              <a:t> be</a:t>
            </a:r>
            <a:r>
              <a:rPr sz="2200" spc="20" dirty="0">
                <a:latin typeface="Calibri"/>
                <a:cs typeface="Calibri"/>
              </a:rPr>
              <a:t> </a:t>
            </a:r>
            <a:r>
              <a:rPr sz="2200" spc="-5" dirty="0">
                <a:latin typeface="Calibri"/>
                <a:cs typeface="Calibri"/>
              </a:rPr>
              <a:t>both</a:t>
            </a:r>
            <a:r>
              <a:rPr sz="2200" spc="-10" dirty="0">
                <a:latin typeface="Calibri"/>
                <a:cs typeface="Calibri"/>
              </a:rPr>
              <a:t> </a:t>
            </a:r>
            <a:r>
              <a:rPr sz="2200" b="1" spc="-15" dirty="0">
                <a:solidFill>
                  <a:srgbClr val="006FC0"/>
                </a:solidFill>
                <a:latin typeface="Calibri"/>
                <a:cs typeface="Calibri"/>
              </a:rPr>
              <a:t>reactive</a:t>
            </a:r>
            <a:r>
              <a:rPr sz="2200" b="1" spc="45" dirty="0">
                <a:solidFill>
                  <a:srgbClr val="006FC0"/>
                </a:solidFill>
                <a:latin typeface="Calibri"/>
                <a:cs typeface="Calibri"/>
              </a:rPr>
              <a:t> </a:t>
            </a:r>
            <a:r>
              <a:rPr sz="2200" b="1" spc="-10" dirty="0">
                <a:solidFill>
                  <a:srgbClr val="006FC0"/>
                </a:solidFill>
                <a:latin typeface="Calibri"/>
                <a:cs typeface="Calibri"/>
              </a:rPr>
              <a:t>as</a:t>
            </a:r>
            <a:r>
              <a:rPr sz="2200" b="1" spc="10" dirty="0">
                <a:solidFill>
                  <a:srgbClr val="006FC0"/>
                </a:solidFill>
                <a:latin typeface="Calibri"/>
                <a:cs typeface="Calibri"/>
              </a:rPr>
              <a:t> </a:t>
            </a:r>
            <a:r>
              <a:rPr sz="2200" b="1" spc="-10" dirty="0">
                <a:solidFill>
                  <a:srgbClr val="006FC0"/>
                </a:solidFill>
                <a:latin typeface="Calibri"/>
                <a:cs typeface="Calibri"/>
              </a:rPr>
              <a:t>well</a:t>
            </a:r>
            <a:r>
              <a:rPr sz="2200" b="1" spc="5" dirty="0">
                <a:solidFill>
                  <a:srgbClr val="006FC0"/>
                </a:solidFill>
                <a:latin typeface="Calibri"/>
                <a:cs typeface="Calibri"/>
              </a:rPr>
              <a:t> </a:t>
            </a:r>
            <a:r>
              <a:rPr sz="2200" b="1" spc="-10" dirty="0">
                <a:solidFill>
                  <a:srgbClr val="006FC0"/>
                </a:solidFill>
                <a:latin typeface="Calibri"/>
                <a:cs typeface="Calibri"/>
              </a:rPr>
              <a:t>as</a:t>
            </a:r>
            <a:r>
              <a:rPr sz="2200" b="1" spc="10" dirty="0">
                <a:solidFill>
                  <a:srgbClr val="006FC0"/>
                </a:solidFill>
                <a:latin typeface="Calibri"/>
                <a:cs typeface="Calibri"/>
              </a:rPr>
              <a:t> </a:t>
            </a:r>
            <a:r>
              <a:rPr sz="2200" b="1" spc="-10" dirty="0">
                <a:solidFill>
                  <a:srgbClr val="006FC0"/>
                </a:solidFill>
                <a:latin typeface="Calibri"/>
                <a:cs typeface="Calibri"/>
              </a:rPr>
              <a:t>predictive</a:t>
            </a:r>
            <a:r>
              <a:rPr sz="2200" spc="-10" dirty="0">
                <a:latin typeface="Calibri"/>
                <a:cs typeface="Calibri"/>
              </a:rPr>
              <a:t>.</a:t>
            </a:r>
            <a:endParaRPr sz="2200" dirty="0">
              <a:latin typeface="Calibri"/>
              <a:cs typeface="Calibri"/>
            </a:endParaRPr>
          </a:p>
          <a:p>
            <a:pPr marL="355600" marR="5715" indent="-342900" algn="just">
              <a:lnSpc>
                <a:spcPct val="100000"/>
              </a:lnSpc>
              <a:spcBef>
                <a:spcPts val="530"/>
              </a:spcBef>
              <a:buFont typeface="Arial MT"/>
              <a:buChar char="•"/>
              <a:tabLst>
                <a:tab pos="355600" algn="l"/>
              </a:tabLst>
            </a:pPr>
            <a:r>
              <a:rPr sz="2200" spc="-10" dirty="0">
                <a:latin typeface="Calibri"/>
                <a:cs typeface="Calibri"/>
              </a:rPr>
              <a:t>The </a:t>
            </a:r>
            <a:r>
              <a:rPr sz="2200" spc="-20" dirty="0">
                <a:latin typeface="Calibri"/>
                <a:cs typeface="Calibri"/>
              </a:rPr>
              <a:t>fog </a:t>
            </a:r>
            <a:r>
              <a:rPr sz="2200" spc="-5" dirty="0">
                <a:latin typeface="Calibri"/>
                <a:cs typeface="Calibri"/>
              </a:rPr>
              <a:t>nodes </a:t>
            </a:r>
            <a:r>
              <a:rPr sz="2200" b="1" spc="-5" dirty="0">
                <a:solidFill>
                  <a:srgbClr val="C00000"/>
                </a:solidFill>
                <a:latin typeface="Calibri"/>
                <a:cs typeface="Calibri"/>
              </a:rPr>
              <a:t>closer </a:t>
            </a:r>
            <a:r>
              <a:rPr sz="2200" b="1" spc="-15" dirty="0">
                <a:solidFill>
                  <a:srgbClr val="C00000"/>
                </a:solidFill>
                <a:latin typeface="Calibri"/>
                <a:cs typeface="Calibri"/>
              </a:rPr>
              <a:t>to </a:t>
            </a:r>
            <a:r>
              <a:rPr sz="2200" b="1" spc="-5" dirty="0">
                <a:solidFill>
                  <a:srgbClr val="C00000"/>
                </a:solidFill>
                <a:latin typeface="Calibri"/>
                <a:cs typeface="Calibri"/>
              </a:rPr>
              <a:t>the </a:t>
            </a:r>
            <a:r>
              <a:rPr sz="2200" b="1" spc="-15" dirty="0">
                <a:solidFill>
                  <a:srgbClr val="C00000"/>
                </a:solidFill>
                <a:latin typeface="Calibri"/>
                <a:cs typeface="Calibri"/>
              </a:rPr>
              <a:t>edge </a:t>
            </a:r>
            <a:r>
              <a:rPr sz="2200" spc="-5" dirty="0">
                <a:latin typeface="Calibri"/>
                <a:cs typeface="Calibri"/>
              </a:rPr>
              <a:t>will </a:t>
            </a:r>
            <a:r>
              <a:rPr sz="2200" spc="-10" dirty="0">
                <a:latin typeface="Calibri"/>
                <a:cs typeface="Calibri"/>
              </a:rPr>
              <a:t>most </a:t>
            </a:r>
            <a:r>
              <a:rPr sz="2200" spc="-15" dirty="0">
                <a:latin typeface="Calibri"/>
                <a:cs typeface="Calibri"/>
              </a:rPr>
              <a:t>likely </a:t>
            </a:r>
            <a:r>
              <a:rPr sz="2200" spc="-20" dirty="0">
                <a:latin typeface="Calibri"/>
                <a:cs typeface="Calibri"/>
              </a:rPr>
              <a:t>have </a:t>
            </a:r>
            <a:r>
              <a:rPr sz="2200" b="1" spc="-10" dirty="0">
                <a:solidFill>
                  <a:srgbClr val="006FC0"/>
                </a:solidFill>
                <a:latin typeface="Calibri"/>
                <a:cs typeface="Calibri"/>
              </a:rPr>
              <a:t>reactive </a:t>
            </a:r>
            <a:r>
              <a:rPr sz="2200" b="1" spc="-5" dirty="0">
                <a:solidFill>
                  <a:srgbClr val="006FC0"/>
                </a:solidFill>
                <a:latin typeface="Calibri"/>
                <a:cs typeface="Calibri"/>
              </a:rPr>
              <a:t>analytics</a:t>
            </a:r>
            <a:r>
              <a:rPr sz="2200" spc="-5" dirty="0">
                <a:latin typeface="Calibri"/>
                <a:cs typeface="Calibri"/>
              </a:rPr>
              <a:t>, </a:t>
            </a:r>
            <a:r>
              <a:rPr sz="2200" dirty="0">
                <a:latin typeface="Calibri"/>
                <a:cs typeface="Calibri"/>
              </a:rPr>
              <a:t> </a:t>
            </a:r>
            <a:r>
              <a:rPr sz="2200" spc="-5" dirty="0">
                <a:latin typeface="Calibri"/>
                <a:cs typeface="Calibri"/>
              </a:rPr>
              <a:t>and the nodes </a:t>
            </a:r>
            <a:r>
              <a:rPr sz="2200" b="1" spc="-10" dirty="0">
                <a:solidFill>
                  <a:srgbClr val="C00000"/>
                </a:solidFill>
                <a:latin typeface="Calibri"/>
                <a:cs typeface="Calibri"/>
              </a:rPr>
              <a:t>farther from </a:t>
            </a:r>
            <a:r>
              <a:rPr sz="2200" b="1" spc="-5" dirty="0">
                <a:solidFill>
                  <a:srgbClr val="C00000"/>
                </a:solidFill>
                <a:latin typeface="Calibri"/>
                <a:cs typeface="Calibri"/>
              </a:rPr>
              <a:t>the </a:t>
            </a:r>
            <a:r>
              <a:rPr sz="2200" b="1" spc="-15" dirty="0">
                <a:solidFill>
                  <a:srgbClr val="C00000"/>
                </a:solidFill>
                <a:latin typeface="Calibri"/>
                <a:cs typeface="Calibri"/>
              </a:rPr>
              <a:t>edge </a:t>
            </a:r>
            <a:r>
              <a:rPr sz="2200" spc="-5" dirty="0">
                <a:latin typeface="Calibri"/>
                <a:cs typeface="Calibri"/>
              </a:rPr>
              <a:t>will </a:t>
            </a:r>
            <a:r>
              <a:rPr sz="2200" spc="-20" dirty="0">
                <a:latin typeface="Calibri"/>
                <a:cs typeface="Calibri"/>
              </a:rPr>
              <a:t>have </a:t>
            </a:r>
            <a:r>
              <a:rPr sz="2200" spc="-10" dirty="0">
                <a:latin typeface="Calibri"/>
                <a:cs typeface="Calibri"/>
              </a:rPr>
              <a:t>more </a:t>
            </a:r>
            <a:r>
              <a:rPr sz="2200" b="1" spc="-10" dirty="0">
                <a:solidFill>
                  <a:srgbClr val="006FC0"/>
                </a:solidFill>
                <a:latin typeface="Calibri"/>
                <a:cs typeface="Calibri"/>
              </a:rPr>
              <a:t>predictive </a:t>
            </a:r>
            <a:r>
              <a:rPr sz="2200" b="1" spc="-5" dirty="0">
                <a:solidFill>
                  <a:srgbClr val="006FC0"/>
                </a:solidFill>
                <a:latin typeface="Calibri"/>
                <a:cs typeface="Calibri"/>
              </a:rPr>
              <a:t>analytics </a:t>
            </a:r>
            <a:r>
              <a:rPr sz="2200" b="1" dirty="0">
                <a:solidFill>
                  <a:srgbClr val="006FC0"/>
                </a:solidFill>
                <a:latin typeface="Calibri"/>
                <a:cs typeface="Calibri"/>
              </a:rPr>
              <a:t> </a:t>
            </a:r>
            <a:r>
              <a:rPr sz="2200" spc="-10" dirty="0">
                <a:latin typeface="Calibri"/>
                <a:cs typeface="Calibri"/>
              </a:rPr>
              <a:t>since</a:t>
            </a:r>
            <a:r>
              <a:rPr sz="2200" dirty="0">
                <a:latin typeface="Calibri"/>
                <a:cs typeface="Calibri"/>
              </a:rPr>
              <a:t> </a:t>
            </a:r>
            <a:r>
              <a:rPr sz="2200" spc="-5" dirty="0">
                <a:latin typeface="Calibri"/>
                <a:cs typeface="Calibri"/>
              </a:rPr>
              <a:t>it</a:t>
            </a:r>
            <a:r>
              <a:rPr sz="2200" dirty="0">
                <a:latin typeface="Calibri"/>
                <a:cs typeface="Calibri"/>
              </a:rPr>
              <a:t> </a:t>
            </a:r>
            <a:r>
              <a:rPr sz="2200" spc="-10" dirty="0">
                <a:latin typeface="Calibri"/>
                <a:cs typeface="Calibri"/>
              </a:rPr>
              <a:t>needs</a:t>
            </a:r>
            <a:r>
              <a:rPr sz="2200" spc="10" dirty="0">
                <a:latin typeface="Calibri"/>
                <a:cs typeface="Calibri"/>
              </a:rPr>
              <a:t> </a:t>
            </a:r>
            <a:r>
              <a:rPr sz="2200" spc="-10" dirty="0">
                <a:latin typeface="Calibri"/>
                <a:cs typeface="Calibri"/>
              </a:rPr>
              <a:t>more</a:t>
            </a:r>
            <a:r>
              <a:rPr sz="2200" spc="5" dirty="0">
                <a:latin typeface="Calibri"/>
                <a:cs typeface="Calibri"/>
              </a:rPr>
              <a:t> </a:t>
            </a:r>
            <a:r>
              <a:rPr sz="2200" spc="-10" dirty="0">
                <a:latin typeface="Calibri"/>
                <a:cs typeface="Calibri"/>
              </a:rPr>
              <a:t>computation</a:t>
            </a:r>
            <a:r>
              <a:rPr sz="2200" spc="15" dirty="0">
                <a:latin typeface="Calibri"/>
                <a:cs typeface="Calibri"/>
              </a:rPr>
              <a:t> </a:t>
            </a:r>
            <a:r>
              <a:rPr sz="2200" spc="-45" dirty="0">
                <a:latin typeface="Calibri"/>
                <a:cs typeface="Calibri"/>
              </a:rPr>
              <a:t>power.</a:t>
            </a:r>
            <a:endParaRPr sz="2200" dirty="0">
              <a:latin typeface="Calibri"/>
              <a:cs typeface="Calibri"/>
            </a:endParaRPr>
          </a:p>
          <a:p>
            <a:pPr marL="355600" indent="-342900" algn="just">
              <a:lnSpc>
                <a:spcPct val="100000"/>
              </a:lnSpc>
              <a:spcBef>
                <a:spcPts val="530"/>
              </a:spcBef>
              <a:buFont typeface="Arial MT"/>
              <a:buChar char="•"/>
              <a:tabLst>
                <a:tab pos="355600" algn="l"/>
              </a:tabLst>
            </a:pPr>
            <a:r>
              <a:rPr sz="2200" spc="-5" dirty="0">
                <a:latin typeface="Calibri"/>
                <a:cs typeface="Calibri"/>
              </a:rPr>
              <a:t>The</a:t>
            </a:r>
            <a:r>
              <a:rPr sz="2200" spc="100" dirty="0">
                <a:latin typeface="Calibri"/>
                <a:cs typeface="Calibri"/>
              </a:rPr>
              <a:t> </a:t>
            </a:r>
            <a:r>
              <a:rPr sz="2200" spc="-5" dirty="0">
                <a:latin typeface="Calibri"/>
                <a:cs typeface="Calibri"/>
              </a:rPr>
              <a:t>basic</a:t>
            </a:r>
            <a:r>
              <a:rPr sz="2200" spc="90" dirty="0">
                <a:latin typeface="Calibri"/>
                <a:cs typeface="Calibri"/>
              </a:rPr>
              <a:t> </a:t>
            </a:r>
            <a:r>
              <a:rPr sz="2200" spc="-10" dirty="0">
                <a:latin typeface="Calibri"/>
                <a:cs typeface="Calibri"/>
              </a:rPr>
              <a:t>premise</a:t>
            </a:r>
            <a:r>
              <a:rPr sz="2200" spc="105" dirty="0">
                <a:latin typeface="Calibri"/>
                <a:cs typeface="Calibri"/>
              </a:rPr>
              <a:t> </a:t>
            </a:r>
            <a:r>
              <a:rPr sz="2200" spc="-5" dirty="0">
                <a:latin typeface="Calibri"/>
                <a:cs typeface="Calibri"/>
              </a:rPr>
              <a:t>is</a:t>
            </a:r>
            <a:r>
              <a:rPr sz="2200" spc="95" dirty="0">
                <a:latin typeface="Calibri"/>
                <a:cs typeface="Calibri"/>
              </a:rPr>
              <a:t> </a:t>
            </a:r>
            <a:r>
              <a:rPr sz="2200" spc="-10" dirty="0">
                <a:latin typeface="Calibri"/>
                <a:cs typeface="Calibri"/>
              </a:rPr>
              <a:t>that</a:t>
            </a:r>
            <a:r>
              <a:rPr sz="2200" spc="95" dirty="0">
                <a:latin typeface="Calibri"/>
                <a:cs typeface="Calibri"/>
              </a:rPr>
              <a:t> </a:t>
            </a:r>
            <a:r>
              <a:rPr sz="2200" spc="-10" dirty="0">
                <a:latin typeface="Calibri"/>
                <a:cs typeface="Calibri"/>
              </a:rPr>
              <a:t>computing</a:t>
            </a:r>
            <a:r>
              <a:rPr sz="2200" spc="90" dirty="0">
                <a:latin typeface="Calibri"/>
                <a:cs typeface="Calibri"/>
              </a:rPr>
              <a:t> </a:t>
            </a:r>
            <a:r>
              <a:rPr sz="2200" spc="-10" dirty="0">
                <a:latin typeface="Calibri"/>
                <a:cs typeface="Calibri"/>
              </a:rPr>
              <a:t>power</a:t>
            </a:r>
            <a:r>
              <a:rPr sz="2200" spc="85" dirty="0">
                <a:latin typeface="Calibri"/>
                <a:cs typeface="Calibri"/>
              </a:rPr>
              <a:t> </a:t>
            </a:r>
            <a:r>
              <a:rPr sz="2200" spc="-5" dirty="0">
                <a:latin typeface="Calibri"/>
                <a:cs typeface="Calibri"/>
              </a:rPr>
              <a:t>is</a:t>
            </a:r>
            <a:r>
              <a:rPr sz="2200" spc="90" dirty="0">
                <a:latin typeface="Calibri"/>
                <a:cs typeface="Calibri"/>
              </a:rPr>
              <a:t> </a:t>
            </a:r>
            <a:r>
              <a:rPr sz="2200" spc="-5" dirty="0">
                <a:latin typeface="Calibri"/>
                <a:cs typeface="Calibri"/>
              </a:rPr>
              <a:t>highest</a:t>
            </a:r>
            <a:r>
              <a:rPr sz="2200" spc="95" dirty="0">
                <a:latin typeface="Calibri"/>
                <a:cs typeface="Calibri"/>
              </a:rPr>
              <a:t> </a:t>
            </a:r>
            <a:r>
              <a:rPr sz="2200" spc="-5" dirty="0">
                <a:latin typeface="Calibri"/>
                <a:cs typeface="Calibri"/>
              </a:rPr>
              <a:t>in</a:t>
            </a:r>
            <a:r>
              <a:rPr sz="2200" spc="85" dirty="0">
                <a:latin typeface="Calibri"/>
                <a:cs typeface="Calibri"/>
              </a:rPr>
              <a:t> </a:t>
            </a:r>
            <a:r>
              <a:rPr sz="2200" spc="-5" dirty="0">
                <a:latin typeface="Calibri"/>
                <a:cs typeface="Calibri"/>
              </a:rPr>
              <a:t>the</a:t>
            </a:r>
            <a:r>
              <a:rPr sz="2200" spc="90" dirty="0">
                <a:latin typeface="Calibri"/>
                <a:cs typeface="Calibri"/>
              </a:rPr>
              <a:t> </a:t>
            </a:r>
            <a:r>
              <a:rPr sz="2200" spc="-5" dirty="0">
                <a:latin typeface="Calibri"/>
                <a:cs typeface="Calibri"/>
              </a:rPr>
              <a:t>cloud</a:t>
            </a:r>
            <a:r>
              <a:rPr sz="2200" spc="105" dirty="0">
                <a:latin typeface="Calibri"/>
                <a:cs typeface="Calibri"/>
              </a:rPr>
              <a:t> </a:t>
            </a:r>
            <a:r>
              <a:rPr sz="2200" spc="-5" dirty="0">
                <a:latin typeface="Calibri"/>
                <a:cs typeface="Calibri"/>
              </a:rPr>
              <a:t>and</a:t>
            </a:r>
            <a:r>
              <a:rPr sz="2200" spc="90" dirty="0">
                <a:latin typeface="Calibri"/>
                <a:cs typeface="Calibri"/>
              </a:rPr>
              <a:t> </a:t>
            </a:r>
            <a:r>
              <a:rPr sz="2200" spc="-10" dirty="0">
                <a:latin typeface="Calibri"/>
                <a:cs typeface="Calibri"/>
              </a:rPr>
              <a:t>it</a:t>
            </a:r>
            <a:endParaRPr sz="2200" dirty="0">
              <a:latin typeface="Calibri"/>
              <a:cs typeface="Calibri"/>
            </a:endParaRPr>
          </a:p>
          <a:p>
            <a:pPr marL="355600" algn="just">
              <a:lnSpc>
                <a:spcPct val="100000"/>
              </a:lnSpc>
            </a:pPr>
            <a:r>
              <a:rPr sz="2200" spc="-10" dirty="0">
                <a:latin typeface="Calibri"/>
                <a:cs typeface="Calibri"/>
              </a:rPr>
              <a:t>goes</a:t>
            </a:r>
            <a:r>
              <a:rPr sz="2200" spc="15" dirty="0">
                <a:latin typeface="Calibri"/>
                <a:cs typeface="Calibri"/>
              </a:rPr>
              <a:t> </a:t>
            </a:r>
            <a:r>
              <a:rPr sz="2200" spc="-10" dirty="0">
                <a:latin typeface="Calibri"/>
                <a:cs typeface="Calibri"/>
              </a:rPr>
              <a:t>down</a:t>
            </a:r>
            <a:r>
              <a:rPr sz="2200" spc="5" dirty="0">
                <a:latin typeface="Calibri"/>
                <a:cs typeface="Calibri"/>
              </a:rPr>
              <a:t> </a:t>
            </a:r>
            <a:r>
              <a:rPr sz="2200" spc="-5" dirty="0">
                <a:latin typeface="Calibri"/>
                <a:cs typeface="Calibri"/>
              </a:rPr>
              <a:t>in</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20" dirty="0">
                <a:latin typeface="Calibri"/>
                <a:cs typeface="Calibri"/>
              </a:rPr>
              <a:t>hierarchy</a:t>
            </a:r>
            <a:r>
              <a:rPr sz="2200" dirty="0">
                <a:latin typeface="Calibri"/>
                <a:cs typeface="Calibri"/>
              </a:rPr>
              <a:t> on</a:t>
            </a:r>
            <a:r>
              <a:rPr sz="2200" spc="-5" dirty="0">
                <a:latin typeface="Calibri"/>
                <a:cs typeface="Calibri"/>
              </a:rPr>
              <a:t> </a:t>
            </a:r>
            <a:r>
              <a:rPr sz="2200" i="1" spc="-5" dirty="0">
                <a:latin typeface="Calibri"/>
                <a:cs typeface="Calibri"/>
              </a:rPr>
              <a:t>n</a:t>
            </a:r>
            <a:r>
              <a:rPr sz="2200" spc="-5" dirty="0">
                <a:latin typeface="Calibri"/>
                <a:cs typeface="Calibri"/>
              </a:rPr>
              <a:t>-tier</a:t>
            </a:r>
            <a:r>
              <a:rPr sz="2200" spc="5" dirty="0">
                <a:latin typeface="Calibri"/>
                <a:cs typeface="Calibri"/>
              </a:rPr>
              <a:t> </a:t>
            </a:r>
            <a:r>
              <a:rPr sz="2200" spc="-15" dirty="0">
                <a:latin typeface="Calibri"/>
                <a:cs typeface="Calibri"/>
              </a:rPr>
              <a:t>architecture</a:t>
            </a:r>
            <a:endParaRPr sz="2200" dirty="0">
              <a:latin typeface="Calibri"/>
              <a:cs typeface="Calibri"/>
            </a:endParaRPr>
          </a:p>
        </p:txBody>
      </p:sp>
      <p:grpSp>
        <p:nvGrpSpPr>
          <p:cNvPr id="3" name="object 3"/>
          <p:cNvGrpSpPr/>
          <p:nvPr/>
        </p:nvGrpSpPr>
        <p:grpSpPr>
          <a:xfrm>
            <a:off x="1524317" y="4787598"/>
            <a:ext cx="6442075" cy="1963420"/>
            <a:chOff x="1524317" y="4787598"/>
            <a:chExt cx="6442075" cy="1963420"/>
          </a:xfrm>
        </p:grpSpPr>
        <p:pic>
          <p:nvPicPr>
            <p:cNvPr id="4" name="object 4"/>
            <p:cNvPicPr/>
            <p:nvPr/>
          </p:nvPicPr>
          <p:blipFill>
            <a:blip r:embed="R341f70bd72234257" cstate="print"/>
            <a:stretch>
              <a:fillRect/>
            </a:stretch>
          </p:blipFill>
          <p:spPr>
            <a:xfrm>
              <a:off x="1533906" y="4857008"/>
              <a:ext cx="6422517" cy="1860405"/>
            </a:xfrm>
            <a:prstGeom prst="rect">
              <a:avLst/>
            </a:prstGeom>
          </p:spPr>
        </p:pic>
        <p:sp>
          <p:nvSpPr>
            <p:cNvPr id="5" name="object 5"/>
            <p:cNvSpPr/>
            <p:nvPr/>
          </p:nvSpPr>
          <p:spPr>
            <a:xfrm>
              <a:off x="1529080" y="4792361"/>
              <a:ext cx="6432550" cy="1953895"/>
            </a:xfrm>
            <a:custGeom>
              <a:avLst/>
              <a:gdLst/>
              <a:ahLst/>
              <a:cxnLst/>
              <a:rect l="l" t="t" r="r" b="b"/>
              <a:pathLst>
                <a:path w="6432550" h="1953895">
                  <a:moveTo>
                    <a:pt x="0" y="1953767"/>
                  </a:moveTo>
                  <a:lnTo>
                    <a:pt x="6432042" y="1953767"/>
                  </a:lnTo>
                  <a:lnTo>
                    <a:pt x="6432042" y="0"/>
                  </a:lnTo>
                  <a:lnTo>
                    <a:pt x="0" y="0"/>
                  </a:lnTo>
                  <a:lnTo>
                    <a:pt x="0" y="1953767"/>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B10633-B1BA-9401-4CC4-4F564CA94A55}"/>
              </a:ext>
            </a:extLst>
          </p:cNvPr>
          <p:cNvSpPr txBox="1"/>
          <p:nvPr/>
        </p:nvSpPr>
        <p:spPr>
          <a:xfrm>
            <a:off x="457200" y="1295400"/>
            <a:ext cx="8534400" cy="4247317"/>
          </a:xfrm>
          <a:prstGeom prst="rect">
            <a:avLst/>
          </a:prstGeom>
          <a:noFill/>
        </p:spPr>
        <p:txBody>
          <a:bodyPr wrap="square">
            <a:spAutoFit/>
          </a:bodyPr>
          <a:lstStyle/>
          <a:p>
            <a:pPr algn="just"/>
            <a:r>
              <a:rPr lang="en-US" b="1" i="0" dirty="0">
                <a:effectLst/>
                <a:latin typeface="Ginto"/>
              </a:rPr>
              <a:t>Reactive Analytics</a:t>
            </a:r>
          </a:p>
          <a:p>
            <a:pPr algn="just">
              <a:buFont typeface="Arial" panose="020B0604020202020204" pitchFamily="34" charset="0"/>
              <a:buChar char="•"/>
            </a:pPr>
            <a:r>
              <a:rPr lang="en-US" b="1" i="0" dirty="0">
                <a:effectLst/>
                <a:latin typeface="Ginto"/>
              </a:rPr>
              <a:t>Realtime Monitoring</a:t>
            </a:r>
            <a:r>
              <a:rPr lang="en-US" b="0" i="0" dirty="0">
                <a:effectLst/>
                <a:latin typeface="Ginto"/>
              </a:rPr>
              <a:t>: Fog nodes can immediately analyze incoming data and respond to events as they happen. For example, in smart agriculture, if a sensor detects that soil moisture has dropped below a certain threshold, the fog node can instantly trigger the irrigation system.</a:t>
            </a:r>
          </a:p>
          <a:p>
            <a:pPr algn="just">
              <a:buFont typeface="Arial" panose="020B0604020202020204" pitchFamily="34" charset="0"/>
              <a:buChar char="•"/>
            </a:pPr>
            <a:r>
              <a:rPr lang="en-US" b="1" i="0" dirty="0">
                <a:effectLst/>
                <a:latin typeface="Ginto"/>
              </a:rPr>
              <a:t>Event Detection</a:t>
            </a:r>
            <a:r>
              <a:rPr lang="en-US" b="0" i="0" dirty="0">
                <a:effectLst/>
                <a:latin typeface="Ginto"/>
              </a:rPr>
              <a:t>: Quickly identifies anomalies or specific conditions that require immediate action, such as overheating in industrial machinery or unauthorized access in a security system.</a:t>
            </a:r>
          </a:p>
          <a:p>
            <a:pPr algn="just"/>
            <a:r>
              <a:rPr lang="en-US" b="1" i="0" dirty="0">
                <a:effectLst/>
                <a:latin typeface="Ginto"/>
              </a:rPr>
              <a:t>Predictive Analytics</a:t>
            </a:r>
          </a:p>
          <a:p>
            <a:pPr algn="just">
              <a:buFont typeface="Arial" panose="020B0604020202020204" pitchFamily="34" charset="0"/>
              <a:buChar char="•"/>
            </a:pPr>
            <a:r>
              <a:rPr lang="en-US" b="1" i="0" dirty="0">
                <a:effectLst/>
                <a:latin typeface="Ginto"/>
              </a:rPr>
              <a:t>Trend Analysis</a:t>
            </a:r>
            <a:r>
              <a:rPr lang="en-US" b="0" i="0" dirty="0">
                <a:effectLst/>
                <a:latin typeface="Ginto"/>
              </a:rPr>
              <a:t>: By continuously monitoring data trends, fog nodes can predict future events. For instance, in healthcare, analyzing trends in patient vital signs can predict potential health issues before they become critical.</a:t>
            </a:r>
          </a:p>
          <a:p>
            <a:pPr algn="just">
              <a:buFont typeface="Arial" panose="020B0604020202020204" pitchFamily="34" charset="0"/>
              <a:buChar char="•"/>
            </a:pPr>
            <a:r>
              <a:rPr lang="en-US" b="1" i="0" dirty="0">
                <a:effectLst/>
                <a:latin typeface="Ginto"/>
              </a:rPr>
              <a:t>Preventive Maintenance</a:t>
            </a:r>
            <a:r>
              <a:rPr lang="en-US" b="0" i="0" dirty="0">
                <a:effectLst/>
                <a:latin typeface="Ginto"/>
              </a:rPr>
              <a:t>: In industrial settings, predictive models can forecast when machinery is likely to fail, allowing for maintenance to be scheduled before a breakdown occurs. This reduces downtime and maintenance costs.</a:t>
            </a:r>
          </a:p>
        </p:txBody>
      </p:sp>
    </p:spTree>
    <p:extLst>
      <p:ext uri="{BB962C8B-B14F-4D97-AF65-F5344CB8AC3E}">
        <p14:creationId xmlns:p14="http://schemas.microsoft.com/office/powerpoint/2010/main" val="39566440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204978"/>
            <a:ext cx="8771255" cy="695960"/>
          </a:xfrm>
          <a:prstGeom prst="rect">
            <a:avLst/>
          </a:prstGeom>
        </p:spPr>
        <p:txBody>
          <a:bodyPr vert="horz" wrap="square" lIns="0" tIns="12065" rIns="0" bIns="0" rtlCol="0">
            <a:spAutoFit/>
          </a:bodyPr>
          <a:lstStyle/>
          <a:p>
            <a:pPr marL="355600" indent="-342900">
              <a:lnSpc>
                <a:spcPct val="100000"/>
              </a:lnSpc>
              <a:spcBef>
                <a:spcPts val="95"/>
              </a:spcBef>
              <a:buFont typeface="Arial MT"/>
              <a:buChar char="•"/>
              <a:tabLst>
                <a:tab pos="354965" algn="l"/>
                <a:tab pos="355600" algn="l"/>
                <a:tab pos="2493645" algn="l"/>
                <a:tab pos="3850640" algn="l"/>
                <a:tab pos="4392930" algn="l"/>
                <a:tab pos="4826000" algn="l"/>
                <a:tab pos="5363845" algn="l"/>
                <a:tab pos="5735955" algn="l"/>
                <a:tab pos="6242050" algn="l"/>
                <a:tab pos="7080250" algn="l"/>
                <a:tab pos="7691755" algn="l"/>
                <a:tab pos="8378825" algn="l"/>
              </a:tabLst>
            </a:pPr>
            <a:r>
              <a:rPr sz="2200" spc="-5" dirty="0">
                <a:latin typeface="Calibri"/>
                <a:cs typeface="Calibri"/>
              </a:rPr>
              <a:t>Mac</a:t>
            </a:r>
            <a:r>
              <a:rPr sz="2200" spc="-15" dirty="0">
                <a:latin typeface="Calibri"/>
                <a:cs typeface="Calibri"/>
              </a:rPr>
              <a:t>h</a:t>
            </a:r>
            <a:r>
              <a:rPr sz="2200" spc="-5" dirty="0">
                <a:latin typeface="Calibri"/>
                <a:cs typeface="Calibri"/>
              </a:rPr>
              <a:t>in</a:t>
            </a:r>
            <a:r>
              <a:rPr sz="2200" spc="-10" dirty="0">
                <a:latin typeface="Calibri"/>
                <a:cs typeface="Calibri"/>
              </a:rPr>
              <a:t>e-</a:t>
            </a:r>
            <a:r>
              <a:rPr sz="2200" spc="-5" dirty="0">
                <a:latin typeface="Calibri"/>
                <a:cs typeface="Calibri"/>
              </a:rPr>
              <a:t>lea</a:t>
            </a:r>
            <a:r>
              <a:rPr sz="2200" spc="-15" dirty="0">
                <a:latin typeface="Calibri"/>
                <a:cs typeface="Calibri"/>
              </a:rPr>
              <a:t>r</a:t>
            </a:r>
            <a:r>
              <a:rPr sz="2200" spc="-10" dirty="0">
                <a:latin typeface="Calibri"/>
                <a:cs typeface="Calibri"/>
              </a:rPr>
              <a:t>nin</a:t>
            </a:r>
            <a:r>
              <a:rPr sz="2200" spc="-5" dirty="0">
                <a:latin typeface="Calibri"/>
                <a:cs typeface="Calibri"/>
              </a:rPr>
              <a:t>g</a:t>
            </a:r>
            <a:r>
              <a:rPr sz="2200" dirty="0">
                <a:latin typeface="Calibri"/>
                <a:cs typeface="Calibri"/>
              </a:rPr>
              <a:t>	</a:t>
            </a:r>
            <a:r>
              <a:rPr sz="2200" spc="-5" dirty="0">
                <a:latin typeface="Calibri"/>
                <a:cs typeface="Calibri"/>
              </a:rPr>
              <a:t>al</a:t>
            </a:r>
            <a:r>
              <a:rPr sz="2200" spc="-20" dirty="0">
                <a:latin typeface="Calibri"/>
                <a:cs typeface="Calibri"/>
              </a:rPr>
              <a:t>g</a:t>
            </a:r>
            <a:r>
              <a:rPr sz="2200" spc="-5" dirty="0">
                <a:latin typeface="Calibri"/>
                <a:cs typeface="Calibri"/>
              </a:rPr>
              <a:t>o</a:t>
            </a:r>
            <a:r>
              <a:rPr sz="2200" spc="-20" dirty="0">
                <a:latin typeface="Calibri"/>
                <a:cs typeface="Calibri"/>
              </a:rPr>
              <a:t>r</a:t>
            </a:r>
            <a:r>
              <a:rPr sz="2200" spc="-5" dirty="0">
                <a:latin typeface="Calibri"/>
                <a:cs typeface="Calibri"/>
              </a:rPr>
              <a:t>ith</a:t>
            </a:r>
            <a:r>
              <a:rPr sz="2200" spc="-15" dirty="0">
                <a:latin typeface="Calibri"/>
                <a:cs typeface="Calibri"/>
              </a:rPr>
              <a:t>m</a:t>
            </a:r>
            <a:r>
              <a:rPr sz="2200" spc="-5" dirty="0">
                <a:latin typeface="Calibri"/>
                <a:cs typeface="Calibri"/>
              </a:rPr>
              <a:t>s</a:t>
            </a:r>
            <a:r>
              <a:rPr sz="2200" dirty="0">
                <a:latin typeface="Calibri"/>
                <a:cs typeface="Calibri"/>
              </a:rPr>
              <a:t>	</a:t>
            </a:r>
            <a:r>
              <a:rPr sz="2200" spc="-35" dirty="0">
                <a:latin typeface="Calibri"/>
                <a:cs typeface="Calibri"/>
              </a:rPr>
              <a:t>c</a:t>
            </a:r>
            <a:r>
              <a:rPr sz="2200" spc="-5" dirty="0">
                <a:latin typeface="Calibri"/>
                <a:cs typeface="Calibri"/>
              </a:rPr>
              <a:t>an</a:t>
            </a:r>
            <a:r>
              <a:rPr sz="2200" dirty="0">
                <a:latin typeface="Calibri"/>
                <a:cs typeface="Calibri"/>
              </a:rPr>
              <a:t>	</a:t>
            </a:r>
            <a:r>
              <a:rPr sz="2200" spc="-10" dirty="0">
                <a:latin typeface="Calibri"/>
                <a:cs typeface="Calibri"/>
              </a:rPr>
              <a:t>b</a:t>
            </a:r>
            <a:r>
              <a:rPr sz="2200" spc="-5" dirty="0">
                <a:latin typeface="Calibri"/>
                <a:cs typeface="Calibri"/>
              </a:rPr>
              <a:t>e</a:t>
            </a:r>
            <a:r>
              <a:rPr sz="2200" dirty="0">
                <a:latin typeface="Calibri"/>
                <a:cs typeface="Calibri"/>
              </a:rPr>
              <a:t>	</a:t>
            </a:r>
            <a:r>
              <a:rPr sz="2200" spc="-5" dirty="0">
                <a:latin typeface="Calibri"/>
                <a:cs typeface="Calibri"/>
              </a:rPr>
              <a:t>run</a:t>
            </a:r>
            <a:r>
              <a:rPr sz="2200" dirty="0">
                <a:latin typeface="Calibri"/>
                <a:cs typeface="Calibri"/>
              </a:rPr>
              <a:t>	</a:t>
            </a:r>
            <a:r>
              <a:rPr sz="2200" spc="-25" dirty="0">
                <a:latin typeface="Calibri"/>
                <a:cs typeface="Calibri"/>
              </a:rPr>
              <a:t>a</a:t>
            </a:r>
            <a:r>
              <a:rPr sz="2200" spc="-5" dirty="0">
                <a:latin typeface="Calibri"/>
                <a:cs typeface="Calibri"/>
              </a:rPr>
              <a:t>t</a:t>
            </a:r>
            <a:r>
              <a:rPr sz="2200" dirty="0">
                <a:latin typeface="Calibri"/>
                <a:cs typeface="Calibri"/>
              </a:rPr>
              <a:t>	</a:t>
            </a:r>
            <a:r>
              <a:rPr sz="2200" spc="-55" dirty="0">
                <a:latin typeface="Calibri"/>
                <a:cs typeface="Calibri"/>
              </a:rPr>
              <a:t>f</a:t>
            </a:r>
            <a:r>
              <a:rPr sz="2200" spc="-5" dirty="0">
                <a:latin typeface="Calibri"/>
                <a:cs typeface="Calibri"/>
              </a:rPr>
              <a:t>og</a:t>
            </a:r>
            <a:r>
              <a:rPr sz="2200" dirty="0">
                <a:latin typeface="Calibri"/>
                <a:cs typeface="Calibri"/>
              </a:rPr>
              <a:t>	n</a:t>
            </a:r>
            <a:r>
              <a:rPr sz="2200" spc="-5" dirty="0">
                <a:latin typeface="Calibri"/>
                <a:cs typeface="Calibri"/>
              </a:rPr>
              <a:t>o</a:t>
            </a:r>
            <a:r>
              <a:rPr sz="2200" spc="-10" dirty="0">
                <a:latin typeface="Calibri"/>
                <a:cs typeface="Calibri"/>
              </a:rPr>
              <a:t>de</a:t>
            </a:r>
            <a:r>
              <a:rPr sz="2200" spc="-5" dirty="0">
                <a:latin typeface="Calibri"/>
                <a:cs typeface="Calibri"/>
              </a:rPr>
              <a:t>s</a:t>
            </a:r>
            <a:r>
              <a:rPr sz="2200" dirty="0">
                <a:latin typeface="Calibri"/>
                <a:cs typeface="Calibri"/>
              </a:rPr>
              <a:t>	</a:t>
            </a:r>
            <a:r>
              <a:rPr sz="2200" spc="-5" dirty="0">
                <a:latin typeface="Calibri"/>
                <a:cs typeface="Calibri"/>
              </a:rPr>
              <a:t>th</a:t>
            </a:r>
            <a:r>
              <a:rPr sz="2200" spc="-30" dirty="0">
                <a:latin typeface="Calibri"/>
                <a:cs typeface="Calibri"/>
              </a:rPr>
              <a:t>a</a:t>
            </a:r>
            <a:r>
              <a:rPr sz="2200" spc="-5" dirty="0">
                <a:latin typeface="Calibri"/>
                <a:cs typeface="Calibri"/>
              </a:rPr>
              <a:t>t</a:t>
            </a:r>
            <a:r>
              <a:rPr sz="2200" dirty="0">
                <a:latin typeface="Calibri"/>
                <a:cs typeface="Calibri"/>
              </a:rPr>
              <a:t>	h</a:t>
            </a:r>
            <a:r>
              <a:rPr sz="2200" spc="-40" dirty="0">
                <a:latin typeface="Calibri"/>
                <a:cs typeface="Calibri"/>
              </a:rPr>
              <a:t>a</a:t>
            </a:r>
            <a:r>
              <a:rPr sz="2200" spc="-25" dirty="0">
                <a:latin typeface="Calibri"/>
                <a:cs typeface="Calibri"/>
              </a:rPr>
              <a:t>v</a:t>
            </a:r>
            <a:r>
              <a:rPr sz="2200" spc="-5" dirty="0">
                <a:latin typeface="Calibri"/>
                <a:cs typeface="Calibri"/>
              </a:rPr>
              <a:t>e</a:t>
            </a:r>
            <a:r>
              <a:rPr sz="2200" dirty="0">
                <a:latin typeface="Calibri"/>
                <a:cs typeface="Calibri"/>
              </a:rPr>
              <a:t>	</a:t>
            </a:r>
            <a:r>
              <a:rPr sz="2200" spc="-5" dirty="0">
                <a:latin typeface="Calibri"/>
                <a:cs typeface="Calibri"/>
              </a:rPr>
              <a:t>the</a:t>
            </a:r>
            <a:endParaRPr sz="2200">
              <a:latin typeface="Calibri"/>
              <a:cs typeface="Calibri"/>
            </a:endParaRPr>
          </a:p>
          <a:p>
            <a:pPr marL="354965">
              <a:lnSpc>
                <a:spcPct val="100000"/>
              </a:lnSpc>
            </a:pPr>
            <a:r>
              <a:rPr sz="2200" spc="-10" dirty="0">
                <a:latin typeface="Calibri"/>
                <a:cs typeface="Calibri"/>
              </a:rPr>
              <a:t>processing</a:t>
            </a:r>
            <a:r>
              <a:rPr sz="2200" dirty="0">
                <a:latin typeface="Calibri"/>
                <a:cs typeface="Calibri"/>
              </a:rPr>
              <a:t> </a:t>
            </a:r>
            <a:r>
              <a:rPr sz="2200" spc="-10" dirty="0">
                <a:latin typeface="Calibri"/>
                <a:cs typeface="Calibri"/>
              </a:rPr>
              <a:t>power</a:t>
            </a:r>
            <a:r>
              <a:rPr sz="2200" spc="20" dirty="0">
                <a:latin typeface="Calibri"/>
                <a:cs typeface="Calibri"/>
              </a:rPr>
              <a:t> </a:t>
            </a:r>
            <a:r>
              <a:rPr sz="2200" spc="-20" dirty="0">
                <a:latin typeface="Calibri"/>
                <a:cs typeface="Calibri"/>
              </a:rPr>
              <a:t>to</a:t>
            </a:r>
            <a:r>
              <a:rPr sz="2200" spc="10" dirty="0">
                <a:latin typeface="Calibri"/>
                <a:cs typeface="Calibri"/>
              </a:rPr>
              <a:t> </a:t>
            </a:r>
            <a:r>
              <a:rPr sz="2200" spc="-15" dirty="0">
                <a:latin typeface="Calibri"/>
                <a:cs typeface="Calibri"/>
              </a:rPr>
              <a:t>compute</a:t>
            </a:r>
            <a:r>
              <a:rPr sz="2200" spc="35" dirty="0">
                <a:latin typeface="Calibri"/>
                <a:cs typeface="Calibri"/>
              </a:rPr>
              <a:t> </a:t>
            </a:r>
            <a:r>
              <a:rPr sz="2200" spc="-10" dirty="0">
                <a:latin typeface="Calibri"/>
                <a:cs typeface="Calibri"/>
              </a:rPr>
              <a:t>corresponding</a:t>
            </a:r>
            <a:r>
              <a:rPr sz="2200" spc="-15" dirty="0">
                <a:latin typeface="Calibri"/>
                <a:cs typeface="Calibri"/>
              </a:rPr>
              <a:t> </a:t>
            </a:r>
            <a:r>
              <a:rPr sz="2200" spc="-20" dirty="0">
                <a:latin typeface="Calibri"/>
                <a:cs typeface="Calibri"/>
              </a:rPr>
              <a:t>to</a:t>
            </a:r>
            <a:r>
              <a:rPr sz="2200" spc="15" dirty="0">
                <a:latin typeface="Calibri"/>
                <a:cs typeface="Calibri"/>
              </a:rPr>
              <a:t> </a:t>
            </a:r>
            <a:r>
              <a:rPr sz="2200" spc="-5" dirty="0">
                <a:latin typeface="Calibri"/>
                <a:cs typeface="Calibri"/>
              </a:rPr>
              <a:t>the</a:t>
            </a:r>
            <a:r>
              <a:rPr sz="2200" dirty="0">
                <a:latin typeface="Calibri"/>
                <a:cs typeface="Calibri"/>
              </a:rPr>
              <a:t> </a:t>
            </a:r>
            <a:r>
              <a:rPr sz="2200" spc="-10" dirty="0">
                <a:latin typeface="Calibri"/>
                <a:cs typeface="Calibri"/>
              </a:rPr>
              <a:t>task</a:t>
            </a:r>
            <a:r>
              <a:rPr sz="2200" spc="10" dirty="0">
                <a:latin typeface="Calibri"/>
                <a:cs typeface="Calibri"/>
              </a:rPr>
              <a:t> </a:t>
            </a:r>
            <a:r>
              <a:rPr sz="2200" spc="-15" dirty="0">
                <a:latin typeface="Calibri"/>
                <a:cs typeface="Calibri"/>
              </a:rPr>
              <a:t>at</a:t>
            </a:r>
            <a:r>
              <a:rPr sz="2200" spc="5" dirty="0">
                <a:latin typeface="Calibri"/>
                <a:cs typeface="Calibri"/>
              </a:rPr>
              <a:t> </a:t>
            </a:r>
            <a:r>
              <a:rPr sz="2200" spc="-10" dirty="0">
                <a:latin typeface="Calibri"/>
                <a:cs typeface="Calibri"/>
              </a:rPr>
              <a:t>that</a:t>
            </a:r>
            <a:r>
              <a:rPr sz="2200" spc="5" dirty="0">
                <a:latin typeface="Calibri"/>
                <a:cs typeface="Calibri"/>
              </a:rPr>
              <a:t> </a:t>
            </a:r>
            <a:r>
              <a:rPr sz="2200" spc="-15" dirty="0">
                <a:latin typeface="Calibri"/>
                <a:cs typeface="Calibri"/>
              </a:rPr>
              <a:t>layer</a:t>
            </a:r>
            <a:r>
              <a:rPr sz="2200" spc="-10" dirty="0">
                <a:latin typeface="Calibri"/>
                <a:cs typeface="Calibri"/>
              </a:rPr>
              <a:t> </a:t>
            </a:r>
            <a:r>
              <a:rPr sz="2200" spc="-5" dirty="0">
                <a:latin typeface="Calibri"/>
                <a:cs typeface="Calibri"/>
              </a:rPr>
              <a:t>.</a:t>
            </a:r>
            <a:endParaRPr sz="2200">
              <a:latin typeface="Calibri"/>
              <a:cs typeface="Calibri"/>
            </a:endParaRPr>
          </a:p>
        </p:txBody>
      </p:sp>
      <p:sp>
        <p:nvSpPr>
          <p:cNvPr id="3" name="object 3"/>
          <p:cNvSpPr txBox="1"/>
          <p:nvPr/>
        </p:nvSpPr>
        <p:spPr>
          <a:xfrm>
            <a:off x="186334" y="4564760"/>
            <a:ext cx="8771890" cy="1433195"/>
          </a:xfrm>
          <a:prstGeom prst="rect">
            <a:avLst/>
          </a:prstGeom>
        </p:spPr>
        <p:txBody>
          <a:bodyPr vert="horz" wrap="square" lIns="0" tIns="12065" rIns="0" bIns="0" rtlCol="0">
            <a:spAutoFit/>
          </a:bodyPr>
          <a:lstStyle/>
          <a:p>
            <a:pPr marL="354965" marR="5080" indent="-342900">
              <a:lnSpc>
                <a:spcPct val="100000"/>
              </a:lnSpc>
              <a:spcBef>
                <a:spcPts val="95"/>
              </a:spcBef>
              <a:buFont typeface="Arial MT"/>
              <a:buChar char="•"/>
              <a:tabLst>
                <a:tab pos="354965" algn="l"/>
                <a:tab pos="355600" algn="l"/>
              </a:tabLst>
            </a:pPr>
            <a:r>
              <a:rPr sz="2200" spc="-5" dirty="0">
                <a:latin typeface="Calibri"/>
                <a:cs typeface="Calibri"/>
              </a:rPr>
              <a:t>Machine-learning</a:t>
            </a:r>
            <a:r>
              <a:rPr sz="2200" spc="280" dirty="0">
                <a:latin typeface="Calibri"/>
                <a:cs typeface="Calibri"/>
              </a:rPr>
              <a:t> </a:t>
            </a:r>
            <a:r>
              <a:rPr sz="2200" spc="-5" dirty="0">
                <a:latin typeface="Calibri"/>
                <a:cs typeface="Calibri"/>
              </a:rPr>
              <a:t>models</a:t>
            </a:r>
            <a:r>
              <a:rPr sz="2200" spc="300" dirty="0">
                <a:latin typeface="Calibri"/>
                <a:cs typeface="Calibri"/>
              </a:rPr>
              <a:t> </a:t>
            </a:r>
            <a:r>
              <a:rPr sz="2200" spc="-10" dirty="0">
                <a:latin typeface="Calibri"/>
                <a:cs typeface="Calibri"/>
              </a:rPr>
              <a:t>are</a:t>
            </a:r>
            <a:r>
              <a:rPr sz="2200" spc="280" dirty="0">
                <a:latin typeface="Calibri"/>
                <a:cs typeface="Calibri"/>
              </a:rPr>
              <a:t> </a:t>
            </a:r>
            <a:r>
              <a:rPr sz="2200" spc="-15" dirty="0">
                <a:latin typeface="Calibri"/>
                <a:cs typeface="Calibri"/>
              </a:rPr>
              <a:t>created</a:t>
            </a:r>
            <a:r>
              <a:rPr sz="2200" spc="280" dirty="0">
                <a:latin typeface="Calibri"/>
                <a:cs typeface="Calibri"/>
              </a:rPr>
              <a:t> </a:t>
            </a:r>
            <a:r>
              <a:rPr sz="2200" spc="-15" dirty="0">
                <a:latin typeface="Calibri"/>
                <a:cs typeface="Calibri"/>
              </a:rPr>
              <a:t>at</a:t>
            </a:r>
            <a:r>
              <a:rPr sz="2200" spc="280" dirty="0">
                <a:latin typeface="Calibri"/>
                <a:cs typeface="Calibri"/>
              </a:rPr>
              <a:t> </a:t>
            </a:r>
            <a:r>
              <a:rPr sz="2200" spc="-5" dirty="0">
                <a:latin typeface="Calibri"/>
                <a:cs typeface="Calibri"/>
              </a:rPr>
              <a:t>the</a:t>
            </a:r>
            <a:r>
              <a:rPr sz="2200" spc="285" dirty="0">
                <a:latin typeface="Calibri"/>
                <a:cs typeface="Calibri"/>
              </a:rPr>
              <a:t> </a:t>
            </a:r>
            <a:r>
              <a:rPr sz="2200" spc="-10" dirty="0">
                <a:latin typeface="Calibri"/>
                <a:cs typeface="Calibri"/>
              </a:rPr>
              <a:t>nodes</a:t>
            </a:r>
            <a:r>
              <a:rPr sz="2200" spc="305" dirty="0">
                <a:latin typeface="Calibri"/>
                <a:cs typeface="Calibri"/>
              </a:rPr>
              <a:t> </a:t>
            </a:r>
            <a:r>
              <a:rPr sz="2200" spc="-10" dirty="0">
                <a:latin typeface="Calibri"/>
                <a:cs typeface="Calibri"/>
              </a:rPr>
              <a:t>near</a:t>
            </a:r>
            <a:r>
              <a:rPr sz="2200" spc="295" dirty="0">
                <a:latin typeface="Calibri"/>
                <a:cs typeface="Calibri"/>
              </a:rPr>
              <a:t> </a:t>
            </a:r>
            <a:r>
              <a:rPr sz="2200" spc="-5" dirty="0">
                <a:latin typeface="Calibri"/>
                <a:cs typeface="Calibri"/>
              </a:rPr>
              <a:t>the</a:t>
            </a:r>
            <a:r>
              <a:rPr sz="2200" spc="275" dirty="0">
                <a:latin typeface="Calibri"/>
                <a:cs typeface="Calibri"/>
              </a:rPr>
              <a:t> </a:t>
            </a:r>
            <a:r>
              <a:rPr sz="2200" spc="-5" dirty="0">
                <a:latin typeface="Calibri"/>
                <a:cs typeface="Calibri"/>
              </a:rPr>
              <a:t>cloud</a:t>
            </a:r>
            <a:r>
              <a:rPr sz="2200" spc="280" dirty="0">
                <a:latin typeface="Calibri"/>
                <a:cs typeface="Calibri"/>
              </a:rPr>
              <a:t> </a:t>
            </a:r>
            <a:r>
              <a:rPr sz="2200" dirty="0">
                <a:latin typeface="Calibri"/>
                <a:cs typeface="Calibri"/>
              </a:rPr>
              <a:t>or</a:t>
            </a:r>
            <a:r>
              <a:rPr sz="2200" spc="285" dirty="0">
                <a:latin typeface="Calibri"/>
                <a:cs typeface="Calibri"/>
              </a:rPr>
              <a:t> </a:t>
            </a:r>
            <a:r>
              <a:rPr sz="2200" spc="-5" dirty="0">
                <a:latin typeface="Calibri"/>
                <a:cs typeface="Calibri"/>
              </a:rPr>
              <a:t>in </a:t>
            </a:r>
            <a:r>
              <a:rPr sz="2200" spc="-484" dirty="0">
                <a:latin typeface="Calibri"/>
                <a:cs typeface="Calibri"/>
              </a:rPr>
              <a:t> </a:t>
            </a:r>
            <a:r>
              <a:rPr sz="2200" spc="-5" dirty="0">
                <a:latin typeface="Calibri"/>
                <a:cs typeface="Calibri"/>
              </a:rPr>
              <a:t>the</a:t>
            </a:r>
            <a:r>
              <a:rPr sz="2200" spc="5" dirty="0">
                <a:latin typeface="Calibri"/>
                <a:cs typeface="Calibri"/>
              </a:rPr>
              <a:t> </a:t>
            </a:r>
            <a:r>
              <a:rPr sz="2200" spc="-5" dirty="0">
                <a:latin typeface="Calibri"/>
                <a:cs typeface="Calibri"/>
              </a:rPr>
              <a:t>cloud</a:t>
            </a:r>
            <a:r>
              <a:rPr sz="2200" spc="-10" dirty="0">
                <a:latin typeface="Calibri"/>
                <a:cs typeface="Calibri"/>
              </a:rPr>
              <a:t> </a:t>
            </a:r>
            <a:r>
              <a:rPr sz="2200" spc="-25" dirty="0">
                <a:latin typeface="Calibri"/>
                <a:cs typeface="Calibri"/>
              </a:rPr>
              <a:t>itself.</a:t>
            </a:r>
            <a:endParaRPr sz="2200">
              <a:latin typeface="Calibri"/>
              <a:cs typeface="Calibri"/>
            </a:endParaRPr>
          </a:p>
          <a:p>
            <a:pPr marL="354965" marR="5080" indent="-342900">
              <a:lnSpc>
                <a:spcPct val="100000"/>
              </a:lnSpc>
              <a:spcBef>
                <a:spcPts val="530"/>
              </a:spcBef>
              <a:buFont typeface="Arial MT"/>
              <a:buChar char="•"/>
              <a:tabLst>
                <a:tab pos="354965" algn="l"/>
                <a:tab pos="355600" algn="l"/>
                <a:tab pos="946785" algn="l"/>
                <a:tab pos="1946910" algn="l"/>
                <a:tab pos="2734310" algn="l"/>
                <a:tab pos="3190240" algn="l"/>
                <a:tab pos="4775200" algn="l"/>
                <a:tab pos="5184140" algn="l"/>
                <a:tab pos="6616700" algn="l"/>
                <a:tab pos="7475220" algn="l"/>
                <a:tab pos="7883525" algn="l"/>
                <a:tab pos="8547735" algn="l"/>
              </a:tabLst>
            </a:pPr>
            <a:r>
              <a:rPr sz="2200" spc="-10" dirty="0">
                <a:latin typeface="Calibri"/>
                <a:cs typeface="Calibri"/>
              </a:rPr>
              <a:t>Th</a:t>
            </a:r>
            <a:r>
              <a:rPr sz="2200" spc="-5" dirty="0">
                <a:latin typeface="Calibri"/>
                <a:cs typeface="Calibri"/>
              </a:rPr>
              <a:t>e</a:t>
            </a:r>
            <a:r>
              <a:rPr sz="2200" dirty="0">
                <a:latin typeface="Calibri"/>
                <a:cs typeface="Calibri"/>
              </a:rPr>
              <a:t>	</a:t>
            </a:r>
            <a:r>
              <a:rPr sz="2200" spc="-5" dirty="0">
                <a:latin typeface="Calibri"/>
                <a:cs typeface="Calibri"/>
              </a:rPr>
              <a:t>mo</a:t>
            </a:r>
            <a:r>
              <a:rPr sz="2200" spc="5" dirty="0">
                <a:latin typeface="Calibri"/>
                <a:cs typeface="Calibri"/>
              </a:rPr>
              <a:t>d</a:t>
            </a:r>
            <a:r>
              <a:rPr sz="2200" spc="-5" dirty="0">
                <a:latin typeface="Calibri"/>
                <a:cs typeface="Calibri"/>
              </a:rPr>
              <a:t>els</a:t>
            </a:r>
            <a:r>
              <a:rPr sz="2200" dirty="0">
                <a:latin typeface="Calibri"/>
                <a:cs typeface="Calibri"/>
              </a:rPr>
              <a:t>	</a:t>
            </a:r>
            <a:r>
              <a:rPr sz="2200" spc="-35" dirty="0">
                <a:latin typeface="Calibri"/>
                <a:cs typeface="Calibri"/>
              </a:rPr>
              <a:t>c</a:t>
            </a:r>
            <a:r>
              <a:rPr sz="2200" spc="-5" dirty="0">
                <a:latin typeface="Calibri"/>
                <a:cs typeface="Calibri"/>
              </a:rPr>
              <a:t>o</a:t>
            </a:r>
            <a:r>
              <a:rPr sz="2200" spc="-10" dirty="0">
                <a:latin typeface="Calibri"/>
                <a:cs typeface="Calibri"/>
              </a:rPr>
              <a:t>ul</a:t>
            </a:r>
            <a:r>
              <a:rPr sz="2200" spc="-5" dirty="0">
                <a:latin typeface="Calibri"/>
                <a:cs typeface="Calibri"/>
              </a:rPr>
              <a:t>d</a:t>
            </a:r>
            <a:r>
              <a:rPr sz="2200" dirty="0">
                <a:latin typeface="Calibri"/>
                <a:cs typeface="Calibri"/>
              </a:rPr>
              <a:t>	</a:t>
            </a:r>
            <a:r>
              <a:rPr sz="2200" spc="-10" dirty="0">
                <a:latin typeface="Calibri"/>
                <a:cs typeface="Calibri"/>
              </a:rPr>
              <a:t>b</a:t>
            </a:r>
            <a:r>
              <a:rPr sz="2200" spc="-5" dirty="0">
                <a:latin typeface="Calibri"/>
                <a:cs typeface="Calibri"/>
              </a:rPr>
              <a:t>e</a:t>
            </a:r>
            <a:r>
              <a:rPr sz="2200" dirty="0">
                <a:latin typeface="Calibri"/>
                <a:cs typeface="Calibri"/>
              </a:rPr>
              <a:t>	</a:t>
            </a:r>
            <a:r>
              <a:rPr sz="2200" spc="-10" dirty="0">
                <a:latin typeface="Calibri"/>
                <a:cs typeface="Calibri"/>
              </a:rPr>
              <a:t>downloade</a:t>
            </a:r>
            <a:r>
              <a:rPr sz="2200" spc="-5" dirty="0">
                <a:latin typeface="Calibri"/>
                <a:cs typeface="Calibri"/>
              </a:rPr>
              <a:t>d</a:t>
            </a:r>
            <a:r>
              <a:rPr sz="2200" dirty="0">
                <a:latin typeface="Calibri"/>
                <a:cs typeface="Calibri"/>
              </a:rPr>
              <a:t>	</a:t>
            </a:r>
            <a:r>
              <a:rPr sz="2200" spc="-25" dirty="0">
                <a:latin typeface="Calibri"/>
                <a:cs typeface="Calibri"/>
              </a:rPr>
              <a:t>t</a:t>
            </a:r>
            <a:r>
              <a:rPr sz="2200" spc="-5" dirty="0">
                <a:latin typeface="Calibri"/>
                <a:cs typeface="Calibri"/>
              </a:rPr>
              <a:t>o</a:t>
            </a:r>
            <a:r>
              <a:rPr sz="2200" dirty="0">
                <a:latin typeface="Calibri"/>
                <a:cs typeface="Calibri"/>
              </a:rPr>
              <a:t>	</a:t>
            </a:r>
            <a:r>
              <a:rPr sz="2200" spc="-5" dirty="0">
                <a:latin typeface="Calibri"/>
                <a:cs typeface="Calibri"/>
              </a:rPr>
              <a:t>middl</a:t>
            </a:r>
            <a:r>
              <a:rPr sz="2200" spc="-15" dirty="0">
                <a:latin typeface="Calibri"/>
                <a:cs typeface="Calibri"/>
              </a:rPr>
              <a:t>e</a:t>
            </a:r>
            <a:r>
              <a:rPr sz="2200" spc="5" dirty="0">
                <a:latin typeface="Calibri"/>
                <a:cs typeface="Calibri"/>
              </a:rPr>
              <a:t>-</a:t>
            </a:r>
            <a:r>
              <a:rPr sz="2200" spc="-5" dirty="0">
                <a:latin typeface="Calibri"/>
                <a:cs typeface="Calibri"/>
              </a:rPr>
              <a:t>tier</a:t>
            </a:r>
            <a:r>
              <a:rPr sz="2200" dirty="0">
                <a:latin typeface="Calibri"/>
                <a:cs typeface="Calibri"/>
              </a:rPr>
              <a:t>	</a:t>
            </a:r>
            <a:r>
              <a:rPr sz="2200" spc="-10" dirty="0">
                <a:latin typeface="Calibri"/>
                <a:cs typeface="Calibri"/>
              </a:rPr>
              <a:t>node</a:t>
            </a:r>
            <a:r>
              <a:rPr sz="2200" spc="-5" dirty="0">
                <a:latin typeface="Calibri"/>
                <a:cs typeface="Calibri"/>
              </a:rPr>
              <a:t>s</a:t>
            </a:r>
            <a:r>
              <a:rPr sz="2200" dirty="0">
                <a:latin typeface="Calibri"/>
                <a:cs typeface="Calibri"/>
              </a:rPr>
              <a:t>	</a:t>
            </a:r>
            <a:r>
              <a:rPr sz="2200" spc="-35" dirty="0">
                <a:latin typeface="Calibri"/>
                <a:cs typeface="Calibri"/>
              </a:rPr>
              <a:t>t</a:t>
            </a:r>
            <a:r>
              <a:rPr sz="2200" spc="-5" dirty="0">
                <a:latin typeface="Calibri"/>
                <a:cs typeface="Calibri"/>
              </a:rPr>
              <a:t>o</a:t>
            </a:r>
            <a:r>
              <a:rPr sz="2200" dirty="0">
                <a:latin typeface="Calibri"/>
                <a:cs typeface="Calibri"/>
              </a:rPr>
              <a:t>	</a:t>
            </a:r>
            <a:r>
              <a:rPr sz="2200" spc="-10" dirty="0">
                <a:latin typeface="Calibri"/>
                <a:cs typeface="Calibri"/>
              </a:rPr>
              <a:t>hel</a:t>
            </a:r>
            <a:r>
              <a:rPr sz="2200" spc="-5" dirty="0">
                <a:latin typeface="Calibri"/>
                <a:cs typeface="Calibri"/>
              </a:rPr>
              <a:t>p</a:t>
            </a:r>
            <a:r>
              <a:rPr sz="2200" dirty="0">
                <a:latin typeface="Calibri"/>
                <a:cs typeface="Calibri"/>
              </a:rPr>
              <a:t>	</a:t>
            </a:r>
            <a:r>
              <a:rPr sz="2200" spc="-5" dirty="0">
                <a:latin typeface="Calibri"/>
                <a:cs typeface="Calibri"/>
              </a:rPr>
              <a:t>in  </a:t>
            </a:r>
            <a:r>
              <a:rPr sz="2200" spc="-15" dirty="0">
                <a:latin typeface="Calibri"/>
                <a:cs typeface="Calibri"/>
              </a:rPr>
              <a:t>execution.</a:t>
            </a:r>
            <a:endParaRPr sz="2200">
              <a:latin typeface="Calibri"/>
              <a:cs typeface="Calibri"/>
            </a:endParaRPr>
          </a:p>
        </p:txBody>
      </p:sp>
      <p:pic>
        <p:nvPicPr>
          <p:cNvPr id="4" name="object 4"/>
          <p:cNvPicPr/>
          <p:nvPr/>
        </p:nvPicPr>
        <p:blipFill>
          <a:blip r:embed="Rfe538bcf07034fc3" cstate="print"/>
          <a:stretch>
            <a:fillRect/>
          </a:stretch>
        </p:blipFill>
        <p:spPr>
          <a:xfrm>
            <a:off x="699214" y="1181066"/>
            <a:ext cx="7748635" cy="3099517"/>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65303"/>
            <a:ext cx="8775065" cy="4854575"/>
          </a:xfrm>
          <a:prstGeom prst="rect">
            <a:avLst/>
          </a:prstGeom>
        </p:spPr>
        <p:txBody>
          <a:bodyPr vert="horz" wrap="square" lIns="0" tIns="79375" rIns="0" bIns="0" rtlCol="0">
            <a:spAutoFit/>
          </a:bodyPr>
          <a:lstStyle/>
          <a:p>
            <a:pPr marL="12700" algn="just">
              <a:lnSpc>
                <a:spcPct val="100000"/>
              </a:lnSpc>
              <a:spcBef>
                <a:spcPts val="625"/>
              </a:spcBef>
            </a:pPr>
            <a:r>
              <a:rPr sz="2200" b="1" u="heavy" dirty="0">
                <a:uFill>
                  <a:solidFill>
                    <a:srgbClr val="000000"/>
                  </a:solidFill>
                </a:uFill>
                <a:latin typeface="Calibri"/>
                <a:cs typeface="Calibri"/>
              </a:rPr>
              <a:t>B.</a:t>
            </a:r>
            <a:r>
              <a:rPr sz="2200" b="1" u="heavy" spc="5" dirty="0">
                <a:uFill>
                  <a:solidFill>
                    <a:srgbClr val="000000"/>
                  </a:solidFill>
                </a:uFill>
                <a:latin typeface="Calibri"/>
                <a:cs typeface="Calibri"/>
              </a:rPr>
              <a:t> </a:t>
            </a:r>
            <a:r>
              <a:rPr sz="2200" b="1" u="heavy" spc="-10" dirty="0">
                <a:uFill>
                  <a:solidFill>
                    <a:srgbClr val="000000"/>
                  </a:solidFill>
                </a:uFill>
                <a:latin typeface="Calibri"/>
                <a:cs typeface="Calibri"/>
              </a:rPr>
              <a:t>Examples</a:t>
            </a:r>
            <a:r>
              <a:rPr sz="2200" b="1" u="heavy" spc="15" dirty="0">
                <a:uFill>
                  <a:solidFill>
                    <a:srgbClr val="000000"/>
                  </a:solidFill>
                </a:uFill>
                <a:latin typeface="Calibri"/>
                <a:cs typeface="Calibri"/>
              </a:rPr>
              <a:t> </a:t>
            </a:r>
            <a:r>
              <a:rPr sz="2200" b="1" u="heavy" spc="-5" dirty="0">
                <a:uFill>
                  <a:solidFill>
                    <a:srgbClr val="000000"/>
                  </a:solidFill>
                </a:uFill>
                <a:latin typeface="Calibri"/>
                <a:cs typeface="Calibri"/>
              </a:rPr>
              <a:t>of</a:t>
            </a:r>
            <a:r>
              <a:rPr sz="2200" b="1" u="heavy" spc="20" dirty="0">
                <a:uFill>
                  <a:solidFill>
                    <a:srgbClr val="000000"/>
                  </a:solidFill>
                </a:uFill>
                <a:latin typeface="Calibri"/>
                <a:cs typeface="Calibri"/>
              </a:rPr>
              <a:t> </a:t>
            </a:r>
            <a:r>
              <a:rPr sz="2200" b="1" u="heavy" spc="-10" dirty="0">
                <a:uFill>
                  <a:solidFill>
                    <a:srgbClr val="000000"/>
                  </a:solidFill>
                </a:uFill>
                <a:latin typeface="Calibri"/>
                <a:cs typeface="Calibri"/>
              </a:rPr>
              <a:t>Machine</a:t>
            </a:r>
            <a:r>
              <a:rPr sz="2200" b="1" u="heavy" spc="30" dirty="0">
                <a:uFill>
                  <a:solidFill>
                    <a:srgbClr val="000000"/>
                  </a:solidFill>
                </a:uFill>
                <a:latin typeface="Calibri"/>
                <a:cs typeface="Calibri"/>
              </a:rPr>
              <a:t> </a:t>
            </a:r>
            <a:r>
              <a:rPr sz="2200" b="1" u="heavy" spc="-10" dirty="0">
                <a:uFill>
                  <a:solidFill>
                    <a:srgbClr val="000000"/>
                  </a:solidFill>
                </a:uFill>
                <a:latin typeface="Calibri"/>
                <a:cs typeface="Calibri"/>
              </a:rPr>
              <a:t>Learning</a:t>
            </a:r>
            <a:r>
              <a:rPr sz="2200" b="1" u="heavy" spc="15" dirty="0">
                <a:uFill>
                  <a:solidFill>
                    <a:srgbClr val="000000"/>
                  </a:solidFill>
                </a:uFill>
                <a:latin typeface="Calibri"/>
                <a:cs typeface="Calibri"/>
              </a:rPr>
              <a:t> </a:t>
            </a:r>
            <a:r>
              <a:rPr sz="2200" b="1" u="heavy" spc="-5" dirty="0">
                <a:uFill>
                  <a:solidFill>
                    <a:srgbClr val="000000"/>
                  </a:solidFill>
                </a:uFill>
                <a:latin typeface="Calibri"/>
                <a:cs typeface="Calibri"/>
              </a:rPr>
              <a:t>in</a:t>
            </a:r>
            <a:r>
              <a:rPr sz="2200" b="1" u="heavy" spc="5" dirty="0">
                <a:uFill>
                  <a:solidFill>
                    <a:srgbClr val="000000"/>
                  </a:solidFill>
                </a:uFill>
                <a:latin typeface="Calibri"/>
                <a:cs typeface="Calibri"/>
              </a:rPr>
              <a:t> </a:t>
            </a:r>
            <a:r>
              <a:rPr sz="2200" b="1" u="heavy" spc="-15" dirty="0">
                <a:uFill>
                  <a:solidFill>
                    <a:srgbClr val="000000"/>
                  </a:solidFill>
                </a:uFill>
                <a:latin typeface="Calibri"/>
                <a:cs typeface="Calibri"/>
              </a:rPr>
              <a:t>Fog</a:t>
            </a:r>
            <a:r>
              <a:rPr sz="2200" b="1" u="heavy" spc="5" dirty="0">
                <a:uFill>
                  <a:solidFill>
                    <a:srgbClr val="000000"/>
                  </a:solidFill>
                </a:uFill>
                <a:latin typeface="Calibri"/>
                <a:cs typeface="Calibri"/>
              </a:rPr>
              <a:t> </a:t>
            </a:r>
            <a:r>
              <a:rPr sz="2200" b="1" u="heavy" spc="-10" dirty="0">
                <a:uFill>
                  <a:solidFill>
                    <a:srgbClr val="000000"/>
                  </a:solidFill>
                </a:uFill>
                <a:latin typeface="Calibri"/>
                <a:cs typeface="Calibri"/>
              </a:rPr>
              <a:t>Computing</a:t>
            </a:r>
            <a:endParaRPr sz="2200" dirty="0">
              <a:latin typeface="Calibri"/>
              <a:cs typeface="Calibri"/>
            </a:endParaRPr>
          </a:p>
          <a:p>
            <a:pPr marL="12700" algn="just">
              <a:lnSpc>
                <a:spcPct val="100000"/>
              </a:lnSpc>
              <a:spcBef>
                <a:spcPts val="530"/>
              </a:spcBef>
            </a:pPr>
            <a:r>
              <a:rPr sz="2200" b="1" spc="-5" dirty="0">
                <a:latin typeface="Calibri"/>
                <a:cs typeface="Calibri"/>
              </a:rPr>
              <a:t>i)</a:t>
            </a:r>
            <a:r>
              <a:rPr sz="2200" b="1" spc="515" dirty="0">
                <a:latin typeface="Calibri"/>
                <a:cs typeface="Calibri"/>
              </a:rPr>
              <a:t> </a:t>
            </a:r>
            <a:r>
              <a:rPr sz="2200" b="1" spc="-5" dirty="0">
                <a:latin typeface="Calibri"/>
                <a:cs typeface="Calibri"/>
              </a:rPr>
              <a:t>ML</a:t>
            </a:r>
            <a:r>
              <a:rPr sz="2200" b="1" dirty="0">
                <a:latin typeface="Calibri"/>
                <a:cs typeface="Calibri"/>
              </a:rPr>
              <a:t> </a:t>
            </a:r>
            <a:r>
              <a:rPr sz="2200" b="1" spc="-5" dirty="0">
                <a:latin typeface="Calibri"/>
                <a:cs typeface="Calibri"/>
              </a:rPr>
              <a:t>in</a:t>
            </a:r>
            <a:r>
              <a:rPr sz="2200" b="1" dirty="0">
                <a:latin typeface="Calibri"/>
                <a:cs typeface="Calibri"/>
              </a:rPr>
              <a:t> </a:t>
            </a:r>
            <a:r>
              <a:rPr sz="2200" b="1" spc="-15" dirty="0">
                <a:latin typeface="Calibri"/>
                <a:cs typeface="Calibri"/>
              </a:rPr>
              <a:t>Fog</a:t>
            </a:r>
            <a:r>
              <a:rPr sz="2200" b="1" spc="5" dirty="0">
                <a:latin typeface="Calibri"/>
                <a:cs typeface="Calibri"/>
              </a:rPr>
              <a:t> </a:t>
            </a:r>
            <a:r>
              <a:rPr sz="2200" b="1" spc="-10" dirty="0">
                <a:latin typeface="Calibri"/>
                <a:cs typeface="Calibri"/>
              </a:rPr>
              <a:t>Computing</a:t>
            </a:r>
            <a:r>
              <a:rPr sz="2200" b="1" spc="10" dirty="0">
                <a:latin typeface="Calibri"/>
                <a:cs typeface="Calibri"/>
              </a:rPr>
              <a:t> </a:t>
            </a:r>
            <a:r>
              <a:rPr sz="2200" b="1" spc="-10" dirty="0">
                <a:latin typeface="Calibri"/>
                <a:cs typeface="Calibri"/>
              </a:rPr>
              <a:t>Industry</a:t>
            </a:r>
            <a:endParaRPr sz="2200" dirty="0">
              <a:latin typeface="Calibri"/>
              <a:cs typeface="Calibri"/>
            </a:endParaRPr>
          </a:p>
          <a:p>
            <a:pPr marL="354965" marR="5080" indent="-342900" algn="just">
              <a:lnSpc>
                <a:spcPct val="100000"/>
              </a:lnSpc>
              <a:spcBef>
                <a:spcPts val="530"/>
              </a:spcBef>
              <a:buFont typeface="Arial MT"/>
              <a:buChar char="•"/>
              <a:tabLst>
                <a:tab pos="355600" algn="l"/>
              </a:tabLst>
            </a:pPr>
            <a:r>
              <a:rPr sz="2200" spc="-20" dirty="0">
                <a:latin typeface="Calibri"/>
                <a:cs typeface="Calibri"/>
              </a:rPr>
              <a:t>Traditional </a:t>
            </a:r>
            <a:r>
              <a:rPr sz="2200" spc="-5" dirty="0">
                <a:latin typeface="Calibri"/>
                <a:cs typeface="Calibri"/>
              </a:rPr>
              <a:t>cloud-based or non cloud </a:t>
            </a:r>
            <a:r>
              <a:rPr sz="2200" spc="-15" dirty="0">
                <a:latin typeface="Calibri"/>
                <a:cs typeface="Calibri"/>
              </a:rPr>
              <a:t>centralized </a:t>
            </a:r>
            <a:r>
              <a:rPr sz="2200" spc="-5" dirty="0">
                <a:latin typeface="Calibri"/>
                <a:cs typeface="Calibri"/>
              </a:rPr>
              <a:t>analytics </a:t>
            </a:r>
            <a:r>
              <a:rPr sz="2200" spc="-10" dirty="0">
                <a:latin typeface="Calibri"/>
                <a:cs typeface="Calibri"/>
              </a:rPr>
              <a:t>infrastructures </a:t>
            </a:r>
            <a:r>
              <a:rPr sz="2200" spc="-5" dirty="0">
                <a:latin typeface="Calibri"/>
                <a:cs typeface="Calibri"/>
              </a:rPr>
              <a:t> </a:t>
            </a:r>
            <a:r>
              <a:rPr sz="2200" spc="-10" dirty="0">
                <a:latin typeface="Calibri"/>
                <a:cs typeface="Calibri"/>
              </a:rPr>
              <a:t>rely </a:t>
            </a:r>
            <a:r>
              <a:rPr sz="2200" dirty="0">
                <a:latin typeface="Calibri"/>
                <a:cs typeface="Calibri"/>
              </a:rPr>
              <a:t>on </a:t>
            </a:r>
            <a:r>
              <a:rPr sz="2200" b="1" spc="-10" dirty="0">
                <a:solidFill>
                  <a:srgbClr val="C00000"/>
                </a:solidFill>
                <a:latin typeface="Calibri"/>
                <a:cs typeface="Calibri"/>
              </a:rPr>
              <a:t>training </a:t>
            </a:r>
            <a:r>
              <a:rPr sz="2200" b="1" spc="-5" dirty="0">
                <a:solidFill>
                  <a:srgbClr val="C00000"/>
                </a:solidFill>
                <a:latin typeface="Calibri"/>
                <a:cs typeface="Calibri"/>
              </a:rPr>
              <a:t>a machine learning algorithm </a:t>
            </a:r>
            <a:r>
              <a:rPr sz="2200" spc="-5" dirty="0">
                <a:latin typeface="Calibri"/>
                <a:cs typeface="Calibri"/>
              </a:rPr>
              <a:t>by using </a:t>
            </a:r>
            <a:r>
              <a:rPr sz="2200" spc="-20" dirty="0">
                <a:latin typeface="Calibri"/>
                <a:cs typeface="Calibri"/>
              </a:rPr>
              <a:t>data </a:t>
            </a:r>
            <a:r>
              <a:rPr sz="2200" spc="-10" dirty="0">
                <a:latin typeface="Calibri"/>
                <a:cs typeface="Calibri"/>
              </a:rPr>
              <a:t>from past </a:t>
            </a:r>
            <a:r>
              <a:rPr sz="2200" spc="-5" dirty="0">
                <a:latin typeface="Calibri"/>
                <a:cs typeface="Calibri"/>
              </a:rPr>
              <a:t> </a:t>
            </a:r>
            <a:r>
              <a:rPr sz="2200" spc="-10" dirty="0">
                <a:latin typeface="Calibri"/>
                <a:cs typeface="Calibri"/>
              </a:rPr>
              <a:t>failures.</a:t>
            </a:r>
            <a:endParaRPr sz="2200" dirty="0">
              <a:latin typeface="Calibri"/>
              <a:cs typeface="Calibri"/>
            </a:endParaRPr>
          </a:p>
          <a:p>
            <a:pPr marL="355600" indent="-342900" algn="just">
              <a:lnSpc>
                <a:spcPct val="100000"/>
              </a:lnSpc>
              <a:spcBef>
                <a:spcPts val="530"/>
              </a:spcBef>
              <a:buFont typeface="Arial MT"/>
              <a:buChar char="•"/>
              <a:tabLst>
                <a:tab pos="355600" algn="l"/>
              </a:tabLst>
            </a:pPr>
            <a:r>
              <a:rPr sz="2200" spc="-10" dirty="0">
                <a:latin typeface="Calibri"/>
                <a:cs typeface="Calibri"/>
              </a:rPr>
              <a:t>The</a:t>
            </a:r>
            <a:r>
              <a:rPr sz="2200" spc="15" dirty="0">
                <a:latin typeface="Calibri"/>
                <a:cs typeface="Calibri"/>
              </a:rPr>
              <a:t> </a:t>
            </a:r>
            <a:r>
              <a:rPr sz="2200" spc="-5" dirty="0">
                <a:latin typeface="Calibri"/>
                <a:cs typeface="Calibri"/>
              </a:rPr>
              <a:t>algorithm </a:t>
            </a:r>
            <a:r>
              <a:rPr sz="2200" spc="-10" dirty="0">
                <a:latin typeface="Calibri"/>
                <a:cs typeface="Calibri"/>
              </a:rPr>
              <a:t>would</a:t>
            </a:r>
            <a:r>
              <a:rPr sz="2200" dirty="0">
                <a:latin typeface="Calibri"/>
                <a:cs typeface="Calibri"/>
              </a:rPr>
              <a:t> </a:t>
            </a:r>
            <a:r>
              <a:rPr sz="2200" b="1" spc="-20" dirty="0">
                <a:solidFill>
                  <a:srgbClr val="C00000"/>
                </a:solidFill>
                <a:latin typeface="Calibri"/>
                <a:cs typeface="Calibri"/>
              </a:rPr>
              <a:t>create</a:t>
            </a:r>
            <a:r>
              <a:rPr sz="2200" b="1" spc="45" dirty="0">
                <a:solidFill>
                  <a:srgbClr val="C00000"/>
                </a:solidFill>
                <a:latin typeface="Calibri"/>
                <a:cs typeface="Calibri"/>
              </a:rPr>
              <a:t> </a:t>
            </a:r>
            <a:r>
              <a:rPr sz="2200" b="1" spc="-5" dirty="0">
                <a:solidFill>
                  <a:srgbClr val="C00000"/>
                </a:solidFill>
                <a:latin typeface="Calibri"/>
                <a:cs typeface="Calibri"/>
              </a:rPr>
              <a:t>a</a:t>
            </a:r>
            <a:r>
              <a:rPr sz="2200" b="1" spc="15" dirty="0">
                <a:solidFill>
                  <a:srgbClr val="C00000"/>
                </a:solidFill>
                <a:latin typeface="Calibri"/>
                <a:cs typeface="Calibri"/>
              </a:rPr>
              <a:t> </a:t>
            </a:r>
            <a:r>
              <a:rPr sz="2200" b="1" spc="-10" dirty="0">
                <a:solidFill>
                  <a:srgbClr val="C00000"/>
                </a:solidFill>
                <a:latin typeface="Calibri"/>
                <a:cs typeface="Calibri"/>
              </a:rPr>
              <a:t>model</a:t>
            </a:r>
            <a:r>
              <a:rPr sz="2200" b="1" spc="25" dirty="0">
                <a:solidFill>
                  <a:srgbClr val="C00000"/>
                </a:solidFill>
                <a:latin typeface="Calibri"/>
                <a:cs typeface="Calibri"/>
              </a:rPr>
              <a:t> </a:t>
            </a:r>
            <a:r>
              <a:rPr sz="2200" spc="-10" dirty="0">
                <a:latin typeface="Calibri"/>
                <a:cs typeface="Calibri"/>
              </a:rPr>
              <a:t>that</a:t>
            </a:r>
            <a:r>
              <a:rPr sz="2200" dirty="0">
                <a:latin typeface="Calibri"/>
                <a:cs typeface="Calibri"/>
              </a:rPr>
              <a:t> </a:t>
            </a:r>
            <a:r>
              <a:rPr sz="2200" spc="-10" dirty="0">
                <a:latin typeface="Calibri"/>
                <a:cs typeface="Calibri"/>
              </a:rPr>
              <a:t>could</a:t>
            </a:r>
            <a:r>
              <a:rPr sz="2200" spc="-5" dirty="0">
                <a:latin typeface="Calibri"/>
                <a:cs typeface="Calibri"/>
              </a:rPr>
              <a:t> be</a:t>
            </a:r>
            <a:r>
              <a:rPr sz="2200" spc="20" dirty="0">
                <a:latin typeface="Calibri"/>
                <a:cs typeface="Calibri"/>
              </a:rPr>
              <a:t> </a:t>
            </a:r>
            <a:r>
              <a:rPr sz="2200" spc="-10" dirty="0">
                <a:latin typeface="Calibri"/>
                <a:cs typeface="Calibri"/>
              </a:rPr>
              <a:t>used</a:t>
            </a:r>
            <a:r>
              <a:rPr sz="2200" dirty="0">
                <a:latin typeface="Calibri"/>
                <a:cs typeface="Calibri"/>
              </a:rPr>
              <a:t> </a:t>
            </a:r>
            <a:r>
              <a:rPr sz="2200" spc="-20" dirty="0">
                <a:latin typeface="Calibri"/>
                <a:cs typeface="Calibri"/>
              </a:rPr>
              <a:t>to</a:t>
            </a:r>
            <a:r>
              <a:rPr sz="2200" spc="30" dirty="0">
                <a:latin typeface="Calibri"/>
                <a:cs typeface="Calibri"/>
              </a:rPr>
              <a:t> </a:t>
            </a:r>
            <a:r>
              <a:rPr sz="2200" spc="-10" dirty="0">
                <a:latin typeface="Calibri"/>
                <a:cs typeface="Calibri"/>
              </a:rPr>
              <a:t>predict</a:t>
            </a:r>
            <a:r>
              <a:rPr sz="2200" spc="-5" dirty="0">
                <a:latin typeface="Calibri"/>
                <a:cs typeface="Calibri"/>
              </a:rPr>
              <a:t> </a:t>
            </a:r>
            <a:r>
              <a:rPr sz="2200" spc="-15" dirty="0">
                <a:latin typeface="Calibri"/>
                <a:cs typeface="Calibri"/>
              </a:rPr>
              <a:t>failure.</a:t>
            </a:r>
            <a:endParaRPr sz="2200" dirty="0">
              <a:latin typeface="Calibri"/>
              <a:cs typeface="Calibri"/>
            </a:endParaRPr>
          </a:p>
          <a:p>
            <a:pPr marL="355600" indent="-342900" algn="just">
              <a:lnSpc>
                <a:spcPct val="100000"/>
              </a:lnSpc>
              <a:spcBef>
                <a:spcPts val="530"/>
              </a:spcBef>
              <a:buFont typeface="Arial MT"/>
              <a:buChar char="•"/>
              <a:tabLst>
                <a:tab pos="355600" algn="l"/>
              </a:tabLst>
            </a:pPr>
            <a:r>
              <a:rPr sz="2200" spc="-5" dirty="0">
                <a:latin typeface="Calibri"/>
                <a:cs typeface="Calibri"/>
              </a:rPr>
              <a:t>But</a:t>
            </a:r>
            <a:r>
              <a:rPr sz="2200" spc="710" dirty="0">
                <a:latin typeface="Calibri"/>
                <a:cs typeface="Calibri"/>
              </a:rPr>
              <a:t> </a:t>
            </a:r>
            <a:r>
              <a:rPr sz="2200" spc="-5" dirty="0">
                <a:latin typeface="Calibri"/>
                <a:cs typeface="Calibri"/>
              </a:rPr>
              <a:t>in</a:t>
            </a:r>
            <a:r>
              <a:rPr sz="2200" spc="715" dirty="0">
                <a:latin typeface="Calibri"/>
                <a:cs typeface="Calibri"/>
              </a:rPr>
              <a:t> </a:t>
            </a:r>
            <a:r>
              <a:rPr sz="2200" spc="-15" dirty="0">
                <a:latin typeface="Calibri"/>
                <a:cs typeface="Calibri"/>
              </a:rPr>
              <a:t>many</a:t>
            </a:r>
            <a:r>
              <a:rPr sz="2200" spc="725" dirty="0">
                <a:latin typeface="Calibri"/>
                <a:cs typeface="Calibri"/>
              </a:rPr>
              <a:t> </a:t>
            </a:r>
            <a:r>
              <a:rPr sz="2200" spc="-10" dirty="0">
                <a:latin typeface="Calibri"/>
                <a:cs typeface="Calibri"/>
              </a:rPr>
              <a:t>instances,</a:t>
            </a:r>
            <a:r>
              <a:rPr sz="2200" spc="725" dirty="0">
                <a:latin typeface="Calibri"/>
                <a:cs typeface="Calibri"/>
              </a:rPr>
              <a:t> </a:t>
            </a:r>
            <a:r>
              <a:rPr sz="2200" spc="-15" dirty="0">
                <a:latin typeface="Calibri"/>
                <a:cs typeface="Calibri"/>
              </a:rPr>
              <a:t>failure</a:t>
            </a:r>
            <a:r>
              <a:rPr sz="2200" spc="715" dirty="0">
                <a:latin typeface="Calibri"/>
                <a:cs typeface="Calibri"/>
              </a:rPr>
              <a:t> </a:t>
            </a:r>
            <a:r>
              <a:rPr sz="2200" spc="-10" dirty="0">
                <a:latin typeface="Calibri"/>
                <a:cs typeface="Calibri"/>
              </a:rPr>
              <a:t>prediction</a:t>
            </a:r>
            <a:r>
              <a:rPr sz="2200" spc="715" dirty="0">
                <a:latin typeface="Calibri"/>
                <a:cs typeface="Calibri"/>
              </a:rPr>
              <a:t> </a:t>
            </a:r>
            <a:r>
              <a:rPr sz="2200" spc="-5" dirty="0">
                <a:latin typeface="Calibri"/>
                <a:cs typeface="Calibri"/>
              </a:rPr>
              <a:t>is</a:t>
            </a:r>
            <a:r>
              <a:rPr sz="2200" spc="720" dirty="0">
                <a:latin typeface="Calibri"/>
                <a:cs typeface="Calibri"/>
              </a:rPr>
              <a:t> </a:t>
            </a:r>
            <a:r>
              <a:rPr sz="2200" spc="-15" dirty="0">
                <a:latin typeface="Calibri"/>
                <a:cs typeface="Calibri"/>
              </a:rPr>
              <a:t>too</a:t>
            </a:r>
            <a:r>
              <a:rPr sz="2200" spc="725" dirty="0">
                <a:latin typeface="Calibri"/>
                <a:cs typeface="Calibri"/>
              </a:rPr>
              <a:t> </a:t>
            </a:r>
            <a:r>
              <a:rPr sz="2200" spc="-15" dirty="0">
                <a:latin typeface="Calibri"/>
                <a:cs typeface="Calibri"/>
              </a:rPr>
              <a:t>late</a:t>
            </a:r>
            <a:r>
              <a:rPr sz="2200" spc="730" dirty="0">
                <a:latin typeface="Calibri"/>
                <a:cs typeface="Calibri"/>
              </a:rPr>
              <a:t> </a:t>
            </a:r>
            <a:r>
              <a:rPr sz="2200" spc="-20" dirty="0">
                <a:latin typeface="Calibri"/>
                <a:cs typeface="Calibri"/>
              </a:rPr>
              <a:t>to</a:t>
            </a:r>
            <a:r>
              <a:rPr sz="2200" spc="720" dirty="0">
                <a:latin typeface="Calibri"/>
                <a:cs typeface="Calibri"/>
              </a:rPr>
              <a:t> </a:t>
            </a:r>
            <a:r>
              <a:rPr sz="2200" spc="-15" dirty="0">
                <a:latin typeface="Calibri"/>
                <a:cs typeface="Calibri"/>
              </a:rPr>
              <a:t>prevent</a:t>
            </a:r>
            <a:r>
              <a:rPr sz="2200" spc="715" dirty="0">
                <a:latin typeface="Calibri"/>
                <a:cs typeface="Calibri"/>
              </a:rPr>
              <a:t> </a:t>
            </a:r>
            <a:r>
              <a:rPr sz="2200" spc="-5" dirty="0">
                <a:latin typeface="Calibri"/>
                <a:cs typeface="Calibri"/>
              </a:rPr>
              <a:t>the</a:t>
            </a:r>
            <a:endParaRPr sz="2200" dirty="0">
              <a:latin typeface="Calibri"/>
              <a:cs typeface="Calibri"/>
            </a:endParaRPr>
          </a:p>
          <a:p>
            <a:pPr marL="354965" algn="just">
              <a:lnSpc>
                <a:spcPct val="100000"/>
              </a:lnSpc>
            </a:pPr>
            <a:r>
              <a:rPr sz="2200" spc="-15" dirty="0">
                <a:latin typeface="Calibri"/>
                <a:cs typeface="Calibri"/>
              </a:rPr>
              <a:t>breakdown </a:t>
            </a:r>
            <a:r>
              <a:rPr sz="2200" spc="-5" dirty="0">
                <a:latin typeface="Calibri"/>
                <a:cs typeface="Calibri"/>
              </a:rPr>
              <a:t>and is </a:t>
            </a:r>
            <a:r>
              <a:rPr sz="2200" spc="-10" dirty="0">
                <a:latin typeface="Calibri"/>
                <a:cs typeface="Calibri"/>
              </a:rPr>
              <a:t>used</a:t>
            </a:r>
            <a:r>
              <a:rPr sz="2200" spc="10" dirty="0">
                <a:latin typeface="Calibri"/>
                <a:cs typeface="Calibri"/>
              </a:rPr>
              <a:t> </a:t>
            </a:r>
            <a:r>
              <a:rPr sz="2200" spc="-20" dirty="0">
                <a:latin typeface="Calibri"/>
                <a:cs typeface="Calibri"/>
              </a:rPr>
              <a:t>to</a:t>
            </a:r>
            <a:r>
              <a:rPr sz="2200" spc="10" dirty="0">
                <a:latin typeface="Calibri"/>
                <a:cs typeface="Calibri"/>
              </a:rPr>
              <a:t> </a:t>
            </a:r>
            <a:r>
              <a:rPr sz="2200" spc="-10" dirty="0">
                <a:latin typeface="Calibri"/>
                <a:cs typeface="Calibri"/>
              </a:rPr>
              <a:t>minimize</a:t>
            </a:r>
            <a:r>
              <a:rPr sz="2200" spc="25" dirty="0">
                <a:latin typeface="Calibri"/>
                <a:cs typeface="Calibri"/>
              </a:rPr>
              <a:t> </a:t>
            </a:r>
            <a:r>
              <a:rPr sz="2200" spc="-5" dirty="0">
                <a:latin typeface="Calibri"/>
                <a:cs typeface="Calibri"/>
              </a:rPr>
              <a:t>the</a:t>
            </a:r>
            <a:r>
              <a:rPr sz="2200" spc="10" dirty="0">
                <a:latin typeface="Calibri"/>
                <a:cs typeface="Calibri"/>
              </a:rPr>
              <a:t> </a:t>
            </a:r>
            <a:r>
              <a:rPr sz="2200" spc="-25" dirty="0">
                <a:latin typeface="Calibri"/>
                <a:cs typeface="Calibri"/>
              </a:rPr>
              <a:t>effect</a:t>
            </a:r>
            <a:r>
              <a:rPr sz="2200" spc="30" dirty="0">
                <a:latin typeface="Calibri"/>
                <a:cs typeface="Calibri"/>
              </a:rPr>
              <a:t> </a:t>
            </a:r>
            <a:r>
              <a:rPr sz="2200" dirty="0">
                <a:latin typeface="Calibri"/>
                <a:cs typeface="Calibri"/>
              </a:rPr>
              <a:t>of</a:t>
            </a:r>
            <a:r>
              <a:rPr sz="2200" spc="5" dirty="0">
                <a:latin typeface="Calibri"/>
                <a:cs typeface="Calibri"/>
              </a:rPr>
              <a:t> </a:t>
            </a:r>
            <a:r>
              <a:rPr sz="2200" spc="-10" dirty="0">
                <a:latin typeface="Calibri"/>
                <a:cs typeface="Calibri"/>
              </a:rPr>
              <a:t>damage.</a:t>
            </a:r>
            <a:endParaRPr sz="2200" dirty="0">
              <a:latin typeface="Calibri"/>
              <a:cs typeface="Calibri"/>
            </a:endParaRPr>
          </a:p>
          <a:p>
            <a:pPr marL="354965" marR="8890" indent="-342900" algn="just">
              <a:lnSpc>
                <a:spcPct val="100000"/>
              </a:lnSpc>
              <a:spcBef>
                <a:spcPts val="525"/>
              </a:spcBef>
              <a:buFont typeface="Arial MT"/>
              <a:buChar char="•"/>
              <a:tabLst>
                <a:tab pos="355600" algn="l"/>
              </a:tabLst>
            </a:pPr>
            <a:r>
              <a:rPr sz="2200" spc="-5" dirty="0">
                <a:latin typeface="Calibri"/>
                <a:cs typeface="Calibri"/>
              </a:rPr>
              <a:t>In</a:t>
            </a:r>
            <a:r>
              <a:rPr sz="2200" dirty="0">
                <a:latin typeface="Calibri"/>
                <a:cs typeface="Calibri"/>
              </a:rPr>
              <a:t> </a:t>
            </a:r>
            <a:r>
              <a:rPr sz="2200" spc="-5" dirty="0">
                <a:latin typeface="Calibri"/>
                <a:cs typeface="Calibri"/>
              </a:rPr>
              <a:t>comparison,</a:t>
            </a:r>
            <a:r>
              <a:rPr sz="2200" dirty="0">
                <a:latin typeface="Calibri"/>
                <a:cs typeface="Calibri"/>
              </a:rPr>
              <a:t> </a:t>
            </a:r>
            <a:r>
              <a:rPr sz="2200" spc="-5" dirty="0">
                <a:latin typeface="Calibri"/>
                <a:cs typeface="Calibri"/>
              </a:rPr>
              <a:t>if</a:t>
            </a:r>
            <a:r>
              <a:rPr sz="2200" dirty="0">
                <a:latin typeface="Calibri"/>
                <a:cs typeface="Calibri"/>
              </a:rPr>
              <a:t> </a:t>
            </a:r>
            <a:r>
              <a:rPr sz="2200" b="1" spc="-10" dirty="0">
                <a:solidFill>
                  <a:srgbClr val="006FC0"/>
                </a:solidFill>
                <a:latin typeface="Calibri"/>
                <a:cs typeface="Calibri"/>
              </a:rPr>
              <a:t>near-instant</a:t>
            </a:r>
            <a:r>
              <a:rPr sz="2200" b="1" spc="-5" dirty="0">
                <a:solidFill>
                  <a:srgbClr val="006FC0"/>
                </a:solidFill>
                <a:latin typeface="Calibri"/>
                <a:cs typeface="Calibri"/>
              </a:rPr>
              <a:t> analytics</a:t>
            </a:r>
            <a:r>
              <a:rPr sz="2200" b="1" dirty="0">
                <a:solidFill>
                  <a:srgbClr val="006FC0"/>
                </a:solidFill>
                <a:latin typeface="Calibri"/>
                <a:cs typeface="Calibri"/>
              </a:rPr>
              <a:t> </a:t>
            </a:r>
            <a:r>
              <a:rPr sz="2200" spc="-5" dirty="0">
                <a:latin typeface="Calibri"/>
                <a:cs typeface="Calibri"/>
              </a:rPr>
              <a:t>is</a:t>
            </a:r>
            <a:r>
              <a:rPr sz="2200" dirty="0">
                <a:latin typeface="Calibri"/>
                <a:cs typeface="Calibri"/>
              </a:rPr>
              <a:t> </a:t>
            </a:r>
            <a:r>
              <a:rPr sz="2200" spc="-10" dirty="0">
                <a:latin typeface="Calibri"/>
                <a:cs typeface="Calibri"/>
              </a:rPr>
              <a:t>done</a:t>
            </a:r>
            <a:r>
              <a:rPr sz="2200" spc="-5" dirty="0">
                <a:latin typeface="Calibri"/>
                <a:cs typeface="Calibri"/>
              </a:rPr>
              <a:t> locally</a:t>
            </a:r>
            <a:r>
              <a:rPr sz="2200" dirty="0">
                <a:latin typeface="Calibri"/>
                <a:cs typeface="Calibri"/>
              </a:rPr>
              <a:t> </a:t>
            </a:r>
            <a:r>
              <a:rPr sz="2200" spc="-10" dirty="0">
                <a:latin typeface="Calibri"/>
                <a:cs typeface="Calibri"/>
              </a:rPr>
              <a:t>using</a:t>
            </a:r>
            <a:r>
              <a:rPr sz="2200" spc="-5" dirty="0">
                <a:latin typeface="Calibri"/>
                <a:cs typeface="Calibri"/>
              </a:rPr>
              <a:t> </a:t>
            </a:r>
            <a:r>
              <a:rPr sz="2200" spc="-15" dirty="0">
                <a:latin typeface="Calibri"/>
                <a:cs typeface="Calibri"/>
              </a:rPr>
              <a:t>fog </a:t>
            </a:r>
            <a:r>
              <a:rPr sz="2200" spc="-10" dirty="0">
                <a:latin typeface="Calibri"/>
                <a:cs typeface="Calibri"/>
              </a:rPr>
              <a:t> </a:t>
            </a:r>
            <a:r>
              <a:rPr sz="2200" spc="-5" dirty="0">
                <a:latin typeface="Calibri"/>
                <a:cs typeface="Calibri"/>
              </a:rPr>
              <a:t>computing,</a:t>
            </a:r>
            <a:r>
              <a:rPr sz="2200" dirty="0">
                <a:latin typeface="Calibri"/>
                <a:cs typeface="Calibri"/>
              </a:rPr>
              <a:t> </a:t>
            </a:r>
            <a:r>
              <a:rPr sz="2200" spc="-5" dirty="0">
                <a:latin typeface="Calibri"/>
                <a:cs typeface="Calibri"/>
              </a:rPr>
              <a:t>the</a:t>
            </a:r>
            <a:r>
              <a:rPr sz="2200" dirty="0">
                <a:latin typeface="Calibri"/>
                <a:cs typeface="Calibri"/>
              </a:rPr>
              <a:t> </a:t>
            </a:r>
            <a:r>
              <a:rPr sz="2200" spc="-20" dirty="0">
                <a:latin typeface="Calibri"/>
                <a:cs typeface="Calibri"/>
              </a:rPr>
              <a:t>system</a:t>
            </a:r>
            <a:r>
              <a:rPr sz="2200" spc="-15" dirty="0">
                <a:latin typeface="Calibri"/>
                <a:cs typeface="Calibri"/>
              </a:rPr>
              <a:t> </a:t>
            </a:r>
            <a:r>
              <a:rPr sz="2200" spc="-10" dirty="0">
                <a:latin typeface="Calibri"/>
                <a:cs typeface="Calibri"/>
              </a:rPr>
              <a:t>would</a:t>
            </a:r>
            <a:r>
              <a:rPr sz="2200" spc="-5" dirty="0">
                <a:latin typeface="Calibri"/>
                <a:cs typeface="Calibri"/>
              </a:rPr>
              <a:t> be</a:t>
            </a:r>
            <a:r>
              <a:rPr sz="2200" dirty="0">
                <a:latin typeface="Calibri"/>
                <a:cs typeface="Calibri"/>
              </a:rPr>
              <a:t> </a:t>
            </a:r>
            <a:r>
              <a:rPr sz="2200" spc="-5" dirty="0">
                <a:latin typeface="Calibri"/>
                <a:cs typeface="Calibri"/>
              </a:rPr>
              <a:t>able</a:t>
            </a:r>
            <a:r>
              <a:rPr sz="2200" dirty="0">
                <a:latin typeface="Calibri"/>
                <a:cs typeface="Calibri"/>
              </a:rPr>
              <a:t> </a:t>
            </a:r>
            <a:r>
              <a:rPr sz="2200" spc="-20" dirty="0">
                <a:latin typeface="Calibri"/>
                <a:cs typeface="Calibri"/>
              </a:rPr>
              <a:t>to</a:t>
            </a:r>
            <a:r>
              <a:rPr sz="2200" spc="-15" dirty="0">
                <a:latin typeface="Calibri"/>
                <a:cs typeface="Calibri"/>
              </a:rPr>
              <a:t> </a:t>
            </a:r>
            <a:r>
              <a:rPr sz="2200" spc="-25" dirty="0">
                <a:latin typeface="Calibri"/>
                <a:cs typeface="Calibri"/>
              </a:rPr>
              <a:t>take</a:t>
            </a:r>
            <a:r>
              <a:rPr sz="2200" spc="-20" dirty="0">
                <a:latin typeface="Calibri"/>
                <a:cs typeface="Calibri"/>
              </a:rPr>
              <a:t> </a:t>
            </a:r>
            <a:r>
              <a:rPr sz="2200" spc="-15" dirty="0">
                <a:latin typeface="Calibri"/>
                <a:cs typeface="Calibri"/>
              </a:rPr>
              <a:t>steps</a:t>
            </a:r>
            <a:r>
              <a:rPr sz="2200" spc="-10" dirty="0">
                <a:latin typeface="Calibri"/>
                <a:cs typeface="Calibri"/>
              </a:rPr>
              <a:t> </a:t>
            </a:r>
            <a:r>
              <a:rPr sz="2200" spc="-20" dirty="0">
                <a:latin typeface="Calibri"/>
                <a:cs typeface="Calibri"/>
              </a:rPr>
              <a:t>to</a:t>
            </a:r>
            <a:r>
              <a:rPr sz="2200" spc="-15" dirty="0">
                <a:latin typeface="Calibri"/>
                <a:cs typeface="Calibri"/>
              </a:rPr>
              <a:t> prevent</a:t>
            </a:r>
            <a:r>
              <a:rPr sz="2200" spc="-10" dirty="0">
                <a:latin typeface="Calibri"/>
                <a:cs typeface="Calibri"/>
              </a:rPr>
              <a:t> </a:t>
            </a:r>
            <a:r>
              <a:rPr sz="2200" spc="-5" dirty="0">
                <a:latin typeface="Calibri"/>
                <a:cs typeface="Calibri"/>
              </a:rPr>
              <a:t>the </a:t>
            </a:r>
            <a:r>
              <a:rPr sz="2200" dirty="0">
                <a:latin typeface="Calibri"/>
                <a:cs typeface="Calibri"/>
              </a:rPr>
              <a:t> </a:t>
            </a:r>
            <a:r>
              <a:rPr sz="2200" spc="-10" dirty="0">
                <a:latin typeface="Calibri"/>
                <a:cs typeface="Calibri"/>
              </a:rPr>
              <a:t>occurrence </a:t>
            </a:r>
            <a:r>
              <a:rPr sz="2200" dirty="0">
                <a:latin typeface="Calibri"/>
                <a:cs typeface="Calibri"/>
              </a:rPr>
              <a:t>of</a:t>
            </a:r>
            <a:r>
              <a:rPr sz="2200" spc="5" dirty="0">
                <a:latin typeface="Calibri"/>
                <a:cs typeface="Calibri"/>
              </a:rPr>
              <a:t> </a:t>
            </a:r>
            <a:r>
              <a:rPr sz="2200" spc="-5" dirty="0">
                <a:latin typeface="Calibri"/>
                <a:cs typeface="Calibri"/>
              </a:rPr>
              <a:t>the</a:t>
            </a:r>
            <a:r>
              <a:rPr sz="2200" spc="10" dirty="0">
                <a:latin typeface="Calibri"/>
                <a:cs typeface="Calibri"/>
              </a:rPr>
              <a:t> </a:t>
            </a:r>
            <a:r>
              <a:rPr sz="2200" spc="-5" dirty="0">
                <a:latin typeface="Calibri"/>
                <a:cs typeface="Calibri"/>
              </a:rPr>
              <a:t>issue.</a:t>
            </a:r>
            <a:endParaRPr sz="2200" dirty="0">
              <a:latin typeface="Calibri"/>
              <a:cs typeface="Calibri"/>
            </a:endParaRPr>
          </a:p>
          <a:p>
            <a:pPr marL="354965" marR="7620" indent="-342900" algn="just">
              <a:lnSpc>
                <a:spcPct val="100000"/>
              </a:lnSpc>
              <a:spcBef>
                <a:spcPts val="530"/>
              </a:spcBef>
              <a:buFont typeface="Arial MT"/>
              <a:buChar char="•"/>
              <a:tabLst>
                <a:tab pos="355600" algn="l"/>
              </a:tabLst>
            </a:pPr>
            <a:r>
              <a:rPr sz="2200" spc="-15" dirty="0">
                <a:latin typeface="Calibri"/>
                <a:cs typeface="Calibri"/>
              </a:rPr>
              <a:t>That </a:t>
            </a:r>
            <a:r>
              <a:rPr sz="2200" spc="-5" dirty="0">
                <a:latin typeface="Calibri"/>
                <a:cs typeface="Calibri"/>
              </a:rPr>
              <a:t>is because the analytics </a:t>
            </a:r>
            <a:r>
              <a:rPr sz="2200" spc="-20" dirty="0">
                <a:latin typeface="Calibri"/>
                <a:cs typeface="Calibri"/>
              </a:rPr>
              <a:t>system </a:t>
            </a:r>
            <a:r>
              <a:rPr sz="2200" spc="-5" dirty="0">
                <a:latin typeface="Calibri"/>
                <a:cs typeface="Calibri"/>
              </a:rPr>
              <a:t>is </a:t>
            </a:r>
            <a:r>
              <a:rPr sz="2200" spc="-10" dirty="0">
                <a:latin typeface="Calibri"/>
                <a:cs typeface="Calibri"/>
              </a:rPr>
              <a:t>nearer </a:t>
            </a:r>
            <a:r>
              <a:rPr sz="2200" spc="-20" dirty="0">
                <a:latin typeface="Calibri"/>
                <a:cs typeface="Calibri"/>
              </a:rPr>
              <a:t>to </a:t>
            </a:r>
            <a:r>
              <a:rPr sz="2200" spc="-5" dirty="0">
                <a:latin typeface="Calibri"/>
                <a:cs typeface="Calibri"/>
              </a:rPr>
              <a:t>the edge and has </a:t>
            </a:r>
            <a:r>
              <a:rPr sz="2200" spc="-10" dirty="0">
                <a:latin typeface="Calibri"/>
                <a:cs typeface="Calibri"/>
              </a:rPr>
              <a:t>more </a:t>
            </a:r>
            <a:r>
              <a:rPr sz="2200" spc="-5" dirty="0">
                <a:latin typeface="Calibri"/>
                <a:cs typeface="Calibri"/>
              </a:rPr>
              <a:t> </a:t>
            </a:r>
            <a:r>
              <a:rPr sz="2200" spc="-20" dirty="0">
                <a:latin typeface="Calibri"/>
                <a:cs typeface="Calibri"/>
              </a:rPr>
              <a:t>context.</a:t>
            </a:r>
            <a:endParaRPr sz="2200" dirty="0">
              <a:latin typeface="Calibri"/>
              <a:cs typeface="Calibri"/>
            </a:endParaRPr>
          </a:p>
        </p:txBody>
      </p:sp>
      <p:grpSp>
        <p:nvGrpSpPr>
          <p:cNvPr id="3" name="object 3"/>
          <p:cNvGrpSpPr/>
          <p:nvPr/>
        </p:nvGrpSpPr>
        <p:grpSpPr>
          <a:xfrm>
            <a:off x="1970214" y="4596336"/>
            <a:ext cx="5923915" cy="2154555"/>
            <a:chOff x="1970214" y="4596336"/>
            <a:chExt cx="5923915" cy="2154555"/>
          </a:xfrm>
        </p:grpSpPr>
        <p:pic>
          <p:nvPicPr>
            <p:cNvPr id="4" name="object 4"/>
            <p:cNvPicPr/>
            <p:nvPr/>
          </p:nvPicPr>
          <p:blipFill>
            <a:blip r:embed="R4af57c54eb8d4f2c" cstate="print"/>
            <a:stretch>
              <a:fillRect/>
            </a:stretch>
          </p:blipFill>
          <p:spPr>
            <a:xfrm>
              <a:off x="1979675" y="4605861"/>
              <a:ext cx="5823725" cy="2123440"/>
            </a:xfrm>
            <a:prstGeom prst="rect">
              <a:avLst/>
            </a:prstGeom>
          </p:spPr>
        </p:pic>
        <p:sp>
          <p:nvSpPr>
            <p:cNvPr id="5" name="object 5"/>
            <p:cNvSpPr/>
            <p:nvPr/>
          </p:nvSpPr>
          <p:spPr>
            <a:xfrm>
              <a:off x="1974976" y="4601099"/>
              <a:ext cx="5914390" cy="2145030"/>
            </a:xfrm>
            <a:custGeom>
              <a:avLst/>
              <a:gdLst/>
              <a:ahLst/>
              <a:cxnLst/>
              <a:rect l="l" t="t" r="r" b="b"/>
              <a:pathLst>
                <a:path w="5914390" h="2145029">
                  <a:moveTo>
                    <a:pt x="0" y="2145030"/>
                  </a:moveTo>
                  <a:lnTo>
                    <a:pt x="5914136" y="2145030"/>
                  </a:lnTo>
                  <a:lnTo>
                    <a:pt x="5914136" y="0"/>
                  </a:lnTo>
                  <a:lnTo>
                    <a:pt x="0" y="0"/>
                  </a:lnTo>
                  <a:lnTo>
                    <a:pt x="0" y="2145030"/>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65303"/>
            <a:ext cx="8701405" cy="1165860"/>
          </a:xfrm>
          <a:prstGeom prst="rect">
            <a:avLst/>
          </a:prstGeom>
        </p:spPr>
        <p:txBody>
          <a:bodyPr vert="horz" wrap="square" lIns="0" tIns="79375" rIns="0" bIns="0" rtlCol="0">
            <a:spAutoFit/>
          </a:bodyPr>
          <a:lstStyle/>
          <a:p>
            <a:pPr marL="12700">
              <a:lnSpc>
                <a:spcPct val="100000"/>
              </a:lnSpc>
              <a:spcBef>
                <a:spcPts val="625"/>
              </a:spcBef>
            </a:pPr>
            <a:r>
              <a:rPr sz="2200" b="1" spc="-5" dirty="0">
                <a:latin typeface="Calibri"/>
                <a:cs typeface="Calibri"/>
              </a:rPr>
              <a:t>ii)</a:t>
            </a:r>
            <a:r>
              <a:rPr sz="2200" b="1" spc="10" dirty="0">
                <a:latin typeface="Calibri"/>
                <a:cs typeface="Calibri"/>
              </a:rPr>
              <a:t> </a:t>
            </a:r>
            <a:r>
              <a:rPr sz="2200" b="1" spc="-5" dirty="0">
                <a:latin typeface="Calibri"/>
                <a:cs typeface="Calibri"/>
              </a:rPr>
              <a:t>ML</a:t>
            </a:r>
            <a:r>
              <a:rPr sz="2200" b="1" dirty="0">
                <a:latin typeface="Calibri"/>
                <a:cs typeface="Calibri"/>
              </a:rPr>
              <a:t> </a:t>
            </a:r>
            <a:r>
              <a:rPr sz="2200" b="1" spc="-5" dirty="0">
                <a:latin typeface="Calibri"/>
                <a:cs typeface="Calibri"/>
              </a:rPr>
              <a:t>in</a:t>
            </a:r>
            <a:r>
              <a:rPr sz="2200" b="1" dirty="0">
                <a:latin typeface="Calibri"/>
                <a:cs typeface="Calibri"/>
              </a:rPr>
              <a:t> </a:t>
            </a:r>
            <a:r>
              <a:rPr sz="2200" b="1" spc="-15" dirty="0">
                <a:latin typeface="Calibri"/>
                <a:cs typeface="Calibri"/>
              </a:rPr>
              <a:t>Fog</a:t>
            </a:r>
            <a:r>
              <a:rPr sz="2200" b="1" dirty="0">
                <a:latin typeface="Calibri"/>
                <a:cs typeface="Calibri"/>
              </a:rPr>
              <a:t> </a:t>
            </a:r>
            <a:r>
              <a:rPr sz="2200" b="1" spc="-10" dirty="0">
                <a:latin typeface="Calibri"/>
                <a:cs typeface="Calibri"/>
              </a:rPr>
              <a:t>Computing</a:t>
            </a:r>
            <a:r>
              <a:rPr sz="2200" b="1" spc="10" dirty="0">
                <a:latin typeface="Calibri"/>
                <a:cs typeface="Calibri"/>
              </a:rPr>
              <a:t> </a:t>
            </a:r>
            <a:r>
              <a:rPr sz="2200" b="1" spc="-5" dirty="0">
                <a:latin typeface="Calibri"/>
                <a:cs typeface="Calibri"/>
              </a:rPr>
              <a:t>in</a:t>
            </a:r>
            <a:r>
              <a:rPr sz="2200" b="1" spc="-10" dirty="0">
                <a:latin typeface="Calibri"/>
                <a:cs typeface="Calibri"/>
              </a:rPr>
              <a:t> </a:t>
            </a:r>
            <a:r>
              <a:rPr sz="2200" b="1" spc="-20" dirty="0">
                <a:latin typeface="Calibri"/>
                <a:cs typeface="Calibri"/>
              </a:rPr>
              <a:t>Retail</a:t>
            </a:r>
            <a:endParaRPr sz="2200">
              <a:latin typeface="Calibri"/>
              <a:cs typeface="Calibri"/>
            </a:endParaRPr>
          </a:p>
          <a:p>
            <a:pPr marL="355600" indent="-342900">
              <a:lnSpc>
                <a:spcPct val="100000"/>
              </a:lnSpc>
              <a:spcBef>
                <a:spcPts val="530"/>
              </a:spcBef>
              <a:buFont typeface="Arial MT"/>
              <a:buChar char="•"/>
              <a:tabLst>
                <a:tab pos="354965" algn="l"/>
                <a:tab pos="355600" algn="l"/>
                <a:tab pos="1152525" algn="l"/>
                <a:tab pos="2070100" algn="l"/>
                <a:tab pos="2440305" algn="l"/>
                <a:tab pos="3513454" algn="l"/>
                <a:tab pos="3967479" algn="l"/>
                <a:tab pos="5017770" algn="l"/>
                <a:tab pos="6379210" algn="l"/>
                <a:tab pos="7212965" algn="l"/>
                <a:tab pos="7666990" algn="l"/>
              </a:tabLst>
            </a:pPr>
            <a:r>
              <a:rPr sz="2200" spc="-15" dirty="0">
                <a:latin typeface="Calibri"/>
                <a:cs typeface="Calibri"/>
              </a:rPr>
              <a:t>Retail	stores,	</a:t>
            </a:r>
            <a:r>
              <a:rPr sz="2200" spc="-5" dirty="0">
                <a:latin typeface="Calibri"/>
                <a:cs typeface="Calibri"/>
              </a:rPr>
              <a:t>in	</a:t>
            </a:r>
            <a:r>
              <a:rPr sz="2200" spc="-15" dirty="0">
                <a:latin typeface="Calibri"/>
                <a:cs typeface="Calibri"/>
              </a:rPr>
              <a:t>general,	</a:t>
            </a:r>
            <a:r>
              <a:rPr sz="2200" spc="-5" dirty="0">
                <a:latin typeface="Calibri"/>
                <a:cs typeface="Calibri"/>
              </a:rPr>
              <a:t>do	</a:t>
            </a:r>
            <a:r>
              <a:rPr sz="2200" spc="-15" dirty="0">
                <a:latin typeface="Calibri"/>
                <a:cs typeface="Calibri"/>
              </a:rPr>
              <a:t>product	</a:t>
            </a:r>
            <a:r>
              <a:rPr sz="2200" spc="-10" dirty="0">
                <a:latin typeface="Calibri"/>
                <a:cs typeface="Calibri"/>
              </a:rPr>
              <a:t>placement	</a:t>
            </a:r>
            <a:r>
              <a:rPr sz="2200" spc="-5" dirty="0">
                <a:latin typeface="Calibri"/>
                <a:cs typeface="Calibri"/>
              </a:rPr>
              <a:t>based	</a:t>
            </a:r>
            <a:r>
              <a:rPr sz="2200" dirty="0">
                <a:latin typeface="Calibri"/>
                <a:cs typeface="Calibri"/>
              </a:rPr>
              <a:t>on	</a:t>
            </a:r>
            <a:r>
              <a:rPr sz="2200" b="1" spc="-5" dirty="0">
                <a:solidFill>
                  <a:srgbClr val="C00000"/>
                </a:solidFill>
                <a:latin typeface="Calibri"/>
                <a:cs typeface="Calibri"/>
              </a:rPr>
              <a:t>analytics</a:t>
            </a:r>
            <a:endParaRPr sz="2200">
              <a:latin typeface="Calibri"/>
              <a:cs typeface="Calibri"/>
            </a:endParaRPr>
          </a:p>
          <a:p>
            <a:pPr marL="355600">
              <a:lnSpc>
                <a:spcPct val="100000"/>
              </a:lnSpc>
              <a:spcBef>
                <a:spcPts val="5"/>
              </a:spcBef>
            </a:pPr>
            <a:r>
              <a:rPr sz="2200" b="1" spc="-10" dirty="0">
                <a:solidFill>
                  <a:srgbClr val="C00000"/>
                </a:solidFill>
                <a:latin typeface="Calibri"/>
                <a:cs typeface="Calibri"/>
              </a:rPr>
              <a:t>derived</a:t>
            </a:r>
            <a:r>
              <a:rPr sz="2200" b="1" spc="10" dirty="0">
                <a:solidFill>
                  <a:srgbClr val="C00000"/>
                </a:solidFill>
                <a:latin typeface="Calibri"/>
                <a:cs typeface="Calibri"/>
              </a:rPr>
              <a:t> </a:t>
            </a:r>
            <a:r>
              <a:rPr sz="2200" b="1" spc="-15" dirty="0">
                <a:solidFill>
                  <a:srgbClr val="C00000"/>
                </a:solidFill>
                <a:latin typeface="Calibri"/>
                <a:cs typeface="Calibri"/>
              </a:rPr>
              <a:t>from</a:t>
            </a:r>
            <a:r>
              <a:rPr sz="2200" b="1" spc="20" dirty="0">
                <a:solidFill>
                  <a:srgbClr val="C00000"/>
                </a:solidFill>
                <a:latin typeface="Calibri"/>
                <a:cs typeface="Calibri"/>
              </a:rPr>
              <a:t> </a:t>
            </a:r>
            <a:r>
              <a:rPr sz="2200" b="1" spc="-15" dirty="0">
                <a:solidFill>
                  <a:srgbClr val="C00000"/>
                </a:solidFill>
                <a:latin typeface="Calibri"/>
                <a:cs typeface="Calibri"/>
              </a:rPr>
              <a:t>customer</a:t>
            </a:r>
            <a:r>
              <a:rPr sz="2200" b="1" spc="45" dirty="0">
                <a:solidFill>
                  <a:srgbClr val="C00000"/>
                </a:solidFill>
                <a:latin typeface="Calibri"/>
                <a:cs typeface="Calibri"/>
              </a:rPr>
              <a:t> </a:t>
            </a:r>
            <a:r>
              <a:rPr sz="2200" b="1" spc="-10" dirty="0">
                <a:solidFill>
                  <a:srgbClr val="C00000"/>
                </a:solidFill>
                <a:latin typeface="Calibri"/>
                <a:cs typeface="Calibri"/>
              </a:rPr>
              <a:t>purchases</a:t>
            </a:r>
            <a:r>
              <a:rPr sz="2200" b="1" spc="35" dirty="0">
                <a:solidFill>
                  <a:srgbClr val="C00000"/>
                </a:solidFill>
                <a:latin typeface="Calibri"/>
                <a:cs typeface="Calibri"/>
              </a:rPr>
              <a:t> </a:t>
            </a:r>
            <a:r>
              <a:rPr sz="2200" b="1" spc="-10" dirty="0">
                <a:solidFill>
                  <a:srgbClr val="C00000"/>
                </a:solidFill>
                <a:latin typeface="Calibri"/>
                <a:cs typeface="Calibri"/>
              </a:rPr>
              <a:t>and</a:t>
            </a:r>
            <a:r>
              <a:rPr sz="2200" b="1" spc="10" dirty="0">
                <a:solidFill>
                  <a:srgbClr val="C00000"/>
                </a:solidFill>
                <a:latin typeface="Calibri"/>
                <a:cs typeface="Calibri"/>
              </a:rPr>
              <a:t> </a:t>
            </a:r>
            <a:r>
              <a:rPr sz="2200" b="1" spc="-5" dirty="0">
                <a:solidFill>
                  <a:srgbClr val="C00000"/>
                </a:solidFill>
                <a:latin typeface="Calibri"/>
                <a:cs typeface="Calibri"/>
              </a:rPr>
              <a:t>also</a:t>
            </a:r>
            <a:r>
              <a:rPr sz="2200" b="1" spc="20" dirty="0">
                <a:solidFill>
                  <a:srgbClr val="C00000"/>
                </a:solidFill>
                <a:latin typeface="Calibri"/>
                <a:cs typeface="Calibri"/>
              </a:rPr>
              <a:t> </a:t>
            </a:r>
            <a:r>
              <a:rPr sz="2200" b="1" spc="-10" dirty="0">
                <a:solidFill>
                  <a:srgbClr val="C00000"/>
                </a:solidFill>
                <a:latin typeface="Calibri"/>
                <a:cs typeface="Calibri"/>
              </a:rPr>
              <a:t>seasonal</a:t>
            </a:r>
            <a:r>
              <a:rPr sz="2200" b="1" spc="35" dirty="0">
                <a:solidFill>
                  <a:srgbClr val="C00000"/>
                </a:solidFill>
                <a:latin typeface="Calibri"/>
                <a:cs typeface="Calibri"/>
              </a:rPr>
              <a:t> </a:t>
            </a:r>
            <a:r>
              <a:rPr sz="2200" b="1" spc="-15" dirty="0">
                <a:solidFill>
                  <a:srgbClr val="C00000"/>
                </a:solidFill>
                <a:latin typeface="Calibri"/>
                <a:cs typeface="Calibri"/>
              </a:rPr>
              <a:t>preferences.</a:t>
            </a:r>
            <a:endParaRPr sz="2200">
              <a:latin typeface="Calibri"/>
              <a:cs typeface="Calibri"/>
            </a:endParaRPr>
          </a:p>
        </p:txBody>
      </p:sp>
      <p:sp>
        <p:nvSpPr>
          <p:cNvPr id="3" name="object 3"/>
          <p:cNvSpPr txBox="1"/>
          <p:nvPr/>
        </p:nvSpPr>
        <p:spPr>
          <a:xfrm>
            <a:off x="258267" y="4492497"/>
            <a:ext cx="8701405" cy="2104390"/>
          </a:xfrm>
          <a:prstGeom prst="rect">
            <a:avLst/>
          </a:prstGeom>
        </p:spPr>
        <p:txBody>
          <a:bodyPr vert="horz" wrap="square" lIns="0" tIns="12065" rIns="0" bIns="0" rtlCol="0">
            <a:spAutoFit/>
          </a:bodyPr>
          <a:lstStyle/>
          <a:p>
            <a:pPr marL="355600" marR="6350" indent="-342900" algn="just">
              <a:lnSpc>
                <a:spcPct val="100000"/>
              </a:lnSpc>
              <a:spcBef>
                <a:spcPts val="95"/>
              </a:spcBef>
              <a:buFont typeface="Arial MT"/>
              <a:buChar char="•"/>
              <a:tabLst>
                <a:tab pos="355600" algn="l"/>
              </a:tabLst>
            </a:pPr>
            <a:r>
              <a:rPr sz="2200" spc="-50" dirty="0">
                <a:latin typeface="Calibri"/>
                <a:cs typeface="Calibri"/>
              </a:rPr>
              <a:t>We</a:t>
            </a:r>
            <a:r>
              <a:rPr sz="2200" spc="-45" dirty="0">
                <a:latin typeface="Calibri"/>
                <a:cs typeface="Calibri"/>
              </a:rPr>
              <a:t> </a:t>
            </a:r>
            <a:r>
              <a:rPr sz="2200" spc="-5" dirty="0">
                <a:latin typeface="Calibri"/>
                <a:cs typeface="Calibri"/>
              </a:rPr>
              <a:t>see</a:t>
            </a:r>
            <a:r>
              <a:rPr sz="2200" dirty="0">
                <a:latin typeface="Calibri"/>
                <a:cs typeface="Calibri"/>
              </a:rPr>
              <a:t> </a:t>
            </a:r>
            <a:r>
              <a:rPr sz="2200" spc="-10" dirty="0">
                <a:latin typeface="Calibri"/>
                <a:cs typeface="Calibri"/>
              </a:rPr>
              <a:t>product</a:t>
            </a:r>
            <a:r>
              <a:rPr sz="2200" spc="-5" dirty="0">
                <a:latin typeface="Calibri"/>
                <a:cs typeface="Calibri"/>
              </a:rPr>
              <a:t> </a:t>
            </a:r>
            <a:r>
              <a:rPr sz="2200" spc="-10" dirty="0">
                <a:latin typeface="Calibri"/>
                <a:cs typeface="Calibri"/>
              </a:rPr>
              <a:t>placements</a:t>
            </a:r>
            <a:r>
              <a:rPr sz="2200" spc="-5" dirty="0">
                <a:latin typeface="Calibri"/>
                <a:cs typeface="Calibri"/>
              </a:rPr>
              <a:t> </a:t>
            </a:r>
            <a:r>
              <a:rPr sz="2200" spc="-10" dirty="0">
                <a:latin typeface="Calibri"/>
                <a:cs typeface="Calibri"/>
              </a:rPr>
              <a:t>change</a:t>
            </a:r>
            <a:r>
              <a:rPr sz="2200" spc="-5" dirty="0">
                <a:latin typeface="Calibri"/>
                <a:cs typeface="Calibri"/>
              </a:rPr>
              <a:t> </a:t>
            </a:r>
            <a:r>
              <a:rPr sz="2200" spc="-10" dirty="0">
                <a:latin typeface="Calibri"/>
                <a:cs typeface="Calibri"/>
              </a:rPr>
              <a:t>during</a:t>
            </a:r>
            <a:r>
              <a:rPr sz="2200" spc="-5" dirty="0">
                <a:latin typeface="Calibri"/>
                <a:cs typeface="Calibri"/>
              </a:rPr>
              <a:t> </a:t>
            </a:r>
            <a:r>
              <a:rPr sz="2200" spc="-10" dirty="0">
                <a:latin typeface="Calibri"/>
                <a:cs typeface="Calibri"/>
              </a:rPr>
              <a:t>Halloween,</a:t>
            </a:r>
            <a:r>
              <a:rPr sz="2200" spc="-5" dirty="0">
                <a:latin typeface="Calibri"/>
                <a:cs typeface="Calibri"/>
              </a:rPr>
              <a:t> </a:t>
            </a:r>
            <a:r>
              <a:rPr sz="2200" spc="-10" dirty="0">
                <a:latin typeface="Calibri"/>
                <a:cs typeface="Calibri"/>
              </a:rPr>
              <a:t>Thanksgiving, </a:t>
            </a:r>
            <a:r>
              <a:rPr sz="2200" spc="-5" dirty="0">
                <a:latin typeface="Calibri"/>
                <a:cs typeface="Calibri"/>
              </a:rPr>
              <a:t> </a:t>
            </a:r>
            <a:r>
              <a:rPr sz="2200" spc="-10" dirty="0">
                <a:latin typeface="Calibri"/>
                <a:cs typeface="Calibri"/>
              </a:rPr>
              <a:t>Christmas,</a:t>
            </a:r>
            <a:r>
              <a:rPr sz="2200" dirty="0">
                <a:latin typeface="Calibri"/>
                <a:cs typeface="Calibri"/>
              </a:rPr>
              <a:t> </a:t>
            </a:r>
            <a:r>
              <a:rPr sz="2200" spc="-5" dirty="0">
                <a:latin typeface="Calibri"/>
                <a:cs typeface="Calibri"/>
              </a:rPr>
              <a:t>and </a:t>
            </a:r>
            <a:r>
              <a:rPr sz="2200" dirty="0">
                <a:latin typeface="Calibri"/>
                <a:cs typeface="Calibri"/>
              </a:rPr>
              <a:t>so </a:t>
            </a:r>
            <a:r>
              <a:rPr sz="2200" spc="-10" dirty="0">
                <a:latin typeface="Calibri"/>
                <a:cs typeface="Calibri"/>
              </a:rPr>
              <a:t>forth.</a:t>
            </a:r>
            <a:endParaRPr sz="2200">
              <a:latin typeface="Calibri"/>
              <a:cs typeface="Calibri"/>
            </a:endParaRPr>
          </a:p>
          <a:p>
            <a:pPr marL="355600" marR="5080" indent="-342900" algn="just">
              <a:lnSpc>
                <a:spcPct val="100000"/>
              </a:lnSpc>
              <a:spcBef>
                <a:spcPts val="530"/>
              </a:spcBef>
              <a:buFont typeface="Arial MT"/>
              <a:buChar char="•"/>
              <a:tabLst>
                <a:tab pos="355600" algn="l"/>
              </a:tabLst>
            </a:pPr>
            <a:r>
              <a:rPr sz="2200" spc="-5" dirty="0">
                <a:latin typeface="Calibri"/>
                <a:cs typeface="Calibri"/>
              </a:rPr>
              <a:t>If</a:t>
            </a:r>
            <a:r>
              <a:rPr sz="2200" spc="130" dirty="0">
                <a:latin typeface="Calibri"/>
                <a:cs typeface="Calibri"/>
              </a:rPr>
              <a:t> </a:t>
            </a:r>
            <a:r>
              <a:rPr sz="2200" spc="-20" dirty="0">
                <a:latin typeface="Calibri"/>
                <a:cs typeface="Calibri"/>
              </a:rPr>
              <a:t>fog</a:t>
            </a:r>
            <a:r>
              <a:rPr sz="2200" spc="145" dirty="0">
                <a:latin typeface="Calibri"/>
                <a:cs typeface="Calibri"/>
              </a:rPr>
              <a:t> </a:t>
            </a:r>
            <a:r>
              <a:rPr sz="2200" spc="-10" dirty="0">
                <a:latin typeface="Calibri"/>
                <a:cs typeface="Calibri"/>
              </a:rPr>
              <a:t>computing</a:t>
            </a:r>
            <a:r>
              <a:rPr sz="2200" spc="114" dirty="0">
                <a:latin typeface="Calibri"/>
                <a:cs typeface="Calibri"/>
              </a:rPr>
              <a:t> </a:t>
            </a:r>
            <a:r>
              <a:rPr sz="2200" spc="-5" dirty="0">
                <a:latin typeface="Calibri"/>
                <a:cs typeface="Calibri"/>
              </a:rPr>
              <a:t>is</a:t>
            </a:r>
            <a:r>
              <a:rPr sz="2200" spc="140" dirty="0">
                <a:latin typeface="Calibri"/>
                <a:cs typeface="Calibri"/>
              </a:rPr>
              <a:t> </a:t>
            </a:r>
            <a:r>
              <a:rPr sz="2200" spc="-10" dirty="0">
                <a:latin typeface="Calibri"/>
                <a:cs typeface="Calibri"/>
              </a:rPr>
              <a:t>used</a:t>
            </a:r>
            <a:r>
              <a:rPr sz="2200" spc="135" dirty="0">
                <a:latin typeface="Calibri"/>
                <a:cs typeface="Calibri"/>
              </a:rPr>
              <a:t> </a:t>
            </a:r>
            <a:r>
              <a:rPr sz="2200" dirty="0">
                <a:latin typeface="Calibri"/>
                <a:cs typeface="Calibri"/>
              </a:rPr>
              <a:t>with</a:t>
            </a:r>
            <a:r>
              <a:rPr sz="2200" spc="114" dirty="0">
                <a:latin typeface="Calibri"/>
                <a:cs typeface="Calibri"/>
              </a:rPr>
              <a:t> </a:t>
            </a:r>
            <a:r>
              <a:rPr sz="2200" spc="-5" dirty="0">
                <a:latin typeface="Calibri"/>
                <a:cs typeface="Calibri"/>
              </a:rPr>
              <a:t>analytics</a:t>
            </a:r>
            <a:r>
              <a:rPr sz="2200" spc="130" dirty="0">
                <a:latin typeface="Calibri"/>
                <a:cs typeface="Calibri"/>
              </a:rPr>
              <a:t> </a:t>
            </a:r>
            <a:r>
              <a:rPr sz="2200" spc="-5" dirty="0">
                <a:latin typeface="Calibri"/>
                <a:cs typeface="Calibri"/>
              </a:rPr>
              <a:t>being</a:t>
            </a:r>
            <a:r>
              <a:rPr sz="2200" spc="130" dirty="0">
                <a:latin typeface="Calibri"/>
                <a:cs typeface="Calibri"/>
              </a:rPr>
              <a:t> </a:t>
            </a:r>
            <a:r>
              <a:rPr sz="2200" spc="-10" dirty="0">
                <a:latin typeface="Calibri"/>
                <a:cs typeface="Calibri"/>
              </a:rPr>
              <a:t>done</a:t>
            </a:r>
            <a:r>
              <a:rPr sz="2200" spc="145" dirty="0">
                <a:latin typeface="Calibri"/>
                <a:cs typeface="Calibri"/>
              </a:rPr>
              <a:t> </a:t>
            </a:r>
            <a:r>
              <a:rPr sz="2200" spc="-20" dirty="0">
                <a:latin typeface="Calibri"/>
                <a:cs typeface="Calibri"/>
              </a:rPr>
              <a:t>for</a:t>
            </a:r>
            <a:r>
              <a:rPr sz="2200" spc="125" dirty="0">
                <a:latin typeface="Calibri"/>
                <a:cs typeface="Calibri"/>
              </a:rPr>
              <a:t> </a:t>
            </a:r>
            <a:r>
              <a:rPr sz="2200" spc="-5" dirty="0">
                <a:latin typeface="Calibri"/>
                <a:cs typeface="Calibri"/>
              </a:rPr>
              <a:t>a</a:t>
            </a:r>
            <a:r>
              <a:rPr sz="2200" spc="140" dirty="0">
                <a:latin typeface="Calibri"/>
                <a:cs typeface="Calibri"/>
              </a:rPr>
              <a:t> </a:t>
            </a:r>
            <a:r>
              <a:rPr sz="2200" spc="-20" dirty="0">
                <a:latin typeface="Calibri"/>
                <a:cs typeface="Calibri"/>
              </a:rPr>
              <a:t>store</a:t>
            </a:r>
            <a:r>
              <a:rPr sz="2200" spc="130" dirty="0">
                <a:latin typeface="Calibri"/>
                <a:cs typeface="Calibri"/>
              </a:rPr>
              <a:t> </a:t>
            </a:r>
            <a:r>
              <a:rPr sz="2200" dirty="0">
                <a:latin typeface="Calibri"/>
                <a:cs typeface="Calibri"/>
              </a:rPr>
              <a:t>or</a:t>
            </a:r>
            <a:r>
              <a:rPr sz="2200" spc="130" dirty="0">
                <a:latin typeface="Calibri"/>
                <a:cs typeface="Calibri"/>
              </a:rPr>
              <a:t> </a:t>
            </a:r>
            <a:r>
              <a:rPr sz="2200" spc="-5" dirty="0">
                <a:latin typeface="Calibri"/>
                <a:cs typeface="Calibri"/>
              </a:rPr>
              <a:t>a</a:t>
            </a:r>
            <a:r>
              <a:rPr sz="2200" spc="135" dirty="0">
                <a:latin typeface="Calibri"/>
                <a:cs typeface="Calibri"/>
              </a:rPr>
              <a:t> </a:t>
            </a:r>
            <a:r>
              <a:rPr sz="2200" spc="-15" dirty="0">
                <a:latin typeface="Calibri"/>
                <a:cs typeface="Calibri"/>
              </a:rPr>
              <a:t>group </a:t>
            </a:r>
            <a:r>
              <a:rPr sz="2200" spc="-484" dirty="0">
                <a:latin typeface="Calibri"/>
                <a:cs typeface="Calibri"/>
              </a:rPr>
              <a:t> </a:t>
            </a:r>
            <a:r>
              <a:rPr sz="2200" dirty="0">
                <a:latin typeface="Calibri"/>
                <a:cs typeface="Calibri"/>
              </a:rPr>
              <a:t>of </a:t>
            </a:r>
            <a:r>
              <a:rPr sz="2200" spc="-15" dirty="0">
                <a:latin typeface="Calibri"/>
                <a:cs typeface="Calibri"/>
              </a:rPr>
              <a:t>stores </a:t>
            </a:r>
            <a:r>
              <a:rPr sz="2200" spc="-5" dirty="0">
                <a:latin typeface="Calibri"/>
                <a:cs typeface="Calibri"/>
              </a:rPr>
              <a:t>in an </a:t>
            </a:r>
            <a:r>
              <a:rPr sz="2200" spc="-10" dirty="0">
                <a:latin typeface="Calibri"/>
                <a:cs typeface="Calibri"/>
              </a:rPr>
              <a:t>area, </a:t>
            </a:r>
            <a:r>
              <a:rPr sz="2200" spc="-5" dirty="0">
                <a:latin typeface="Calibri"/>
                <a:cs typeface="Calibri"/>
              </a:rPr>
              <a:t>the </a:t>
            </a:r>
            <a:r>
              <a:rPr sz="2200" spc="-20" dirty="0">
                <a:latin typeface="Calibri"/>
                <a:cs typeface="Calibri"/>
              </a:rPr>
              <a:t>system </a:t>
            </a:r>
            <a:r>
              <a:rPr sz="2200" spc="-10" dirty="0">
                <a:latin typeface="Calibri"/>
                <a:cs typeface="Calibri"/>
              </a:rPr>
              <a:t>would </a:t>
            </a:r>
            <a:r>
              <a:rPr sz="2200" spc="-5" dirty="0">
                <a:latin typeface="Calibri"/>
                <a:cs typeface="Calibri"/>
              </a:rPr>
              <a:t>be able </a:t>
            </a:r>
            <a:r>
              <a:rPr sz="2200" spc="-20" dirty="0">
                <a:latin typeface="Calibri"/>
                <a:cs typeface="Calibri"/>
              </a:rPr>
              <a:t>to </a:t>
            </a:r>
            <a:r>
              <a:rPr sz="2200" spc="-15" dirty="0">
                <a:latin typeface="Calibri"/>
                <a:cs typeface="Calibri"/>
              </a:rPr>
              <a:t>analyze </a:t>
            </a:r>
            <a:r>
              <a:rPr sz="2200" spc="-10" dirty="0">
                <a:latin typeface="Calibri"/>
                <a:cs typeface="Calibri"/>
              </a:rPr>
              <a:t>buying </a:t>
            </a:r>
            <a:r>
              <a:rPr sz="2200" spc="-15" dirty="0">
                <a:latin typeface="Calibri"/>
                <a:cs typeface="Calibri"/>
              </a:rPr>
              <a:t>patterns </a:t>
            </a:r>
            <a:r>
              <a:rPr sz="2200" spc="-10" dirty="0">
                <a:latin typeface="Calibri"/>
                <a:cs typeface="Calibri"/>
              </a:rPr>
              <a:t> </a:t>
            </a:r>
            <a:r>
              <a:rPr sz="2200" dirty="0">
                <a:latin typeface="Calibri"/>
                <a:cs typeface="Calibri"/>
              </a:rPr>
              <a:t>of</a:t>
            </a:r>
            <a:r>
              <a:rPr sz="2200" spc="5" dirty="0">
                <a:latin typeface="Calibri"/>
                <a:cs typeface="Calibri"/>
              </a:rPr>
              <a:t> </a:t>
            </a:r>
            <a:r>
              <a:rPr sz="2200" spc="-5" dirty="0">
                <a:latin typeface="Calibri"/>
                <a:cs typeface="Calibri"/>
              </a:rPr>
              <a:t>the</a:t>
            </a:r>
            <a:r>
              <a:rPr sz="2200" dirty="0">
                <a:latin typeface="Calibri"/>
                <a:cs typeface="Calibri"/>
              </a:rPr>
              <a:t> </a:t>
            </a:r>
            <a:r>
              <a:rPr sz="2200" spc="-15" dirty="0">
                <a:latin typeface="Calibri"/>
                <a:cs typeface="Calibri"/>
              </a:rPr>
              <a:t>users</a:t>
            </a:r>
            <a:r>
              <a:rPr sz="2200" spc="-10" dirty="0">
                <a:latin typeface="Calibri"/>
                <a:cs typeface="Calibri"/>
              </a:rPr>
              <a:t> </a:t>
            </a:r>
            <a:r>
              <a:rPr sz="2200" spc="-5" dirty="0">
                <a:latin typeface="Calibri"/>
                <a:cs typeface="Calibri"/>
              </a:rPr>
              <a:t>in</a:t>
            </a:r>
            <a:r>
              <a:rPr sz="2200" dirty="0">
                <a:latin typeface="Calibri"/>
                <a:cs typeface="Calibri"/>
              </a:rPr>
              <a:t> </a:t>
            </a:r>
            <a:r>
              <a:rPr sz="2200" spc="-5" dirty="0">
                <a:latin typeface="Calibri"/>
                <a:cs typeface="Calibri"/>
              </a:rPr>
              <a:t>the</a:t>
            </a:r>
            <a:r>
              <a:rPr sz="2200" dirty="0">
                <a:latin typeface="Calibri"/>
                <a:cs typeface="Calibri"/>
              </a:rPr>
              <a:t> </a:t>
            </a:r>
            <a:r>
              <a:rPr sz="2200" spc="-5" dirty="0">
                <a:latin typeface="Calibri"/>
                <a:cs typeface="Calibri"/>
              </a:rPr>
              <a:t>locality</a:t>
            </a:r>
            <a:r>
              <a:rPr sz="2200" dirty="0">
                <a:latin typeface="Calibri"/>
                <a:cs typeface="Calibri"/>
              </a:rPr>
              <a:t> </a:t>
            </a:r>
            <a:r>
              <a:rPr sz="2200" spc="-5" dirty="0">
                <a:latin typeface="Calibri"/>
                <a:cs typeface="Calibri"/>
              </a:rPr>
              <a:t>and</a:t>
            </a:r>
            <a:r>
              <a:rPr sz="2200" dirty="0">
                <a:latin typeface="Calibri"/>
                <a:cs typeface="Calibri"/>
              </a:rPr>
              <a:t> </a:t>
            </a:r>
            <a:r>
              <a:rPr sz="2200" spc="-5" dirty="0">
                <a:latin typeface="Calibri"/>
                <a:cs typeface="Calibri"/>
              </a:rPr>
              <a:t>help</a:t>
            </a:r>
            <a:r>
              <a:rPr sz="2200" dirty="0">
                <a:latin typeface="Calibri"/>
                <a:cs typeface="Calibri"/>
              </a:rPr>
              <a:t> </a:t>
            </a:r>
            <a:r>
              <a:rPr sz="2200" spc="-5" dirty="0">
                <a:latin typeface="Calibri"/>
                <a:cs typeface="Calibri"/>
              </a:rPr>
              <a:t>the</a:t>
            </a:r>
            <a:r>
              <a:rPr sz="2200" dirty="0">
                <a:latin typeface="Calibri"/>
                <a:cs typeface="Calibri"/>
              </a:rPr>
              <a:t> </a:t>
            </a:r>
            <a:r>
              <a:rPr sz="2200" spc="-15" dirty="0">
                <a:latin typeface="Calibri"/>
                <a:cs typeface="Calibri"/>
              </a:rPr>
              <a:t>store</a:t>
            </a:r>
            <a:r>
              <a:rPr sz="2200" spc="-10" dirty="0">
                <a:latin typeface="Calibri"/>
                <a:cs typeface="Calibri"/>
              </a:rPr>
              <a:t> </a:t>
            </a:r>
            <a:r>
              <a:rPr sz="2200" spc="-20" dirty="0">
                <a:latin typeface="Calibri"/>
                <a:cs typeface="Calibri"/>
              </a:rPr>
              <a:t>to</a:t>
            </a:r>
            <a:r>
              <a:rPr sz="2200" spc="455" dirty="0">
                <a:latin typeface="Calibri"/>
                <a:cs typeface="Calibri"/>
              </a:rPr>
              <a:t> </a:t>
            </a:r>
            <a:r>
              <a:rPr sz="2200" spc="-20" dirty="0">
                <a:latin typeface="Calibri"/>
                <a:cs typeface="Calibri"/>
              </a:rPr>
              <a:t>target</a:t>
            </a:r>
            <a:r>
              <a:rPr sz="2200" spc="455" dirty="0">
                <a:latin typeface="Calibri"/>
                <a:cs typeface="Calibri"/>
              </a:rPr>
              <a:t> </a:t>
            </a:r>
            <a:r>
              <a:rPr sz="2200" spc="-10" dirty="0">
                <a:latin typeface="Calibri"/>
                <a:cs typeface="Calibri"/>
              </a:rPr>
              <a:t>merchandise </a:t>
            </a:r>
            <a:r>
              <a:rPr sz="2200" spc="-484" dirty="0">
                <a:latin typeface="Calibri"/>
                <a:cs typeface="Calibri"/>
              </a:rPr>
              <a:t> </a:t>
            </a:r>
            <a:r>
              <a:rPr sz="2200" spc="-20" dirty="0">
                <a:latin typeface="Calibri"/>
                <a:cs typeface="Calibri"/>
              </a:rPr>
              <a:t>better</a:t>
            </a:r>
            <a:r>
              <a:rPr sz="2200" spc="30" dirty="0">
                <a:latin typeface="Calibri"/>
                <a:cs typeface="Calibri"/>
              </a:rPr>
              <a:t> </a:t>
            </a:r>
            <a:r>
              <a:rPr sz="2200" spc="-5" dirty="0">
                <a:latin typeface="Calibri"/>
                <a:cs typeface="Calibri"/>
              </a:rPr>
              <a:t>and</a:t>
            </a:r>
            <a:r>
              <a:rPr sz="2200" spc="-10" dirty="0">
                <a:latin typeface="Calibri"/>
                <a:cs typeface="Calibri"/>
              </a:rPr>
              <a:t> </a:t>
            </a:r>
            <a:r>
              <a:rPr sz="2200" spc="-15" dirty="0">
                <a:latin typeface="Calibri"/>
                <a:cs typeface="Calibri"/>
              </a:rPr>
              <a:t>improve</a:t>
            </a:r>
            <a:r>
              <a:rPr sz="2200" spc="-10" dirty="0">
                <a:latin typeface="Calibri"/>
                <a:cs typeface="Calibri"/>
              </a:rPr>
              <a:t> </a:t>
            </a:r>
            <a:r>
              <a:rPr sz="2200" spc="-15" dirty="0">
                <a:latin typeface="Calibri"/>
                <a:cs typeface="Calibri"/>
              </a:rPr>
              <a:t>customer</a:t>
            </a:r>
            <a:r>
              <a:rPr sz="2200" spc="30" dirty="0">
                <a:latin typeface="Calibri"/>
                <a:cs typeface="Calibri"/>
              </a:rPr>
              <a:t> </a:t>
            </a:r>
            <a:r>
              <a:rPr sz="2200" spc="-10" dirty="0">
                <a:latin typeface="Calibri"/>
                <a:cs typeface="Calibri"/>
              </a:rPr>
              <a:t>experience.</a:t>
            </a:r>
            <a:endParaRPr sz="2200">
              <a:latin typeface="Calibri"/>
              <a:cs typeface="Calibri"/>
            </a:endParaRPr>
          </a:p>
        </p:txBody>
      </p:sp>
      <p:grpSp>
        <p:nvGrpSpPr>
          <p:cNvPr id="4" name="object 4"/>
          <p:cNvGrpSpPr/>
          <p:nvPr/>
        </p:nvGrpSpPr>
        <p:grpSpPr>
          <a:xfrm>
            <a:off x="1610169" y="1187132"/>
            <a:ext cx="5923915" cy="3340735"/>
            <a:chOff x="1610169" y="1187132"/>
            <a:chExt cx="5923915" cy="3340735"/>
          </a:xfrm>
        </p:grpSpPr>
        <p:pic>
          <p:nvPicPr>
            <p:cNvPr id="5" name="object 5"/>
            <p:cNvPicPr/>
            <p:nvPr/>
          </p:nvPicPr>
          <p:blipFill>
            <a:blip r:embed="R969cdd67eed546dc" cstate="print"/>
            <a:stretch>
              <a:fillRect/>
            </a:stretch>
          </p:blipFill>
          <p:spPr>
            <a:xfrm>
              <a:off x="1619631" y="1196720"/>
              <a:ext cx="5904611" cy="3321430"/>
            </a:xfrm>
            <a:prstGeom prst="rect">
              <a:avLst/>
            </a:prstGeom>
          </p:spPr>
        </p:pic>
        <p:sp>
          <p:nvSpPr>
            <p:cNvPr id="6" name="object 6"/>
            <p:cNvSpPr/>
            <p:nvPr/>
          </p:nvSpPr>
          <p:spPr>
            <a:xfrm>
              <a:off x="1614932" y="1191894"/>
              <a:ext cx="5914390" cy="3331210"/>
            </a:xfrm>
            <a:custGeom>
              <a:avLst/>
              <a:gdLst/>
              <a:ahLst/>
              <a:cxnLst/>
              <a:rect l="l" t="t" r="r" b="b"/>
              <a:pathLst>
                <a:path w="5914390" h="3331210">
                  <a:moveTo>
                    <a:pt x="0" y="3330955"/>
                  </a:moveTo>
                  <a:lnTo>
                    <a:pt x="5914136" y="3330955"/>
                  </a:lnTo>
                  <a:lnTo>
                    <a:pt x="5914136" y="0"/>
                  </a:lnTo>
                  <a:lnTo>
                    <a:pt x="0" y="0"/>
                  </a:lnTo>
                  <a:lnTo>
                    <a:pt x="0" y="3330955"/>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137437"/>
            <a:ext cx="8625840" cy="1165860"/>
          </a:xfrm>
          <a:prstGeom prst="rect">
            <a:avLst/>
          </a:prstGeom>
        </p:spPr>
        <p:txBody>
          <a:bodyPr vert="horz" wrap="square" lIns="0" tIns="79375" rIns="0" bIns="0" rtlCol="0">
            <a:spAutoFit/>
          </a:bodyPr>
          <a:lstStyle/>
          <a:p>
            <a:pPr marL="12700">
              <a:lnSpc>
                <a:spcPct val="100000"/>
              </a:lnSpc>
              <a:spcBef>
                <a:spcPts val="625"/>
              </a:spcBef>
            </a:pPr>
            <a:r>
              <a:rPr sz="2200" b="1" spc="-5" dirty="0">
                <a:latin typeface="Calibri"/>
                <a:cs typeface="Calibri"/>
              </a:rPr>
              <a:t>iii)</a:t>
            </a:r>
            <a:r>
              <a:rPr sz="2200" b="1" spc="10" dirty="0">
                <a:latin typeface="Calibri"/>
                <a:cs typeface="Calibri"/>
              </a:rPr>
              <a:t> </a:t>
            </a:r>
            <a:r>
              <a:rPr sz="2200" b="1" spc="-15" dirty="0">
                <a:latin typeface="Calibri"/>
                <a:cs typeface="Calibri"/>
              </a:rPr>
              <a:t>Fog</a:t>
            </a:r>
            <a:r>
              <a:rPr sz="2200" b="1" spc="-5" dirty="0">
                <a:latin typeface="Calibri"/>
                <a:cs typeface="Calibri"/>
              </a:rPr>
              <a:t> </a:t>
            </a:r>
            <a:r>
              <a:rPr sz="2200" b="1" spc="-10" dirty="0">
                <a:latin typeface="Calibri"/>
                <a:cs typeface="Calibri"/>
              </a:rPr>
              <a:t>Computing</a:t>
            </a:r>
            <a:r>
              <a:rPr sz="2200" b="1" spc="15" dirty="0">
                <a:latin typeface="Calibri"/>
                <a:cs typeface="Calibri"/>
              </a:rPr>
              <a:t> </a:t>
            </a:r>
            <a:r>
              <a:rPr sz="2200" b="1" spc="-15" dirty="0">
                <a:latin typeface="Calibri"/>
                <a:cs typeface="Calibri"/>
              </a:rPr>
              <a:t>for</a:t>
            </a:r>
            <a:r>
              <a:rPr sz="2200" b="1" spc="20" dirty="0">
                <a:latin typeface="Calibri"/>
                <a:cs typeface="Calibri"/>
              </a:rPr>
              <a:t> </a:t>
            </a:r>
            <a:r>
              <a:rPr sz="2200" b="1" spc="-5" dirty="0">
                <a:latin typeface="Calibri"/>
                <a:cs typeface="Calibri"/>
              </a:rPr>
              <a:t>Self-Driving</a:t>
            </a:r>
            <a:r>
              <a:rPr sz="2200" b="1" spc="5" dirty="0">
                <a:latin typeface="Calibri"/>
                <a:cs typeface="Calibri"/>
              </a:rPr>
              <a:t> </a:t>
            </a:r>
            <a:r>
              <a:rPr sz="2200" b="1" spc="-15" dirty="0">
                <a:latin typeface="Calibri"/>
                <a:cs typeface="Calibri"/>
              </a:rPr>
              <a:t>Cars</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10" dirty="0">
                <a:latin typeface="Calibri"/>
                <a:cs typeface="Calibri"/>
              </a:rPr>
              <a:t>Self-driving</a:t>
            </a:r>
            <a:r>
              <a:rPr sz="2200" spc="160" dirty="0">
                <a:latin typeface="Calibri"/>
                <a:cs typeface="Calibri"/>
              </a:rPr>
              <a:t> </a:t>
            </a:r>
            <a:r>
              <a:rPr sz="2200" spc="-10" dirty="0">
                <a:latin typeface="Calibri"/>
                <a:cs typeface="Calibri"/>
              </a:rPr>
              <a:t>automobiles</a:t>
            </a:r>
            <a:r>
              <a:rPr sz="2200" spc="180" dirty="0">
                <a:latin typeface="Calibri"/>
                <a:cs typeface="Calibri"/>
              </a:rPr>
              <a:t> </a:t>
            </a:r>
            <a:r>
              <a:rPr sz="2200" spc="-10" dirty="0">
                <a:latin typeface="Calibri"/>
                <a:cs typeface="Calibri"/>
              </a:rPr>
              <a:t>are</a:t>
            </a:r>
            <a:r>
              <a:rPr sz="2200" spc="170" dirty="0">
                <a:latin typeface="Calibri"/>
                <a:cs typeface="Calibri"/>
              </a:rPr>
              <a:t> </a:t>
            </a:r>
            <a:r>
              <a:rPr sz="2200" spc="-15" dirty="0">
                <a:latin typeface="Calibri"/>
                <a:cs typeface="Calibri"/>
              </a:rPr>
              <a:t>excellent</a:t>
            </a:r>
            <a:r>
              <a:rPr sz="2200" spc="185" dirty="0">
                <a:latin typeface="Calibri"/>
                <a:cs typeface="Calibri"/>
              </a:rPr>
              <a:t> </a:t>
            </a:r>
            <a:r>
              <a:rPr sz="2200" spc="-15" dirty="0">
                <a:latin typeface="Calibri"/>
                <a:cs typeface="Calibri"/>
              </a:rPr>
              <a:t>examples</a:t>
            </a:r>
            <a:r>
              <a:rPr sz="2200" spc="165" dirty="0">
                <a:latin typeface="Calibri"/>
                <a:cs typeface="Calibri"/>
              </a:rPr>
              <a:t> </a:t>
            </a:r>
            <a:r>
              <a:rPr sz="2200" spc="-5" dirty="0">
                <a:latin typeface="Calibri"/>
                <a:cs typeface="Calibri"/>
              </a:rPr>
              <a:t>of</a:t>
            </a:r>
            <a:r>
              <a:rPr sz="2200" spc="185" dirty="0">
                <a:latin typeface="Calibri"/>
                <a:cs typeface="Calibri"/>
              </a:rPr>
              <a:t> </a:t>
            </a:r>
            <a:r>
              <a:rPr sz="2200" spc="-20" dirty="0">
                <a:latin typeface="Calibri"/>
                <a:cs typeface="Calibri"/>
              </a:rPr>
              <a:t>fog</a:t>
            </a:r>
            <a:r>
              <a:rPr sz="2200" spc="180" dirty="0">
                <a:latin typeface="Calibri"/>
                <a:cs typeface="Calibri"/>
              </a:rPr>
              <a:t> </a:t>
            </a:r>
            <a:r>
              <a:rPr sz="2200" spc="-5" dirty="0">
                <a:latin typeface="Calibri"/>
                <a:cs typeface="Calibri"/>
              </a:rPr>
              <a:t>computing,</a:t>
            </a:r>
            <a:r>
              <a:rPr sz="2200" spc="160" dirty="0">
                <a:latin typeface="Calibri"/>
                <a:cs typeface="Calibri"/>
              </a:rPr>
              <a:t> </a:t>
            </a:r>
            <a:r>
              <a:rPr sz="2200" spc="-10" dirty="0">
                <a:latin typeface="Calibri"/>
                <a:cs typeface="Calibri"/>
              </a:rPr>
              <a:t>since</a:t>
            </a:r>
            <a:endParaRPr sz="2200">
              <a:latin typeface="Calibri"/>
              <a:cs typeface="Calibri"/>
            </a:endParaRPr>
          </a:p>
          <a:p>
            <a:pPr marL="354965">
              <a:lnSpc>
                <a:spcPct val="100000"/>
              </a:lnSpc>
            </a:pPr>
            <a:r>
              <a:rPr sz="2200" spc="-5" dirty="0">
                <a:latin typeface="Calibri"/>
                <a:cs typeface="Calibri"/>
              </a:rPr>
              <a:t>a lot</a:t>
            </a:r>
            <a:r>
              <a:rPr sz="2200" spc="10" dirty="0">
                <a:latin typeface="Calibri"/>
                <a:cs typeface="Calibri"/>
              </a:rPr>
              <a:t> </a:t>
            </a:r>
            <a:r>
              <a:rPr sz="2200" dirty="0">
                <a:latin typeface="Calibri"/>
                <a:cs typeface="Calibri"/>
              </a:rPr>
              <a:t>of</a:t>
            </a:r>
            <a:r>
              <a:rPr sz="2200" spc="5" dirty="0">
                <a:latin typeface="Calibri"/>
                <a:cs typeface="Calibri"/>
              </a:rPr>
              <a:t> </a:t>
            </a:r>
            <a:r>
              <a:rPr sz="2200" spc="-10" dirty="0">
                <a:latin typeface="Calibri"/>
                <a:cs typeface="Calibri"/>
              </a:rPr>
              <a:t>computing</a:t>
            </a:r>
            <a:r>
              <a:rPr sz="2200" spc="20" dirty="0">
                <a:latin typeface="Calibri"/>
                <a:cs typeface="Calibri"/>
              </a:rPr>
              <a:t> </a:t>
            </a:r>
            <a:r>
              <a:rPr sz="2200" spc="-5" dirty="0">
                <a:latin typeface="Calibri"/>
                <a:cs typeface="Calibri"/>
              </a:rPr>
              <a:t>and decision-making</a:t>
            </a:r>
            <a:r>
              <a:rPr sz="2200" spc="5" dirty="0">
                <a:latin typeface="Calibri"/>
                <a:cs typeface="Calibri"/>
              </a:rPr>
              <a:t> </a:t>
            </a:r>
            <a:r>
              <a:rPr sz="2200" spc="-10" dirty="0">
                <a:latin typeface="Calibri"/>
                <a:cs typeface="Calibri"/>
              </a:rPr>
              <a:t>happens</a:t>
            </a:r>
            <a:r>
              <a:rPr sz="2200" dirty="0">
                <a:latin typeface="Calibri"/>
                <a:cs typeface="Calibri"/>
              </a:rPr>
              <a:t> on</a:t>
            </a:r>
            <a:r>
              <a:rPr sz="2200" spc="-5" dirty="0">
                <a:latin typeface="Calibri"/>
                <a:cs typeface="Calibri"/>
              </a:rPr>
              <a:t> the</a:t>
            </a:r>
            <a:r>
              <a:rPr sz="2200" spc="10" dirty="0">
                <a:latin typeface="Calibri"/>
                <a:cs typeface="Calibri"/>
              </a:rPr>
              <a:t> </a:t>
            </a:r>
            <a:r>
              <a:rPr sz="2200" spc="-10" dirty="0">
                <a:latin typeface="Calibri"/>
                <a:cs typeface="Calibri"/>
              </a:rPr>
              <a:t>edge.</a:t>
            </a:r>
            <a:endParaRPr sz="2200">
              <a:latin typeface="Calibri"/>
              <a:cs typeface="Calibri"/>
            </a:endParaRPr>
          </a:p>
        </p:txBody>
      </p:sp>
      <p:pic>
        <p:nvPicPr>
          <p:cNvPr id="3" name="object 3"/>
          <p:cNvPicPr/>
          <p:nvPr/>
        </p:nvPicPr>
        <p:blipFill>
          <a:blip r:embed="R01c9d8869a1c49bc" cstate="print"/>
          <a:stretch>
            <a:fillRect/>
          </a:stretch>
        </p:blipFill>
        <p:spPr>
          <a:xfrm>
            <a:off x="107504" y="1433449"/>
            <a:ext cx="4680458" cy="2908808"/>
          </a:xfrm>
          <a:prstGeom prst="rect">
            <a:avLst/>
          </a:prstGeom>
        </p:spPr>
      </p:pic>
      <p:pic>
        <p:nvPicPr>
          <p:cNvPr id="4" name="object 4"/>
          <p:cNvPicPr/>
          <p:nvPr/>
        </p:nvPicPr>
        <p:blipFill>
          <a:blip r:embed="R165cdb1870974477" cstate="print"/>
          <a:stretch>
            <a:fillRect/>
          </a:stretch>
        </p:blipFill>
        <p:spPr>
          <a:xfrm>
            <a:off x="2195702" y="4509150"/>
            <a:ext cx="4032504" cy="2268220"/>
          </a:xfrm>
          <a:prstGeom prst="rect">
            <a:avLst/>
          </a:prstGeom>
        </p:spPr>
      </p:pic>
      <p:pic>
        <p:nvPicPr>
          <p:cNvPr id="5" name="object 5"/>
          <p:cNvPicPr/>
          <p:nvPr/>
        </p:nvPicPr>
        <p:blipFill>
          <a:blip r:embed="Radc92cad1c994e41" cstate="print"/>
          <a:stretch>
            <a:fillRect/>
          </a:stretch>
        </p:blipFill>
        <p:spPr>
          <a:xfrm>
            <a:off x="4987416" y="1340866"/>
            <a:ext cx="3977132" cy="2983737"/>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137437"/>
            <a:ext cx="8395335" cy="2372995"/>
          </a:xfrm>
          <a:prstGeom prst="rect">
            <a:avLst/>
          </a:prstGeom>
        </p:spPr>
        <p:txBody>
          <a:bodyPr vert="horz" wrap="square" lIns="0" tIns="79375" rIns="0" bIns="0" rtlCol="0">
            <a:spAutoFit/>
          </a:bodyPr>
          <a:lstStyle/>
          <a:p>
            <a:pPr marL="355600" indent="-342900">
              <a:lnSpc>
                <a:spcPct val="100000"/>
              </a:lnSpc>
              <a:spcBef>
                <a:spcPts val="625"/>
              </a:spcBef>
              <a:buFont typeface="Arial MT"/>
              <a:buChar char="•"/>
              <a:tabLst>
                <a:tab pos="354965" algn="l"/>
                <a:tab pos="355600" algn="l"/>
              </a:tabLst>
            </a:pPr>
            <a:r>
              <a:rPr sz="2200" spc="-15" dirty="0">
                <a:latin typeface="Calibri"/>
                <a:cs typeface="Calibri"/>
              </a:rPr>
              <a:t>Each</a:t>
            </a:r>
            <a:r>
              <a:rPr sz="2200" spc="5" dirty="0">
                <a:latin typeface="Calibri"/>
                <a:cs typeface="Calibri"/>
              </a:rPr>
              <a:t> </a:t>
            </a:r>
            <a:r>
              <a:rPr sz="2200" spc="-15" dirty="0">
                <a:latin typeface="Calibri"/>
                <a:cs typeface="Calibri"/>
              </a:rPr>
              <a:t>car</a:t>
            </a:r>
            <a:r>
              <a:rPr sz="2200" spc="5" dirty="0">
                <a:latin typeface="Calibri"/>
                <a:cs typeface="Calibri"/>
              </a:rPr>
              <a:t> </a:t>
            </a:r>
            <a:r>
              <a:rPr sz="2200" spc="-10" dirty="0">
                <a:latin typeface="Calibri"/>
                <a:cs typeface="Calibri"/>
              </a:rPr>
              <a:t>transmits</a:t>
            </a:r>
            <a:r>
              <a:rPr sz="2200" spc="10" dirty="0">
                <a:latin typeface="Calibri"/>
                <a:cs typeface="Calibri"/>
              </a:rPr>
              <a:t> </a:t>
            </a:r>
            <a:r>
              <a:rPr sz="2200" spc="-5" dirty="0">
                <a:latin typeface="Calibri"/>
                <a:cs typeface="Calibri"/>
              </a:rPr>
              <a:t>a</a:t>
            </a:r>
            <a:r>
              <a:rPr sz="2200" spc="5" dirty="0">
                <a:latin typeface="Calibri"/>
                <a:cs typeface="Calibri"/>
              </a:rPr>
              <a:t> </a:t>
            </a:r>
            <a:r>
              <a:rPr sz="2200" spc="-5" dirty="0">
                <a:latin typeface="Calibri"/>
                <a:cs typeface="Calibri"/>
              </a:rPr>
              <a:t>lot</a:t>
            </a:r>
            <a:r>
              <a:rPr sz="2200" spc="5" dirty="0">
                <a:latin typeface="Calibri"/>
                <a:cs typeface="Calibri"/>
              </a:rPr>
              <a:t> </a:t>
            </a:r>
            <a:r>
              <a:rPr sz="2200" dirty="0">
                <a:latin typeface="Calibri"/>
                <a:cs typeface="Calibri"/>
              </a:rPr>
              <a:t>of</a:t>
            </a:r>
            <a:r>
              <a:rPr sz="2200" spc="10" dirty="0">
                <a:latin typeface="Calibri"/>
                <a:cs typeface="Calibri"/>
              </a:rPr>
              <a:t> </a:t>
            </a:r>
            <a:r>
              <a:rPr sz="2200" spc="-20" dirty="0">
                <a:latin typeface="Calibri"/>
                <a:cs typeface="Calibri"/>
              </a:rPr>
              <a:t>data</a:t>
            </a:r>
            <a:r>
              <a:rPr sz="2200" spc="-5" dirty="0">
                <a:latin typeface="Calibri"/>
                <a:cs typeface="Calibri"/>
              </a:rPr>
              <a:t> </a:t>
            </a:r>
            <a:r>
              <a:rPr sz="2200" spc="-20" dirty="0">
                <a:latin typeface="Calibri"/>
                <a:cs typeface="Calibri"/>
              </a:rPr>
              <a:t>for</a:t>
            </a:r>
            <a:r>
              <a:rPr sz="2200" dirty="0">
                <a:latin typeface="Calibri"/>
                <a:cs typeface="Calibri"/>
              </a:rPr>
              <a:t> </a:t>
            </a:r>
            <a:r>
              <a:rPr sz="2200" spc="-10" dirty="0">
                <a:latin typeface="Calibri"/>
                <a:cs typeface="Calibri"/>
              </a:rPr>
              <a:t>processing</a:t>
            </a:r>
            <a:r>
              <a:rPr sz="2200" spc="5" dirty="0">
                <a:latin typeface="Calibri"/>
                <a:cs typeface="Calibri"/>
              </a:rPr>
              <a:t> </a:t>
            </a:r>
            <a:r>
              <a:rPr sz="2200" spc="-5" dirty="0">
                <a:latin typeface="Calibri"/>
                <a:cs typeface="Calibri"/>
              </a:rPr>
              <a:t>in</a:t>
            </a:r>
            <a:r>
              <a:rPr sz="2200" dirty="0">
                <a:latin typeface="Calibri"/>
                <a:cs typeface="Calibri"/>
              </a:rPr>
              <a:t> </a:t>
            </a:r>
            <a:r>
              <a:rPr sz="2200" spc="-5" dirty="0">
                <a:latin typeface="Calibri"/>
                <a:cs typeface="Calibri"/>
              </a:rPr>
              <a:t>the</a:t>
            </a:r>
            <a:r>
              <a:rPr sz="2200" spc="5" dirty="0">
                <a:latin typeface="Calibri"/>
                <a:cs typeface="Calibri"/>
              </a:rPr>
              <a:t> </a:t>
            </a:r>
            <a:r>
              <a:rPr sz="2200" spc="-5" dirty="0">
                <a:latin typeface="Calibri"/>
                <a:cs typeface="Calibri"/>
              </a:rPr>
              <a:t>cloud.</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5" dirty="0">
                <a:latin typeface="Calibri"/>
                <a:cs typeface="Calibri"/>
              </a:rPr>
              <a:t>An</a:t>
            </a:r>
            <a:r>
              <a:rPr sz="2200" spc="5" dirty="0">
                <a:latin typeface="Calibri"/>
                <a:cs typeface="Calibri"/>
              </a:rPr>
              <a:t> </a:t>
            </a:r>
            <a:r>
              <a:rPr sz="2200" i="1" spc="-5" dirty="0">
                <a:latin typeface="Calibri"/>
                <a:cs typeface="Calibri"/>
              </a:rPr>
              <a:t>N</a:t>
            </a:r>
            <a:r>
              <a:rPr sz="2200" spc="-5" dirty="0">
                <a:latin typeface="Calibri"/>
                <a:cs typeface="Calibri"/>
              </a:rPr>
              <a:t>-tier</a:t>
            </a:r>
            <a:r>
              <a:rPr sz="2200" spc="10" dirty="0">
                <a:latin typeface="Calibri"/>
                <a:cs typeface="Calibri"/>
              </a:rPr>
              <a:t> </a:t>
            </a:r>
            <a:r>
              <a:rPr sz="2200" spc="-5" dirty="0">
                <a:latin typeface="Calibri"/>
                <a:cs typeface="Calibri"/>
              </a:rPr>
              <a:t>model</a:t>
            </a:r>
            <a:r>
              <a:rPr sz="2200" spc="5" dirty="0">
                <a:latin typeface="Calibri"/>
                <a:cs typeface="Calibri"/>
              </a:rPr>
              <a:t> </a:t>
            </a:r>
            <a:r>
              <a:rPr sz="2200" spc="-10" dirty="0">
                <a:latin typeface="Calibri"/>
                <a:cs typeface="Calibri"/>
              </a:rPr>
              <a:t>would</a:t>
            </a:r>
            <a:r>
              <a:rPr sz="2200" spc="5" dirty="0">
                <a:latin typeface="Calibri"/>
                <a:cs typeface="Calibri"/>
              </a:rPr>
              <a:t> </a:t>
            </a:r>
            <a:r>
              <a:rPr sz="2200" spc="-25" dirty="0">
                <a:latin typeface="Calibri"/>
                <a:cs typeface="Calibri"/>
              </a:rPr>
              <a:t>make</a:t>
            </a:r>
            <a:r>
              <a:rPr sz="2200" spc="15" dirty="0">
                <a:latin typeface="Calibri"/>
                <a:cs typeface="Calibri"/>
              </a:rPr>
              <a:t> </a:t>
            </a:r>
            <a:r>
              <a:rPr sz="2200" spc="-5" dirty="0">
                <a:latin typeface="Calibri"/>
                <a:cs typeface="Calibri"/>
              </a:rPr>
              <a:t>the</a:t>
            </a:r>
            <a:r>
              <a:rPr sz="2200" spc="5" dirty="0">
                <a:latin typeface="Calibri"/>
                <a:cs typeface="Calibri"/>
              </a:rPr>
              <a:t> </a:t>
            </a:r>
            <a:r>
              <a:rPr sz="2200" spc="-20" dirty="0">
                <a:latin typeface="Calibri"/>
                <a:cs typeface="Calibri"/>
              </a:rPr>
              <a:t>system</a:t>
            </a:r>
            <a:r>
              <a:rPr sz="2200" spc="25" dirty="0">
                <a:latin typeface="Calibri"/>
                <a:cs typeface="Calibri"/>
              </a:rPr>
              <a:t> </a:t>
            </a:r>
            <a:r>
              <a:rPr sz="2200" spc="-10" dirty="0">
                <a:latin typeface="Calibri"/>
                <a:cs typeface="Calibri"/>
              </a:rPr>
              <a:t>considerably</a:t>
            </a:r>
            <a:r>
              <a:rPr sz="2200" spc="-5" dirty="0">
                <a:latin typeface="Calibri"/>
                <a:cs typeface="Calibri"/>
              </a:rPr>
              <a:t> </a:t>
            </a:r>
            <a:r>
              <a:rPr sz="2200" spc="-10" dirty="0">
                <a:latin typeface="Calibri"/>
                <a:cs typeface="Calibri"/>
              </a:rPr>
              <a:t>more</a:t>
            </a:r>
            <a:r>
              <a:rPr sz="2200" spc="20" dirty="0">
                <a:latin typeface="Calibri"/>
                <a:cs typeface="Calibri"/>
              </a:rPr>
              <a:t> </a:t>
            </a:r>
            <a:r>
              <a:rPr sz="2200" spc="-15" dirty="0">
                <a:latin typeface="Calibri"/>
                <a:cs typeface="Calibri"/>
              </a:rPr>
              <a:t>efficient.</a:t>
            </a:r>
            <a:endParaRPr sz="2200">
              <a:latin typeface="Calibri"/>
              <a:cs typeface="Calibri"/>
            </a:endParaRPr>
          </a:p>
          <a:p>
            <a:pPr marL="355600" indent="-342900">
              <a:lnSpc>
                <a:spcPct val="100000"/>
              </a:lnSpc>
              <a:spcBef>
                <a:spcPts val="530"/>
              </a:spcBef>
              <a:buFont typeface="Arial MT"/>
              <a:buChar char="•"/>
              <a:tabLst>
                <a:tab pos="354965" algn="l"/>
                <a:tab pos="355600" algn="l"/>
              </a:tabLst>
            </a:pPr>
            <a:r>
              <a:rPr sz="2200" spc="-5" dirty="0">
                <a:latin typeface="Calibri"/>
                <a:cs typeface="Calibri"/>
              </a:rPr>
              <a:t>Machine-learning</a:t>
            </a:r>
            <a:r>
              <a:rPr sz="2200" spc="-35" dirty="0">
                <a:latin typeface="Calibri"/>
                <a:cs typeface="Calibri"/>
              </a:rPr>
              <a:t> </a:t>
            </a:r>
            <a:r>
              <a:rPr sz="2200" spc="-5" dirty="0">
                <a:latin typeface="Calibri"/>
                <a:cs typeface="Calibri"/>
              </a:rPr>
              <a:t>algorithms</a:t>
            </a:r>
            <a:r>
              <a:rPr sz="2200" spc="-15" dirty="0">
                <a:latin typeface="Calibri"/>
                <a:cs typeface="Calibri"/>
              </a:rPr>
              <a:t> </a:t>
            </a:r>
            <a:r>
              <a:rPr sz="2200" spc="-10" dirty="0">
                <a:latin typeface="Calibri"/>
                <a:cs typeface="Calibri"/>
              </a:rPr>
              <a:t>used</a:t>
            </a:r>
            <a:r>
              <a:rPr sz="2200" spc="-5" dirty="0">
                <a:latin typeface="Calibri"/>
                <a:cs typeface="Calibri"/>
              </a:rPr>
              <a:t> </a:t>
            </a:r>
            <a:r>
              <a:rPr sz="2200" spc="-10" dirty="0">
                <a:latin typeface="Calibri"/>
                <a:cs typeface="Calibri"/>
              </a:rPr>
              <a:t>are</a:t>
            </a:r>
            <a:endParaRPr sz="2200">
              <a:latin typeface="Calibri"/>
              <a:cs typeface="Calibri"/>
            </a:endParaRPr>
          </a:p>
          <a:p>
            <a:pPr marL="756285" lvl="1" indent="-287020">
              <a:lnSpc>
                <a:spcPct val="100000"/>
              </a:lnSpc>
              <a:spcBef>
                <a:spcPts val="525"/>
              </a:spcBef>
              <a:buFont typeface="Arial MT"/>
              <a:buChar char="–"/>
              <a:tabLst>
                <a:tab pos="756285" algn="l"/>
                <a:tab pos="756920" algn="l"/>
              </a:tabLst>
            </a:pPr>
            <a:r>
              <a:rPr sz="2200" spc="-5" dirty="0">
                <a:latin typeface="Calibri"/>
                <a:cs typeface="Calibri"/>
              </a:rPr>
              <a:t>ANN</a:t>
            </a:r>
            <a:r>
              <a:rPr sz="2200" dirty="0">
                <a:latin typeface="Calibri"/>
                <a:cs typeface="Calibri"/>
              </a:rPr>
              <a:t> </a:t>
            </a:r>
            <a:r>
              <a:rPr sz="2200" spc="-20" dirty="0">
                <a:latin typeface="Calibri"/>
                <a:cs typeface="Calibri"/>
              </a:rPr>
              <a:t>for</a:t>
            </a:r>
            <a:r>
              <a:rPr sz="2200" spc="-5" dirty="0">
                <a:latin typeface="Calibri"/>
                <a:cs typeface="Calibri"/>
              </a:rPr>
              <a:t> </a:t>
            </a:r>
            <a:r>
              <a:rPr sz="2200" spc="-10" dirty="0">
                <a:latin typeface="Calibri"/>
                <a:cs typeface="Calibri"/>
              </a:rPr>
              <a:t>image</a:t>
            </a:r>
            <a:r>
              <a:rPr sz="2200" spc="10" dirty="0">
                <a:latin typeface="Calibri"/>
                <a:cs typeface="Calibri"/>
              </a:rPr>
              <a:t> </a:t>
            </a:r>
            <a:r>
              <a:rPr sz="2200" spc="-10" dirty="0">
                <a:latin typeface="Calibri"/>
                <a:cs typeface="Calibri"/>
              </a:rPr>
              <a:t>processing</a:t>
            </a:r>
            <a:endParaRPr sz="2200">
              <a:latin typeface="Calibri"/>
              <a:cs typeface="Calibri"/>
            </a:endParaRPr>
          </a:p>
          <a:p>
            <a:pPr marL="756285" marR="5080" lvl="1" indent="-287020">
              <a:lnSpc>
                <a:spcPct val="100000"/>
              </a:lnSpc>
              <a:spcBef>
                <a:spcPts val="530"/>
              </a:spcBef>
              <a:buFont typeface="Arial MT"/>
              <a:buChar char="–"/>
              <a:tabLst>
                <a:tab pos="756285" algn="l"/>
                <a:tab pos="756920" algn="l"/>
              </a:tabLst>
            </a:pPr>
            <a:r>
              <a:rPr sz="2200" spc="-10" dirty="0">
                <a:latin typeface="Calibri"/>
                <a:cs typeface="Calibri"/>
              </a:rPr>
              <a:t>Naïve</a:t>
            </a:r>
            <a:r>
              <a:rPr sz="2200" dirty="0">
                <a:latin typeface="Calibri"/>
                <a:cs typeface="Calibri"/>
              </a:rPr>
              <a:t> </a:t>
            </a:r>
            <a:r>
              <a:rPr sz="2200" spc="-15" dirty="0">
                <a:latin typeface="Calibri"/>
                <a:cs typeface="Calibri"/>
              </a:rPr>
              <a:t>Bayes</a:t>
            </a:r>
            <a:r>
              <a:rPr sz="2200" spc="5" dirty="0">
                <a:latin typeface="Calibri"/>
                <a:cs typeface="Calibri"/>
              </a:rPr>
              <a:t> </a:t>
            </a:r>
            <a:r>
              <a:rPr sz="2200" spc="-5" dirty="0">
                <a:latin typeface="Calibri"/>
                <a:cs typeface="Calibri"/>
              </a:rPr>
              <a:t>or</a:t>
            </a:r>
            <a:r>
              <a:rPr sz="2200" dirty="0">
                <a:latin typeface="Calibri"/>
                <a:cs typeface="Calibri"/>
              </a:rPr>
              <a:t> </a:t>
            </a:r>
            <a:r>
              <a:rPr sz="2200" spc="-10" dirty="0">
                <a:latin typeface="Calibri"/>
                <a:cs typeface="Calibri"/>
              </a:rPr>
              <a:t>similar</a:t>
            </a:r>
            <a:r>
              <a:rPr sz="2200" dirty="0">
                <a:latin typeface="Calibri"/>
                <a:cs typeface="Calibri"/>
              </a:rPr>
              <a:t> </a:t>
            </a:r>
            <a:r>
              <a:rPr sz="2200" spc="-5" dirty="0">
                <a:latin typeface="Calibri"/>
                <a:cs typeface="Calibri"/>
              </a:rPr>
              <a:t>algorithms </a:t>
            </a:r>
            <a:r>
              <a:rPr sz="2200" spc="-20" dirty="0">
                <a:latin typeface="Calibri"/>
                <a:cs typeface="Calibri"/>
              </a:rPr>
              <a:t>for</a:t>
            </a:r>
            <a:r>
              <a:rPr sz="2200" spc="5" dirty="0">
                <a:latin typeface="Calibri"/>
                <a:cs typeface="Calibri"/>
              </a:rPr>
              <a:t> </a:t>
            </a:r>
            <a:r>
              <a:rPr sz="2200" spc="-5" dirty="0">
                <a:latin typeface="Calibri"/>
                <a:cs typeface="Calibri"/>
              </a:rPr>
              <a:t>anomaly</a:t>
            </a:r>
            <a:r>
              <a:rPr sz="2200" spc="20" dirty="0">
                <a:latin typeface="Calibri"/>
                <a:cs typeface="Calibri"/>
              </a:rPr>
              <a:t> </a:t>
            </a:r>
            <a:r>
              <a:rPr sz="2200" spc="-10" dirty="0">
                <a:latin typeface="Calibri"/>
                <a:cs typeface="Calibri"/>
              </a:rPr>
              <a:t>detection,</a:t>
            </a:r>
            <a:r>
              <a:rPr sz="2200" spc="25" dirty="0">
                <a:latin typeface="Calibri"/>
                <a:cs typeface="Calibri"/>
              </a:rPr>
              <a:t> </a:t>
            </a:r>
            <a:r>
              <a:rPr sz="2200" spc="-15" dirty="0">
                <a:latin typeface="Calibri"/>
                <a:cs typeface="Calibri"/>
              </a:rPr>
              <a:t>reinforced </a:t>
            </a:r>
            <a:r>
              <a:rPr sz="2200" spc="-484" dirty="0">
                <a:latin typeface="Calibri"/>
                <a:cs typeface="Calibri"/>
              </a:rPr>
              <a:t> </a:t>
            </a:r>
            <a:r>
              <a:rPr sz="2200" spc="-5" dirty="0">
                <a:latin typeface="Calibri"/>
                <a:cs typeface="Calibri"/>
              </a:rPr>
              <a:t>learning.</a:t>
            </a:r>
            <a:endParaRPr sz="2200">
              <a:latin typeface="Calibri"/>
              <a:cs typeface="Calibri"/>
            </a:endParaRPr>
          </a:p>
        </p:txBody>
      </p:sp>
      <p:pic>
        <p:nvPicPr>
          <p:cNvPr id="3" name="object 3"/>
          <p:cNvPicPr/>
          <p:nvPr/>
        </p:nvPicPr>
        <p:blipFill>
          <a:blip r:embed="R637c443d4d4a45f2" cstate="print"/>
          <a:stretch>
            <a:fillRect/>
          </a:stretch>
        </p:blipFill>
        <p:spPr>
          <a:xfrm>
            <a:off x="2097952" y="2780944"/>
            <a:ext cx="4634317" cy="3826002"/>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65303"/>
            <a:ext cx="7293609" cy="830580"/>
          </a:xfrm>
          <a:prstGeom prst="rect">
            <a:avLst/>
          </a:prstGeom>
        </p:spPr>
        <p:txBody>
          <a:bodyPr vert="horz" wrap="square" lIns="0" tIns="79375" rIns="0" bIns="0" rtlCol="0">
            <a:spAutoFit/>
          </a:bodyPr>
          <a:lstStyle/>
          <a:p>
            <a:pPr marL="12700">
              <a:lnSpc>
                <a:spcPct val="100000"/>
              </a:lnSpc>
              <a:spcBef>
                <a:spcPts val="625"/>
              </a:spcBef>
            </a:pPr>
            <a:r>
              <a:rPr sz="2200" b="1" u="heavy" dirty="0">
                <a:uFill>
                  <a:solidFill>
                    <a:srgbClr val="000000"/>
                  </a:solidFill>
                </a:uFill>
                <a:latin typeface="Calibri"/>
                <a:cs typeface="Calibri"/>
              </a:rPr>
              <a:t>c.</a:t>
            </a:r>
            <a:r>
              <a:rPr sz="2200" b="1" u="heavy" spc="5" dirty="0">
                <a:uFill>
                  <a:solidFill>
                    <a:srgbClr val="000000"/>
                  </a:solidFill>
                </a:uFill>
                <a:latin typeface="Calibri"/>
                <a:cs typeface="Calibri"/>
              </a:rPr>
              <a:t> </a:t>
            </a:r>
            <a:r>
              <a:rPr sz="2200" b="1" u="heavy" spc="-10" dirty="0">
                <a:uFill>
                  <a:solidFill>
                    <a:srgbClr val="000000"/>
                  </a:solidFill>
                </a:uFill>
                <a:latin typeface="Calibri"/>
                <a:cs typeface="Calibri"/>
              </a:rPr>
              <a:t>Machine</a:t>
            </a:r>
            <a:r>
              <a:rPr sz="2200" b="1" u="heavy" spc="20" dirty="0">
                <a:uFill>
                  <a:solidFill>
                    <a:srgbClr val="000000"/>
                  </a:solidFill>
                </a:uFill>
                <a:latin typeface="Calibri"/>
                <a:cs typeface="Calibri"/>
              </a:rPr>
              <a:t> </a:t>
            </a:r>
            <a:r>
              <a:rPr sz="2200" b="1" u="heavy" spc="-10" dirty="0">
                <a:uFill>
                  <a:solidFill>
                    <a:srgbClr val="000000"/>
                  </a:solidFill>
                </a:uFill>
                <a:latin typeface="Calibri"/>
                <a:cs typeface="Calibri"/>
              </a:rPr>
              <a:t>Learning</a:t>
            </a:r>
            <a:r>
              <a:rPr sz="2200" b="1" u="heavy" spc="25" dirty="0">
                <a:uFill>
                  <a:solidFill>
                    <a:srgbClr val="000000"/>
                  </a:solidFill>
                </a:uFill>
                <a:latin typeface="Calibri"/>
                <a:cs typeface="Calibri"/>
              </a:rPr>
              <a:t> </a:t>
            </a:r>
            <a:r>
              <a:rPr sz="2200" b="1" u="heavy" spc="-5" dirty="0">
                <a:uFill>
                  <a:solidFill>
                    <a:srgbClr val="000000"/>
                  </a:solidFill>
                </a:uFill>
                <a:latin typeface="Calibri"/>
                <a:cs typeface="Calibri"/>
              </a:rPr>
              <a:t>in </a:t>
            </a:r>
            <a:r>
              <a:rPr sz="2200" b="1" u="heavy" spc="-15" dirty="0">
                <a:uFill>
                  <a:solidFill>
                    <a:srgbClr val="000000"/>
                  </a:solidFill>
                </a:uFill>
                <a:latin typeface="Calibri"/>
                <a:cs typeface="Calibri"/>
              </a:rPr>
              <a:t>Fog</a:t>
            </a:r>
            <a:r>
              <a:rPr sz="2200" b="1" u="heavy" spc="5" dirty="0">
                <a:uFill>
                  <a:solidFill>
                    <a:srgbClr val="000000"/>
                  </a:solidFill>
                </a:uFill>
                <a:latin typeface="Calibri"/>
                <a:cs typeface="Calibri"/>
              </a:rPr>
              <a:t> </a:t>
            </a:r>
            <a:r>
              <a:rPr sz="2200" b="1" u="heavy" spc="-10" dirty="0">
                <a:uFill>
                  <a:solidFill>
                    <a:srgbClr val="000000"/>
                  </a:solidFill>
                </a:uFill>
                <a:latin typeface="Calibri"/>
                <a:cs typeface="Calibri"/>
              </a:rPr>
              <a:t>Computing</a:t>
            </a:r>
            <a:r>
              <a:rPr sz="2200" b="1" u="heavy" spc="20" dirty="0">
                <a:uFill>
                  <a:solidFill>
                    <a:srgbClr val="000000"/>
                  </a:solidFill>
                </a:uFill>
                <a:latin typeface="Calibri"/>
                <a:cs typeface="Calibri"/>
              </a:rPr>
              <a:t> </a:t>
            </a:r>
            <a:r>
              <a:rPr sz="2200" b="1" u="heavy" spc="-5" dirty="0">
                <a:uFill>
                  <a:solidFill>
                    <a:srgbClr val="000000"/>
                  </a:solidFill>
                </a:uFill>
                <a:latin typeface="Calibri"/>
                <a:cs typeface="Calibri"/>
              </a:rPr>
              <a:t>Security</a:t>
            </a:r>
            <a:endParaRPr sz="2200">
              <a:latin typeface="Calibri"/>
              <a:cs typeface="Calibri"/>
            </a:endParaRPr>
          </a:p>
          <a:p>
            <a:pPr marL="355600" indent="-342900">
              <a:lnSpc>
                <a:spcPct val="100000"/>
              </a:lnSpc>
              <a:spcBef>
                <a:spcPts val="530"/>
              </a:spcBef>
              <a:buFont typeface="Arial MT"/>
              <a:buChar char="•"/>
              <a:tabLst>
                <a:tab pos="354965" algn="l"/>
                <a:tab pos="355600" algn="l"/>
                <a:tab pos="1049020" algn="l"/>
                <a:tab pos="1448435" algn="l"/>
                <a:tab pos="2052955" algn="l"/>
                <a:tab pos="3369945" algn="l"/>
                <a:tab pos="3672204" algn="l"/>
                <a:tab pos="5182870" algn="l"/>
                <a:tab pos="6408420" algn="l"/>
                <a:tab pos="6912609" algn="l"/>
              </a:tabLst>
            </a:pPr>
            <a:r>
              <a:rPr sz="2200" spc="-175" dirty="0">
                <a:latin typeface="Calibri"/>
                <a:cs typeface="Calibri"/>
              </a:rPr>
              <a:t>T</a:t>
            </a:r>
            <a:r>
              <a:rPr sz="2200" spc="-5" dirty="0">
                <a:latin typeface="Calibri"/>
                <a:cs typeface="Calibri"/>
              </a:rPr>
              <a:t>ang</a:t>
            </a:r>
            <a:r>
              <a:rPr sz="2200" dirty="0">
                <a:latin typeface="Calibri"/>
                <a:cs typeface="Calibri"/>
              </a:rPr>
              <a:t>	</a:t>
            </a:r>
            <a:r>
              <a:rPr sz="2200" spc="-10" dirty="0">
                <a:latin typeface="Calibri"/>
                <a:cs typeface="Calibri"/>
              </a:rPr>
              <a:t>e</a:t>
            </a:r>
            <a:r>
              <a:rPr sz="2200" spc="-5" dirty="0">
                <a:latin typeface="Calibri"/>
                <a:cs typeface="Calibri"/>
              </a:rPr>
              <a:t>t</a:t>
            </a:r>
            <a:r>
              <a:rPr sz="2200" dirty="0">
                <a:latin typeface="Calibri"/>
                <a:cs typeface="Calibri"/>
              </a:rPr>
              <a:t>	</a:t>
            </a:r>
            <a:r>
              <a:rPr sz="2200" spc="-5" dirty="0">
                <a:latin typeface="Calibri"/>
                <a:cs typeface="Calibri"/>
              </a:rPr>
              <a:t>al.</a:t>
            </a:r>
            <a:r>
              <a:rPr sz="2200" dirty="0">
                <a:latin typeface="Calibri"/>
                <a:cs typeface="Calibri"/>
              </a:rPr>
              <a:t>	</a:t>
            </a:r>
            <a:r>
              <a:rPr sz="2200" spc="-10" dirty="0">
                <a:latin typeface="Calibri"/>
                <a:cs typeface="Calibri"/>
              </a:rPr>
              <a:t>p</a:t>
            </a:r>
            <a:r>
              <a:rPr sz="2200" spc="-30" dirty="0">
                <a:latin typeface="Calibri"/>
                <a:cs typeface="Calibri"/>
              </a:rPr>
              <a:t>r</a:t>
            </a:r>
            <a:r>
              <a:rPr sz="2200" spc="-5" dirty="0">
                <a:latin typeface="Calibri"/>
                <a:cs typeface="Calibri"/>
              </a:rPr>
              <a:t>ese</a:t>
            </a:r>
            <a:r>
              <a:rPr sz="2200" spc="-30" dirty="0">
                <a:latin typeface="Calibri"/>
                <a:cs typeface="Calibri"/>
              </a:rPr>
              <a:t>n</a:t>
            </a:r>
            <a:r>
              <a:rPr sz="2200" spc="-25" dirty="0">
                <a:latin typeface="Calibri"/>
                <a:cs typeface="Calibri"/>
              </a:rPr>
              <a:t>t</a:t>
            </a:r>
            <a:r>
              <a:rPr sz="2200" spc="-5" dirty="0">
                <a:latin typeface="Calibri"/>
                <a:cs typeface="Calibri"/>
              </a:rPr>
              <a:t>ed</a:t>
            </a:r>
            <a:r>
              <a:rPr sz="2200" dirty="0">
                <a:latin typeface="Calibri"/>
                <a:cs typeface="Calibri"/>
              </a:rPr>
              <a:t>	</a:t>
            </a:r>
            <a:r>
              <a:rPr sz="2200" spc="-5" dirty="0">
                <a:latin typeface="Calibri"/>
                <a:cs typeface="Calibri"/>
              </a:rPr>
              <a:t>a</a:t>
            </a:r>
            <a:r>
              <a:rPr sz="2200" dirty="0">
                <a:latin typeface="Calibri"/>
                <a:cs typeface="Calibri"/>
              </a:rPr>
              <a:t>	</a:t>
            </a:r>
            <a:r>
              <a:rPr sz="2200" b="1" spc="-5" dirty="0">
                <a:solidFill>
                  <a:srgbClr val="FF0000"/>
                </a:solidFill>
                <a:latin typeface="Calibri"/>
                <a:cs typeface="Calibri"/>
              </a:rPr>
              <a:t>hie</a:t>
            </a:r>
            <a:r>
              <a:rPr sz="2200" b="1" spc="-45" dirty="0">
                <a:solidFill>
                  <a:srgbClr val="FF0000"/>
                </a:solidFill>
                <a:latin typeface="Calibri"/>
                <a:cs typeface="Calibri"/>
              </a:rPr>
              <a:t>r</a:t>
            </a:r>
            <a:r>
              <a:rPr sz="2200" b="1" dirty="0">
                <a:solidFill>
                  <a:srgbClr val="FF0000"/>
                </a:solidFill>
                <a:latin typeface="Calibri"/>
                <a:cs typeface="Calibri"/>
              </a:rPr>
              <a:t>a</a:t>
            </a:r>
            <a:r>
              <a:rPr sz="2200" b="1" spc="-45" dirty="0">
                <a:solidFill>
                  <a:srgbClr val="FF0000"/>
                </a:solidFill>
                <a:latin typeface="Calibri"/>
                <a:cs typeface="Calibri"/>
              </a:rPr>
              <a:t>r</a:t>
            </a:r>
            <a:r>
              <a:rPr sz="2200" b="1" spc="-10" dirty="0">
                <a:solidFill>
                  <a:srgbClr val="FF0000"/>
                </a:solidFill>
                <a:latin typeface="Calibri"/>
                <a:cs typeface="Calibri"/>
              </a:rPr>
              <a:t>chic</a:t>
            </a:r>
            <a:r>
              <a:rPr sz="2200" b="1" spc="-15" dirty="0">
                <a:solidFill>
                  <a:srgbClr val="FF0000"/>
                </a:solidFill>
                <a:latin typeface="Calibri"/>
                <a:cs typeface="Calibri"/>
              </a:rPr>
              <a:t>a</a:t>
            </a:r>
            <a:r>
              <a:rPr sz="2200" b="1" spc="-5" dirty="0">
                <a:solidFill>
                  <a:srgbClr val="FF0000"/>
                </a:solidFill>
                <a:latin typeface="Calibri"/>
                <a:cs typeface="Calibri"/>
              </a:rPr>
              <a:t>l</a:t>
            </a:r>
            <a:r>
              <a:rPr sz="2200" b="1" dirty="0">
                <a:solidFill>
                  <a:srgbClr val="FF0000"/>
                </a:solidFill>
                <a:latin typeface="Calibri"/>
                <a:cs typeface="Calibri"/>
              </a:rPr>
              <a:t>	</a:t>
            </a:r>
            <a:r>
              <a:rPr sz="2200" b="1" spc="-30" dirty="0">
                <a:solidFill>
                  <a:srgbClr val="FF0000"/>
                </a:solidFill>
                <a:latin typeface="Calibri"/>
                <a:cs typeface="Calibri"/>
              </a:rPr>
              <a:t>s</a:t>
            </a:r>
            <a:r>
              <a:rPr sz="2200" b="1" spc="-5" dirty="0">
                <a:solidFill>
                  <a:srgbClr val="FF0000"/>
                </a:solidFill>
                <a:latin typeface="Calibri"/>
                <a:cs typeface="Calibri"/>
              </a:rPr>
              <a:t>tru</a:t>
            </a:r>
            <a:r>
              <a:rPr sz="2200" b="1" spc="15" dirty="0">
                <a:solidFill>
                  <a:srgbClr val="FF0000"/>
                </a:solidFill>
                <a:latin typeface="Calibri"/>
                <a:cs typeface="Calibri"/>
              </a:rPr>
              <a:t>c</a:t>
            </a:r>
            <a:r>
              <a:rPr sz="2200" b="1" spc="-5" dirty="0">
                <a:solidFill>
                  <a:srgbClr val="FF0000"/>
                </a:solidFill>
                <a:latin typeface="Calibri"/>
                <a:cs typeface="Calibri"/>
              </a:rPr>
              <a:t>t</a:t>
            </a:r>
            <a:r>
              <a:rPr sz="2200" b="1" spc="-15" dirty="0">
                <a:solidFill>
                  <a:srgbClr val="FF0000"/>
                </a:solidFill>
                <a:latin typeface="Calibri"/>
                <a:cs typeface="Calibri"/>
              </a:rPr>
              <a:t>u</a:t>
            </a:r>
            <a:r>
              <a:rPr sz="2200" b="1" spc="-20" dirty="0">
                <a:solidFill>
                  <a:srgbClr val="FF0000"/>
                </a:solidFill>
                <a:latin typeface="Calibri"/>
                <a:cs typeface="Calibri"/>
              </a:rPr>
              <a:t>r</a:t>
            </a:r>
            <a:r>
              <a:rPr sz="2200" b="1" spc="-5" dirty="0">
                <a:solidFill>
                  <a:srgbClr val="FF0000"/>
                </a:solidFill>
                <a:latin typeface="Calibri"/>
                <a:cs typeface="Calibri"/>
              </a:rPr>
              <a:t>e</a:t>
            </a:r>
            <a:r>
              <a:rPr sz="2200" b="1" dirty="0">
                <a:solidFill>
                  <a:srgbClr val="FF0000"/>
                </a:solidFill>
                <a:latin typeface="Calibri"/>
                <a:cs typeface="Calibri"/>
              </a:rPr>
              <a:t>	</a:t>
            </a:r>
            <a:r>
              <a:rPr sz="2200" b="1" spc="-30" dirty="0">
                <a:solidFill>
                  <a:srgbClr val="FF0000"/>
                </a:solidFill>
                <a:latin typeface="Calibri"/>
                <a:cs typeface="Calibri"/>
              </a:rPr>
              <a:t>f</a:t>
            </a:r>
            <a:r>
              <a:rPr sz="2200" b="1" spc="-5" dirty="0">
                <a:solidFill>
                  <a:srgbClr val="FF0000"/>
                </a:solidFill>
                <a:latin typeface="Calibri"/>
                <a:cs typeface="Calibri"/>
              </a:rPr>
              <a:t>or</a:t>
            </a:r>
            <a:r>
              <a:rPr sz="2200" b="1" dirty="0">
                <a:solidFill>
                  <a:srgbClr val="FF0000"/>
                </a:solidFill>
                <a:latin typeface="Calibri"/>
                <a:cs typeface="Calibri"/>
              </a:rPr>
              <a:t>	</a:t>
            </a:r>
            <a:r>
              <a:rPr sz="2200" b="1" spc="-30" dirty="0">
                <a:solidFill>
                  <a:srgbClr val="FF0000"/>
                </a:solidFill>
                <a:latin typeface="Calibri"/>
                <a:cs typeface="Calibri"/>
              </a:rPr>
              <a:t>f</a:t>
            </a:r>
            <a:r>
              <a:rPr sz="2200" b="1" spc="-5" dirty="0">
                <a:solidFill>
                  <a:srgbClr val="FF0000"/>
                </a:solidFill>
                <a:latin typeface="Calibri"/>
                <a:cs typeface="Calibri"/>
              </a:rPr>
              <a:t>og</a:t>
            </a:r>
            <a:endParaRPr sz="2200">
              <a:latin typeface="Calibri"/>
              <a:cs typeface="Calibri"/>
            </a:endParaRPr>
          </a:p>
        </p:txBody>
      </p:sp>
      <p:sp>
        <p:nvSpPr>
          <p:cNvPr id="3" name="object 3"/>
          <p:cNvSpPr txBox="1"/>
          <p:nvPr/>
        </p:nvSpPr>
        <p:spPr>
          <a:xfrm>
            <a:off x="7693532" y="535304"/>
            <a:ext cx="1265555" cy="360680"/>
          </a:xfrm>
          <a:prstGeom prst="rect">
            <a:avLst/>
          </a:prstGeom>
        </p:spPr>
        <p:txBody>
          <a:bodyPr vert="horz" wrap="square" lIns="0" tIns="12065" rIns="0" bIns="0" rtlCol="0">
            <a:spAutoFit/>
          </a:bodyPr>
          <a:lstStyle/>
          <a:p>
            <a:pPr marL="12700">
              <a:lnSpc>
                <a:spcPct val="100000"/>
              </a:lnSpc>
              <a:spcBef>
                <a:spcPts val="95"/>
              </a:spcBef>
            </a:pPr>
            <a:r>
              <a:rPr sz="2200" b="1" spc="-10" dirty="0">
                <a:solidFill>
                  <a:srgbClr val="FF0000"/>
                </a:solidFill>
                <a:latin typeface="Calibri"/>
                <a:cs typeface="Calibri"/>
              </a:rPr>
              <a:t>c</a:t>
            </a:r>
            <a:r>
              <a:rPr sz="2200" b="1" spc="5" dirty="0">
                <a:solidFill>
                  <a:srgbClr val="FF0000"/>
                </a:solidFill>
                <a:latin typeface="Calibri"/>
                <a:cs typeface="Calibri"/>
              </a:rPr>
              <a:t>o</a:t>
            </a:r>
            <a:r>
              <a:rPr sz="2200" b="1" spc="-10" dirty="0">
                <a:solidFill>
                  <a:srgbClr val="FF0000"/>
                </a:solidFill>
                <a:latin typeface="Calibri"/>
                <a:cs typeface="Calibri"/>
              </a:rPr>
              <a:t>mpu</a:t>
            </a:r>
            <a:r>
              <a:rPr sz="2200" b="1" spc="-15" dirty="0">
                <a:solidFill>
                  <a:srgbClr val="FF0000"/>
                </a:solidFill>
                <a:latin typeface="Calibri"/>
                <a:cs typeface="Calibri"/>
              </a:rPr>
              <a:t>t</a:t>
            </a:r>
            <a:r>
              <a:rPr sz="2200" b="1" spc="-5" dirty="0">
                <a:solidFill>
                  <a:srgbClr val="FF0000"/>
                </a:solidFill>
                <a:latin typeface="Calibri"/>
                <a:cs typeface="Calibri"/>
              </a:rPr>
              <a:t>ing</a:t>
            </a:r>
            <a:endParaRPr sz="2200">
              <a:latin typeface="Calibri"/>
              <a:cs typeface="Calibri"/>
            </a:endParaRPr>
          </a:p>
        </p:txBody>
      </p:sp>
      <p:sp>
        <p:nvSpPr>
          <p:cNvPr id="4" name="object 4"/>
          <p:cNvSpPr txBox="1"/>
          <p:nvPr/>
        </p:nvSpPr>
        <p:spPr>
          <a:xfrm>
            <a:off x="258267" y="870661"/>
            <a:ext cx="8700770" cy="1433830"/>
          </a:xfrm>
          <a:prstGeom prst="rect">
            <a:avLst/>
          </a:prstGeom>
        </p:spPr>
        <p:txBody>
          <a:bodyPr vert="horz" wrap="square" lIns="0" tIns="12065" rIns="0" bIns="0" rtlCol="0">
            <a:spAutoFit/>
          </a:bodyPr>
          <a:lstStyle/>
          <a:p>
            <a:pPr marL="355600">
              <a:lnSpc>
                <a:spcPct val="100000"/>
              </a:lnSpc>
              <a:spcBef>
                <a:spcPts val="95"/>
              </a:spcBef>
              <a:tabLst>
                <a:tab pos="1999614" algn="l"/>
                <a:tab pos="2475230" algn="l"/>
                <a:tab pos="3601720" algn="l"/>
                <a:tab pos="4218940" algn="l"/>
                <a:tab pos="5702300" algn="l"/>
                <a:tab pos="6174740" algn="l"/>
                <a:tab pos="7315200" algn="l"/>
                <a:tab pos="8452485" algn="l"/>
              </a:tabLst>
            </a:pPr>
            <a:r>
              <a:rPr sz="2200" b="1" spc="-5" dirty="0">
                <a:solidFill>
                  <a:srgbClr val="FF0000"/>
                </a:solidFill>
                <a:latin typeface="Calibri"/>
                <a:cs typeface="Calibri"/>
              </a:rPr>
              <a:t>a</a:t>
            </a:r>
            <a:r>
              <a:rPr sz="2200" b="1" spc="-35" dirty="0">
                <a:solidFill>
                  <a:srgbClr val="FF0000"/>
                </a:solidFill>
                <a:latin typeface="Calibri"/>
                <a:cs typeface="Calibri"/>
              </a:rPr>
              <a:t>r</a:t>
            </a:r>
            <a:r>
              <a:rPr sz="2200" b="1" spc="-10" dirty="0">
                <a:solidFill>
                  <a:srgbClr val="FF0000"/>
                </a:solidFill>
                <a:latin typeface="Calibri"/>
                <a:cs typeface="Calibri"/>
              </a:rPr>
              <a:t>chi</a:t>
            </a:r>
            <a:r>
              <a:rPr sz="2200" b="1" spc="-40" dirty="0">
                <a:solidFill>
                  <a:srgbClr val="FF0000"/>
                </a:solidFill>
                <a:latin typeface="Calibri"/>
                <a:cs typeface="Calibri"/>
              </a:rPr>
              <a:t>t</a:t>
            </a:r>
            <a:r>
              <a:rPr sz="2200" b="1" dirty="0">
                <a:solidFill>
                  <a:srgbClr val="FF0000"/>
                </a:solidFill>
                <a:latin typeface="Calibri"/>
                <a:cs typeface="Calibri"/>
              </a:rPr>
              <a:t>e</a:t>
            </a:r>
            <a:r>
              <a:rPr sz="2200" b="1" spc="-10" dirty="0">
                <a:solidFill>
                  <a:srgbClr val="FF0000"/>
                </a:solidFill>
                <a:latin typeface="Calibri"/>
                <a:cs typeface="Calibri"/>
              </a:rPr>
              <a:t>ctu</a:t>
            </a:r>
            <a:r>
              <a:rPr sz="2200" b="1" spc="-30" dirty="0">
                <a:solidFill>
                  <a:srgbClr val="FF0000"/>
                </a:solidFill>
                <a:latin typeface="Calibri"/>
                <a:cs typeface="Calibri"/>
              </a:rPr>
              <a:t>r</a:t>
            </a:r>
            <a:r>
              <a:rPr sz="2200" b="1" spc="-5" dirty="0">
                <a:solidFill>
                  <a:srgbClr val="FF0000"/>
                </a:solidFill>
                <a:latin typeface="Calibri"/>
                <a:cs typeface="Calibri"/>
              </a:rPr>
              <a:t>e</a:t>
            </a:r>
            <a:r>
              <a:rPr sz="2200" b="1" dirty="0">
                <a:solidFill>
                  <a:srgbClr val="FF0000"/>
                </a:solidFill>
                <a:latin typeface="Calibri"/>
                <a:cs typeface="Calibri"/>
              </a:rPr>
              <a:t>	</a:t>
            </a:r>
            <a:r>
              <a:rPr sz="2200" spc="-35" dirty="0">
                <a:latin typeface="Calibri"/>
                <a:cs typeface="Calibri"/>
              </a:rPr>
              <a:t>t</a:t>
            </a:r>
            <a:r>
              <a:rPr sz="2200" spc="-5" dirty="0">
                <a:latin typeface="Calibri"/>
                <a:cs typeface="Calibri"/>
              </a:rPr>
              <a:t>o</a:t>
            </a:r>
            <a:r>
              <a:rPr sz="2200" dirty="0">
                <a:latin typeface="Calibri"/>
                <a:cs typeface="Calibri"/>
              </a:rPr>
              <a:t>	</a:t>
            </a:r>
            <a:r>
              <a:rPr sz="2200" spc="-10" dirty="0">
                <a:latin typeface="Calibri"/>
                <a:cs typeface="Calibri"/>
              </a:rPr>
              <a:t>suppor</a:t>
            </a:r>
            <a:r>
              <a:rPr sz="2200" spc="-5" dirty="0">
                <a:latin typeface="Calibri"/>
                <a:cs typeface="Calibri"/>
              </a:rPr>
              <a:t>t</a:t>
            </a:r>
            <a:r>
              <a:rPr sz="2200" dirty="0">
                <a:latin typeface="Calibri"/>
                <a:cs typeface="Calibri"/>
              </a:rPr>
              <a:t>	</a:t>
            </a:r>
            <a:r>
              <a:rPr sz="2200" spc="-5" dirty="0">
                <a:latin typeface="Calibri"/>
                <a:cs typeface="Calibri"/>
              </a:rPr>
              <a:t>t</a:t>
            </a:r>
            <a:r>
              <a:rPr sz="2200" spc="-15" dirty="0">
                <a:latin typeface="Calibri"/>
                <a:cs typeface="Calibri"/>
              </a:rPr>
              <a:t>h</a:t>
            </a:r>
            <a:r>
              <a:rPr sz="2200" spc="-5" dirty="0">
                <a:latin typeface="Calibri"/>
                <a:cs typeface="Calibri"/>
              </a:rPr>
              <a:t>e</a:t>
            </a:r>
            <a:r>
              <a:rPr sz="2200" dirty="0">
                <a:latin typeface="Calibri"/>
                <a:cs typeface="Calibri"/>
              </a:rPr>
              <a:t>	</a:t>
            </a:r>
            <a:r>
              <a:rPr sz="2200" spc="-5" dirty="0">
                <a:latin typeface="Calibri"/>
                <a:cs typeface="Calibri"/>
              </a:rPr>
              <a:t>i</a:t>
            </a:r>
            <a:r>
              <a:rPr sz="2200" spc="-35" dirty="0">
                <a:latin typeface="Calibri"/>
                <a:cs typeface="Calibri"/>
              </a:rPr>
              <a:t>n</a:t>
            </a:r>
            <a:r>
              <a:rPr sz="2200" spc="-25" dirty="0">
                <a:latin typeface="Calibri"/>
                <a:cs typeface="Calibri"/>
              </a:rPr>
              <a:t>t</a:t>
            </a:r>
            <a:r>
              <a:rPr sz="2200" dirty="0">
                <a:latin typeface="Calibri"/>
                <a:cs typeface="Calibri"/>
              </a:rPr>
              <a:t>eg</a:t>
            </a:r>
            <a:r>
              <a:rPr sz="2200" spc="-55" dirty="0">
                <a:latin typeface="Calibri"/>
                <a:cs typeface="Calibri"/>
              </a:rPr>
              <a:t>r</a:t>
            </a:r>
            <a:r>
              <a:rPr sz="2200" spc="-30" dirty="0">
                <a:latin typeface="Calibri"/>
                <a:cs typeface="Calibri"/>
              </a:rPr>
              <a:t>a</a:t>
            </a:r>
            <a:r>
              <a:rPr sz="2200" spc="-5" dirty="0">
                <a:latin typeface="Calibri"/>
                <a:cs typeface="Calibri"/>
              </a:rPr>
              <a:t>tion</a:t>
            </a:r>
            <a:r>
              <a:rPr sz="2200" dirty="0">
                <a:latin typeface="Calibri"/>
                <a:cs typeface="Calibri"/>
              </a:rPr>
              <a:t>	</a:t>
            </a:r>
            <a:r>
              <a:rPr sz="2200" spc="-5" dirty="0">
                <a:latin typeface="Calibri"/>
                <a:cs typeface="Calibri"/>
              </a:rPr>
              <a:t>of</a:t>
            </a:r>
            <a:r>
              <a:rPr sz="2200" dirty="0">
                <a:latin typeface="Calibri"/>
                <a:cs typeface="Calibri"/>
              </a:rPr>
              <a:t>	</a:t>
            </a:r>
            <a:r>
              <a:rPr sz="2200" spc="-5" dirty="0">
                <a:latin typeface="Calibri"/>
                <a:cs typeface="Calibri"/>
              </a:rPr>
              <a:t>massi</a:t>
            </a:r>
            <a:r>
              <a:rPr sz="2200" spc="-30" dirty="0">
                <a:latin typeface="Calibri"/>
                <a:cs typeface="Calibri"/>
              </a:rPr>
              <a:t>v</a:t>
            </a:r>
            <a:r>
              <a:rPr sz="2200" spc="-5" dirty="0">
                <a:latin typeface="Calibri"/>
                <a:cs typeface="Calibri"/>
              </a:rPr>
              <a:t>e</a:t>
            </a:r>
            <a:r>
              <a:rPr sz="2200" dirty="0">
                <a:latin typeface="Calibri"/>
                <a:cs typeface="Calibri"/>
              </a:rPr>
              <a:t>	</a:t>
            </a:r>
            <a:r>
              <a:rPr sz="2200" spc="-10" dirty="0">
                <a:latin typeface="Calibri"/>
                <a:cs typeface="Calibri"/>
              </a:rPr>
              <a:t>nu</a:t>
            </a:r>
            <a:r>
              <a:rPr sz="2200" spc="-15" dirty="0">
                <a:latin typeface="Calibri"/>
                <a:cs typeface="Calibri"/>
              </a:rPr>
              <a:t>m</a:t>
            </a:r>
            <a:r>
              <a:rPr sz="2200" spc="-10" dirty="0">
                <a:latin typeface="Calibri"/>
                <a:cs typeface="Calibri"/>
              </a:rPr>
              <a:t>be</a:t>
            </a:r>
            <a:r>
              <a:rPr sz="2200" spc="-5" dirty="0">
                <a:latin typeface="Calibri"/>
                <a:cs typeface="Calibri"/>
              </a:rPr>
              <a:t>r</a:t>
            </a:r>
            <a:r>
              <a:rPr sz="2200" dirty="0">
                <a:latin typeface="Calibri"/>
                <a:cs typeface="Calibri"/>
              </a:rPr>
              <a:t>	</a:t>
            </a:r>
            <a:r>
              <a:rPr sz="2200" spc="-5" dirty="0">
                <a:latin typeface="Calibri"/>
                <a:cs typeface="Calibri"/>
              </a:rPr>
              <a:t>of</a:t>
            </a:r>
            <a:endParaRPr sz="2200">
              <a:latin typeface="Calibri"/>
              <a:cs typeface="Calibri"/>
            </a:endParaRPr>
          </a:p>
          <a:p>
            <a:pPr marL="355600">
              <a:lnSpc>
                <a:spcPct val="100000"/>
              </a:lnSpc>
            </a:pPr>
            <a:r>
              <a:rPr sz="2200" spc="-15" dirty="0">
                <a:latin typeface="Calibri"/>
                <a:cs typeface="Calibri"/>
              </a:rPr>
              <a:t>infrastructure</a:t>
            </a:r>
            <a:r>
              <a:rPr sz="2200" spc="-20" dirty="0">
                <a:latin typeface="Calibri"/>
                <a:cs typeface="Calibri"/>
              </a:rPr>
              <a:t> </a:t>
            </a:r>
            <a:r>
              <a:rPr sz="2200" spc="-10" dirty="0">
                <a:latin typeface="Calibri"/>
                <a:cs typeface="Calibri"/>
              </a:rPr>
              <a:t>components</a:t>
            </a:r>
            <a:r>
              <a:rPr sz="2200" spc="30" dirty="0">
                <a:latin typeface="Calibri"/>
                <a:cs typeface="Calibri"/>
              </a:rPr>
              <a:t> </a:t>
            </a:r>
            <a:r>
              <a:rPr sz="2200" spc="-5" dirty="0">
                <a:latin typeface="Calibri"/>
                <a:cs typeface="Calibri"/>
              </a:rPr>
              <a:t>and</a:t>
            </a:r>
            <a:r>
              <a:rPr sz="2200" dirty="0">
                <a:latin typeface="Calibri"/>
                <a:cs typeface="Calibri"/>
              </a:rPr>
              <a:t> services </a:t>
            </a:r>
            <a:r>
              <a:rPr sz="2200" spc="-5" dirty="0">
                <a:latin typeface="Calibri"/>
                <a:cs typeface="Calibri"/>
              </a:rPr>
              <a:t>in </a:t>
            </a:r>
            <a:r>
              <a:rPr sz="2200" spc="-10" dirty="0">
                <a:latin typeface="Calibri"/>
                <a:cs typeface="Calibri"/>
              </a:rPr>
              <a:t>future</a:t>
            </a:r>
            <a:r>
              <a:rPr sz="2200" spc="5" dirty="0">
                <a:latin typeface="Calibri"/>
                <a:cs typeface="Calibri"/>
              </a:rPr>
              <a:t> </a:t>
            </a:r>
            <a:r>
              <a:rPr sz="2200" b="1" spc="-5" dirty="0">
                <a:solidFill>
                  <a:srgbClr val="006FC0"/>
                </a:solidFill>
                <a:latin typeface="Calibri"/>
                <a:cs typeface="Calibri"/>
              </a:rPr>
              <a:t>smart</a:t>
            </a:r>
            <a:r>
              <a:rPr sz="2200" b="1" spc="15" dirty="0">
                <a:solidFill>
                  <a:srgbClr val="006FC0"/>
                </a:solidFill>
                <a:latin typeface="Calibri"/>
                <a:cs typeface="Calibri"/>
              </a:rPr>
              <a:t> </a:t>
            </a:r>
            <a:r>
              <a:rPr sz="2200" b="1" spc="-5" dirty="0">
                <a:solidFill>
                  <a:srgbClr val="006FC0"/>
                </a:solidFill>
                <a:latin typeface="Calibri"/>
                <a:cs typeface="Calibri"/>
              </a:rPr>
              <a:t>cities</a:t>
            </a:r>
            <a:r>
              <a:rPr sz="2200" spc="-5" dirty="0">
                <a:latin typeface="Calibri"/>
                <a:cs typeface="Calibri"/>
              </a:rPr>
              <a:t>.</a:t>
            </a:r>
            <a:endParaRPr sz="2200">
              <a:latin typeface="Calibri"/>
              <a:cs typeface="Calibri"/>
            </a:endParaRPr>
          </a:p>
          <a:p>
            <a:pPr marL="355600" marR="5080" indent="-342900">
              <a:lnSpc>
                <a:spcPct val="100000"/>
              </a:lnSpc>
              <a:spcBef>
                <a:spcPts val="530"/>
              </a:spcBef>
              <a:buFont typeface="Arial MT"/>
              <a:buChar char="•"/>
              <a:tabLst>
                <a:tab pos="354965" algn="l"/>
                <a:tab pos="355600" algn="l"/>
              </a:tabLst>
            </a:pPr>
            <a:r>
              <a:rPr sz="2200" spc="-10" dirty="0">
                <a:latin typeface="Calibri"/>
                <a:cs typeface="Calibri"/>
              </a:rPr>
              <a:t>The</a:t>
            </a:r>
            <a:r>
              <a:rPr sz="2200" spc="60" dirty="0">
                <a:latin typeface="Calibri"/>
                <a:cs typeface="Calibri"/>
              </a:rPr>
              <a:t> </a:t>
            </a:r>
            <a:r>
              <a:rPr sz="2200" spc="-10" dirty="0">
                <a:latin typeface="Calibri"/>
                <a:cs typeface="Calibri"/>
              </a:rPr>
              <a:t>architecture</a:t>
            </a:r>
            <a:r>
              <a:rPr sz="2200" spc="50" dirty="0">
                <a:latin typeface="Calibri"/>
                <a:cs typeface="Calibri"/>
              </a:rPr>
              <a:t> </a:t>
            </a:r>
            <a:r>
              <a:rPr sz="2200" spc="-5" dirty="0">
                <a:latin typeface="Calibri"/>
                <a:cs typeface="Calibri"/>
              </a:rPr>
              <a:t>laid</a:t>
            </a:r>
            <a:r>
              <a:rPr sz="2200" spc="45" dirty="0">
                <a:latin typeface="Calibri"/>
                <a:cs typeface="Calibri"/>
              </a:rPr>
              <a:t> </a:t>
            </a:r>
            <a:r>
              <a:rPr sz="2200" spc="-5" dirty="0">
                <a:latin typeface="Calibri"/>
                <a:cs typeface="Calibri"/>
              </a:rPr>
              <a:t>out</a:t>
            </a:r>
            <a:r>
              <a:rPr sz="2200" spc="55" dirty="0">
                <a:latin typeface="Calibri"/>
                <a:cs typeface="Calibri"/>
              </a:rPr>
              <a:t> </a:t>
            </a:r>
            <a:r>
              <a:rPr sz="2200" spc="-5" dirty="0">
                <a:latin typeface="Calibri"/>
                <a:cs typeface="Calibri"/>
              </a:rPr>
              <a:t>in</a:t>
            </a:r>
            <a:r>
              <a:rPr sz="2200" spc="45" dirty="0">
                <a:latin typeface="Calibri"/>
                <a:cs typeface="Calibri"/>
              </a:rPr>
              <a:t> </a:t>
            </a:r>
            <a:r>
              <a:rPr sz="2200" spc="-5" dirty="0">
                <a:latin typeface="Calibri"/>
                <a:cs typeface="Calibri"/>
              </a:rPr>
              <a:t>the</a:t>
            </a:r>
            <a:r>
              <a:rPr sz="2200" spc="60" dirty="0">
                <a:latin typeface="Calibri"/>
                <a:cs typeface="Calibri"/>
              </a:rPr>
              <a:t> </a:t>
            </a:r>
            <a:r>
              <a:rPr sz="2200" spc="-10" dirty="0">
                <a:latin typeface="Calibri"/>
                <a:cs typeface="Calibri"/>
              </a:rPr>
              <a:t>paper</a:t>
            </a:r>
            <a:r>
              <a:rPr sz="2200" spc="55" dirty="0">
                <a:latin typeface="Calibri"/>
                <a:cs typeface="Calibri"/>
              </a:rPr>
              <a:t> </a:t>
            </a:r>
            <a:r>
              <a:rPr sz="2200" dirty="0">
                <a:latin typeface="Calibri"/>
                <a:cs typeface="Calibri"/>
              </a:rPr>
              <a:t>is</a:t>
            </a:r>
            <a:r>
              <a:rPr sz="2200" spc="50" dirty="0">
                <a:latin typeface="Calibri"/>
                <a:cs typeface="Calibri"/>
              </a:rPr>
              <a:t> </a:t>
            </a:r>
            <a:r>
              <a:rPr sz="2200" spc="-5" dirty="0">
                <a:latin typeface="Calibri"/>
                <a:cs typeface="Calibri"/>
              </a:rPr>
              <a:t>a</a:t>
            </a:r>
            <a:r>
              <a:rPr sz="2200" spc="60" dirty="0">
                <a:latin typeface="Calibri"/>
                <a:cs typeface="Calibri"/>
              </a:rPr>
              <a:t> </a:t>
            </a:r>
            <a:r>
              <a:rPr sz="2200" b="1" spc="-15" dirty="0">
                <a:solidFill>
                  <a:srgbClr val="FF0000"/>
                </a:solidFill>
                <a:latin typeface="Calibri"/>
                <a:cs typeface="Calibri"/>
              </a:rPr>
              <a:t>four-layer</a:t>
            </a:r>
            <a:r>
              <a:rPr sz="2200" b="1" spc="65" dirty="0">
                <a:solidFill>
                  <a:srgbClr val="FF0000"/>
                </a:solidFill>
                <a:latin typeface="Calibri"/>
                <a:cs typeface="Calibri"/>
              </a:rPr>
              <a:t> </a:t>
            </a:r>
            <a:r>
              <a:rPr sz="2200" b="1" spc="-5" dirty="0">
                <a:solidFill>
                  <a:srgbClr val="FF0000"/>
                </a:solidFill>
                <a:latin typeface="Calibri"/>
                <a:cs typeface="Calibri"/>
              </a:rPr>
              <a:t>model</a:t>
            </a:r>
            <a:r>
              <a:rPr sz="2200" spc="-5" dirty="0">
                <a:latin typeface="Calibri"/>
                <a:cs typeface="Calibri"/>
              </a:rPr>
              <a:t>,</a:t>
            </a:r>
            <a:r>
              <a:rPr sz="2200" spc="50" dirty="0">
                <a:latin typeface="Calibri"/>
                <a:cs typeface="Calibri"/>
              </a:rPr>
              <a:t> </a:t>
            </a:r>
            <a:r>
              <a:rPr sz="2200" dirty="0">
                <a:latin typeface="Calibri"/>
                <a:cs typeface="Calibri"/>
              </a:rPr>
              <a:t>with</a:t>
            </a:r>
            <a:r>
              <a:rPr sz="2200" spc="55" dirty="0">
                <a:latin typeface="Calibri"/>
                <a:cs typeface="Calibri"/>
              </a:rPr>
              <a:t> </a:t>
            </a:r>
            <a:r>
              <a:rPr sz="2200" spc="-5" dirty="0">
                <a:latin typeface="Calibri"/>
                <a:cs typeface="Calibri"/>
              </a:rPr>
              <a:t>the</a:t>
            </a:r>
            <a:r>
              <a:rPr sz="2200" spc="55" dirty="0">
                <a:latin typeface="Calibri"/>
                <a:cs typeface="Calibri"/>
              </a:rPr>
              <a:t> </a:t>
            </a:r>
            <a:r>
              <a:rPr sz="2200" spc="-15" dirty="0">
                <a:latin typeface="Calibri"/>
                <a:cs typeface="Calibri"/>
              </a:rPr>
              <a:t>first </a:t>
            </a:r>
            <a:r>
              <a:rPr sz="2200" spc="-484" dirty="0">
                <a:latin typeface="Calibri"/>
                <a:cs typeface="Calibri"/>
              </a:rPr>
              <a:t> </a:t>
            </a:r>
            <a:r>
              <a:rPr sz="2200" spc="-15" dirty="0">
                <a:latin typeface="Calibri"/>
                <a:cs typeface="Calibri"/>
              </a:rPr>
              <a:t>layer</a:t>
            </a:r>
            <a:r>
              <a:rPr sz="2200" spc="-5" dirty="0">
                <a:latin typeface="Calibri"/>
                <a:cs typeface="Calibri"/>
              </a:rPr>
              <a:t> </a:t>
            </a:r>
            <a:r>
              <a:rPr sz="2200" spc="-10" dirty="0">
                <a:latin typeface="Calibri"/>
                <a:cs typeface="Calibri"/>
              </a:rPr>
              <a:t>being</a:t>
            </a:r>
            <a:r>
              <a:rPr sz="2200" spc="5" dirty="0">
                <a:latin typeface="Calibri"/>
                <a:cs typeface="Calibri"/>
              </a:rPr>
              <a:t> </a:t>
            </a:r>
            <a:r>
              <a:rPr sz="2200" spc="-5" dirty="0">
                <a:latin typeface="Calibri"/>
                <a:cs typeface="Calibri"/>
              </a:rPr>
              <a:t>the</a:t>
            </a:r>
            <a:r>
              <a:rPr sz="2200" dirty="0">
                <a:latin typeface="Calibri"/>
                <a:cs typeface="Calibri"/>
              </a:rPr>
              <a:t> </a:t>
            </a:r>
            <a:r>
              <a:rPr sz="2200" spc="-5" dirty="0">
                <a:latin typeface="Calibri"/>
                <a:cs typeface="Calibri"/>
              </a:rPr>
              <a:t>cloud</a:t>
            </a:r>
            <a:r>
              <a:rPr sz="2200" spc="-10" dirty="0">
                <a:latin typeface="Calibri"/>
                <a:cs typeface="Calibri"/>
              </a:rPr>
              <a:t> </a:t>
            </a:r>
            <a:r>
              <a:rPr sz="2200" spc="-5" dirty="0">
                <a:latin typeface="Calibri"/>
                <a:cs typeface="Calibri"/>
              </a:rPr>
              <a:t>and</a:t>
            </a:r>
            <a:r>
              <a:rPr sz="2200" dirty="0">
                <a:latin typeface="Calibri"/>
                <a:cs typeface="Calibri"/>
              </a:rPr>
              <a:t> </a:t>
            </a:r>
            <a:r>
              <a:rPr sz="2200" spc="-5" dirty="0">
                <a:latin typeface="Calibri"/>
                <a:cs typeface="Calibri"/>
              </a:rPr>
              <a:t>the</a:t>
            </a:r>
            <a:r>
              <a:rPr sz="2200" spc="10" dirty="0">
                <a:latin typeface="Calibri"/>
                <a:cs typeface="Calibri"/>
              </a:rPr>
              <a:t> </a:t>
            </a:r>
            <a:r>
              <a:rPr sz="2200" spc="-10" dirty="0">
                <a:latin typeface="Calibri"/>
                <a:cs typeface="Calibri"/>
              </a:rPr>
              <a:t>last</a:t>
            </a:r>
            <a:r>
              <a:rPr sz="2200" spc="-15" dirty="0">
                <a:latin typeface="Calibri"/>
                <a:cs typeface="Calibri"/>
              </a:rPr>
              <a:t> </a:t>
            </a:r>
            <a:r>
              <a:rPr sz="2200" spc="-10" dirty="0">
                <a:latin typeface="Calibri"/>
                <a:cs typeface="Calibri"/>
              </a:rPr>
              <a:t>being</a:t>
            </a:r>
            <a:r>
              <a:rPr sz="2200" spc="10" dirty="0">
                <a:latin typeface="Calibri"/>
                <a:cs typeface="Calibri"/>
              </a:rPr>
              <a:t> </a:t>
            </a:r>
            <a:r>
              <a:rPr sz="2200" spc="-5" dirty="0">
                <a:latin typeface="Calibri"/>
                <a:cs typeface="Calibri"/>
              </a:rPr>
              <a:t>the</a:t>
            </a:r>
            <a:r>
              <a:rPr sz="2200" spc="15" dirty="0">
                <a:latin typeface="Calibri"/>
                <a:cs typeface="Calibri"/>
              </a:rPr>
              <a:t> </a:t>
            </a:r>
            <a:r>
              <a:rPr sz="2200" spc="-10" dirty="0">
                <a:latin typeface="Calibri"/>
                <a:cs typeface="Calibri"/>
              </a:rPr>
              <a:t>sensors.</a:t>
            </a:r>
            <a:endParaRPr sz="2200">
              <a:latin typeface="Calibri"/>
              <a:cs typeface="Calibri"/>
            </a:endParaRPr>
          </a:p>
        </p:txBody>
      </p:sp>
      <p:grpSp>
        <p:nvGrpSpPr>
          <p:cNvPr id="5" name="object 5"/>
          <p:cNvGrpSpPr/>
          <p:nvPr/>
        </p:nvGrpSpPr>
        <p:grpSpPr>
          <a:xfrm>
            <a:off x="341160" y="2555319"/>
            <a:ext cx="8632825" cy="4196080"/>
            <a:chOff x="341160" y="2555319"/>
            <a:chExt cx="8632825" cy="4196080"/>
          </a:xfrm>
        </p:grpSpPr>
        <p:pic>
          <p:nvPicPr>
            <p:cNvPr id="6" name="object 6"/>
            <p:cNvPicPr/>
            <p:nvPr/>
          </p:nvPicPr>
          <p:blipFill>
            <a:blip r:embed="R7971aa1f7c4b4a16" cstate="print"/>
            <a:stretch>
              <a:fillRect/>
            </a:stretch>
          </p:blipFill>
          <p:spPr>
            <a:xfrm>
              <a:off x="350685" y="2564844"/>
              <a:ext cx="8613775" cy="4064023"/>
            </a:xfrm>
            <a:prstGeom prst="rect">
              <a:avLst/>
            </a:prstGeom>
          </p:spPr>
        </p:pic>
        <p:sp>
          <p:nvSpPr>
            <p:cNvPr id="7" name="object 7"/>
            <p:cNvSpPr/>
            <p:nvPr/>
          </p:nvSpPr>
          <p:spPr>
            <a:xfrm>
              <a:off x="345922" y="2560082"/>
              <a:ext cx="8623300" cy="4186554"/>
            </a:xfrm>
            <a:custGeom>
              <a:avLst/>
              <a:gdLst/>
              <a:ahLst/>
              <a:cxnLst/>
              <a:rect l="l" t="t" r="r" b="b"/>
              <a:pathLst>
                <a:path w="8623300" h="4186554">
                  <a:moveTo>
                    <a:pt x="0" y="4186047"/>
                  </a:moveTo>
                  <a:lnTo>
                    <a:pt x="8623300" y="4186047"/>
                  </a:lnTo>
                  <a:lnTo>
                    <a:pt x="8623300" y="0"/>
                  </a:lnTo>
                  <a:lnTo>
                    <a:pt x="0" y="0"/>
                  </a:lnTo>
                  <a:lnTo>
                    <a:pt x="0" y="4186047"/>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267" y="209130"/>
            <a:ext cx="8629650" cy="5190490"/>
          </a:xfrm>
          <a:prstGeom prst="rect">
            <a:avLst/>
          </a:prstGeom>
        </p:spPr>
        <p:txBody>
          <a:bodyPr vert="horz" wrap="square" lIns="0" tIns="80010" rIns="0" bIns="0" rtlCol="0">
            <a:spAutoFit/>
          </a:bodyPr>
          <a:lstStyle/>
          <a:p>
            <a:pPr marL="355600" indent="-342900" algn="just">
              <a:lnSpc>
                <a:spcPct val="100000"/>
              </a:lnSpc>
              <a:spcBef>
                <a:spcPts val="630"/>
              </a:spcBef>
              <a:buFont typeface="Arial MT"/>
              <a:buChar char="•"/>
              <a:tabLst>
                <a:tab pos="355600" algn="l"/>
              </a:tabLst>
            </a:pPr>
            <a:r>
              <a:rPr sz="2200" spc="-15" dirty="0">
                <a:latin typeface="Calibri"/>
                <a:cs typeface="Calibri"/>
              </a:rPr>
              <a:t>Layer</a:t>
            </a:r>
            <a:r>
              <a:rPr sz="2200" spc="-10" dirty="0">
                <a:latin typeface="Calibri"/>
                <a:cs typeface="Calibri"/>
              </a:rPr>
              <a:t> </a:t>
            </a:r>
            <a:r>
              <a:rPr sz="2200" spc="-5" dirty="0">
                <a:latin typeface="Calibri"/>
                <a:cs typeface="Calibri"/>
              </a:rPr>
              <a:t>3 </a:t>
            </a:r>
            <a:r>
              <a:rPr sz="2200" spc="-15" dirty="0">
                <a:latin typeface="Calibri"/>
                <a:cs typeface="Calibri"/>
              </a:rPr>
              <a:t>contains</a:t>
            </a:r>
            <a:r>
              <a:rPr sz="2200" spc="10" dirty="0">
                <a:latin typeface="Calibri"/>
                <a:cs typeface="Calibri"/>
              </a:rPr>
              <a:t> </a:t>
            </a:r>
            <a:r>
              <a:rPr sz="2200" spc="-20" dirty="0">
                <a:latin typeface="Calibri"/>
                <a:cs typeface="Calibri"/>
              </a:rPr>
              <a:t>fog</a:t>
            </a:r>
            <a:r>
              <a:rPr sz="2200" spc="5" dirty="0">
                <a:latin typeface="Calibri"/>
                <a:cs typeface="Calibri"/>
              </a:rPr>
              <a:t> </a:t>
            </a:r>
            <a:r>
              <a:rPr sz="2200" spc="-5" dirty="0">
                <a:latin typeface="Calibri"/>
                <a:cs typeface="Calibri"/>
              </a:rPr>
              <a:t>nodes</a:t>
            </a:r>
            <a:r>
              <a:rPr sz="2200" spc="10" dirty="0">
                <a:latin typeface="Calibri"/>
                <a:cs typeface="Calibri"/>
              </a:rPr>
              <a:t> </a:t>
            </a:r>
            <a:r>
              <a:rPr sz="2200" spc="-10" dirty="0">
                <a:latin typeface="Calibri"/>
                <a:cs typeface="Calibri"/>
              </a:rPr>
              <a:t>that</a:t>
            </a:r>
            <a:r>
              <a:rPr sz="2200" dirty="0">
                <a:latin typeface="Calibri"/>
                <a:cs typeface="Calibri"/>
              </a:rPr>
              <a:t> </a:t>
            </a:r>
            <a:r>
              <a:rPr sz="2200" b="1" spc="-15" dirty="0">
                <a:solidFill>
                  <a:srgbClr val="006FC0"/>
                </a:solidFill>
                <a:latin typeface="Calibri"/>
                <a:cs typeface="Calibri"/>
              </a:rPr>
              <a:t>get</a:t>
            </a:r>
            <a:r>
              <a:rPr sz="2200" b="1" spc="-5" dirty="0">
                <a:solidFill>
                  <a:srgbClr val="006FC0"/>
                </a:solidFill>
                <a:latin typeface="Calibri"/>
                <a:cs typeface="Calibri"/>
              </a:rPr>
              <a:t> </a:t>
            </a:r>
            <a:r>
              <a:rPr sz="2200" b="1" spc="-25" dirty="0">
                <a:solidFill>
                  <a:srgbClr val="006FC0"/>
                </a:solidFill>
                <a:latin typeface="Calibri"/>
                <a:cs typeface="Calibri"/>
              </a:rPr>
              <a:t>raw</a:t>
            </a:r>
            <a:r>
              <a:rPr sz="2200" b="1" spc="10" dirty="0">
                <a:solidFill>
                  <a:srgbClr val="006FC0"/>
                </a:solidFill>
                <a:latin typeface="Calibri"/>
                <a:cs typeface="Calibri"/>
              </a:rPr>
              <a:t> </a:t>
            </a:r>
            <a:r>
              <a:rPr sz="2200" b="1" spc="-20" dirty="0">
                <a:solidFill>
                  <a:srgbClr val="006FC0"/>
                </a:solidFill>
                <a:latin typeface="Calibri"/>
                <a:cs typeface="Calibri"/>
              </a:rPr>
              <a:t>data</a:t>
            </a:r>
            <a:r>
              <a:rPr sz="2200" b="1" spc="25" dirty="0">
                <a:solidFill>
                  <a:srgbClr val="006FC0"/>
                </a:solidFill>
                <a:latin typeface="Calibri"/>
                <a:cs typeface="Calibri"/>
              </a:rPr>
              <a:t> </a:t>
            </a:r>
            <a:r>
              <a:rPr sz="2200" b="1" spc="-15" dirty="0">
                <a:solidFill>
                  <a:srgbClr val="006FC0"/>
                </a:solidFill>
                <a:latin typeface="Calibri"/>
                <a:cs typeface="Calibri"/>
              </a:rPr>
              <a:t>from</a:t>
            </a:r>
            <a:r>
              <a:rPr sz="2200" b="1" spc="15" dirty="0">
                <a:solidFill>
                  <a:srgbClr val="006FC0"/>
                </a:solidFill>
                <a:latin typeface="Calibri"/>
                <a:cs typeface="Calibri"/>
              </a:rPr>
              <a:t> </a:t>
            </a:r>
            <a:r>
              <a:rPr sz="2200" b="1" spc="-5" dirty="0">
                <a:solidFill>
                  <a:srgbClr val="006FC0"/>
                </a:solidFill>
                <a:latin typeface="Calibri"/>
                <a:cs typeface="Calibri"/>
              </a:rPr>
              <a:t>the</a:t>
            </a:r>
            <a:r>
              <a:rPr sz="2200" b="1" spc="5" dirty="0">
                <a:solidFill>
                  <a:srgbClr val="006FC0"/>
                </a:solidFill>
                <a:latin typeface="Calibri"/>
                <a:cs typeface="Calibri"/>
              </a:rPr>
              <a:t> </a:t>
            </a:r>
            <a:r>
              <a:rPr sz="2200" b="1" spc="-10" dirty="0">
                <a:solidFill>
                  <a:srgbClr val="006FC0"/>
                </a:solidFill>
                <a:latin typeface="Calibri"/>
                <a:cs typeface="Calibri"/>
              </a:rPr>
              <a:t>sensors</a:t>
            </a:r>
            <a:r>
              <a:rPr sz="2200" spc="-10" dirty="0">
                <a:latin typeface="Calibri"/>
                <a:cs typeface="Calibri"/>
              </a:rPr>
              <a:t>.</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spc="-10" dirty="0">
                <a:latin typeface="Calibri"/>
                <a:cs typeface="Calibri"/>
              </a:rPr>
              <a:t>The</a:t>
            </a:r>
            <a:r>
              <a:rPr sz="2200" spc="15" dirty="0">
                <a:latin typeface="Calibri"/>
                <a:cs typeface="Calibri"/>
              </a:rPr>
              <a:t> </a:t>
            </a:r>
            <a:r>
              <a:rPr sz="2200" spc="-10" dirty="0">
                <a:latin typeface="Calibri"/>
                <a:cs typeface="Calibri"/>
              </a:rPr>
              <a:t>nodes</a:t>
            </a:r>
            <a:r>
              <a:rPr sz="2200" spc="5" dirty="0">
                <a:latin typeface="Calibri"/>
                <a:cs typeface="Calibri"/>
              </a:rPr>
              <a:t> </a:t>
            </a:r>
            <a:r>
              <a:rPr sz="2200" spc="-15" dirty="0">
                <a:latin typeface="Calibri"/>
                <a:cs typeface="Calibri"/>
              </a:rPr>
              <a:t>at</a:t>
            </a:r>
            <a:r>
              <a:rPr sz="2200" dirty="0">
                <a:latin typeface="Calibri"/>
                <a:cs typeface="Calibri"/>
              </a:rPr>
              <a:t> </a:t>
            </a:r>
            <a:r>
              <a:rPr sz="2200" spc="-5" dirty="0">
                <a:latin typeface="Calibri"/>
                <a:cs typeface="Calibri"/>
              </a:rPr>
              <a:t>this</a:t>
            </a:r>
            <a:r>
              <a:rPr sz="2200" spc="5" dirty="0">
                <a:latin typeface="Calibri"/>
                <a:cs typeface="Calibri"/>
              </a:rPr>
              <a:t> </a:t>
            </a:r>
            <a:r>
              <a:rPr sz="2200" spc="-15" dirty="0">
                <a:latin typeface="Calibri"/>
                <a:cs typeface="Calibri"/>
              </a:rPr>
              <a:t>layer</a:t>
            </a:r>
            <a:r>
              <a:rPr sz="2200" spc="-10" dirty="0">
                <a:latin typeface="Calibri"/>
                <a:cs typeface="Calibri"/>
              </a:rPr>
              <a:t> </a:t>
            </a:r>
            <a:r>
              <a:rPr sz="2200" spc="-15" dirty="0">
                <a:latin typeface="Calibri"/>
                <a:cs typeface="Calibri"/>
              </a:rPr>
              <a:t>perform</a:t>
            </a:r>
            <a:r>
              <a:rPr sz="2200" spc="10" dirty="0">
                <a:latin typeface="Calibri"/>
                <a:cs typeface="Calibri"/>
              </a:rPr>
              <a:t> </a:t>
            </a:r>
            <a:r>
              <a:rPr sz="2200" spc="-15" dirty="0">
                <a:latin typeface="Calibri"/>
                <a:cs typeface="Calibri"/>
              </a:rPr>
              <a:t>two</a:t>
            </a:r>
            <a:r>
              <a:rPr sz="2200" spc="25" dirty="0">
                <a:latin typeface="Calibri"/>
                <a:cs typeface="Calibri"/>
              </a:rPr>
              <a:t> </a:t>
            </a:r>
            <a:r>
              <a:rPr sz="2200" spc="-5" dirty="0">
                <a:latin typeface="Calibri"/>
                <a:cs typeface="Calibri"/>
              </a:rPr>
              <a:t>functions.</a:t>
            </a:r>
            <a:endParaRPr sz="2200">
              <a:latin typeface="Calibri"/>
              <a:cs typeface="Calibri"/>
            </a:endParaRPr>
          </a:p>
          <a:p>
            <a:pPr marL="756285" marR="6985" lvl="1" indent="-287020" algn="just">
              <a:lnSpc>
                <a:spcPct val="100000"/>
              </a:lnSpc>
              <a:spcBef>
                <a:spcPts val="525"/>
              </a:spcBef>
              <a:buFont typeface="Arial MT"/>
              <a:buChar char="–"/>
              <a:tabLst>
                <a:tab pos="756920" algn="l"/>
              </a:tabLst>
            </a:pPr>
            <a:r>
              <a:rPr sz="2200" spc="-10" dirty="0">
                <a:latin typeface="Calibri"/>
                <a:cs typeface="Calibri"/>
              </a:rPr>
              <a:t>One</a:t>
            </a:r>
            <a:r>
              <a:rPr sz="2200" spc="-5" dirty="0">
                <a:latin typeface="Calibri"/>
                <a:cs typeface="Calibri"/>
              </a:rPr>
              <a:t> </a:t>
            </a:r>
            <a:r>
              <a:rPr sz="2200" b="1" spc="-5" dirty="0">
                <a:solidFill>
                  <a:srgbClr val="FF0000"/>
                </a:solidFill>
                <a:latin typeface="Calibri"/>
                <a:cs typeface="Calibri"/>
              </a:rPr>
              <a:t>identifies</a:t>
            </a:r>
            <a:r>
              <a:rPr sz="2200" b="1" dirty="0">
                <a:solidFill>
                  <a:srgbClr val="FF0000"/>
                </a:solidFill>
                <a:latin typeface="Calibri"/>
                <a:cs typeface="Calibri"/>
              </a:rPr>
              <a:t> </a:t>
            </a:r>
            <a:r>
              <a:rPr sz="2200" b="1" spc="-10" dirty="0">
                <a:solidFill>
                  <a:srgbClr val="FF0000"/>
                </a:solidFill>
                <a:latin typeface="Calibri"/>
                <a:cs typeface="Calibri"/>
              </a:rPr>
              <a:t>potential</a:t>
            </a:r>
            <a:r>
              <a:rPr sz="2200" b="1" spc="-5" dirty="0">
                <a:solidFill>
                  <a:srgbClr val="FF0000"/>
                </a:solidFill>
                <a:latin typeface="Calibri"/>
                <a:cs typeface="Calibri"/>
              </a:rPr>
              <a:t> </a:t>
            </a:r>
            <a:r>
              <a:rPr sz="2200" b="1" spc="-10" dirty="0">
                <a:solidFill>
                  <a:srgbClr val="FF0000"/>
                </a:solidFill>
                <a:latin typeface="Calibri"/>
                <a:cs typeface="Calibri"/>
              </a:rPr>
              <a:t>threat</a:t>
            </a:r>
            <a:r>
              <a:rPr sz="2200" b="1" spc="-5" dirty="0">
                <a:solidFill>
                  <a:srgbClr val="FF0000"/>
                </a:solidFill>
                <a:latin typeface="Calibri"/>
                <a:cs typeface="Calibri"/>
              </a:rPr>
              <a:t> </a:t>
            </a:r>
            <a:r>
              <a:rPr sz="2200" b="1" spc="-15" dirty="0">
                <a:solidFill>
                  <a:srgbClr val="FF0000"/>
                </a:solidFill>
                <a:latin typeface="Calibri"/>
                <a:cs typeface="Calibri"/>
              </a:rPr>
              <a:t>patterns</a:t>
            </a:r>
            <a:r>
              <a:rPr sz="2200" b="1" spc="-10" dirty="0">
                <a:solidFill>
                  <a:srgbClr val="FF0000"/>
                </a:solidFill>
                <a:latin typeface="Calibri"/>
                <a:cs typeface="Calibri"/>
              </a:rPr>
              <a:t> </a:t>
            </a:r>
            <a:r>
              <a:rPr sz="2200" dirty="0">
                <a:latin typeface="Calibri"/>
                <a:cs typeface="Calibri"/>
              </a:rPr>
              <a:t>on</a:t>
            </a:r>
            <a:r>
              <a:rPr sz="2200" spc="5" dirty="0">
                <a:latin typeface="Calibri"/>
                <a:cs typeface="Calibri"/>
              </a:rPr>
              <a:t> </a:t>
            </a:r>
            <a:r>
              <a:rPr sz="2200" spc="-5" dirty="0">
                <a:latin typeface="Calibri"/>
                <a:cs typeface="Calibri"/>
              </a:rPr>
              <a:t>the</a:t>
            </a:r>
            <a:r>
              <a:rPr sz="2200" dirty="0">
                <a:latin typeface="Calibri"/>
                <a:cs typeface="Calibri"/>
              </a:rPr>
              <a:t> </a:t>
            </a:r>
            <a:r>
              <a:rPr sz="2200" spc="-5" dirty="0">
                <a:latin typeface="Calibri"/>
                <a:cs typeface="Calibri"/>
              </a:rPr>
              <a:t>incoming</a:t>
            </a:r>
            <a:r>
              <a:rPr sz="2200" dirty="0">
                <a:latin typeface="Calibri"/>
                <a:cs typeface="Calibri"/>
              </a:rPr>
              <a:t> </a:t>
            </a:r>
            <a:r>
              <a:rPr sz="2200" spc="-20" dirty="0">
                <a:latin typeface="Calibri"/>
                <a:cs typeface="Calibri"/>
              </a:rPr>
              <a:t>data </a:t>
            </a:r>
            <a:r>
              <a:rPr sz="2200" spc="-15" dirty="0">
                <a:latin typeface="Calibri"/>
                <a:cs typeface="Calibri"/>
              </a:rPr>
              <a:t> </a:t>
            </a:r>
            <a:r>
              <a:rPr sz="2200" spc="-10" dirty="0">
                <a:latin typeface="Calibri"/>
                <a:cs typeface="Calibri"/>
              </a:rPr>
              <a:t>streams</a:t>
            </a:r>
            <a:r>
              <a:rPr sz="2200" spc="10" dirty="0">
                <a:latin typeface="Calibri"/>
                <a:cs typeface="Calibri"/>
              </a:rPr>
              <a:t> </a:t>
            </a:r>
            <a:r>
              <a:rPr sz="2200" spc="-15" dirty="0">
                <a:latin typeface="Calibri"/>
                <a:cs typeface="Calibri"/>
              </a:rPr>
              <a:t>from</a:t>
            </a:r>
            <a:r>
              <a:rPr sz="2200" spc="5" dirty="0">
                <a:latin typeface="Calibri"/>
                <a:cs typeface="Calibri"/>
              </a:rPr>
              <a:t> </a:t>
            </a:r>
            <a:r>
              <a:rPr sz="2200" spc="-10" dirty="0">
                <a:latin typeface="Calibri"/>
                <a:cs typeface="Calibri"/>
              </a:rPr>
              <a:t>sensors</a:t>
            </a:r>
            <a:r>
              <a:rPr sz="2200" spc="5" dirty="0">
                <a:latin typeface="Calibri"/>
                <a:cs typeface="Calibri"/>
              </a:rPr>
              <a:t> </a:t>
            </a:r>
            <a:r>
              <a:rPr sz="2200" spc="-10" dirty="0">
                <a:latin typeface="Calibri"/>
                <a:cs typeface="Calibri"/>
              </a:rPr>
              <a:t>using</a:t>
            </a:r>
            <a:r>
              <a:rPr sz="2200" spc="10" dirty="0">
                <a:latin typeface="Calibri"/>
                <a:cs typeface="Calibri"/>
              </a:rPr>
              <a:t> </a:t>
            </a:r>
            <a:r>
              <a:rPr sz="2200" spc="-5" dirty="0">
                <a:latin typeface="Calibri"/>
                <a:cs typeface="Calibri"/>
              </a:rPr>
              <a:t>machine-learning</a:t>
            </a:r>
            <a:r>
              <a:rPr sz="2200" spc="-15" dirty="0">
                <a:latin typeface="Calibri"/>
                <a:cs typeface="Calibri"/>
              </a:rPr>
              <a:t> </a:t>
            </a:r>
            <a:r>
              <a:rPr sz="2200" spc="-5" dirty="0">
                <a:latin typeface="Calibri"/>
                <a:cs typeface="Calibri"/>
              </a:rPr>
              <a:t>algorithms.</a:t>
            </a:r>
            <a:endParaRPr sz="2200">
              <a:latin typeface="Calibri"/>
              <a:cs typeface="Calibri"/>
            </a:endParaRPr>
          </a:p>
          <a:p>
            <a:pPr marL="756285" marR="6985" lvl="1" indent="-287020" algn="just">
              <a:lnSpc>
                <a:spcPct val="100000"/>
              </a:lnSpc>
              <a:spcBef>
                <a:spcPts val="530"/>
              </a:spcBef>
              <a:buFont typeface="Arial MT"/>
              <a:buChar char="–"/>
              <a:tabLst>
                <a:tab pos="756920" algn="l"/>
              </a:tabLst>
            </a:pPr>
            <a:r>
              <a:rPr sz="2200" spc="-10" dirty="0">
                <a:latin typeface="Calibri"/>
                <a:cs typeface="Calibri"/>
              </a:rPr>
              <a:t>The </a:t>
            </a:r>
            <a:r>
              <a:rPr sz="2200" spc="-5" dirty="0">
                <a:latin typeface="Calibri"/>
                <a:cs typeface="Calibri"/>
              </a:rPr>
              <a:t>other </a:t>
            </a:r>
            <a:r>
              <a:rPr sz="2200" b="1" spc="-5" dirty="0">
                <a:solidFill>
                  <a:srgbClr val="FF0000"/>
                </a:solidFill>
                <a:latin typeface="Calibri"/>
                <a:cs typeface="Calibri"/>
              </a:rPr>
              <a:t>performs </a:t>
            </a:r>
            <a:r>
              <a:rPr sz="2200" b="1" spc="-15" dirty="0">
                <a:solidFill>
                  <a:srgbClr val="FF0000"/>
                </a:solidFill>
                <a:latin typeface="Calibri"/>
                <a:cs typeface="Calibri"/>
              </a:rPr>
              <a:t>feature extraction </a:t>
            </a:r>
            <a:r>
              <a:rPr sz="2200" spc="-20" dirty="0">
                <a:latin typeface="Calibri"/>
                <a:cs typeface="Calibri"/>
              </a:rPr>
              <a:t>for </a:t>
            </a:r>
            <a:r>
              <a:rPr sz="2200" spc="-10" dirty="0">
                <a:latin typeface="Calibri"/>
                <a:cs typeface="Calibri"/>
              </a:rPr>
              <a:t>reducing </a:t>
            </a:r>
            <a:r>
              <a:rPr sz="2200" spc="-5" dirty="0">
                <a:latin typeface="Calibri"/>
                <a:cs typeface="Calibri"/>
              </a:rPr>
              <a:t>the </a:t>
            </a:r>
            <a:r>
              <a:rPr sz="2200" spc="-10" dirty="0">
                <a:latin typeface="Calibri"/>
                <a:cs typeface="Calibri"/>
              </a:rPr>
              <a:t>amount </a:t>
            </a:r>
            <a:r>
              <a:rPr sz="2200" dirty="0">
                <a:latin typeface="Calibri"/>
                <a:cs typeface="Calibri"/>
              </a:rPr>
              <a:t>of </a:t>
            </a:r>
            <a:r>
              <a:rPr sz="2200" spc="5" dirty="0">
                <a:latin typeface="Calibri"/>
                <a:cs typeface="Calibri"/>
              </a:rPr>
              <a:t> </a:t>
            </a:r>
            <a:r>
              <a:rPr sz="2200" spc="-20" dirty="0">
                <a:latin typeface="Calibri"/>
                <a:cs typeface="Calibri"/>
              </a:rPr>
              <a:t>data</a:t>
            </a:r>
            <a:r>
              <a:rPr sz="2200" spc="-10" dirty="0">
                <a:latin typeface="Calibri"/>
                <a:cs typeface="Calibri"/>
              </a:rPr>
              <a:t> </a:t>
            </a:r>
            <a:r>
              <a:rPr sz="2200" spc="-20" dirty="0">
                <a:latin typeface="Calibri"/>
                <a:cs typeface="Calibri"/>
              </a:rPr>
              <a:t>to</a:t>
            </a:r>
            <a:r>
              <a:rPr sz="2200" spc="10" dirty="0">
                <a:latin typeface="Calibri"/>
                <a:cs typeface="Calibri"/>
              </a:rPr>
              <a:t> </a:t>
            </a:r>
            <a:r>
              <a:rPr sz="2200" spc="-5" dirty="0">
                <a:latin typeface="Calibri"/>
                <a:cs typeface="Calibri"/>
              </a:rPr>
              <a:t>be</a:t>
            </a:r>
            <a:r>
              <a:rPr sz="2200" spc="5" dirty="0">
                <a:latin typeface="Calibri"/>
                <a:cs typeface="Calibri"/>
              </a:rPr>
              <a:t> </a:t>
            </a:r>
            <a:r>
              <a:rPr sz="2200" spc="-15" dirty="0">
                <a:latin typeface="Calibri"/>
                <a:cs typeface="Calibri"/>
              </a:rPr>
              <a:t>sent</a:t>
            </a:r>
            <a:r>
              <a:rPr sz="2200" spc="15" dirty="0">
                <a:latin typeface="Calibri"/>
                <a:cs typeface="Calibri"/>
              </a:rPr>
              <a:t> </a:t>
            </a:r>
            <a:r>
              <a:rPr sz="2200" spc="-10" dirty="0">
                <a:latin typeface="Calibri"/>
                <a:cs typeface="Calibri"/>
              </a:rPr>
              <a:t>upstream.</a:t>
            </a:r>
            <a:endParaRPr sz="2200">
              <a:latin typeface="Calibri"/>
              <a:cs typeface="Calibri"/>
            </a:endParaRPr>
          </a:p>
          <a:p>
            <a:pPr marL="756285" lvl="1" indent="-287020" algn="just">
              <a:lnSpc>
                <a:spcPct val="100000"/>
              </a:lnSpc>
              <a:spcBef>
                <a:spcPts val="530"/>
              </a:spcBef>
              <a:buFont typeface="Arial MT"/>
              <a:buChar char="–"/>
              <a:tabLst>
                <a:tab pos="756920" algn="l"/>
              </a:tabLst>
            </a:pPr>
            <a:r>
              <a:rPr sz="2200" spc="-5" dirty="0">
                <a:latin typeface="Calibri"/>
                <a:cs typeface="Calibri"/>
              </a:rPr>
              <a:t>Algorithms</a:t>
            </a:r>
            <a:r>
              <a:rPr sz="2200" spc="165" dirty="0">
                <a:latin typeface="Calibri"/>
                <a:cs typeface="Calibri"/>
              </a:rPr>
              <a:t> </a:t>
            </a:r>
            <a:r>
              <a:rPr sz="2200" spc="-25" dirty="0">
                <a:latin typeface="Calibri"/>
                <a:cs typeface="Calibri"/>
              </a:rPr>
              <a:t>like</a:t>
            </a:r>
            <a:r>
              <a:rPr sz="2200" spc="175" dirty="0">
                <a:latin typeface="Calibri"/>
                <a:cs typeface="Calibri"/>
              </a:rPr>
              <a:t> </a:t>
            </a:r>
            <a:r>
              <a:rPr sz="2200" spc="-5" dirty="0">
                <a:latin typeface="Calibri"/>
                <a:cs typeface="Calibri"/>
              </a:rPr>
              <a:t>KNN,</a:t>
            </a:r>
            <a:r>
              <a:rPr sz="2200" spc="175" dirty="0">
                <a:latin typeface="Calibri"/>
                <a:cs typeface="Calibri"/>
              </a:rPr>
              <a:t> </a:t>
            </a:r>
            <a:r>
              <a:rPr sz="2200" spc="-10" dirty="0">
                <a:latin typeface="Calibri"/>
                <a:cs typeface="Calibri"/>
              </a:rPr>
              <a:t>Naïve</a:t>
            </a:r>
            <a:r>
              <a:rPr sz="2200" spc="165" dirty="0">
                <a:latin typeface="Calibri"/>
                <a:cs typeface="Calibri"/>
              </a:rPr>
              <a:t> </a:t>
            </a:r>
            <a:r>
              <a:rPr sz="2200" spc="-15" dirty="0">
                <a:latin typeface="Calibri"/>
                <a:cs typeface="Calibri"/>
              </a:rPr>
              <a:t>Bayes,</a:t>
            </a:r>
            <a:r>
              <a:rPr sz="2200" spc="170" dirty="0">
                <a:latin typeface="Calibri"/>
                <a:cs typeface="Calibri"/>
              </a:rPr>
              <a:t> </a:t>
            </a:r>
            <a:r>
              <a:rPr sz="2200" spc="-10" dirty="0">
                <a:latin typeface="Calibri"/>
                <a:cs typeface="Calibri"/>
              </a:rPr>
              <a:t>random</a:t>
            </a:r>
            <a:r>
              <a:rPr sz="2200" spc="170" dirty="0">
                <a:latin typeface="Calibri"/>
                <a:cs typeface="Calibri"/>
              </a:rPr>
              <a:t> </a:t>
            </a:r>
            <a:r>
              <a:rPr sz="2200" spc="-15" dirty="0">
                <a:latin typeface="Calibri"/>
                <a:cs typeface="Calibri"/>
              </a:rPr>
              <a:t>forests,</a:t>
            </a:r>
            <a:r>
              <a:rPr sz="2200" spc="170" dirty="0">
                <a:latin typeface="Calibri"/>
                <a:cs typeface="Calibri"/>
              </a:rPr>
              <a:t> </a:t>
            </a:r>
            <a:r>
              <a:rPr sz="2200" spc="5" dirty="0">
                <a:latin typeface="Calibri"/>
                <a:cs typeface="Calibri"/>
              </a:rPr>
              <a:t>or</a:t>
            </a:r>
            <a:r>
              <a:rPr sz="2200" spc="170" dirty="0">
                <a:latin typeface="Calibri"/>
                <a:cs typeface="Calibri"/>
              </a:rPr>
              <a:t> </a:t>
            </a:r>
            <a:r>
              <a:rPr sz="2200" spc="-5" dirty="0">
                <a:latin typeface="Calibri"/>
                <a:cs typeface="Calibri"/>
              </a:rPr>
              <a:t>DBSCAN</a:t>
            </a:r>
            <a:r>
              <a:rPr sz="2200" spc="180" dirty="0">
                <a:latin typeface="Calibri"/>
                <a:cs typeface="Calibri"/>
              </a:rPr>
              <a:t> </a:t>
            </a:r>
            <a:r>
              <a:rPr sz="2200" spc="-10" dirty="0">
                <a:latin typeface="Calibri"/>
                <a:cs typeface="Calibri"/>
              </a:rPr>
              <a:t>could</a:t>
            </a:r>
            <a:endParaRPr sz="2200">
              <a:latin typeface="Calibri"/>
              <a:cs typeface="Calibri"/>
            </a:endParaRPr>
          </a:p>
          <a:p>
            <a:pPr marL="756285" algn="just">
              <a:lnSpc>
                <a:spcPct val="100000"/>
              </a:lnSpc>
            </a:pPr>
            <a:r>
              <a:rPr sz="2200" spc="-5" dirty="0">
                <a:latin typeface="Calibri"/>
                <a:cs typeface="Calibri"/>
              </a:rPr>
              <a:t>be used</a:t>
            </a:r>
            <a:r>
              <a:rPr sz="2200" dirty="0">
                <a:latin typeface="Calibri"/>
                <a:cs typeface="Calibri"/>
              </a:rPr>
              <a:t> </a:t>
            </a:r>
            <a:r>
              <a:rPr sz="2200" spc="-20" dirty="0">
                <a:latin typeface="Calibri"/>
                <a:cs typeface="Calibri"/>
              </a:rPr>
              <a:t>to</a:t>
            </a:r>
            <a:r>
              <a:rPr sz="2200" spc="5" dirty="0">
                <a:latin typeface="Calibri"/>
                <a:cs typeface="Calibri"/>
              </a:rPr>
              <a:t> </a:t>
            </a:r>
            <a:r>
              <a:rPr sz="2200" spc="-5" dirty="0">
                <a:latin typeface="Calibri"/>
                <a:cs typeface="Calibri"/>
              </a:rPr>
              <a:t>do</a:t>
            </a:r>
            <a:r>
              <a:rPr sz="2200" spc="5" dirty="0">
                <a:latin typeface="Calibri"/>
                <a:cs typeface="Calibri"/>
              </a:rPr>
              <a:t> </a:t>
            </a:r>
            <a:r>
              <a:rPr sz="2200" spc="-5" dirty="0">
                <a:latin typeface="Calibri"/>
                <a:cs typeface="Calibri"/>
              </a:rPr>
              <a:t>anomaly</a:t>
            </a:r>
            <a:r>
              <a:rPr sz="2200" dirty="0">
                <a:latin typeface="Calibri"/>
                <a:cs typeface="Calibri"/>
              </a:rPr>
              <a:t> </a:t>
            </a:r>
            <a:r>
              <a:rPr sz="2200" spc="-10" dirty="0">
                <a:latin typeface="Calibri"/>
                <a:cs typeface="Calibri"/>
              </a:rPr>
              <a:t>detection.</a:t>
            </a:r>
            <a:endParaRPr sz="2200">
              <a:latin typeface="Calibri"/>
              <a:cs typeface="Calibri"/>
            </a:endParaRPr>
          </a:p>
          <a:p>
            <a:pPr marL="355600" marR="7620" indent="-342900" algn="just">
              <a:lnSpc>
                <a:spcPct val="100000"/>
              </a:lnSpc>
              <a:spcBef>
                <a:spcPts val="530"/>
              </a:spcBef>
              <a:buFont typeface="Arial MT"/>
              <a:buChar char="•"/>
              <a:tabLst>
                <a:tab pos="355600" algn="l"/>
              </a:tabLst>
            </a:pPr>
            <a:r>
              <a:rPr sz="2200" spc="-15" dirty="0">
                <a:latin typeface="Calibri"/>
                <a:cs typeface="Calibri"/>
              </a:rPr>
              <a:t>Layer </a:t>
            </a:r>
            <a:r>
              <a:rPr sz="2200" spc="-5" dirty="0">
                <a:latin typeface="Calibri"/>
                <a:cs typeface="Calibri"/>
              </a:rPr>
              <a:t>2 </a:t>
            </a:r>
            <a:r>
              <a:rPr sz="2200" spc="-15" dirty="0">
                <a:latin typeface="Calibri"/>
                <a:cs typeface="Calibri"/>
              </a:rPr>
              <a:t>contains </a:t>
            </a:r>
            <a:r>
              <a:rPr sz="2200" spc="-20" dirty="0">
                <a:latin typeface="Calibri"/>
                <a:cs typeface="Calibri"/>
              </a:rPr>
              <a:t>fog </a:t>
            </a:r>
            <a:r>
              <a:rPr sz="2200" spc="-10" dirty="0">
                <a:latin typeface="Calibri"/>
                <a:cs typeface="Calibri"/>
              </a:rPr>
              <a:t>nodes that </a:t>
            </a:r>
            <a:r>
              <a:rPr sz="2200" b="1" spc="-15" dirty="0">
                <a:solidFill>
                  <a:srgbClr val="006FC0"/>
                </a:solidFill>
                <a:latin typeface="Calibri"/>
                <a:cs typeface="Calibri"/>
              </a:rPr>
              <a:t>get data </a:t>
            </a:r>
            <a:r>
              <a:rPr sz="2200" b="1" spc="-10" dirty="0">
                <a:solidFill>
                  <a:srgbClr val="006FC0"/>
                </a:solidFill>
                <a:latin typeface="Calibri"/>
                <a:cs typeface="Calibri"/>
              </a:rPr>
              <a:t>from </a:t>
            </a:r>
            <a:r>
              <a:rPr sz="2200" b="1" spc="-5" dirty="0">
                <a:solidFill>
                  <a:srgbClr val="006FC0"/>
                </a:solidFill>
                <a:latin typeface="Calibri"/>
                <a:cs typeface="Calibri"/>
              </a:rPr>
              <a:t>nodes below them</a:t>
            </a:r>
            <a:r>
              <a:rPr sz="2200" spc="-5" dirty="0">
                <a:latin typeface="Calibri"/>
                <a:cs typeface="Calibri"/>
              </a:rPr>
              <a:t>, and </a:t>
            </a:r>
            <a:r>
              <a:rPr sz="2200" dirty="0">
                <a:latin typeface="Calibri"/>
                <a:cs typeface="Calibri"/>
              </a:rPr>
              <a:t> </a:t>
            </a:r>
            <a:r>
              <a:rPr sz="2200" spc="-5" dirty="0">
                <a:latin typeface="Calibri"/>
                <a:cs typeface="Calibri"/>
              </a:rPr>
              <a:t>the</a:t>
            </a:r>
            <a:r>
              <a:rPr sz="2200" dirty="0">
                <a:latin typeface="Calibri"/>
                <a:cs typeface="Calibri"/>
              </a:rPr>
              <a:t> </a:t>
            </a:r>
            <a:r>
              <a:rPr sz="2200" spc="-20" dirty="0">
                <a:latin typeface="Calibri"/>
                <a:cs typeface="Calibri"/>
              </a:rPr>
              <a:t>data</a:t>
            </a:r>
            <a:r>
              <a:rPr sz="2200" spc="-15" dirty="0">
                <a:latin typeface="Calibri"/>
                <a:cs typeface="Calibri"/>
              </a:rPr>
              <a:t> represent</a:t>
            </a:r>
            <a:r>
              <a:rPr sz="2200" spc="-10" dirty="0">
                <a:latin typeface="Calibri"/>
                <a:cs typeface="Calibri"/>
              </a:rPr>
              <a:t> information</a:t>
            </a:r>
            <a:r>
              <a:rPr sz="2200" spc="-5" dirty="0">
                <a:latin typeface="Calibri"/>
                <a:cs typeface="Calibri"/>
              </a:rPr>
              <a:t> </a:t>
            </a:r>
            <a:r>
              <a:rPr sz="2200" spc="-10" dirty="0">
                <a:latin typeface="Calibri"/>
                <a:cs typeface="Calibri"/>
              </a:rPr>
              <a:t>from</a:t>
            </a:r>
            <a:r>
              <a:rPr sz="2200" spc="-5" dirty="0">
                <a:latin typeface="Calibri"/>
                <a:cs typeface="Calibri"/>
              </a:rPr>
              <a:t> </a:t>
            </a:r>
            <a:r>
              <a:rPr sz="2200" spc="-10" dirty="0">
                <a:latin typeface="Calibri"/>
                <a:cs typeface="Calibri"/>
              </a:rPr>
              <a:t>hundreds</a:t>
            </a:r>
            <a:r>
              <a:rPr sz="2200" spc="-5" dirty="0">
                <a:latin typeface="Calibri"/>
                <a:cs typeface="Calibri"/>
              </a:rPr>
              <a:t> </a:t>
            </a:r>
            <a:r>
              <a:rPr sz="2200" dirty="0">
                <a:latin typeface="Calibri"/>
                <a:cs typeface="Calibri"/>
              </a:rPr>
              <a:t>of</a:t>
            </a:r>
            <a:r>
              <a:rPr sz="2200" spc="5" dirty="0">
                <a:latin typeface="Calibri"/>
                <a:cs typeface="Calibri"/>
              </a:rPr>
              <a:t> </a:t>
            </a:r>
            <a:r>
              <a:rPr sz="2200" spc="-10" dirty="0">
                <a:latin typeface="Calibri"/>
                <a:cs typeface="Calibri"/>
              </a:rPr>
              <a:t>sensors</a:t>
            </a:r>
            <a:r>
              <a:rPr sz="2200" spc="-5" dirty="0">
                <a:latin typeface="Calibri"/>
                <a:cs typeface="Calibri"/>
              </a:rPr>
              <a:t> </a:t>
            </a:r>
            <a:r>
              <a:rPr sz="2200" spc="-10" dirty="0">
                <a:latin typeface="Calibri"/>
                <a:cs typeface="Calibri"/>
              </a:rPr>
              <a:t>across </a:t>
            </a:r>
            <a:r>
              <a:rPr sz="2200" spc="-484" dirty="0">
                <a:latin typeface="Calibri"/>
                <a:cs typeface="Calibri"/>
              </a:rPr>
              <a:t> </a:t>
            </a:r>
            <a:r>
              <a:rPr sz="2200" spc="-10" dirty="0">
                <a:latin typeface="Calibri"/>
                <a:cs typeface="Calibri"/>
              </a:rPr>
              <a:t>locations.</a:t>
            </a:r>
            <a:endParaRPr sz="2200">
              <a:latin typeface="Calibri"/>
              <a:cs typeface="Calibri"/>
            </a:endParaRPr>
          </a:p>
          <a:p>
            <a:pPr marL="756285" marR="5080" lvl="1" indent="-287020" algn="just">
              <a:lnSpc>
                <a:spcPct val="100000"/>
              </a:lnSpc>
              <a:spcBef>
                <a:spcPts val="530"/>
              </a:spcBef>
              <a:buFont typeface="Arial MT"/>
              <a:buChar char="–"/>
              <a:tabLst>
                <a:tab pos="756920" algn="l"/>
              </a:tabLst>
            </a:pPr>
            <a:r>
              <a:rPr sz="2200" spc="-5" dirty="0">
                <a:latin typeface="Calibri"/>
                <a:cs typeface="Calibri"/>
              </a:rPr>
              <a:t>In</a:t>
            </a:r>
            <a:r>
              <a:rPr sz="2200" dirty="0">
                <a:latin typeface="Calibri"/>
                <a:cs typeface="Calibri"/>
              </a:rPr>
              <a:t> </a:t>
            </a:r>
            <a:r>
              <a:rPr sz="2200" spc="-5" dirty="0">
                <a:latin typeface="Calibri"/>
                <a:cs typeface="Calibri"/>
              </a:rPr>
              <a:t>the</a:t>
            </a:r>
            <a:r>
              <a:rPr sz="2200" dirty="0">
                <a:latin typeface="Calibri"/>
                <a:cs typeface="Calibri"/>
              </a:rPr>
              <a:t> </a:t>
            </a:r>
            <a:r>
              <a:rPr sz="2200" spc="-40" dirty="0">
                <a:latin typeface="Calibri"/>
                <a:cs typeface="Calibri"/>
              </a:rPr>
              <a:t>paper,</a:t>
            </a:r>
            <a:r>
              <a:rPr sz="2200" spc="-35" dirty="0">
                <a:latin typeface="Calibri"/>
                <a:cs typeface="Calibri"/>
              </a:rPr>
              <a:t> </a:t>
            </a:r>
            <a:r>
              <a:rPr sz="2200" b="1" spc="-5" dirty="0">
                <a:solidFill>
                  <a:srgbClr val="FF0000"/>
                </a:solidFill>
                <a:latin typeface="Calibri"/>
                <a:cs typeface="Calibri"/>
              </a:rPr>
              <a:t>HMM</a:t>
            </a:r>
            <a:r>
              <a:rPr sz="2200" b="1" dirty="0">
                <a:solidFill>
                  <a:srgbClr val="FF0000"/>
                </a:solidFill>
                <a:latin typeface="Calibri"/>
                <a:cs typeface="Calibri"/>
              </a:rPr>
              <a:t> </a:t>
            </a:r>
            <a:r>
              <a:rPr sz="2200" spc="-5" dirty="0">
                <a:latin typeface="Calibri"/>
                <a:cs typeface="Calibri"/>
              </a:rPr>
              <a:t>(hidden</a:t>
            </a:r>
            <a:r>
              <a:rPr sz="2200" dirty="0">
                <a:latin typeface="Calibri"/>
                <a:cs typeface="Calibri"/>
              </a:rPr>
              <a:t> </a:t>
            </a:r>
            <a:r>
              <a:rPr sz="2200" spc="-20" dirty="0">
                <a:latin typeface="Calibri"/>
                <a:cs typeface="Calibri"/>
              </a:rPr>
              <a:t>Markov</a:t>
            </a:r>
            <a:r>
              <a:rPr sz="2200" spc="-15" dirty="0">
                <a:latin typeface="Calibri"/>
                <a:cs typeface="Calibri"/>
              </a:rPr>
              <a:t> </a:t>
            </a:r>
            <a:r>
              <a:rPr sz="2200" spc="-5" dirty="0">
                <a:latin typeface="Calibri"/>
                <a:cs typeface="Calibri"/>
              </a:rPr>
              <a:t>model)</a:t>
            </a:r>
            <a:r>
              <a:rPr sz="2200" dirty="0">
                <a:latin typeface="Calibri"/>
                <a:cs typeface="Calibri"/>
              </a:rPr>
              <a:t> </a:t>
            </a:r>
            <a:r>
              <a:rPr sz="2200" spc="-5" dirty="0">
                <a:latin typeface="Calibri"/>
                <a:cs typeface="Calibri"/>
              </a:rPr>
              <a:t>and</a:t>
            </a:r>
            <a:r>
              <a:rPr sz="2200" dirty="0">
                <a:latin typeface="Calibri"/>
                <a:cs typeface="Calibri"/>
              </a:rPr>
              <a:t> </a:t>
            </a:r>
            <a:r>
              <a:rPr sz="2200" b="1" spc="-5" dirty="0">
                <a:solidFill>
                  <a:srgbClr val="FF0000"/>
                </a:solidFill>
                <a:latin typeface="Calibri"/>
                <a:cs typeface="Calibri"/>
              </a:rPr>
              <a:t>MAP</a:t>
            </a:r>
            <a:r>
              <a:rPr sz="2200" b="1" dirty="0">
                <a:solidFill>
                  <a:srgbClr val="FF0000"/>
                </a:solidFill>
                <a:latin typeface="Calibri"/>
                <a:cs typeface="Calibri"/>
              </a:rPr>
              <a:t> </a:t>
            </a:r>
            <a:r>
              <a:rPr sz="2200" spc="-10" dirty="0">
                <a:latin typeface="Calibri"/>
                <a:cs typeface="Calibri"/>
              </a:rPr>
              <a:t>(maximum </a:t>
            </a:r>
            <a:r>
              <a:rPr sz="2200" spc="-484" dirty="0">
                <a:latin typeface="Calibri"/>
                <a:cs typeface="Calibri"/>
              </a:rPr>
              <a:t> </a:t>
            </a:r>
            <a:r>
              <a:rPr sz="2200" spc="-10" dirty="0">
                <a:latin typeface="Calibri"/>
                <a:cs typeface="Calibri"/>
              </a:rPr>
              <a:t>aposteriori)</a:t>
            </a:r>
            <a:r>
              <a:rPr sz="2200" spc="65" dirty="0">
                <a:latin typeface="Calibri"/>
                <a:cs typeface="Calibri"/>
              </a:rPr>
              <a:t> </a:t>
            </a:r>
            <a:r>
              <a:rPr sz="2200" spc="-5" dirty="0">
                <a:latin typeface="Calibri"/>
                <a:cs typeface="Calibri"/>
              </a:rPr>
              <a:t>algorithms</a:t>
            </a:r>
            <a:r>
              <a:rPr sz="2200" spc="80" dirty="0">
                <a:latin typeface="Calibri"/>
                <a:cs typeface="Calibri"/>
              </a:rPr>
              <a:t> </a:t>
            </a:r>
            <a:r>
              <a:rPr sz="2200" spc="-10" dirty="0">
                <a:latin typeface="Calibri"/>
                <a:cs typeface="Calibri"/>
              </a:rPr>
              <a:t>are</a:t>
            </a:r>
            <a:r>
              <a:rPr sz="2200" spc="70" dirty="0">
                <a:latin typeface="Calibri"/>
                <a:cs typeface="Calibri"/>
              </a:rPr>
              <a:t> </a:t>
            </a:r>
            <a:r>
              <a:rPr sz="2200" spc="-10" dirty="0">
                <a:latin typeface="Calibri"/>
                <a:cs typeface="Calibri"/>
              </a:rPr>
              <a:t>used</a:t>
            </a:r>
            <a:r>
              <a:rPr sz="2200" spc="90" dirty="0">
                <a:latin typeface="Calibri"/>
                <a:cs typeface="Calibri"/>
              </a:rPr>
              <a:t> </a:t>
            </a:r>
            <a:r>
              <a:rPr sz="2200" spc="-20" dirty="0">
                <a:latin typeface="Calibri"/>
                <a:cs typeface="Calibri"/>
              </a:rPr>
              <a:t>for</a:t>
            </a:r>
            <a:r>
              <a:rPr sz="2200" spc="80" dirty="0">
                <a:latin typeface="Calibri"/>
                <a:cs typeface="Calibri"/>
              </a:rPr>
              <a:t> </a:t>
            </a:r>
            <a:r>
              <a:rPr sz="2200" b="1" spc="-5" dirty="0">
                <a:solidFill>
                  <a:srgbClr val="006FC0"/>
                </a:solidFill>
                <a:latin typeface="Calibri"/>
                <a:cs typeface="Calibri"/>
              </a:rPr>
              <a:t>classification</a:t>
            </a:r>
            <a:r>
              <a:rPr sz="2200" b="1" spc="85" dirty="0">
                <a:solidFill>
                  <a:srgbClr val="006FC0"/>
                </a:solidFill>
                <a:latin typeface="Calibri"/>
                <a:cs typeface="Calibri"/>
              </a:rPr>
              <a:t> </a:t>
            </a:r>
            <a:r>
              <a:rPr sz="2200" spc="-5" dirty="0">
                <a:latin typeface="Calibri"/>
                <a:cs typeface="Calibri"/>
              </a:rPr>
              <a:t>and</a:t>
            </a:r>
            <a:r>
              <a:rPr sz="2200" spc="70" dirty="0">
                <a:latin typeface="Calibri"/>
                <a:cs typeface="Calibri"/>
              </a:rPr>
              <a:t> </a:t>
            </a:r>
            <a:r>
              <a:rPr sz="2200" spc="-5" dirty="0">
                <a:latin typeface="Calibri"/>
                <a:cs typeface="Calibri"/>
              </a:rPr>
              <a:t>alert</a:t>
            </a:r>
            <a:r>
              <a:rPr sz="2200" spc="70" dirty="0">
                <a:latin typeface="Calibri"/>
                <a:cs typeface="Calibri"/>
              </a:rPr>
              <a:t> </a:t>
            </a:r>
            <a:r>
              <a:rPr sz="2200" spc="-5" dirty="0">
                <a:latin typeface="Calibri"/>
                <a:cs typeface="Calibri"/>
              </a:rPr>
              <a:t>if</a:t>
            </a:r>
            <a:r>
              <a:rPr sz="2200" spc="90" dirty="0">
                <a:latin typeface="Calibri"/>
                <a:cs typeface="Calibri"/>
              </a:rPr>
              <a:t> </a:t>
            </a:r>
            <a:r>
              <a:rPr sz="2200" spc="-10" dirty="0">
                <a:latin typeface="Calibri"/>
                <a:cs typeface="Calibri"/>
              </a:rPr>
              <a:t>there</a:t>
            </a:r>
            <a:r>
              <a:rPr sz="2200" spc="85" dirty="0">
                <a:latin typeface="Calibri"/>
                <a:cs typeface="Calibri"/>
              </a:rPr>
              <a:t> </a:t>
            </a:r>
            <a:r>
              <a:rPr sz="2200" spc="-5" dirty="0">
                <a:latin typeface="Calibri"/>
                <a:cs typeface="Calibri"/>
              </a:rPr>
              <a:t>is </a:t>
            </a:r>
            <a:r>
              <a:rPr sz="2200" spc="-484" dirty="0">
                <a:latin typeface="Calibri"/>
                <a:cs typeface="Calibri"/>
              </a:rPr>
              <a:t> </a:t>
            </a:r>
            <a:r>
              <a:rPr sz="2200" spc="-5" dirty="0">
                <a:latin typeface="Calibri"/>
                <a:cs typeface="Calibri"/>
              </a:rPr>
              <a:t>a</a:t>
            </a:r>
            <a:r>
              <a:rPr sz="2200" spc="-10" dirty="0">
                <a:latin typeface="Calibri"/>
                <a:cs typeface="Calibri"/>
              </a:rPr>
              <a:t> </a:t>
            </a:r>
            <a:r>
              <a:rPr sz="2200" spc="-15" dirty="0">
                <a:latin typeface="Calibri"/>
                <a:cs typeface="Calibri"/>
              </a:rPr>
              <a:t>hazardous</a:t>
            </a:r>
            <a:r>
              <a:rPr sz="2200" spc="-10" dirty="0">
                <a:latin typeface="Calibri"/>
                <a:cs typeface="Calibri"/>
              </a:rPr>
              <a:t> </a:t>
            </a:r>
            <a:r>
              <a:rPr sz="2200" spc="-15" dirty="0">
                <a:latin typeface="Calibri"/>
                <a:cs typeface="Calibri"/>
              </a:rPr>
              <a:t>event.</a:t>
            </a:r>
            <a:endParaRPr sz="2200">
              <a:latin typeface="Calibri"/>
              <a:cs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0200" y="276809"/>
            <a:ext cx="6176645" cy="360680"/>
          </a:xfrm>
          <a:prstGeom prst="rect">
            <a:avLst/>
          </a:prstGeom>
        </p:spPr>
        <p:txBody>
          <a:bodyPr vert="horz" wrap="square" lIns="0" tIns="12065" rIns="0" bIns="0" rtlCol="0">
            <a:spAutoFit/>
          </a:bodyPr>
          <a:lstStyle/>
          <a:p>
            <a:pPr marL="355600" indent="-343535">
              <a:lnSpc>
                <a:spcPct val="100000"/>
              </a:lnSpc>
              <a:spcBef>
                <a:spcPts val="95"/>
              </a:spcBef>
              <a:buFont typeface="Arial MT"/>
              <a:buChar char="•"/>
              <a:tabLst>
                <a:tab pos="355600" algn="l"/>
                <a:tab pos="356235" algn="l"/>
              </a:tabLst>
            </a:pPr>
            <a:r>
              <a:rPr sz="2200" spc="-5" dirty="0">
                <a:latin typeface="Calibri"/>
                <a:cs typeface="Calibri"/>
              </a:rPr>
              <a:t>Machine-learning</a:t>
            </a:r>
            <a:r>
              <a:rPr sz="2200" spc="-10" dirty="0">
                <a:latin typeface="Calibri"/>
                <a:cs typeface="Calibri"/>
              </a:rPr>
              <a:t> algorithms</a:t>
            </a:r>
            <a:r>
              <a:rPr sz="2200" dirty="0">
                <a:latin typeface="Calibri"/>
                <a:cs typeface="Calibri"/>
              </a:rPr>
              <a:t> </a:t>
            </a:r>
            <a:r>
              <a:rPr sz="2200" spc="-20" dirty="0">
                <a:latin typeface="Calibri"/>
                <a:cs typeface="Calibri"/>
              </a:rPr>
              <a:t>at</a:t>
            </a:r>
            <a:r>
              <a:rPr sz="2200" dirty="0">
                <a:latin typeface="Calibri"/>
                <a:cs typeface="Calibri"/>
              </a:rPr>
              <a:t> </a:t>
            </a:r>
            <a:r>
              <a:rPr sz="2200" spc="-20" dirty="0">
                <a:latin typeface="Calibri"/>
                <a:cs typeface="Calibri"/>
              </a:rPr>
              <a:t>different</a:t>
            </a:r>
            <a:r>
              <a:rPr sz="2200" spc="15" dirty="0">
                <a:latin typeface="Calibri"/>
                <a:cs typeface="Calibri"/>
              </a:rPr>
              <a:t> </a:t>
            </a:r>
            <a:r>
              <a:rPr sz="2200" spc="-20" dirty="0">
                <a:latin typeface="Calibri"/>
                <a:cs typeface="Calibri"/>
              </a:rPr>
              <a:t>fog</a:t>
            </a:r>
            <a:r>
              <a:rPr sz="2200" spc="20" dirty="0">
                <a:latin typeface="Calibri"/>
                <a:cs typeface="Calibri"/>
              </a:rPr>
              <a:t> </a:t>
            </a:r>
            <a:r>
              <a:rPr sz="2200" spc="-20" dirty="0">
                <a:latin typeface="Calibri"/>
                <a:cs typeface="Calibri"/>
              </a:rPr>
              <a:t>layers.</a:t>
            </a:r>
            <a:endParaRPr sz="2200">
              <a:latin typeface="Calibri"/>
              <a:cs typeface="Calibri"/>
            </a:endParaRPr>
          </a:p>
        </p:txBody>
      </p:sp>
      <p:pic>
        <p:nvPicPr>
          <p:cNvPr id="3" name="object 3"/>
          <p:cNvPicPr/>
          <p:nvPr/>
        </p:nvPicPr>
        <p:blipFill>
          <a:blip r:embed="R110d0dcfcea44196" cstate="print"/>
          <a:stretch>
            <a:fillRect/>
          </a:stretch>
        </p:blipFill>
        <p:spPr>
          <a:xfrm>
            <a:off x="263733" y="1119649"/>
            <a:ext cx="8674506" cy="3565231"/>
          </a:xfrm>
          <a:prstGeom prst="rect">
            <a:avLst/>
          </a:prstGeom>
        </p:spPr>
      </p:pic>
    </p:spTree>
  </p:cSld>
  <p:clrMapOvr>
    <a:masterClrMapping/>
  </p:clrMapOvr>
</p:sld>
</file>

<file path=docProps/app.xml><?xml version="1.0" encoding="utf-8"?>
<Properties xmlns="http://schemas.openxmlformats.org/officeDocument/2006/extended-properties" xmlns:vt="http://schemas.openxmlformats.org/officeDocument/2006/docPropsVTypes">
  <Template/>
  <TotalTime>362</TotalTime>
  <Words>1894</Words>
  <Application>Microsoft Office PowerPoint</Application>
  <PresentationFormat>On-screen Show (4:3)</PresentationFormat>
  <Paragraphs>195</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 MT</vt:lpstr>
      <vt:lpstr>Calibri</vt:lpstr>
      <vt:lpstr>Office Theme</vt:lpstr>
      <vt:lpstr>FOG DATA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ii) Data Fusion</vt:lpstr>
      <vt:lpstr>PowerPoint Presentation</vt:lpstr>
      <vt:lpstr>D. Proposed Architecture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PowerPoint Presentation</dc:title>
  <dc:creator>ismail - [2010]</dc:creator>
  <lastModifiedBy>Mehfooza M</lastModifiedBy>
  <revision>4</revision>
  <dcterms:created xsi:type="dcterms:W3CDTF">2024-10-04T04:55:40.0000000Z</dcterms:created>
  <dcterms:modified xsi:type="dcterms:W3CDTF">2025-03-28T06:30:29.0520000Z</dcterms:modified>
</coreProperties>
</file>

<file path=docProps/custom.xml><?xml version="1.0" encoding="utf-8"?>
<Properties xmlns="http://schemas.openxmlformats.org/officeDocument/2006/custom-properties" xmlns:vt="http://schemas.openxmlformats.org/officeDocument/2006/docPropsVTypes"/>
</file>