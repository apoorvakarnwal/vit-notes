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85" r:id="rId4"/>
    <p:sldId id="286" r:id="rId5"/>
    <p:sldId id="259" r:id="rId6"/>
    <p:sldId id="258" r:id="rId7"/>
    <p:sldId id="260" r:id="rId8"/>
    <p:sldId id="262" r:id="rId9"/>
    <p:sldId id="287" r:id="rId10"/>
    <p:sldId id="265" r:id="rId11"/>
    <p:sldId id="263" r:id="rId12"/>
    <p:sldId id="264" r:id="rId13"/>
    <p:sldId id="261" r:id="rId14"/>
    <p:sldId id="266" r:id="rId15"/>
    <p:sldId id="267" r:id="rId16"/>
    <p:sldId id="268" r:id="rId17"/>
    <p:sldId id="269" r:id="rId18"/>
    <p:sldId id="270" r:id="rId19"/>
    <p:sldId id="271" r:id="rId20"/>
    <p:sldId id="272" r:id="rId21"/>
    <p:sldId id="273" r:id="rId22"/>
    <p:sldId id="284" r:id="rId23"/>
    <p:sldId id="274" r:id="rId24"/>
    <p:sldId id="275" r:id="rId25"/>
    <p:sldId id="276" r:id="rId26"/>
    <p:sldId id="277" r:id="rId27"/>
    <p:sldId id="278" r:id="rId28"/>
    <p:sldId id="279" r:id="rId29"/>
    <p:sldId id="280" r:id="rId30"/>
    <p:sldId id="281" r:id="rId31"/>
    <p:sldId id="282" r:id="rId32"/>
    <p:sldId id="283"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1C06"/>
    <a:srgbClr val="FFD579"/>
    <a:srgbClr val="CE3251"/>
    <a:srgbClr val="FFFC00"/>
    <a:srgbClr val="FFFF00"/>
    <a:srgbClr val="FF7E7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767"/>
    <p:restoredTop sz="94400"/>
  </p:normalViewPr>
  <p:slideViewPr>
    <p:cSldViewPr snapToGrid="0">
      <p:cViewPr>
        <p:scale>
          <a:sx n="100" d="100"/>
          <a:sy n="100" d="100"/>
        </p:scale>
        <p:origin x="704"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diagrams/_rels/data3.xml.rels><?xml version="1.0" encoding="UTF-8" standalone="yes"?>
<Relationships xmlns="http://schemas.openxmlformats.org/package/2006/relationships"><Relationship Id="rId1" Type="http://schemas.openxmlformats.org/officeDocument/2006/relationships/hyperlink" Target="https://ine.com/blog/sdn-vs-traditional-networking-enterprise-architecture-guide" TargetMode="External"/></Relationships>
</file>

<file path=ppt/diagrams/_rels/drawing3.xml.rels><?xml version="1.0" encoding="UTF-8" standalone="yes"?>
<Relationships xmlns="http://schemas.openxmlformats.org/package/2006/relationships"><Relationship Id="rId1" Type="http://schemas.openxmlformats.org/officeDocument/2006/relationships/hyperlink" Target="https://ine.com/blog/sdn-vs-traditional-networking-enterprise-architecture-guide" TargetMode="Externa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E2D720B-56B9-0140-B045-0E4E1034C882}" type="doc">
      <dgm:prSet loTypeId="urn:microsoft.com/office/officeart/2005/8/layout/hList6" loCatId="list" qsTypeId="urn:microsoft.com/office/officeart/2005/8/quickstyle/simple1" qsCatId="simple" csTypeId="urn:microsoft.com/office/officeart/2005/8/colors/colorful1" csCatId="colorful" phldr="1"/>
      <dgm:spPr/>
      <dgm:t>
        <a:bodyPr/>
        <a:lstStyle/>
        <a:p>
          <a:endParaRPr lang="en-GB"/>
        </a:p>
      </dgm:t>
    </dgm:pt>
    <dgm:pt modelId="{89FE24CA-CADD-3A44-8109-2CE49E23B4C9}">
      <dgm:prSet phldrT="[Text]"/>
      <dgm:spPr/>
      <dgm:t>
        <a:bodyPr/>
        <a:lstStyle/>
        <a:p>
          <a:r>
            <a:rPr lang="en-GB" dirty="0"/>
            <a:t>Manual Configurations</a:t>
          </a:r>
        </a:p>
      </dgm:t>
    </dgm:pt>
    <dgm:pt modelId="{F7973C19-F624-7546-A0D5-65CAC33D1A20}" type="parTrans" cxnId="{670D3F8D-0275-E843-835E-C3501E07A8EB}">
      <dgm:prSet/>
      <dgm:spPr/>
      <dgm:t>
        <a:bodyPr/>
        <a:lstStyle/>
        <a:p>
          <a:endParaRPr lang="en-GB"/>
        </a:p>
      </dgm:t>
    </dgm:pt>
    <dgm:pt modelId="{A710252D-8558-0D45-9145-133819F9DC50}" type="sibTrans" cxnId="{670D3F8D-0275-E843-835E-C3501E07A8EB}">
      <dgm:prSet/>
      <dgm:spPr/>
      <dgm:t>
        <a:bodyPr/>
        <a:lstStyle/>
        <a:p>
          <a:endParaRPr lang="en-GB"/>
        </a:p>
      </dgm:t>
    </dgm:pt>
    <dgm:pt modelId="{FC090CE8-8324-D342-A603-18E25D831F84}">
      <dgm:prSet phldrT="[Text]"/>
      <dgm:spPr/>
      <dgm:t>
        <a:bodyPr/>
        <a:lstStyle/>
        <a:p>
          <a:r>
            <a:rPr lang="en-GB" dirty="0"/>
            <a:t>Limited Scalability</a:t>
          </a:r>
        </a:p>
      </dgm:t>
    </dgm:pt>
    <dgm:pt modelId="{B9595870-64FB-FA48-B562-FAC99333C52F}" type="parTrans" cxnId="{508D443B-B767-7348-95F2-16AF838464FA}">
      <dgm:prSet/>
      <dgm:spPr/>
      <dgm:t>
        <a:bodyPr/>
        <a:lstStyle/>
        <a:p>
          <a:endParaRPr lang="en-GB"/>
        </a:p>
      </dgm:t>
    </dgm:pt>
    <dgm:pt modelId="{853A606F-750E-D741-9FB2-196BD55FC990}" type="sibTrans" cxnId="{508D443B-B767-7348-95F2-16AF838464FA}">
      <dgm:prSet/>
      <dgm:spPr/>
      <dgm:t>
        <a:bodyPr/>
        <a:lstStyle/>
        <a:p>
          <a:endParaRPr lang="en-GB"/>
        </a:p>
      </dgm:t>
    </dgm:pt>
    <dgm:pt modelId="{F0F482DC-BAFD-4447-BA2A-B381DC1C4F6B}">
      <dgm:prSet phldrT="[Text]"/>
      <dgm:spPr/>
      <dgm:t>
        <a:bodyPr/>
        <a:lstStyle/>
        <a:p>
          <a:r>
            <a:rPr lang="en-IN"/>
            <a:t>Inconsistent Quality of Service (QoS)</a:t>
          </a:r>
          <a:endParaRPr lang="en-GB" dirty="0"/>
        </a:p>
      </dgm:t>
    </dgm:pt>
    <dgm:pt modelId="{531207AE-6ED8-0840-9253-AA518E07970B}" type="parTrans" cxnId="{6F2E0515-B530-5841-A4AC-04F8AADC3DE1}">
      <dgm:prSet/>
      <dgm:spPr/>
      <dgm:t>
        <a:bodyPr/>
        <a:lstStyle/>
        <a:p>
          <a:endParaRPr lang="en-GB"/>
        </a:p>
      </dgm:t>
    </dgm:pt>
    <dgm:pt modelId="{A1119631-259D-E54C-AA56-0BC776CC0047}" type="sibTrans" cxnId="{6F2E0515-B530-5841-A4AC-04F8AADC3DE1}">
      <dgm:prSet/>
      <dgm:spPr/>
      <dgm:t>
        <a:bodyPr/>
        <a:lstStyle/>
        <a:p>
          <a:endParaRPr lang="en-GB"/>
        </a:p>
      </dgm:t>
    </dgm:pt>
    <dgm:pt modelId="{EFA9FF4B-A5A6-1A4E-BDA4-B47AD9BD19D9}">
      <dgm:prSet phldrT="[Text]"/>
      <dgm:spPr/>
      <dgm:t>
        <a:bodyPr/>
        <a:lstStyle/>
        <a:p>
          <a:r>
            <a:rPr lang="en-IN" dirty="0"/>
            <a:t>Complexity in Management</a:t>
          </a:r>
          <a:endParaRPr lang="en-GB" dirty="0"/>
        </a:p>
      </dgm:t>
    </dgm:pt>
    <dgm:pt modelId="{B55F2047-2BF1-274D-AB8D-29EA675783A3}" type="parTrans" cxnId="{999FBE82-EE4F-A745-A2FE-CCD077B7E0B3}">
      <dgm:prSet/>
      <dgm:spPr/>
      <dgm:t>
        <a:bodyPr/>
        <a:lstStyle/>
        <a:p>
          <a:endParaRPr lang="en-GB"/>
        </a:p>
      </dgm:t>
    </dgm:pt>
    <dgm:pt modelId="{EFB5A9EC-AF5A-6545-B785-8D139D742B1B}" type="sibTrans" cxnId="{999FBE82-EE4F-A745-A2FE-CCD077B7E0B3}">
      <dgm:prSet/>
      <dgm:spPr/>
      <dgm:t>
        <a:bodyPr/>
        <a:lstStyle/>
        <a:p>
          <a:endParaRPr lang="en-GB"/>
        </a:p>
      </dgm:t>
    </dgm:pt>
    <dgm:pt modelId="{B5E634A3-ECD2-2641-9954-CB2E4F529EC6}">
      <dgm:prSet phldrT="[Text]"/>
      <dgm:spPr/>
      <dgm:t>
        <a:bodyPr/>
        <a:lstStyle/>
        <a:p>
          <a:r>
            <a:rPr lang="en-IN" dirty="0"/>
            <a:t>Rigid Architecture</a:t>
          </a:r>
          <a:endParaRPr lang="en-GB" dirty="0"/>
        </a:p>
      </dgm:t>
    </dgm:pt>
    <dgm:pt modelId="{A44A5703-E135-4642-84B2-6A72EBDAD73D}" type="parTrans" cxnId="{AC475051-18ED-CC48-B9BB-2C9736AFBBAA}">
      <dgm:prSet/>
      <dgm:spPr/>
      <dgm:t>
        <a:bodyPr/>
        <a:lstStyle/>
        <a:p>
          <a:endParaRPr lang="en-GB"/>
        </a:p>
      </dgm:t>
    </dgm:pt>
    <dgm:pt modelId="{27D3533A-8D1F-194E-BBD0-6FC55886C071}" type="sibTrans" cxnId="{AC475051-18ED-CC48-B9BB-2C9736AFBBAA}">
      <dgm:prSet/>
      <dgm:spPr/>
      <dgm:t>
        <a:bodyPr/>
        <a:lstStyle/>
        <a:p>
          <a:endParaRPr lang="en-GB"/>
        </a:p>
      </dgm:t>
    </dgm:pt>
    <dgm:pt modelId="{60BEF5D2-F538-8841-941C-BC64137D42DE}">
      <dgm:prSet phldrT="[Text]"/>
      <dgm:spPr/>
      <dgm:t>
        <a:bodyPr/>
        <a:lstStyle/>
        <a:p>
          <a:r>
            <a:rPr lang="en-IN" dirty="0"/>
            <a:t>Vendor Dependence</a:t>
          </a:r>
          <a:endParaRPr lang="en-GB" dirty="0"/>
        </a:p>
      </dgm:t>
    </dgm:pt>
    <dgm:pt modelId="{3B477928-0D31-224E-BEF4-BF6D32CB36AF}" type="parTrans" cxnId="{415FCDAC-104A-7545-AC78-14EE8C6E6D9A}">
      <dgm:prSet/>
      <dgm:spPr/>
      <dgm:t>
        <a:bodyPr/>
        <a:lstStyle/>
        <a:p>
          <a:endParaRPr lang="en-GB"/>
        </a:p>
      </dgm:t>
    </dgm:pt>
    <dgm:pt modelId="{A23984FE-4C2D-104B-B103-C1031E8422D9}" type="sibTrans" cxnId="{415FCDAC-104A-7545-AC78-14EE8C6E6D9A}">
      <dgm:prSet/>
      <dgm:spPr/>
      <dgm:t>
        <a:bodyPr/>
        <a:lstStyle/>
        <a:p>
          <a:endParaRPr lang="en-GB"/>
        </a:p>
      </dgm:t>
    </dgm:pt>
    <dgm:pt modelId="{5ACFEDB9-87FA-C844-8663-1CBC16EE9220}" type="pres">
      <dgm:prSet presAssocID="{4E2D720B-56B9-0140-B045-0E4E1034C882}" presName="Name0" presStyleCnt="0">
        <dgm:presLayoutVars>
          <dgm:dir/>
          <dgm:resizeHandles val="exact"/>
        </dgm:presLayoutVars>
      </dgm:prSet>
      <dgm:spPr/>
    </dgm:pt>
    <dgm:pt modelId="{1CDB7054-0CE6-0546-A200-CAC00676A250}" type="pres">
      <dgm:prSet presAssocID="{89FE24CA-CADD-3A44-8109-2CE49E23B4C9}" presName="node" presStyleLbl="node1" presStyleIdx="0" presStyleCnt="6">
        <dgm:presLayoutVars>
          <dgm:bulletEnabled val="1"/>
        </dgm:presLayoutVars>
      </dgm:prSet>
      <dgm:spPr/>
    </dgm:pt>
    <dgm:pt modelId="{0E6B5401-4B88-C844-8048-90D958F6C8A6}" type="pres">
      <dgm:prSet presAssocID="{A710252D-8558-0D45-9145-133819F9DC50}" presName="sibTrans" presStyleCnt="0"/>
      <dgm:spPr/>
    </dgm:pt>
    <dgm:pt modelId="{B3154B7B-A98D-0E4E-BC53-41A97F559619}" type="pres">
      <dgm:prSet presAssocID="{FC090CE8-8324-D342-A603-18E25D831F84}" presName="node" presStyleLbl="node1" presStyleIdx="1" presStyleCnt="6">
        <dgm:presLayoutVars>
          <dgm:bulletEnabled val="1"/>
        </dgm:presLayoutVars>
      </dgm:prSet>
      <dgm:spPr/>
    </dgm:pt>
    <dgm:pt modelId="{E580184D-8003-C14B-A2BB-163B0DA8188E}" type="pres">
      <dgm:prSet presAssocID="{853A606F-750E-D741-9FB2-196BD55FC990}" presName="sibTrans" presStyleCnt="0"/>
      <dgm:spPr/>
    </dgm:pt>
    <dgm:pt modelId="{5A0D03D9-143D-4347-9AAC-3CC0C8C55E69}" type="pres">
      <dgm:prSet presAssocID="{F0F482DC-BAFD-4447-BA2A-B381DC1C4F6B}" presName="node" presStyleLbl="node1" presStyleIdx="2" presStyleCnt="6">
        <dgm:presLayoutVars>
          <dgm:bulletEnabled val="1"/>
        </dgm:presLayoutVars>
      </dgm:prSet>
      <dgm:spPr/>
    </dgm:pt>
    <dgm:pt modelId="{B2AD72D3-7A05-B740-B6E8-1D67166E2E4D}" type="pres">
      <dgm:prSet presAssocID="{A1119631-259D-E54C-AA56-0BC776CC0047}" presName="sibTrans" presStyleCnt="0"/>
      <dgm:spPr/>
    </dgm:pt>
    <dgm:pt modelId="{69C12440-539A-A04F-93D5-FD5F0D050DE9}" type="pres">
      <dgm:prSet presAssocID="{EFA9FF4B-A5A6-1A4E-BDA4-B47AD9BD19D9}" presName="node" presStyleLbl="node1" presStyleIdx="3" presStyleCnt="6">
        <dgm:presLayoutVars>
          <dgm:bulletEnabled val="1"/>
        </dgm:presLayoutVars>
      </dgm:prSet>
      <dgm:spPr/>
    </dgm:pt>
    <dgm:pt modelId="{544C3E25-DC62-9143-87D3-3299DEED1E03}" type="pres">
      <dgm:prSet presAssocID="{EFB5A9EC-AF5A-6545-B785-8D139D742B1B}" presName="sibTrans" presStyleCnt="0"/>
      <dgm:spPr/>
    </dgm:pt>
    <dgm:pt modelId="{9239EB60-9906-E847-9124-ECF9AA713E63}" type="pres">
      <dgm:prSet presAssocID="{B5E634A3-ECD2-2641-9954-CB2E4F529EC6}" presName="node" presStyleLbl="node1" presStyleIdx="4" presStyleCnt="6">
        <dgm:presLayoutVars>
          <dgm:bulletEnabled val="1"/>
        </dgm:presLayoutVars>
      </dgm:prSet>
      <dgm:spPr/>
    </dgm:pt>
    <dgm:pt modelId="{2736A156-207A-A84A-9E99-D8513D7E3471}" type="pres">
      <dgm:prSet presAssocID="{27D3533A-8D1F-194E-BBD0-6FC55886C071}" presName="sibTrans" presStyleCnt="0"/>
      <dgm:spPr/>
    </dgm:pt>
    <dgm:pt modelId="{E7B1510E-FB9C-F046-9612-DCD7DA5627A0}" type="pres">
      <dgm:prSet presAssocID="{60BEF5D2-F538-8841-941C-BC64137D42DE}" presName="node" presStyleLbl="node1" presStyleIdx="5" presStyleCnt="6">
        <dgm:presLayoutVars>
          <dgm:bulletEnabled val="1"/>
        </dgm:presLayoutVars>
      </dgm:prSet>
      <dgm:spPr/>
    </dgm:pt>
  </dgm:ptLst>
  <dgm:cxnLst>
    <dgm:cxn modelId="{C2CC1C00-0766-3D40-9D03-A5EBD5DB0CB7}" type="presOf" srcId="{FC090CE8-8324-D342-A603-18E25D831F84}" destId="{B3154B7B-A98D-0E4E-BC53-41A97F559619}" srcOrd="0" destOrd="0" presId="urn:microsoft.com/office/officeart/2005/8/layout/hList6"/>
    <dgm:cxn modelId="{6F2E0515-B530-5841-A4AC-04F8AADC3DE1}" srcId="{4E2D720B-56B9-0140-B045-0E4E1034C882}" destId="{F0F482DC-BAFD-4447-BA2A-B381DC1C4F6B}" srcOrd="2" destOrd="0" parTransId="{531207AE-6ED8-0840-9253-AA518E07970B}" sibTransId="{A1119631-259D-E54C-AA56-0BC776CC0047}"/>
    <dgm:cxn modelId="{72B6E131-7FCA-1448-814A-76808548749F}" type="presOf" srcId="{89FE24CA-CADD-3A44-8109-2CE49E23B4C9}" destId="{1CDB7054-0CE6-0546-A200-CAC00676A250}" srcOrd="0" destOrd="0" presId="urn:microsoft.com/office/officeart/2005/8/layout/hList6"/>
    <dgm:cxn modelId="{6C966134-C46B-C24E-AC85-4A60E5FE79A7}" type="presOf" srcId="{4E2D720B-56B9-0140-B045-0E4E1034C882}" destId="{5ACFEDB9-87FA-C844-8663-1CBC16EE9220}" srcOrd="0" destOrd="0" presId="urn:microsoft.com/office/officeart/2005/8/layout/hList6"/>
    <dgm:cxn modelId="{508D443B-B767-7348-95F2-16AF838464FA}" srcId="{4E2D720B-56B9-0140-B045-0E4E1034C882}" destId="{FC090CE8-8324-D342-A603-18E25D831F84}" srcOrd="1" destOrd="0" parTransId="{B9595870-64FB-FA48-B562-FAC99333C52F}" sibTransId="{853A606F-750E-D741-9FB2-196BD55FC990}"/>
    <dgm:cxn modelId="{DD584351-64A2-994D-BE53-541DD6D0B082}" type="presOf" srcId="{F0F482DC-BAFD-4447-BA2A-B381DC1C4F6B}" destId="{5A0D03D9-143D-4347-9AAC-3CC0C8C55E69}" srcOrd="0" destOrd="0" presId="urn:microsoft.com/office/officeart/2005/8/layout/hList6"/>
    <dgm:cxn modelId="{AC475051-18ED-CC48-B9BB-2C9736AFBBAA}" srcId="{4E2D720B-56B9-0140-B045-0E4E1034C882}" destId="{B5E634A3-ECD2-2641-9954-CB2E4F529EC6}" srcOrd="4" destOrd="0" parTransId="{A44A5703-E135-4642-84B2-6A72EBDAD73D}" sibTransId="{27D3533A-8D1F-194E-BBD0-6FC55886C071}"/>
    <dgm:cxn modelId="{B3506758-6633-DC4A-9F28-D2778CCF4162}" type="presOf" srcId="{EFA9FF4B-A5A6-1A4E-BDA4-B47AD9BD19D9}" destId="{69C12440-539A-A04F-93D5-FD5F0D050DE9}" srcOrd="0" destOrd="0" presId="urn:microsoft.com/office/officeart/2005/8/layout/hList6"/>
    <dgm:cxn modelId="{37B41570-8FD2-664E-AC92-80890C62E597}" type="presOf" srcId="{B5E634A3-ECD2-2641-9954-CB2E4F529EC6}" destId="{9239EB60-9906-E847-9124-ECF9AA713E63}" srcOrd="0" destOrd="0" presId="urn:microsoft.com/office/officeart/2005/8/layout/hList6"/>
    <dgm:cxn modelId="{999FBE82-EE4F-A745-A2FE-CCD077B7E0B3}" srcId="{4E2D720B-56B9-0140-B045-0E4E1034C882}" destId="{EFA9FF4B-A5A6-1A4E-BDA4-B47AD9BD19D9}" srcOrd="3" destOrd="0" parTransId="{B55F2047-2BF1-274D-AB8D-29EA675783A3}" sibTransId="{EFB5A9EC-AF5A-6545-B785-8D139D742B1B}"/>
    <dgm:cxn modelId="{670D3F8D-0275-E843-835E-C3501E07A8EB}" srcId="{4E2D720B-56B9-0140-B045-0E4E1034C882}" destId="{89FE24CA-CADD-3A44-8109-2CE49E23B4C9}" srcOrd="0" destOrd="0" parTransId="{F7973C19-F624-7546-A0D5-65CAC33D1A20}" sibTransId="{A710252D-8558-0D45-9145-133819F9DC50}"/>
    <dgm:cxn modelId="{415FCDAC-104A-7545-AC78-14EE8C6E6D9A}" srcId="{4E2D720B-56B9-0140-B045-0E4E1034C882}" destId="{60BEF5D2-F538-8841-941C-BC64137D42DE}" srcOrd="5" destOrd="0" parTransId="{3B477928-0D31-224E-BEF4-BF6D32CB36AF}" sibTransId="{A23984FE-4C2D-104B-B103-C1031E8422D9}"/>
    <dgm:cxn modelId="{918792DC-DAF3-2A47-A760-07134CDC5397}" type="presOf" srcId="{60BEF5D2-F538-8841-941C-BC64137D42DE}" destId="{E7B1510E-FB9C-F046-9612-DCD7DA5627A0}" srcOrd="0" destOrd="0" presId="urn:microsoft.com/office/officeart/2005/8/layout/hList6"/>
    <dgm:cxn modelId="{BEA6C37C-B7C3-C747-A695-C3EBF8080C94}" type="presParOf" srcId="{5ACFEDB9-87FA-C844-8663-1CBC16EE9220}" destId="{1CDB7054-0CE6-0546-A200-CAC00676A250}" srcOrd="0" destOrd="0" presId="urn:microsoft.com/office/officeart/2005/8/layout/hList6"/>
    <dgm:cxn modelId="{9D6AD1E6-236C-EF45-9EFB-89762ACEDDD4}" type="presParOf" srcId="{5ACFEDB9-87FA-C844-8663-1CBC16EE9220}" destId="{0E6B5401-4B88-C844-8048-90D958F6C8A6}" srcOrd="1" destOrd="0" presId="urn:microsoft.com/office/officeart/2005/8/layout/hList6"/>
    <dgm:cxn modelId="{5781178C-220B-6F40-9E75-8046DD957B6F}" type="presParOf" srcId="{5ACFEDB9-87FA-C844-8663-1CBC16EE9220}" destId="{B3154B7B-A98D-0E4E-BC53-41A97F559619}" srcOrd="2" destOrd="0" presId="urn:microsoft.com/office/officeart/2005/8/layout/hList6"/>
    <dgm:cxn modelId="{316C1325-1F10-0B47-8274-BA940284C30C}" type="presParOf" srcId="{5ACFEDB9-87FA-C844-8663-1CBC16EE9220}" destId="{E580184D-8003-C14B-A2BB-163B0DA8188E}" srcOrd="3" destOrd="0" presId="urn:microsoft.com/office/officeart/2005/8/layout/hList6"/>
    <dgm:cxn modelId="{BCDBB7BF-AEDB-D74E-8FC3-8C4A3EAD584C}" type="presParOf" srcId="{5ACFEDB9-87FA-C844-8663-1CBC16EE9220}" destId="{5A0D03D9-143D-4347-9AAC-3CC0C8C55E69}" srcOrd="4" destOrd="0" presId="urn:microsoft.com/office/officeart/2005/8/layout/hList6"/>
    <dgm:cxn modelId="{2FCF67E1-1C97-7443-8502-37450F4B3D79}" type="presParOf" srcId="{5ACFEDB9-87FA-C844-8663-1CBC16EE9220}" destId="{B2AD72D3-7A05-B740-B6E8-1D67166E2E4D}" srcOrd="5" destOrd="0" presId="urn:microsoft.com/office/officeart/2005/8/layout/hList6"/>
    <dgm:cxn modelId="{301F1EC6-650E-664E-A845-5C9E1E5E679E}" type="presParOf" srcId="{5ACFEDB9-87FA-C844-8663-1CBC16EE9220}" destId="{69C12440-539A-A04F-93D5-FD5F0D050DE9}" srcOrd="6" destOrd="0" presId="urn:microsoft.com/office/officeart/2005/8/layout/hList6"/>
    <dgm:cxn modelId="{78B60420-FC47-4F4E-8FE8-71ACB4A5F80D}" type="presParOf" srcId="{5ACFEDB9-87FA-C844-8663-1CBC16EE9220}" destId="{544C3E25-DC62-9143-87D3-3299DEED1E03}" srcOrd="7" destOrd="0" presId="urn:microsoft.com/office/officeart/2005/8/layout/hList6"/>
    <dgm:cxn modelId="{4CAE8B6A-08E5-6641-ACF1-094B71C4F387}" type="presParOf" srcId="{5ACFEDB9-87FA-C844-8663-1CBC16EE9220}" destId="{9239EB60-9906-E847-9124-ECF9AA713E63}" srcOrd="8" destOrd="0" presId="urn:microsoft.com/office/officeart/2005/8/layout/hList6"/>
    <dgm:cxn modelId="{A14BD4A5-2D94-4A42-BE33-E64C6AE31C7F}" type="presParOf" srcId="{5ACFEDB9-87FA-C844-8663-1CBC16EE9220}" destId="{2736A156-207A-A84A-9E99-D8513D7E3471}" srcOrd="9" destOrd="0" presId="urn:microsoft.com/office/officeart/2005/8/layout/hList6"/>
    <dgm:cxn modelId="{43186100-E0B6-B74B-8E60-3FBEE36026ED}" type="presParOf" srcId="{5ACFEDB9-87FA-C844-8663-1CBC16EE9220}" destId="{E7B1510E-FB9C-F046-9612-DCD7DA5627A0}" srcOrd="10" destOrd="0" presId="urn:microsoft.com/office/officeart/2005/8/layout/h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A306B89-A1E6-794A-9F61-A0123FF9B50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GB"/>
        </a:p>
      </dgm:t>
    </dgm:pt>
    <dgm:pt modelId="{89512544-2EF0-8B46-A2CF-95AE72B784E2}">
      <dgm:prSet custT="1"/>
      <dgm:spPr/>
      <dgm:t>
        <a:bodyPr/>
        <a:lstStyle/>
        <a:p>
          <a:pPr algn="just"/>
          <a:r>
            <a:rPr lang="en-US" sz="2400" dirty="0">
              <a:latin typeface="Book Antiqua" panose="02040602050305030304" pitchFamily="18" charset="0"/>
            </a:rPr>
            <a:t>Manual Configuration:</a:t>
          </a:r>
          <a:endParaRPr lang="en-IN" sz="2400" dirty="0">
            <a:latin typeface="Book Antiqua" panose="02040602050305030304" pitchFamily="18" charset="0"/>
          </a:endParaRPr>
        </a:p>
      </dgm:t>
    </dgm:pt>
    <dgm:pt modelId="{F433DDD3-F577-414B-821A-CE6C438B668B}" type="parTrans" cxnId="{4755BBC9-851D-6944-ABCC-D2309B782795}">
      <dgm:prSet/>
      <dgm:spPr/>
      <dgm:t>
        <a:bodyPr/>
        <a:lstStyle/>
        <a:p>
          <a:pPr algn="just"/>
          <a:endParaRPr lang="en-GB" sz="2400">
            <a:latin typeface="Book Antiqua" panose="02040602050305030304" pitchFamily="18" charset="0"/>
          </a:endParaRPr>
        </a:p>
      </dgm:t>
    </dgm:pt>
    <dgm:pt modelId="{F053D2DF-8076-A743-B49A-7332C8D617FE}" type="sibTrans" cxnId="{4755BBC9-851D-6944-ABCC-D2309B782795}">
      <dgm:prSet/>
      <dgm:spPr/>
      <dgm:t>
        <a:bodyPr/>
        <a:lstStyle/>
        <a:p>
          <a:pPr algn="just"/>
          <a:endParaRPr lang="en-GB" sz="2400">
            <a:latin typeface="Book Antiqua" panose="02040602050305030304" pitchFamily="18" charset="0"/>
          </a:endParaRPr>
        </a:p>
      </dgm:t>
    </dgm:pt>
    <dgm:pt modelId="{1FEBF65C-2081-EE44-9223-A5AC8625BD6A}">
      <dgm:prSet custT="1"/>
      <dgm:spPr/>
      <dgm:t>
        <a:bodyPr/>
        <a:lstStyle/>
        <a:p>
          <a:pPr algn="just"/>
          <a:r>
            <a:rPr lang="en-US" sz="2400" dirty="0">
              <a:latin typeface="Book Antiqua" panose="02040602050305030304" pitchFamily="18" charset="0"/>
            </a:rPr>
            <a:t>Traditional networks rely on manual configuration of individual devices such as routers and switches. This process is time-consuming, increases operational complexity, and is prone to human error, making it difficult to maintain consistency across the network </a:t>
          </a:r>
          <a:endParaRPr lang="en-IN" sz="2400" dirty="0">
            <a:latin typeface="Book Antiqua" panose="02040602050305030304" pitchFamily="18" charset="0"/>
          </a:endParaRPr>
        </a:p>
      </dgm:t>
    </dgm:pt>
    <dgm:pt modelId="{F916DB8E-5499-7742-8993-B9C5F5381334}" type="parTrans" cxnId="{EDD8BE46-0562-1B48-A49D-11A0D853CF39}">
      <dgm:prSet/>
      <dgm:spPr/>
      <dgm:t>
        <a:bodyPr/>
        <a:lstStyle/>
        <a:p>
          <a:pPr algn="just"/>
          <a:endParaRPr lang="en-GB" sz="2400">
            <a:latin typeface="Book Antiqua" panose="02040602050305030304" pitchFamily="18" charset="0"/>
          </a:endParaRPr>
        </a:p>
      </dgm:t>
    </dgm:pt>
    <dgm:pt modelId="{154153DD-FB4F-3A40-8964-27CED006D6D8}" type="sibTrans" cxnId="{EDD8BE46-0562-1B48-A49D-11A0D853CF39}">
      <dgm:prSet/>
      <dgm:spPr/>
      <dgm:t>
        <a:bodyPr/>
        <a:lstStyle/>
        <a:p>
          <a:pPr algn="just"/>
          <a:endParaRPr lang="en-GB" sz="2400">
            <a:latin typeface="Book Antiqua" panose="02040602050305030304" pitchFamily="18" charset="0"/>
          </a:endParaRPr>
        </a:p>
      </dgm:t>
    </dgm:pt>
    <dgm:pt modelId="{CA04D69D-4E29-A14D-BB60-62B271D2A88D}">
      <dgm:prSet custT="1"/>
      <dgm:spPr/>
      <dgm:t>
        <a:bodyPr/>
        <a:lstStyle/>
        <a:p>
          <a:pPr algn="just"/>
          <a:r>
            <a:rPr lang="en-US" sz="2400">
              <a:latin typeface="Book Antiqua" panose="02040602050305030304" pitchFamily="18" charset="0"/>
            </a:rPr>
            <a:t>Limited Scalability:</a:t>
          </a:r>
          <a:endParaRPr lang="en-IN" sz="2400">
            <a:latin typeface="Book Antiqua" panose="02040602050305030304" pitchFamily="18" charset="0"/>
          </a:endParaRPr>
        </a:p>
      </dgm:t>
    </dgm:pt>
    <dgm:pt modelId="{F7713DA4-AE4B-624E-8E78-27A1D03ED7B2}" type="parTrans" cxnId="{21EA44E1-BFAB-F14C-BAC3-4B239440CF87}">
      <dgm:prSet/>
      <dgm:spPr/>
      <dgm:t>
        <a:bodyPr/>
        <a:lstStyle/>
        <a:p>
          <a:pPr algn="just"/>
          <a:endParaRPr lang="en-GB" sz="2400">
            <a:latin typeface="Book Antiqua" panose="02040602050305030304" pitchFamily="18" charset="0"/>
          </a:endParaRPr>
        </a:p>
      </dgm:t>
    </dgm:pt>
    <dgm:pt modelId="{0E7445FD-9C0E-C147-8CDC-8E4CB9E45E5E}" type="sibTrans" cxnId="{21EA44E1-BFAB-F14C-BAC3-4B239440CF87}">
      <dgm:prSet/>
      <dgm:spPr/>
      <dgm:t>
        <a:bodyPr/>
        <a:lstStyle/>
        <a:p>
          <a:pPr algn="just"/>
          <a:endParaRPr lang="en-GB" sz="2400">
            <a:latin typeface="Book Antiqua" panose="02040602050305030304" pitchFamily="18" charset="0"/>
          </a:endParaRPr>
        </a:p>
      </dgm:t>
    </dgm:pt>
    <dgm:pt modelId="{D1EFD209-8EC9-1342-8F10-BD7C96E35906}">
      <dgm:prSet custT="1"/>
      <dgm:spPr/>
      <dgm:t>
        <a:bodyPr/>
        <a:lstStyle/>
        <a:p>
          <a:pPr algn="just"/>
          <a:r>
            <a:rPr lang="en-US" sz="2400" dirty="0">
              <a:latin typeface="Book Antiqua" panose="02040602050305030304" pitchFamily="18" charset="0"/>
            </a:rPr>
            <a:t>These architectures struggle to scale effectively with the increasing number of devices and bandwidth demands. They often require significant reconfiguration when new devices are added, which can lead to oversubscription and performance issues</a:t>
          </a:r>
          <a:endParaRPr lang="en-IN" sz="2400" dirty="0">
            <a:latin typeface="Book Antiqua" panose="02040602050305030304" pitchFamily="18" charset="0"/>
          </a:endParaRPr>
        </a:p>
      </dgm:t>
    </dgm:pt>
    <dgm:pt modelId="{A1B3AB0D-8315-1F4E-9B98-CF5453259FA9}" type="parTrans" cxnId="{BE6A6BFB-982E-D245-BB76-256B0E60C320}">
      <dgm:prSet/>
      <dgm:spPr/>
      <dgm:t>
        <a:bodyPr/>
        <a:lstStyle/>
        <a:p>
          <a:pPr algn="just"/>
          <a:endParaRPr lang="en-GB" sz="2400">
            <a:latin typeface="Book Antiqua" panose="02040602050305030304" pitchFamily="18" charset="0"/>
          </a:endParaRPr>
        </a:p>
      </dgm:t>
    </dgm:pt>
    <dgm:pt modelId="{0B969720-9BFA-6745-A49D-8CA3CAD8B34A}" type="sibTrans" cxnId="{BE6A6BFB-982E-D245-BB76-256B0E60C320}">
      <dgm:prSet/>
      <dgm:spPr/>
      <dgm:t>
        <a:bodyPr/>
        <a:lstStyle/>
        <a:p>
          <a:pPr algn="just"/>
          <a:endParaRPr lang="en-GB" sz="2400">
            <a:latin typeface="Book Antiqua" panose="02040602050305030304" pitchFamily="18" charset="0"/>
          </a:endParaRPr>
        </a:p>
      </dgm:t>
    </dgm:pt>
    <dgm:pt modelId="{1FE0BDCF-19E8-D449-9D03-B0E094B2A739}" type="pres">
      <dgm:prSet presAssocID="{BA306B89-A1E6-794A-9F61-A0123FF9B508}" presName="linear" presStyleCnt="0">
        <dgm:presLayoutVars>
          <dgm:animLvl val="lvl"/>
          <dgm:resizeHandles val="exact"/>
        </dgm:presLayoutVars>
      </dgm:prSet>
      <dgm:spPr/>
    </dgm:pt>
    <dgm:pt modelId="{A02CC299-FE43-F545-921F-C2B6B2EBD383}" type="pres">
      <dgm:prSet presAssocID="{89512544-2EF0-8B46-A2CF-95AE72B784E2}" presName="parentText" presStyleLbl="node1" presStyleIdx="0" presStyleCnt="2">
        <dgm:presLayoutVars>
          <dgm:chMax val="0"/>
          <dgm:bulletEnabled val="1"/>
        </dgm:presLayoutVars>
      </dgm:prSet>
      <dgm:spPr/>
    </dgm:pt>
    <dgm:pt modelId="{45E25927-7C03-764D-AAC3-A2CB8689199B}" type="pres">
      <dgm:prSet presAssocID="{89512544-2EF0-8B46-A2CF-95AE72B784E2}" presName="childText" presStyleLbl="revTx" presStyleIdx="0" presStyleCnt="2">
        <dgm:presLayoutVars>
          <dgm:bulletEnabled val="1"/>
        </dgm:presLayoutVars>
      </dgm:prSet>
      <dgm:spPr/>
    </dgm:pt>
    <dgm:pt modelId="{3FB116C7-363C-1947-8F70-9E738BFEBFA0}" type="pres">
      <dgm:prSet presAssocID="{CA04D69D-4E29-A14D-BB60-62B271D2A88D}" presName="parentText" presStyleLbl="node1" presStyleIdx="1" presStyleCnt="2">
        <dgm:presLayoutVars>
          <dgm:chMax val="0"/>
          <dgm:bulletEnabled val="1"/>
        </dgm:presLayoutVars>
      </dgm:prSet>
      <dgm:spPr/>
    </dgm:pt>
    <dgm:pt modelId="{B7D16A38-F40C-0141-90C4-1D9BD0D87A12}" type="pres">
      <dgm:prSet presAssocID="{CA04D69D-4E29-A14D-BB60-62B271D2A88D}" presName="childText" presStyleLbl="revTx" presStyleIdx="1" presStyleCnt="2">
        <dgm:presLayoutVars>
          <dgm:bulletEnabled val="1"/>
        </dgm:presLayoutVars>
      </dgm:prSet>
      <dgm:spPr/>
    </dgm:pt>
  </dgm:ptLst>
  <dgm:cxnLst>
    <dgm:cxn modelId="{1C0A4305-C764-C34C-83D3-F672B8BF1C07}" type="presOf" srcId="{D1EFD209-8EC9-1342-8F10-BD7C96E35906}" destId="{B7D16A38-F40C-0141-90C4-1D9BD0D87A12}" srcOrd="0" destOrd="0" presId="urn:microsoft.com/office/officeart/2005/8/layout/vList2"/>
    <dgm:cxn modelId="{EDD8BE46-0562-1B48-A49D-11A0D853CF39}" srcId="{89512544-2EF0-8B46-A2CF-95AE72B784E2}" destId="{1FEBF65C-2081-EE44-9223-A5AC8625BD6A}" srcOrd="0" destOrd="0" parTransId="{F916DB8E-5499-7742-8993-B9C5F5381334}" sibTransId="{154153DD-FB4F-3A40-8964-27CED006D6D8}"/>
    <dgm:cxn modelId="{30254D70-475D-AF48-AF3F-932DA3AD98CF}" type="presOf" srcId="{89512544-2EF0-8B46-A2CF-95AE72B784E2}" destId="{A02CC299-FE43-F545-921F-C2B6B2EBD383}" srcOrd="0" destOrd="0" presId="urn:microsoft.com/office/officeart/2005/8/layout/vList2"/>
    <dgm:cxn modelId="{8AEC3D82-12F5-F949-A7D8-D1D7A51D7EF5}" type="presOf" srcId="{CA04D69D-4E29-A14D-BB60-62B271D2A88D}" destId="{3FB116C7-363C-1947-8F70-9E738BFEBFA0}" srcOrd="0" destOrd="0" presId="urn:microsoft.com/office/officeart/2005/8/layout/vList2"/>
    <dgm:cxn modelId="{C53B51B6-7489-B946-A128-229B7E2CCB47}" type="presOf" srcId="{1FEBF65C-2081-EE44-9223-A5AC8625BD6A}" destId="{45E25927-7C03-764D-AAC3-A2CB8689199B}" srcOrd="0" destOrd="0" presId="urn:microsoft.com/office/officeart/2005/8/layout/vList2"/>
    <dgm:cxn modelId="{4755BBC9-851D-6944-ABCC-D2309B782795}" srcId="{BA306B89-A1E6-794A-9F61-A0123FF9B508}" destId="{89512544-2EF0-8B46-A2CF-95AE72B784E2}" srcOrd="0" destOrd="0" parTransId="{F433DDD3-F577-414B-821A-CE6C438B668B}" sibTransId="{F053D2DF-8076-A743-B49A-7332C8D617FE}"/>
    <dgm:cxn modelId="{21EA44E1-BFAB-F14C-BAC3-4B239440CF87}" srcId="{BA306B89-A1E6-794A-9F61-A0123FF9B508}" destId="{CA04D69D-4E29-A14D-BB60-62B271D2A88D}" srcOrd="1" destOrd="0" parTransId="{F7713DA4-AE4B-624E-8E78-27A1D03ED7B2}" sibTransId="{0E7445FD-9C0E-C147-8CDC-8E4CB9E45E5E}"/>
    <dgm:cxn modelId="{9D1C96E7-56E3-8343-A826-108B12022D59}" type="presOf" srcId="{BA306B89-A1E6-794A-9F61-A0123FF9B508}" destId="{1FE0BDCF-19E8-D449-9D03-B0E094B2A739}" srcOrd="0" destOrd="0" presId="urn:microsoft.com/office/officeart/2005/8/layout/vList2"/>
    <dgm:cxn modelId="{BE6A6BFB-982E-D245-BB76-256B0E60C320}" srcId="{CA04D69D-4E29-A14D-BB60-62B271D2A88D}" destId="{D1EFD209-8EC9-1342-8F10-BD7C96E35906}" srcOrd="0" destOrd="0" parTransId="{A1B3AB0D-8315-1F4E-9B98-CF5453259FA9}" sibTransId="{0B969720-9BFA-6745-A49D-8CA3CAD8B34A}"/>
    <dgm:cxn modelId="{9AB0B581-06D6-C749-B3FD-48A37533C653}" type="presParOf" srcId="{1FE0BDCF-19E8-D449-9D03-B0E094B2A739}" destId="{A02CC299-FE43-F545-921F-C2B6B2EBD383}" srcOrd="0" destOrd="0" presId="urn:microsoft.com/office/officeart/2005/8/layout/vList2"/>
    <dgm:cxn modelId="{CBEDF6FC-9882-E845-ABF8-310167B5B5CC}" type="presParOf" srcId="{1FE0BDCF-19E8-D449-9D03-B0E094B2A739}" destId="{45E25927-7C03-764D-AAC3-A2CB8689199B}" srcOrd="1" destOrd="0" presId="urn:microsoft.com/office/officeart/2005/8/layout/vList2"/>
    <dgm:cxn modelId="{8DAABA72-D577-4E4E-8444-A52F5821825C}" type="presParOf" srcId="{1FE0BDCF-19E8-D449-9D03-B0E094B2A739}" destId="{3FB116C7-363C-1947-8F70-9E738BFEBFA0}" srcOrd="2" destOrd="0" presId="urn:microsoft.com/office/officeart/2005/8/layout/vList2"/>
    <dgm:cxn modelId="{A5DC66BC-A8F3-CD45-8698-B0823AA16041}" type="presParOf" srcId="{1FE0BDCF-19E8-D449-9D03-B0E094B2A739}" destId="{B7D16A38-F40C-0141-90C4-1D9BD0D87A12}"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A306B89-A1E6-794A-9F61-A0123FF9B50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GB"/>
        </a:p>
      </dgm:t>
    </dgm:pt>
    <dgm:pt modelId="{89512544-2EF0-8B46-A2CF-95AE72B784E2}">
      <dgm:prSet custT="1"/>
      <dgm:spPr/>
      <dgm:t>
        <a:bodyPr/>
        <a:lstStyle/>
        <a:p>
          <a:pPr algn="just"/>
          <a:r>
            <a:rPr lang="en-IN" sz="2200" b="0" i="0" u="none" dirty="0">
              <a:latin typeface="Book Antiqua" panose="02040602050305030304" pitchFamily="18" charset="0"/>
            </a:rPr>
            <a:t>Inconsistent Quality of Service (QoS):</a:t>
          </a:r>
          <a:endParaRPr lang="en-IN" sz="2200" dirty="0">
            <a:latin typeface="Book Antiqua" panose="02040602050305030304" pitchFamily="18" charset="0"/>
          </a:endParaRPr>
        </a:p>
      </dgm:t>
    </dgm:pt>
    <dgm:pt modelId="{F433DDD3-F577-414B-821A-CE6C438B668B}" type="parTrans" cxnId="{4755BBC9-851D-6944-ABCC-D2309B782795}">
      <dgm:prSet/>
      <dgm:spPr/>
      <dgm:t>
        <a:bodyPr/>
        <a:lstStyle/>
        <a:p>
          <a:pPr algn="just"/>
          <a:endParaRPr lang="en-GB" sz="2200">
            <a:latin typeface="Book Antiqua" panose="02040602050305030304" pitchFamily="18" charset="0"/>
          </a:endParaRPr>
        </a:p>
      </dgm:t>
    </dgm:pt>
    <dgm:pt modelId="{F053D2DF-8076-A743-B49A-7332C8D617FE}" type="sibTrans" cxnId="{4755BBC9-851D-6944-ABCC-D2309B782795}">
      <dgm:prSet/>
      <dgm:spPr/>
      <dgm:t>
        <a:bodyPr/>
        <a:lstStyle/>
        <a:p>
          <a:pPr algn="just"/>
          <a:endParaRPr lang="en-GB" sz="2200">
            <a:latin typeface="Book Antiqua" panose="02040602050305030304" pitchFamily="18" charset="0"/>
          </a:endParaRPr>
        </a:p>
      </dgm:t>
    </dgm:pt>
    <dgm:pt modelId="{AE92B18C-B5B7-844E-8503-86874B47C80D}">
      <dgm:prSet custT="1"/>
      <dgm:spPr/>
      <dgm:t>
        <a:bodyPr/>
        <a:lstStyle/>
        <a:p>
          <a:pPr algn="just">
            <a:buFont typeface="+mj-lt"/>
            <a:buAutoNum type="arabicPeriod"/>
          </a:pPr>
          <a:r>
            <a:rPr lang="en-IN" sz="2200" b="0" i="0" u="none" dirty="0">
              <a:latin typeface="Book Antiqua" panose="02040602050305030304" pitchFamily="18" charset="0"/>
            </a:rPr>
            <a:t>Complexity in Management</a:t>
          </a:r>
          <a:endParaRPr lang="en-IN" sz="2200" b="0" i="0" dirty="0">
            <a:latin typeface="Book Antiqua" panose="02040602050305030304" pitchFamily="18" charset="0"/>
            <a:hlinkClick xmlns:r="http://schemas.openxmlformats.org/officeDocument/2006/relationships" r:id="rId1"/>
          </a:endParaRPr>
        </a:p>
      </dgm:t>
    </dgm:pt>
    <dgm:pt modelId="{C90A50B2-DC53-414D-A85F-C7E54A1C79C4}" type="parTrans" cxnId="{C61F71A4-4CCC-D041-8433-0EB24D62F0BA}">
      <dgm:prSet/>
      <dgm:spPr/>
      <dgm:t>
        <a:bodyPr/>
        <a:lstStyle/>
        <a:p>
          <a:pPr algn="just"/>
          <a:endParaRPr lang="en-GB" sz="2200">
            <a:latin typeface="Book Antiqua" panose="02040602050305030304" pitchFamily="18" charset="0"/>
          </a:endParaRPr>
        </a:p>
      </dgm:t>
    </dgm:pt>
    <dgm:pt modelId="{027169B4-7770-344D-A275-02CE09F581C8}" type="sibTrans" cxnId="{C61F71A4-4CCC-D041-8433-0EB24D62F0BA}">
      <dgm:prSet/>
      <dgm:spPr/>
      <dgm:t>
        <a:bodyPr/>
        <a:lstStyle/>
        <a:p>
          <a:pPr algn="just"/>
          <a:endParaRPr lang="en-GB" sz="2200">
            <a:latin typeface="Book Antiqua" panose="02040602050305030304" pitchFamily="18" charset="0"/>
          </a:endParaRPr>
        </a:p>
      </dgm:t>
    </dgm:pt>
    <dgm:pt modelId="{3F0AEC45-ED87-474C-8EBD-D600245F95EB}">
      <dgm:prSet custT="1"/>
      <dgm:spPr/>
      <dgm:t>
        <a:bodyPr/>
        <a:lstStyle/>
        <a:p>
          <a:pPr algn="just">
            <a:buFontTx/>
            <a:buNone/>
          </a:pPr>
          <a:r>
            <a:rPr lang="en-IN" sz="2200" b="0" i="0" u="none" dirty="0">
              <a:latin typeface="Book Antiqua" panose="02040602050305030304" pitchFamily="18" charset="0"/>
            </a:rPr>
            <a:t>Implementing consistent QoS policies across numerous devices is challenging due to the manual nature of configurations. This inconsistency can lead to inadequate performance for applications requiring high reliability and low latency, such as </a:t>
          </a:r>
          <a:r>
            <a:rPr lang="en-IN" sz="2200" b="0" i="0" u="none" dirty="0" err="1">
              <a:latin typeface="Book Antiqua" panose="02040602050305030304" pitchFamily="18" charset="0"/>
            </a:rPr>
            <a:t>uRLLC</a:t>
          </a:r>
          <a:r>
            <a:rPr lang="en-IN" sz="2200" b="0" i="0" u="none" dirty="0">
              <a:latin typeface="Book Antiqua" panose="02040602050305030304" pitchFamily="18" charset="0"/>
            </a:rPr>
            <a:t> </a:t>
          </a:r>
          <a:endParaRPr lang="en-IN" sz="2200" dirty="0">
            <a:latin typeface="Book Antiqua" panose="02040602050305030304" pitchFamily="18" charset="0"/>
          </a:endParaRPr>
        </a:p>
      </dgm:t>
    </dgm:pt>
    <dgm:pt modelId="{D8BE3F6B-6417-9847-8EAE-67B08A28B5F2}" type="parTrans" cxnId="{F4D79E60-C3D3-A949-8FF0-93AEAE7A0ED8}">
      <dgm:prSet/>
      <dgm:spPr/>
      <dgm:t>
        <a:bodyPr/>
        <a:lstStyle/>
        <a:p>
          <a:pPr algn="just"/>
          <a:endParaRPr lang="en-GB" sz="2200">
            <a:latin typeface="Book Antiqua" panose="02040602050305030304" pitchFamily="18" charset="0"/>
          </a:endParaRPr>
        </a:p>
      </dgm:t>
    </dgm:pt>
    <dgm:pt modelId="{DABC171E-C0CC-4042-9683-7495BE5BD2F5}" type="sibTrans" cxnId="{F4D79E60-C3D3-A949-8FF0-93AEAE7A0ED8}">
      <dgm:prSet/>
      <dgm:spPr/>
      <dgm:t>
        <a:bodyPr/>
        <a:lstStyle/>
        <a:p>
          <a:pPr algn="just"/>
          <a:endParaRPr lang="en-GB" sz="2200">
            <a:latin typeface="Book Antiqua" panose="02040602050305030304" pitchFamily="18" charset="0"/>
          </a:endParaRPr>
        </a:p>
      </dgm:t>
    </dgm:pt>
    <dgm:pt modelId="{8B1E5CFF-2B34-274B-9AB7-FC2648DE6360}">
      <dgm:prSet custT="1"/>
      <dgm:spPr/>
      <dgm:t>
        <a:bodyPr/>
        <a:lstStyle/>
        <a:p>
          <a:pPr algn="just">
            <a:buFontTx/>
            <a:buNone/>
          </a:pPr>
          <a:r>
            <a:rPr lang="en-IN" sz="2200" b="0" i="0" u="none" dirty="0">
              <a:latin typeface="Book Antiqua" panose="02040602050305030304" pitchFamily="18" charset="0"/>
            </a:rPr>
            <a:t>The complexity of managing traditional networks increases with the number of protocols and devices involved. This complexity makes it difficult to troubleshoot issues that affect multiple devices, leading to longer resolution times and increased downtime </a:t>
          </a:r>
          <a:endParaRPr lang="en-IN" sz="2200" b="0" i="0" dirty="0">
            <a:latin typeface="Book Antiqua" panose="02040602050305030304" pitchFamily="18" charset="0"/>
            <a:hlinkClick xmlns:r="http://schemas.openxmlformats.org/officeDocument/2006/relationships" r:id="rId1"/>
          </a:endParaRPr>
        </a:p>
      </dgm:t>
    </dgm:pt>
    <dgm:pt modelId="{6BC8248D-DCBA-1C4F-9DFF-8842D7CEFF91}" type="parTrans" cxnId="{8E052B81-09D5-D547-BE3C-147528BD6ADB}">
      <dgm:prSet/>
      <dgm:spPr/>
      <dgm:t>
        <a:bodyPr/>
        <a:lstStyle/>
        <a:p>
          <a:pPr algn="just"/>
          <a:endParaRPr lang="en-GB" sz="2200">
            <a:latin typeface="Book Antiqua" panose="02040602050305030304" pitchFamily="18" charset="0"/>
          </a:endParaRPr>
        </a:p>
      </dgm:t>
    </dgm:pt>
    <dgm:pt modelId="{044AF13E-31DB-A24B-95BF-0D35F48DFF7C}" type="sibTrans" cxnId="{8E052B81-09D5-D547-BE3C-147528BD6ADB}">
      <dgm:prSet/>
      <dgm:spPr/>
      <dgm:t>
        <a:bodyPr/>
        <a:lstStyle/>
        <a:p>
          <a:pPr algn="just"/>
          <a:endParaRPr lang="en-GB" sz="2200">
            <a:latin typeface="Book Antiqua" panose="02040602050305030304" pitchFamily="18" charset="0"/>
          </a:endParaRPr>
        </a:p>
      </dgm:t>
    </dgm:pt>
    <dgm:pt modelId="{1FE0BDCF-19E8-D449-9D03-B0E094B2A739}" type="pres">
      <dgm:prSet presAssocID="{BA306B89-A1E6-794A-9F61-A0123FF9B508}" presName="linear" presStyleCnt="0">
        <dgm:presLayoutVars>
          <dgm:animLvl val="lvl"/>
          <dgm:resizeHandles val="exact"/>
        </dgm:presLayoutVars>
      </dgm:prSet>
      <dgm:spPr/>
    </dgm:pt>
    <dgm:pt modelId="{A02CC299-FE43-F545-921F-C2B6B2EBD383}" type="pres">
      <dgm:prSet presAssocID="{89512544-2EF0-8B46-A2CF-95AE72B784E2}" presName="parentText" presStyleLbl="node1" presStyleIdx="0" presStyleCnt="2">
        <dgm:presLayoutVars>
          <dgm:chMax val="0"/>
          <dgm:bulletEnabled val="1"/>
        </dgm:presLayoutVars>
      </dgm:prSet>
      <dgm:spPr/>
    </dgm:pt>
    <dgm:pt modelId="{954DE0DB-6594-9F45-BABC-2E778DD4A06F}" type="pres">
      <dgm:prSet presAssocID="{89512544-2EF0-8B46-A2CF-95AE72B784E2}" presName="childText" presStyleLbl="revTx" presStyleIdx="0" presStyleCnt="2">
        <dgm:presLayoutVars>
          <dgm:bulletEnabled val="1"/>
        </dgm:presLayoutVars>
      </dgm:prSet>
      <dgm:spPr/>
    </dgm:pt>
    <dgm:pt modelId="{043D4689-F234-D24A-892F-08CA90225A4B}" type="pres">
      <dgm:prSet presAssocID="{AE92B18C-B5B7-844E-8503-86874B47C80D}" presName="parentText" presStyleLbl="node1" presStyleIdx="1" presStyleCnt="2">
        <dgm:presLayoutVars>
          <dgm:chMax val="0"/>
          <dgm:bulletEnabled val="1"/>
        </dgm:presLayoutVars>
      </dgm:prSet>
      <dgm:spPr/>
    </dgm:pt>
    <dgm:pt modelId="{3E36641E-D471-824C-A292-473307D8E22C}" type="pres">
      <dgm:prSet presAssocID="{AE92B18C-B5B7-844E-8503-86874B47C80D}" presName="childText" presStyleLbl="revTx" presStyleIdx="1" presStyleCnt="2">
        <dgm:presLayoutVars>
          <dgm:bulletEnabled val="1"/>
        </dgm:presLayoutVars>
      </dgm:prSet>
      <dgm:spPr/>
    </dgm:pt>
  </dgm:ptLst>
  <dgm:cxnLst>
    <dgm:cxn modelId="{F4D79E60-C3D3-A949-8FF0-93AEAE7A0ED8}" srcId="{89512544-2EF0-8B46-A2CF-95AE72B784E2}" destId="{3F0AEC45-ED87-474C-8EBD-D600245F95EB}" srcOrd="0" destOrd="0" parTransId="{D8BE3F6B-6417-9847-8EAE-67B08A28B5F2}" sibTransId="{DABC171E-C0CC-4042-9683-7495BE5BD2F5}"/>
    <dgm:cxn modelId="{30254D70-475D-AF48-AF3F-932DA3AD98CF}" type="presOf" srcId="{89512544-2EF0-8B46-A2CF-95AE72B784E2}" destId="{A02CC299-FE43-F545-921F-C2B6B2EBD383}" srcOrd="0" destOrd="0" presId="urn:microsoft.com/office/officeart/2005/8/layout/vList2"/>
    <dgm:cxn modelId="{8E052B81-09D5-D547-BE3C-147528BD6ADB}" srcId="{AE92B18C-B5B7-844E-8503-86874B47C80D}" destId="{8B1E5CFF-2B34-274B-9AB7-FC2648DE6360}" srcOrd="0" destOrd="0" parTransId="{6BC8248D-DCBA-1C4F-9DFF-8842D7CEFF91}" sibTransId="{044AF13E-31DB-A24B-95BF-0D35F48DFF7C}"/>
    <dgm:cxn modelId="{64115297-BF6A-A24A-9487-475D611EEDB2}" type="presOf" srcId="{8B1E5CFF-2B34-274B-9AB7-FC2648DE6360}" destId="{3E36641E-D471-824C-A292-473307D8E22C}" srcOrd="0" destOrd="0" presId="urn:microsoft.com/office/officeart/2005/8/layout/vList2"/>
    <dgm:cxn modelId="{C61F71A4-4CCC-D041-8433-0EB24D62F0BA}" srcId="{BA306B89-A1E6-794A-9F61-A0123FF9B508}" destId="{AE92B18C-B5B7-844E-8503-86874B47C80D}" srcOrd="1" destOrd="0" parTransId="{C90A50B2-DC53-414D-A85F-C7E54A1C79C4}" sibTransId="{027169B4-7770-344D-A275-02CE09F581C8}"/>
    <dgm:cxn modelId="{4755BBC9-851D-6944-ABCC-D2309B782795}" srcId="{BA306B89-A1E6-794A-9F61-A0123FF9B508}" destId="{89512544-2EF0-8B46-A2CF-95AE72B784E2}" srcOrd="0" destOrd="0" parTransId="{F433DDD3-F577-414B-821A-CE6C438B668B}" sibTransId="{F053D2DF-8076-A743-B49A-7332C8D617FE}"/>
    <dgm:cxn modelId="{9D1C96E7-56E3-8343-A826-108B12022D59}" type="presOf" srcId="{BA306B89-A1E6-794A-9F61-A0123FF9B508}" destId="{1FE0BDCF-19E8-D449-9D03-B0E094B2A739}" srcOrd="0" destOrd="0" presId="urn:microsoft.com/office/officeart/2005/8/layout/vList2"/>
    <dgm:cxn modelId="{5BF0AAEB-8823-0C40-B538-E881E038869E}" type="presOf" srcId="{3F0AEC45-ED87-474C-8EBD-D600245F95EB}" destId="{954DE0DB-6594-9F45-BABC-2E778DD4A06F}" srcOrd="0" destOrd="0" presId="urn:microsoft.com/office/officeart/2005/8/layout/vList2"/>
    <dgm:cxn modelId="{20A8A7F5-0F59-E24C-84FD-9BDB8FDAB9D2}" type="presOf" srcId="{AE92B18C-B5B7-844E-8503-86874B47C80D}" destId="{043D4689-F234-D24A-892F-08CA90225A4B}" srcOrd="0" destOrd="0" presId="urn:microsoft.com/office/officeart/2005/8/layout/vList2"/>
    <dgm:cxn modelId="{9AB0B581-06D6-C749-B3FD-48A37533C653}" type="presParOf" srcId="{1FE0BDCF-19E8-D449-9D03-B0E094B2A739}" destId="{A02CC299-FE43-F545-921F-C2B6B2EBD383}" srcOrd="0" destOrd="0" presId="urn:microsoft.com/office/officeart/2005/8/layout/vList2"/>
    <dgm:cxn modelId="{A15FF9C2-806E-0D44-B04B-5D69BA868FE6}" type="presParOf" srcId="{1FE0BDCF-19E8-D449-9D03-B0E094B2A739}" destId="{954DE0DB-6594-9F45-BABC-2E778DD4A06F}" srcOrd="1" destOrd="0" presId="urn:microsoft.com/office/officeart/2005/8/layout/vList2"/>
    <dgm:cxn modelId="{6F7BC823-4D9B-0944-BD1F-E587A50E02AF}" type="presParOf" srcId="{1FE0BDCF-19E8-D449-9D03-B0E094B2A739}" destId="{043D4689-F234-D24A-892F-08CA90225A4B}" srcOrd="2" destOrd="0" presId="urn:microsoft.com/office/officeart/2005/8/layout/vList2"/>
    <dgm:cxn modelId="{F3CB2D4A-56CE-2745-9599-7071D97BACF3}" type="presParOf" srcId="{1FE0BDCF-19E8-D449-9D03-B0E094B2A739}" destId="{3E36641E-D471-824C-A292-473307D8E22C}"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A306B89-A1E6-794A-9F61-A0123FF9B50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GB"/>
        </a:p>
      </dgm:t>
    </dgm:pt>
    <dgm:pt modelId="{89512544-2EF0-8B46-A2CF-95AE72B784E2}">
      <dgm:prSet custT="1"/>
      <dgm:spPr/>
      <dgm:t>
        <a:bodyPr/>
        <a:lstStyle/>
        <a:p>
          <a:pPr algn="just"/>
          <a:r>
            <a:rPr lang="en-IN" sz="2200" b="0" i="0" u="none" dirty="0">
              <a:latin typeface="Book Antiqua" panose="02040602050305030304" pitchFamily="18" charset="0"/>
            </a:rPr>
            <a:t>Rigid Architecture:</a:t>
          </a:r>
          <a:endParaRPr lang="en-IN" sz="2200" dirty="0">
            <a:latin typeface="Book Antiqua" panose="02040602050305030304" pitchFamily="18" charset="0"/>
          </a:endParaRPr>
        </a:p>
      </dgm:t>
    </dgm:pt>
    <dgm:pt modelId="{F433DDD3-F577-414B-821A-CE6C438B668B}" type="parTrans" cxnId="{4755BBC9-851D-6944-ABCC-D2309B782795}">
      <dgm:prSet/>
      <dgm:spPr/>
      <dgm:t>
        <a:bodyPr/>
        <a:lstStyle/>
        <a:p>
          <a:pPr algn="just"/>
          <a:endParaRPr lang="en-GB" sz="2200">
            <a:latin typeface="Book Antiqua" panose="02040602050305030304" pitchFamily="18" charset="0"/>
          </a:endParaRPr>
        </a:p>
      </dgm:t>
    </dgm:pt>
    <dgm:pt modelId="{F053D2DF-8076-A743-B49A-7332C8D617FE}" type="sibTrans" cxnId="{4755BBC9-851D-6944-ABCC-D2309B782795}">
      <dgm:prSet/>
      <dgm:spPr/>
      <dgm:t>
        <a:bodyPr/>
        <a:lstStyle/>
        <a:p>
          <a:pPr algn="just"/>
          <a:endParaRPr lang="en-GB" sz="2200">
            <a:latin typeface="Book Antiqua" panose="02040602050305030304" pitchFamily="18" charset="0"/>
          </a:endParaRPr>
        </a:p>
      </dgm:t>
    </dgm:pt>
    <dgm:pt modelId="{37CE3538-A92F-9345-AF12-6A8E54EDA8B0}">
      <dgm:prSet custT="1"/>
      <dgm:spPr/>
      <dgm:t>
        <a:bodyPr/>
        <a:lstStyle/>
        <a:p>
          <a:pPr>
            <a:buFont typeface="+mj-lt"/>
            <a:buAutoNum type="arabicPeriod"/>
          </a:pPr>
          <a:r>
            <a:rPr lang="en-IN" sz="2200" b="0" i="0" u="none" dirty="0">
              <a:latin typeface="Book Antiqua" panose="02040602050305030304" pitchFamily="18" charset="0"/>
            </a:rPr>
            <a:t>Vendor Dependence:</a:t>
          </a:r>
        </a:p>
      </dgm:t>
    </dgm:pt>
    <dgm:pt modelId="{43DDF482-8CE2-AA45-A5EB-85C95A170382}" type="parTrans" cxnId="{95E639B6-2430-2C48-BCF5-906C81CCC246}">
      <dgm:prSet/>
      <dgm:spPr/>
      <dgm:t>
        <a:bodyPr/>
        <a:lstStyle/>
        <a:p>
          <a:endParaRPr lang="en-GB"/>
        </a:p>
      </dgm:t>
    </dgm:pt>
    <dgm:pt modelId="{1352A69C-CBD2-B646-A109-6536A25B9A6E}" type="sibTrans" cxnId="{95E639B6-2430-2C48-BCF5-906C81CCC246}">
      <dgm:prSet/>
      <dgm:spPr/>
      <dgm:t>
        <a:bodyPr/>
        <a:lstStyle/>
        <a:p>
          <a:endParaRPr lang="en-GB"/>
        </a:p>
      </dgm:t>
    </dgm:pt>
    <dgm:pt modelId="{6C705856-0DF1-964A-B25D-2DF41C8D9426}">
      <dgm:prSet custT="1"/>
      <dgm:spPr/>
      <dgm:t>
        <a:bodyPr/>
        <a:lstStyle/>
        <a:p>
          <a:pPr algn="just">
            <a:buFontTx/>
            <a:buNone/>
          </a:pPr>
          <a:r>
            <a:rPr lang="en-IN" sz="2200" b="0" i="0" u="none" dirty="0">
              <a:latin typeface="Book Antiqua" panose="02040602050305030304" pitchFamily="18" charset="0"/>
            </a:rPr>
            <a:t>Many traditional networks are built on proprietary hardware and software solutions, which can limit flexibility and increase costs when integrating new technologies or scaling services</a:t>
          </a:r>
        </a:p>
      </dgm:t>
    </dgm:pt>
    <dgm:pt modelId="{58B1AA99-E8E3-6448-812B-178F3571F5CD}" type="parTrans" cxnId="{BDEEA6A9-76B6-B144-AE16-BDF4EC43B08F}">
      <dgm:prSet/>
      <dgm:spPr/>
      <dgm:t>
        <a:bodyPr/>
        <a:lstStyle/>
        <a:p>
          <a:endParaRPr lang="en-GB"/>
        </a:p>
      </dgm:t>
    </dgm:pt>
    <dgm:pt modelId="{8E00A5BE-97CF-4A44-87DC-EDA24144962F}" type="sibTrans" cxnId="{BDEEA6A9-76B6-B144-AE16-BDF4EC43B08F}">
      <dgm:prSet/>
      <dgm:spPr/>
      <dgm:t>
        <a:bodyPr/>
        <a:lstStyle/>
        <a:p>
          <a:endParaRPr lang="en-GB"/>
        </a:p>
      </dgm:t>
    </dgm:pt>
    <dgm:pt modelId="{9BF6FEC1-AFE6-7648-BD1A-C02171E38E7B}">
      <dgm:prSet custT="1"/>
      <dgm:spPr/>
      <dgm:t>
        <a:bodyPr/>
        <a:lstStyle/>
        <a:p>
          <a:pPr algn="just">
            <a:buFontTx/>
            <a:buNone/>
          </a:pPr>
          <a:r>
            <a:rPr lang="en-IN" sz="2200" b="0" i="0" u="none" dirty="0">
              <a:latin typeface="Book Antiqua" panose="02040602050305030304" pitchFamily="18" charset="0"/>
            </a:rPr>
            <a:t>Traditional networks have a hierarchical architecture that is not easily adaptable to changing business needs or traffic patterns. This rigidity prevents dynamic resource allocation, which is essential for accommodating varying demands from different applications</a:t>
          </a:r>
          <a:endParaRPr lang="en-IN" sz="2200" dirty="0">
            <a:latin typeface="Book Antiqua" panose="02040602050305030304" pitchFamily="18" charset="0"/>
          </a:endParaRPr>
        </a:p>
      </dgm:t>
    </dgm:pt>
    <dgm:pt modelId="{C08EA88C-0547-2844-ADF3-EE989B04FBF2}" type="parTrans" cxnId="{5D74F803-C64F-0549-9789-6CD0769033C0}">
      <dgm:prSet/>
      <dgm:spPr/>
      <dgm:t>
        <a:bodyPr/>
        <a:lstStyle/>
        <a:p>
          <a:endParaRPr lang="en-GB"/>
        </a:p>
      </dgm:t>
    </dgm:pt>
    <dgm:pt modelId="{86E2A1AF-D3AB-2047-ABDB-7D1F45DE54AD}" type="sibTrans" cxnId="{5D74F803-C64F-0549-9789-6CD0769033C0}">
      <dgm:prSet/>
      <dgm:spPr/>
      <dgm:t>
        <a:bodyPr/>
        <a:lstStyle/>
        <a:p>
          <a:endParaRPr lang="en-GB"/>
        </a:p>
      </dgm:t>
    </dgm:pt>
    <dgm:pt modelId="{1FE0BDCF-19E8-D449-9D03-B0E094B2A739}" type="pres">
      <dgm:prSet presAssocID="{BA306B89-A1E6-794A-9F61-A0123FF9B508}" presName="linear" presStyleCnt="0">
        <dgm:presLayoutVars>
          <dgm:animLvl val="lvl"/>
          <dgm:resizeHandles val="exact"/>
        </dgm:presLayoutVars>
      </dgm:prSet>
      <dgm:spPr/>
    </dgm:pt>
    <dgm:pt modelId="{A02CC299-FE43-F545-921F-C2B6B2EBD383}" type="pres">
      <dgm:prSet presAssocID="{89512544-2EF0-8B46-A2CF-95AE72B784E2}" presName="parentText" presStyleLbl="node1" presStyleIdx="0" presStyleCnt="2">
        <dgm:presLayoutVars>
          <dgm:chMax val="0"/>
          <dgm:bulletEnabled val="1"/>
        </dgm:presLayoutVars>
      </dgm:prSet>
      <dgm:spPr/>
    </dgm:pt>
    <dgm:pt modelId="{52B5C4EB-644E-7B47-8FC3-0F86259C71EB}" type="pres">
      <dgm:prSet presAssocID="{89512544-2EF0-8B46-A2CF-95AE72B784E2}" presName="childText" presStyleLbl="revTx" presStyleIdx="0" presStyleCnt="2">
        <dgm:presLayoutVars>
          <dgm:bulletEnabled val="1"/>
        </dgm:presLayoutVars>
      </dgm:prSet>
      <dgm:spPr/>
    </dgm:pt>
    <dgm:pt modelId="{82FA275B-34FC-F44B-8FFB-D0E765CD04F8}" type="pres">
      <dgm:prSet presAssocID="{37CE3538-A92F-9345-AF12-6A8E54EDA8B0}" presName="parentText" presStyleLbl="node1" presStyleIdx="1" presStyleCnt="2">
        <dgm:presLayoutVars>
          <dgm:chMax val="0"/>
          <dgm:bulletEnabled val="1"/>
        </dgm:presLayoutVars>
      </dgm:prSet>
      <dgm:spPr/>
    </dgm:pt>
    <dgm:pt modelId="{5A8DF02B-02FA-6D40-92CC-1B9E1DBD7980}" type="pres">
      <dgm:prSet presAssocID="{37CE3538-A92F-9345-AF12-6A8E54EDA8B0}" presName="childText" presStyleLbl="revTx" presStyleIdx="1" presStyleCnt="2">
        <dgm:presLayoutVars>
          <dgm:bulletEnabled val="1"/>
        </dgm:presLayoutVars>
      </dgm:prSet>
      <dgm:spPr/>
    </dgm:pt>
  </dgm:ptLst>
  <dgm:cxnLst>
    <dgm:cxn modelId="{5D74F803-C64F-0549-9789-6CD0769033C0}" srcId="{89512544-2EF0-8B46-A2CF-95AE72B784E2}" destId="{9BF6FEC1-AFE6-7648-BD1A-C02171E38E7B}" srcOrd="0" destOrd="0" parTransId="{C08EA88C-0547-2844-ADF3-EE989B04FBF2}" sibTransId="{86E2A1AF-D3AB-2047-ABDB-7D1F45DE54AD}"/>
    <dgm:cxn modelId="{72C19D05-8D2D-E445-9AB2-F64B43A98ABE}" type="presOf" srcId="{6C705856-0DF1-964A-B25D-2DF41C8D9426}" destId="{5A8DF02B-02FA-6D40-92CC-1B9E1DBD7980}" srcOrd="0" destOrd="0" presId="urn:microsoft.com/office/officeart/2005/8/layout/vList2"/>
    <dgm:cxn modelId="{2A4EEC13-801C-364E-A870-6B97CBC9F1C0}" type="presOf" srcId="{37CE3538-A92F-9345-AF12-6A8E54EDA8B0}" destId="{82FA275B-34FC-F44B-8FFB-D0E765CD04F8}" srcOrd="0" destOrd="0" presId="urn:microsoft.com/office/officeart/2005/8/layout/vList2"/>
    <dgm:cxn modelId="{585D2B3C-C363-E244-895F-7FF7DC249301}" type="presOf" srcId="{9BF6FEC1-AFE6-7648-BD1A-C02171E38E7B}" destId="{52B5C4EB-644E-7B47-8FC3-0F86259C71EB}" srcOrd="0" destOrd="0" presId="urn:microsoft.com/office/officeart/2005/8/layout/vList2"/>
    <dgm:cxn modelId="{30254D70-475D-AF48-AF3F-932DA3AD98CF}" type="presOf" srcId="{89512544-2EF0-8B46-A2CF-95AE72B784E2}" destId="{A02CC299-FE43-F545-921F-C2B6B2EBD383}" srcOrd="0" destOrd="0" presId="urn:microsoft.com/office/officeart/2005/8/layout/vList2"/>
    <dgm:cxn modelId="{BDEEA6A9-76B6-B144-AE16-BDF4EC43B08F}" srcId="{37CE3538-A92F-9345-AF12-6A8E54EDA8B0}" destId="{6C705856-0DF1-964A-B25D-2DF41C8D9426}" srcOrd="0" destOrd="0" parTransId="{58B1AA99-E8E3-6448-812B-178F3571F5CD}" sibTransId="{8E00A5BE-97CF-4A44-87DC-EDA24144962F}"/>
    <dgm:cxn modelId="{95E639B6-2430-2C48-BCF5-906C81CCC246}" srcId="{BA306B89-A1E6-794A-9F61-A0123FF9B508}" destId="{37CE3538-A92F-9345-AF12-6A8E54EDA8B0}" srcOrd="1" destOrd="0" parTransId="{43DDF482-8CE2-AA45-A5EB-85C95A170382}" sibTransId="{1352A69C-CBD2-B646-A109-6536A25B9A6E}"/>
    <dgm:cxn modelId="{4755BBC9-851D-6944-ABCC-D2309B782795}" srcId="{BA306B89-A1E6-794A-9F61-A0123FF9B508}" destId="{89512544-2EF0-8B46-A2CF-95AE72B784E2}" srcOrd="0" destOrd="0" parTransId="{F433DDD3-F577-414B-821A-CE6C438B668B}" sibTransId="{F053D2DF-8076-A743-B49A-7332C8D617FE}"/>
    <dgm:cxn modelId="{9D1C96E7-56E3-8343-A826-108B12022D59}" type="presOf" srcId="{BA306B89-A1E6-794A-9F61-A0123FF9B508}" destId="{1FE0BDCF-19E8-D449-9D03-B0E094B2A739}" srcOrd="0" destOrd="0" presId="urn:microsoft.com/office/officeart/2005/8/layout/vList2"/>
    <dgm:cxn modelId="{9AB0B581-06D6-C749-B3FD-48A37533C653}" type="presParOf" srcId="{1FE0BDCF-19E8-D449-9D03-B0E094B2A739}" destId="{A02CC299-FE43-F545-921F-C2B6B2EBD383}" srcOrd="0" destOrd="0" presId="urn:microsoft.com/office/officeart/2005/8/layout/vList2"/>
    <dgm:cxn modelId="{00EEB43F-7AD3-714E-B505-41A8FC20CD41}" type="presParOf" srcId="{1FE0BDCF-19E8-D449-9D03-B0E094B2A739}" destId="{52B5C4EB-644E-7B47-8FC3-0F86259C71EB}" srcOrd="1" destOrd="0" presId="urn:microsoft.com/office/officeart/2005/8/layout/vList2"/>
    <dgm:cxn modelId="{70659F70-6FB1-604D-AB40-AD8D44C4936D}" type="presParOf" srcId="{1FE0BDCF-19E8-D449-9D03-B0E094B2A739}" destId="{82FA275B-34FC-F44B-8FFB-D0E765CD04F8}" srcOrd="2" destOrd="0" presId="urn:microsoft.com/office/officeart/2005/8/layout/vList2"/>
    <dgm:cxn modelId="{4D54829E-D5B9-1440-8294-C57CF3F71903}" type="presParOf" srcId="{1FE0BDCF-19E8-D449-9D03-B0E094B2A739}" destId="{5A8DF02B-02FA-6D40-92CC-1B9E1DBD7980}"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F3EAED0-2B58-D64D-BDAA-D83AE092D4AF}" type="doc">
      <dgm:prSet loTypeId="urn:microsoft.com/office/officeart/2005/8/layout/hList1" loCatId="" qsTypeId="urn:microsoft.com/office/officeart/2005/8/quickstyle/simple1" qsCatId="simple" csTypeId="urn:microsoft.com/office/officeart/2005/8/colors/colorful1" csCatId="colorful" phldr="1"/>
      <dgm:spPr/>
      <dgm:t>
        <a:bodyPr/>
        <a:lstStyle/>
        <a:p>
          <a:endParaRPr lang="en-GB"/>
        </a:p>
      </dgm:t>
    </dgm:pt>
    <dgm:pt modelId="{8BB366F9-48EA-DB4C-872A-8D8EB59F1ED1}">
      <dgm:prSet phldrT="[Text]"/>
      <dgm:spPr/>
      <dgm:t>
        <a:bodyPr/>
        <a:lstStyle/>
        <a:p>
          <a:pPr algn="ctr"/>
          <a:r>
            <a:rPr lang="en-GB" dirty="0">
              <a:latin typeface="Book Antiqua" panose="02040602050305030304" pitchFamily="18" charset="0"/>
            </a:rPr>
            <a:t>Cost Efficiency</a:t>
          </a:r>
        </a:p>
      </dgm:t>
    </dgm:pt>
    <dgm:pt modelId="{A0283FA9-2F98-2F4C-942F-A6A8BE3E0760}" type="parTrans" cxnId="{DE2F3734-7B14-7A41-9394-8AA3C2833FB3}">
      <dgm:prSet/>
      <dgm:spPr/>
      <dgm:t>
        <a:bodyPr/>
        <a:lstStyle/>
        <a:p>
          <a:endParaRPr lang="en-GB"/>
        </a:p>
      </dgm:t>
    </dgm:pt>
    <dgm:pt modelId="{70494FF3-3659-0F48-9072-B800CBF4E201}" type="sibTrans" cxnId="{DE2F3734-7B14-7A41-9394-8AA3C2833FB3}">
      <dgm:prSet/>
      <dgm:spPr/>
      <dgm:t>
        <a:bodyPr/>
        <a:lstStyle/>
        <a:p>
          <a:endParaRPr lang="en-GB"/>
        </a:p>
      </dgm:t>
    </dgm:pt>
    <dgm:pt modelId="{72BBFCAA-25A8-EE40-AA92-F10321263F70}">
      <dgm:prSet phldrT="[Text]"/>
      <dgm:spPr/>
      <dgm:t>
        <a:bodyPr/>
        <a:lstStyle/>
        <a:p>
          <a:pPr algn="ctr"/>
          <a:r>
            <a:rPr lang="en-GB" dirty="0">
              <a:latin typeface="Book Antiqua" panose="02040602050305030304" pitchFamily="18" charset="0"/>
            </a:rPr>
            <a:t>Flexibility</a:t>
          </a:r>
        </a:p>
      </dgm:t>
    </dgm:pt>
    <dgm:pt modelId="{6085A32E-2211-3C48-B919-49A4718101B3}" type="parTrans" cxnId="{CE59C124-F15E-3646-A47E-C1D7145833FA}">
      <dgm:prSet/>
      <dgm:spPr/>
      <dgm:t>
        <a:bodyPr/>
        <a:lstStyle/>
        <a:p>
          <a:endParaRPr lang="en-GB"/>
        </a:p>
      </dgm:t>
    </dgm:pt>
    <dgm:pt modelId="{DDDF2929-3B9E-BC48-9CF1-AA72BDA648B7}" type="sibTrans" cxnId="{CE59C124-F15E-3646-A47E-C1D7145833FA}">
      <dgm:prSet/>
      <dgm:spPr/>
      <dgm:t>
        <a:bodyPr/>
        <a:lstStyle/>
        <a:p>
          <a:endParaRPr lang="en-GB"/>
        </a:p>
      </dgm:t>
    </dgm:pt>
    <dgm:pt modelId="{854AAAD3-D3A6-AD49-B05A-E2EF19456923}">
      <dgm:prSet phldrT="[Text]"/>
      <dgm:spPr/>
      <dgm:t>
        <a:bodyPr/>
        <a:lstStyle/>
        <a:p>
          <a:pPr algn="just"/>
          <a:r>
            <a:rPr lang="en-GB" dirty="0">
              <a:latin typeface="Book Antiqua" panose="02040602050305030304" pitchFamily="18" charset="0"/>
            </a:rPr>
            <a:t>Operators can quickly deploy and manage network slices tailored to specific customer needs.</a:t>
          </a:r>
        </a:p>
      </dgm:t>
    </dgm:pt>
    <dgm:pt modelId="{1FB67C04-1655-4640-9C78-1C17C9D39223}" type="parTrans" cxnId="{2EC58CE9-B390-9943-A6CB-578C009B1C85}">
      <dgm:prSet/>
      <dgm:spPr/>
      <dgm:t>
        <a:bodyPr/>
        <a:lstStyle/>
        <a:p>
          <a:endParaRPr lang="en-GB"/>
        </a:p>
      </dgm:t>
    </dgm:pt>
    <dgm:pt modelId="{48B6AA72-1B82-8342-BCB7-7FB443045017}" type="sibTrans" cxnId="{2EC58CE9-B390-9943-A6CB-578C009B1C85}">
      <dgm:prSet/>
      <dgm:spPr/>
      <dgm:t>
        <a:bodyPr/>
        <a:lstStyle/>
        <a:p>
          <a:endParaRPr lang="en-GB"/>
        </a:p>
      </dgm:t>
    </dgm:pt>
    <dgm:pt modelId="{8CE7485F-CFA4-6D4E-B59B-2F8FC2A4286B}">
      <dgm:prSet phldrT="[Text]"/>
      <dgm:spPr/>
      <dgm:t>
        <a:bodyPr/>
        <a:lstStyle/>
        <a:p>
          <a:pPr algn="ctr"/>
          <a:r>
            <a:rPr lang="en-IN" b="0" i="0" u="none">
              <a:latin typeface="Book Antiqua" panose="02040602050305030304" pitchFamily="18" charset="0"/>
            </a:rPr>
            <a:t>Scalability</a:t>
          </a:r>
          <a:endParaRPr lang="en-GB" dirty="0">
            <a:latin typeface="Book Antiqua" panose="02040602050305030304" pitchFamily="18" charset="0"/>
          </a:endParaRPr>
        </a:p>
      </dgm:t>
    </dgm:pt>
    <dgm:pt modelId="{87D2551C-4C1D-A142-BF85-94541199EB9B}" type="parTrans" cxnId="{02ABB432-1446-9643-8A2B-A67A9C3A706C}">
      <dgm:prSet/>
      <dgm:spPr/>
      <dgm:t>
        <a:bodyPr/>
        <a:lstStyle/>
        <a:p>
          <a:endParaRPr lang="en-GB"/>
        </a:p>
      </dgm:t>
    </dgm:pt>
    <dgm:pt modelId="{0B29011C-47A8-1644-9393-643EFF7BE0B6}" type="sibTrans" cxnId="{02ABB432-1446-9643-8A2B-A67A9C3A706C}">
      <dgm:prSet/>
      <dgm:spPr/>
      <dgm:t>
        <a:bodyPr/>
        <a:lstStyle/>
        <a:p>
          <a:endParaRPr lang="en-GB"/>
        </a:p>
      </dgm:t>
    </dgm:pt>
    <dgm:pt modelId="{63D6D99B-ECBE-1B44-87EF-8053BBECA7AF}">
      <dgm:prSet phldrT="[Text]"/>
      <dgm:spPr/>
      <dgm:t>
        <a:bodyPr/>
        <a:lstStyle/>
        <a:p>
          <a:pPr algn="just"/>
          <a:r>
            <a:rPr lang="en-IN" b="0" i="0" u="none" dirty="0">
              <a:latin typeface="Book Antiqua" panose="02040602050305030304" pitchFamily="18" charset="0"/>
            </a:rPr>
            <a:t>Easily scales resources up or down based on demand, accommodating varying service requirements</a:t>
          </a:r>
          <a:endParaRPr lang="en-GB" dirty="0">
            <a:latin typeface="Book Antiqua" panose="02040602050305030304" pitchFamily="18" charset="0"/>
          </a:endParaRPr>
        </a:p>
      </dgm:t>
    </dgm:pt>
    <dgm:pt modelId="{C9933EDF-ADCC-2E49-A94C-F801DE3B7D8D}" type="parTrans" cxnId="{6DFDADBA-401C-2C4A-894D-0206677CEE69}">
      <dgm:prSet/>
      <dgm:spPr/>
      <dgm:t>
        <a:bodyPr/>
        <a:lstStyle/>
        <a:p>
          <a:endParaRPr lang="en-GB"/>
        </a:p>
      </dgm:t>
    </dgm:pt>
    <dgm:pt modelId="{CEB2122E-0AC9-224B-964F-8828CE479171}" type="sibTrans" cxnId="{6DFDADBA-401C-2C4A-894D-0206677CEE69}">
      <dgm:prSet/>
      <dgm:spPr/>
      <dgm:t>
        <a:bodyPr/>
        <a:lstStyle/>
        <a:p>
          <a:endParaRPr lang="en-GB"/>
        </a:p>
      </dgm:t>
    </dgm:pt>
    <dgm:pt modelId="{72E00222-BFD4-7E44-99D5-B1E8773886B0}">
      <dgm:prSet/>
      <dgm:spPr/>
      <dgm:t>
        <a:bodyPr/>
        <a:lstStyle/>
        <a:p>
          <a:pPr algn="just"/>
          <a:r>
            <a:rPr lang="en-IN" b="0" i="0" u="none">
              <a:latin typeface="Book Antiqua" panose="02040602050305030304" pitchFamily="18" charset="0"/>
            </a:rPr>
            <a:t>Reduces the need for dedicated physical infrastructure by allowing multiple services to share the same resources</a:t>
          </a:r>
          <a:endParaRPr lang="en-IN">
            <a:latin typeface="Book Antiqua" panose="02040602050305030304" pitchFamily="18" charset="0"/>
          </a:endParaRPr>
        </a:p>
      </dgm:t>
    </dgm:pt>
    <dgm:pt modelId="{ADC4FBA1-6594-C548-B8C1-A5E3040F1AA9}" type="parTrans" cxnId="{3119A9E1-5E2A-F74A-AC9D-5700E3105F65}">
      <dgm:prSet/>
      <dgm:spPr/>
      <dgm:t>
        <a:bodyPr/>
        <a:lstStyle/>
        <a:p>
          <a:endParaRPr lang="en-GB"/>
        </a:p>
      </dgm:t>
    </dgm:pt>
    <dgm:pt modelId="{39B8459D-8DAE-7549-B79A-2EB8CE899546}" type="sibTrans" cxnId="{3119A9E1-5E2A-F74A-AC9D-5700E3105F65}">
      <dgm:prSet/>
      <dgm:spPr/>
      <dgm:t>
        <a:bodyPr/>
        <a:lstStyle/>
        <a:p>
          <a:endParaRPr lang="en-GB"/>
        </a:p>
      </dgm:t>
    </dgm:pt>
    <dgm:pt modelId="{A03C675F-6CD9-4849-B078-5F836C88466D}" type="pres">
      <dgm:prSet presAssocID="{FF3EAED0-2B58-D64D-BDAA-D83AE092D4AF}" presName="Name0" presStyleCnt="0">
        <dgm:presLayoutVars>
          <dgm:dir/>
          <dgm:animLvl val="lvl"/>
          <dgm:resizeHandles val="exact"/>
        </dgm:presLayoutVars>
      </dgm:prSet>
      <dgm:spPr/>
    </dgm:pt>
    <dgm:pt modelId="{381A8758-D34D-0E4C-8C79-7CFE25B6612F}" type="pres">
      <dgm:prSet presAssocID="{8BB366F9-48EA-DB4C-872A-8D8EB59F1ED1}" presName="composite" presStyleCnt="0"/>
      <dgm:spPr/>
    </dgm:pt>
    <dgm:pt modelId="{30328C74-FFAA-1141-A2DB-E2625CC7EE14}" type="pres">
      <dgm:prSet presAssocID="{8BB366F9-48EA-DB4C-872A-8D8EB59F1ED1}" presName="parTx" presStyleLbl="alignNode1" presStyleIdx="0" presStyleCnt="3">
        <dgm:presLayoutVars>
          <dgm:chMax val="0"/>
          <dgm:chPref val="0"/>
          <dgm:bulletEnabled val="1"/>
        </dgm:presLayoutVars>
      </dgm:prSet>
      <dgm:spPr/>
    </dgm:pt>
    <dgm:pt modelId="{9C3D41AC-FFE4-6843-8C70-60AAECD76B9A}" type="pres">
      <dgm:prSet presAssocID="{8BB366F9-48EA-DB4C-872A-8D8EB59F1ED1}" presName="desTx" presStyleLbl="alignAccFollowNode1" presStyleIdx="0" presStyleCnt="3">
        <dgm:presLayoutVars>
          <dgm:bulletEnabled val="1"/>
        </dgm:presLayoutVars>
      </dgm:prSet>
      <dgm:spPr/>
    </dgm:pt>
    <dgm:pt modelId="{938A876D-1C46-C34D-8855-D1992036DC88}" type="pres">
      <dgm:prSet presAssocID="{70494FF3-3659-0F48-9072-B800CBF4E201}" presName="space" presStyleCnt="0"/>
      <dgm:spPr/>
    </dgm:pt>
    <dgm:pt modelId="{D8D5BF5D-FE6F-7F42-9ECB-1B78A1D4DCB5}" type="pres">
      <dgm:prSet presAssocID="{72BBFCAA-25A8-EE40-AA92-F10321263F70}" presName="composite" presStyleCnt="0"/>
      <dgm:spPr/>
    </dgm:pt>
    <dgm:pt modelId="{C67FD2A3-02C5-AE43-91BC-5B0C43FA0021}" type="pres">
      <dgm:prSet presAssocID="{72BBFCAA-25A8-EE40-AA92-F10321263F70}" presName="parTx" presStyleLbl="alignNode1" presStyleIdx="1" presStyleCnt="3">
        <dgm:presLayoutVars>
          <dgm:chMax val="0"/>
          <dgm:chPref val="0"/>
          <dgm:bulletEnabled val="1"/>
        </dgm:presLayoutVars>
      </dgm:prSet>
      <dgm:spPr/>
    </dgm:pt>
    <dgm:pt modelId="{CC02557D-C878-1544-8AE0-2D26A8EF2712}" type="pres">
      <dgm:prSet presAssocID="{72BBFCAA-25A8-EE40-AA92-F10321263F70}" presName="desTx" presStyleLbl="alignAccFollowNode1" presStyleIdx="1" presStyleCnt="3">
        <dgm:presLayoutVars>
          <dgm:bulletEnabled val="1"/>
        </dgm:presLayoutVars>
      </dgm:prSet>
      <dgm:spPr/>
    </dgm:pt>
    <dgm:pt modelId="{8DF3FDF6-D75E-E949-812F-E859EF8C8210}" type="pres">
      <dgm:prSet presAssocID="{DDDF2929-3B9E-BC48-9CF1-AA72BDA648B7}" presName="space" presStyleCnt="0"/>
      <dgm:spPr/>
    </dgm:pt>
    <dgm:pt modelId="{700A72C3-17F3-054B-8EB9-9549FDB988D3}" type="pres">
      <dgm:prSet presAssocID="{8CE7485F-CFA4-6D4E-B59B-2F8FC2A4286B}" presName="composite" presStyleCnt="0"/>
      <dgm:spPr/>
    </dgm:pt>
    <dgm:pt modelId="{91F3224D-CD5B-8841-BDF5-2BB449494BBF}" type="pres">
      <dgm:prSet presAssocID="{8CE7485F-CFA4-6D4E-B59B-2F8FC2A4286B}" presName="parTx" presStyleLbl="alignNode1" presStyleIdx="2" presStyleCnt="3">
        <dgm:presLayoutVars>
          <dgm:chMax val="0"/>
          <dgm:chPref val="0"/>
          <dgm:bulletEnabled val="1"/>
        </dgm:presLayoutVars>
      </dgm:prSet>
      <dgm:spPr/>
    </dgm:pt>
    <dgm:pt modelId="{0D0908E5-E91B-DE47-B7C7-47256A081BBB}" type="pres">
      <dgm:prSet presAssocID="{8CE7485F-CFA4-6D4E-B59B-2F8FC2A4286B}" presName="desTx" presStyleLbl="alignAccFollowNode1" presStyleIdx="2" presStyleCnt="3">
        <dgm:presLayoutVars>
          <dgm:bulletEnabled val="1"/>
        </dgm:presLayoutVars>
      </dgm:prSet>
      <dgm:spPr/>
    </dgm:pt>
  </dgm:ptLst>
  <dgm:cxnLst>
    <dgm:cxn modelId="{4C5A6A12-232E-0C45-8BD0-500593DDAFFD}" type="presOf" srcId="{8CE7485F-CFA4-6D4E-B59B-2F8FC2A4286B}" destId="{91F3224D-CD5B-8841-BDF5-2BB449494BBF}" srcOrd="0" destOrd="0" presId="urn:microsoft.com/office/officeart/2005/8/layout/hList1"/>
    <dgm:cxn modelId="{CE59C124-F15E-3646-A47E-C1D7145833FA}" srcId="{FF3EAED0-2B58-D64D-BDAA-D83AE092D4AF}" destId="{72BBFCAA-25A8-EE40-AA92-F10321263F70}" srcOrd="1" destOrd="0" parTransId="{6085A32E-2211-3C48-B919-49A4718101B3}" sibTransId="{DDDF2929-3B9E-BC48-9CF1-AA72BDA648B7}"/>
    <dgm:cxn modelId="{7262082B-4B21-FB44-98BC-895740018E76}" type="presOf" srcId="{FF3EAED0-2B58-D64D-BDAA-D83AE092D4AF}" destId="{A03C675F-6CD9-4849-B078-5F836C88466D}" srcOrd="0" destOrd="0" presId="urn:microsoft.com/office/officeart/2005/8/layout/hList1"/>
    <dgm:cxn modelId="{02ABB432-1446-9643-8A2B-A67A9C3A706C}" srcId="{FF3EAED0-2B58-D64D-BDAA-D83AE092D4AF}" destId="{8CE7485F-CFA4-6D4E-B59B-2F8FC2A4286B}" srcOrd="2" destOrd="0" parTransId="{87D2551C-4C1D-A142-BF85-94541199EB9B}" sibTransId="{0B29011C-47A8-1644-9393-643EFF7BE0B6}"/>
    <dgm:cxn modelId="{DE2F3734-7B14-7A41-9394-8AA3C2833FB3}" srcId="{FF3EAED0-2B58-D64D-BDAA-D83AE092D4AF}" destId="{8BB366F9-48EA-DB4C-872A-8D8EB59F1ED1}" srcOrd="0" destOrd="0" parTransId="{A0283FA9-2F98-2F4C-942F-A6A8BE3E0760}" sibTransId="{70494FF3-3659-0F48-9072-B800CBF4E201}"/>
    <dgm:cxn modelId="{E9430A50-6D06-6645-8A5F-61B825957FFE}" type="presOf" srcId="{854AAAD3-D3A6-AD49-B05A-E2EF19456923}" destId="{CC02557D-C878-1544-8AE0-2D26A8EF2712}" srcOrd="0" destOrd="0" presId="urn:microsoft.com/office/officeart/2005/8/layout/hList1"/>
    <dgm:cxn modelId="{3FCE0B91-97FE-394E-9B8D-E6DCB951E214}" type="presOf" srcId="{63D6D99B-ECBE-1B44-87EF-8053BBECA7AF}" destId="{0D0908E5-E91B-DE47-B7C7-47256A081BBB}" srcOrd="0" destOrd="0" presId="urn:microsoft.com/office/officeart/2005/8/layout/hList1"/>
    <dgm:cxn modelId="{D601EDA1-8F6F-D642-8F3D-4277936DF71C}" type="presOf" srcId="{72BBFCAA-25A8-EE40-AA92-F10321263F70}" destId="{C67FD2A3-02C5-AE43-91BC-5B0C43FA0021}" srcOrd="0" destOrd="0" presId="urn:microsoft.com/office/officeart/2005/8/layout/hList1"/>
    <dgm:cxn modelId="{6DFDADBA-401C-2C4A-894D-0206677CEE69}" srcId="{8CE7485F-CFA4-6D4E-B59B-2F8FC2A4286B}" destId="{63D6D99B-ECBE-1B44-87EF-8053BBECA7AF}" srcOrd="0" destOrd="0" parTransId="{C9933EDF-ADCC-2E49-A94C-F801DE3B7D8D}" sibTransId="{CEB2122E-0AC9-224B-964F-8828CE479171}"/>
    <dgm:cxn modelId="{24E69AC9-AF0E-CB42-9042-BE11C900957F}" type="presOf" srcId="{72E00222-BFD4-7E44-99D5-B1E8773886B0}" destId="{9C3D41AC-FFE4-6843-8C70-60AAECD76B9A}" srcOrd="0" destOrd="0" presId="urn:microsoft.com/office/officeart/2005/8/layout/hList1"/>
    <dgm:cxn modelId="{3119A9E1-5E2A-F74A-AC9D-5700E3105F65}" srcId="{8BB366F9-48EA-DB4C-872A-8D8EB59F1ED1}" destId="{72E00222-BFD4-7E44-99D5-B1E8773886B0}" srcOrd="0" destOrd="0" parTransId="{ADC4FBA1-6594-C548-B8C1-A5E3040F1AA9}" sibTransId="{39B8459D-8DAE-7549-B79A-2EB8CE899546}"/>
    <dgm:cxn modelId="{2EC58CE9-B390-9943-A6CB-578C009B1C85}" srcId="{72BBFCAA-25A8-EE40-AA92-F10321263F70}" destId="{854AAAD3-D3A6-AD49-B05A-E2EF19456923}" srcOrd="0" destOrd="0" parTransId="{1FB67C04-1655-4640-9C78-1C17C9D39223}" sibTransId="{48B6AA72-1B82-8342-BCB7-7FB443045017}"/>
    <dgm:cxn modelId="{71D1FFF0-A803-2041-A538-8FC1520AC4E7}" type="presOf" srcId="{8BB366F9-48EA-DB4C-872A-8D8EB59F1ED1}" destId="{30328C74-FFAA-1141-A2DB-E2625CC7EE14}" srcOrd="0" destOrd="0" presId="urn:microsoft.com/office/officeart/2005/8/layout/hList1"/>
    <dgm:cxn modelId="{EB950569-C637-4447-A24F-DC6E085B5BA3}" type="presParOf" srcId="{A03C675F-6CD9-4849-B078-5F836C88466D}" destId="{381A8758-D34D-0E4C-8C79-7CFE25B6612F}" srcOrd="0" destOrd="0" presId="urn:microsoft.com/office/officeart/2005/8/layout/hList1"/>
    <dgm:cxn modelId="{5021B295-4061-7342-BF82-96E076B4FBC6}" type="presParOf" srcId="{381A8758-D34D-0E4C-8C79-7CFE25B6612F}" destId="{30328C74-FFAA-1141-A2DB-E2625CC7EE14}" srcOrd="0" destOrd="0" presId="urn:microsoft.com/office/officeart/2005/8/layout/hList1"/>
    <dgm:cxn modelId="{AFE39E43-A423-C440-9732-B54AC6633638}" type="presParOf" srcId="{381A8758-D34D-0E4C-8C79-7CFE25B6612F}" destId="{9C3D41AC-FFE4-6843-8C70-60AAECD76B9A}" srcOrd="1" destOrd="0" presId="urn:microsoft.com/office/officeart/2005/8/layout/hList1"/>
    <dgm:cxn modelId="{AC8E964A-4CD0-024A-8260-0DF6A0F38FA4}" type="presParOf" srcId="{A03C675F-6CD9-4849-B078-5F836C88466D}" destId="{938A876D-1C46-C34D-8855-D1992036DC88}" srcOrd="1" destOrd="0" presId="urn:microsoft.com/office/officeart/2005/8/layout/hList1"/>
    <dgm:cxn modelId="{5C77DD35-9DA1-7049-A7D9-E965AE739554}" type="presParOf" srcId="{A03C675F-6CD9-4849-B078-5F836C88466D}" destId="{D8D5BF5D-FE6F-7F42-9ECB-1B78A1D4DCB5}" srcOrd="2" destOrd="0" presId="urn:microsoft.com/office/officeart/2005/8/layout/hList1"/>
    <dgm:cxn modelId="{55812CD2-27F1-2541-A5B4-3013ECCD9D1F}" type="presParOf" srcId="{D8D5BF5D-FE6F-7F42-9ECB-1B78A1D4DCB5}" destId="{C67FD2A3-02C5-AE43-91BC-5B0C43FA0021}" srcOrd="0" destOrd="0" presId="urn:microsoft.com/office/officeart/2005/8/layout/hList1"/>
    <dgm:cxn modelId="{1B1D0E05-C8B7-FF48-8F65-85BDC230CC2E}" type="presParOf" srcId="{D8D5BF5D-FE6F-7F42-9ECB-1B78A1D4DCB5}" destId="{CC02557D-C878-1544-8AE0-2D26A8EF2712}" srcOrd="1" destOrd="0" presId="urn:microsoft.com/office/officeart/2005/8/layout/hList1"/>
    <dgm:cxn modelId="{29B7C4E4-68F2-7149-A6F9-0515A6923148}" type="presParOf" srcId="{A03C675F-6CD9-4849-B078-5F836C88466D}" destId="{8DF3FDF6-D75E-E949-812F-E859EF8C8210}" srcOrd="3" destOrd="0" presId="urn:microsoft.com/office/officeart/2005/8/layout/hList1"/>
    <dgm:cxn modelId="{12366AEA-4DE2-6248-8A3E-D1ED8610E544}" type="presParOf" srcId="{A03C675F-6CD9-4849-B078-5F836C88466D}" destId="{700A72C3-17F3-054B-8EB9-9549FDB988D3}" srcOrd="4" destOrd="0" presId="urn:microsoft.com/office/officeart/2005/8/layout/hList1"/>
    <dgm:cxn modelId="{2451A5CD-31E2-AC44-AA85-469315324B89}" type="presParOf" srcId="{700A72C3-17F3-054B-8EB9-9549FDB988D3}" destId="{91F3224D-CD5B-8841-BDF5-2BB449494BBF}" srcOrd="0" destOrd="0" presId="urn:microsoft.com/office/officeart/2005/8/layout/hList1"/>
    <dgm:cxn modelId="{7815613A-00D4-6B4A-B998-4C7A8D6D466E}" type="presParOf" srcId="{700A72C3-17F3-054B-8EB9-9549FDB988D3}" destId="{0D0908E5-E91B-DE47-B7C7-47256A081BBB}"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A1A123A3-7E59-BF43-A4A5-578FE7E6E58F}" type="doc">
      <dgm:prSet loTypeId="urn:microsoft.com/office/officeart/2005/8/layout/hList1" loCatId="list" qsTypeId="urn:microsoft.com/office/officeart/2005/8/quickstyle/simple1" qsCatId="simple" csTypeId="urn:microsoft.com/office/officeart/2005/8/colors/colorful5" csCatId="colorful" phldr="1"/>
      <dgm:spPr/>
      <dgm:t>
        <a:bodyPr/>
        <a:lstStyle/>
        <a:p>
          <a:endParaRPr lang="en-GB"/>
        </a:p>
      </dgm:t>
    </dgm:pt>
    <dgm:pt modelId="{0D7EE5BF-40E6-A943-B999-B2C722DB0F3D}">
      <dgm:prSet custT="1"/>
      <dgm:spPr/>
      <dgm:t>
        <a:bodyPr/>
        <a:lstStyle/>
        <a:p>
          <a:pPr algn="ctr"/>
          <a:r>
            <a:rPr lang="en-US" sz="2200" dirty="0">
              <a:latin typeface="Book Antiqua" panose="02040602050305030304" pitchFamily="18" charset="0"/>
            </a:rPr>
            <a:t>Resource Provisioning</a:t>
          </a:r>
          <a:endParaRPr lang="en-IN" sz="2200" dirty="0">
            <a:latin typeface="Book Antiqua" panose="02040602050305030304" pitchFamily="18" charset="0"/>
          </a:endParaRPr>
        </a:p>
      </dgm:t>
    </dgm:pt>
    <dgm:pt modelId="{CAB71213-5D08-C949-8265-421BF9E278E9}" type="parTrans" cxnId="{6EB6331C-B397-C644-916A-A2AB3F4A7DF8}">
      <dgm:prSet/>
      <dgm:spPr/>
      <dgm:t>
        <a:bodyPr/>
        <a:lstStyle/>
        <a:p>
          <a:pPr algn="just"/>
          <a:endParaRPr lang="en-GB" sz="2200">
            <a:latin typeface="Book Antiqua" panose="02040602050305030304" pitchFamily="18" charset="0"/>
          </a:endParaRPr>
        </a:p>
      </dgm:t>
    </dgm:pt>
    <dgm:pt modelId="{F9B675FA-83F9-8B47-B728-B8BC637FD857}" type="sibTrans" cxnId="{6EB6331C-B397-C644-916A-A2AB3F4A7DF8}">
      <dgm:prSet/>
      <dgm:spPr/>
      <dgm:t>
        <a:bodyPr/>
        <a:lstStyle/>
        <a:p>
          <a:pPr algn="just"/>
          <a:endParaRPr lang="en-GB" sz="2200">
            <a:latin typeface="Book Antiqua" panose="02040602050305030304" pitchFamily="18" charset="0"/>
          </a:endParaRPr>
        </a:p>
      </dgm:t>
    </dgm:pt>
    <dgm:pt modelId="{6BF9BCDD-E85C-4E4E-9F14-D9DC89DD24E3}">
      <dgm:prSet custT="1"/>
      <dgm:spPr/>
      <dgm:t>
        <a:bodyPr/>
        <a:lstStyle/>
        <a:p>
          <a:pPr algn="ctr"/>
          <a:r>
            <a:rPr lang="en-US" sz="2200" dirty="0">
              <a:latin typeface="Book Antiqua" panose="02040602050305030304" pitchFamily="18" charset="0"/>
            </a:rPr>
            <a:t>Mobility Management</a:t>
          </a:r>
          <a:endParaRPr lang="en-IN" sz="2200" dirty="0">
            <a:latin typeface="Book Antiqua" panose="02040602050305030304" pitchFamily="18" charset="0"/>
          </a:endParaRPr>
        </a:p>
      </dgm:t>
    </dgm:pt>
    <dgm:pt modelId="{F041F7C8-6077-4845-8C7A-9F6A50A6291C}" type="parTrans" cxnId="{6A7A62A9-1BBF-A14E-A2E2-FFE0386578A1}">
      <dgm:prSet/>
      <dgm:spPr/>
      <dgm:t>
        <a:bodyPr/>
        <a:lstStyle/>
        <a:p>
          <a:pPr algn="just"/>
          <a:endParaRPr lang="en-GB" sz="2200">
            <a:latin typeface="Book Antiqua" panose="02040602050305030304" pitchFamily="18" charset="0"/>
          </a:endParaRPr>
        </a:p>
      </dgm:t>
    </dgm:pt>
    <dgm:pt modelId="{4B035EEB-1B42-D241-A703-70D902CD1BB9}" type="sibTrans" cxnId="{6A7A62A9-1BBF-A14E-A2E2-FFE0386578A1}">
      <dgm:prSet/>
      <dgm:spPr/>
      <dgm:t>
        <a:bodyPr/>
        <a:lstStyle/>
        <a:p>
          <a:pPr algn="just"/>
          <a:endParaRPr lang="en-GB" sz="2200">
            <a:latin typeface="Book Antiqua" panose="02040602050305030304" pitchFamily="18" charset="0"/>
          </a:endParaRPr>
        </a:p>
      </dgm:t>
    </dgm:pt>
    <dgm:pt modelId="{ECF965DC-756E-AE4C-B7A2-FC93DA27859A}">
      <dgm:prSet custT="1"/>
      <dgm:spPr/>
      <dgm:t>
        <a:bodyPr/>
        <a:lstStyle/>
        <a:p>
          <a:pPr algn="ctr"/>
          <a:r>
            <a:rPr lang="en-US" sz="2200" dirty="0">
              <a:latin typeface="Book Antiqua" panose="02040602050305030304" pitchFamily="18" charset="0"/>
            </a:rPr>
            <a:t>End-to-End Orchestration</a:t>
          </a:r>
          <a:endParaRPr lang="en-IN" sz="2200" dirty="0">
            <a:latin typeface="Book Antiqua" panose="02040602050305030304" pitchFamily="18" charset="0"/>
          </a:endParaRPr>
        </a:p>
      </dgm:t>
    </dgm:pt>
    <dgm:pt modelId="{2DB1A1AE-5E4F-0942-BDF7-45FEBA18002C}" type="parTrans" cxnId="{D53800D7-F53A-164D-9DB2-431DD84D9B55}">
      <dgm:prSet/>
      <dgm:spPr/>
      <dgm:t>
        <a:bodyPr/>
        <a:lstStyle/>
        <a:p>
          <a:pPr algn="just"/>
          <a:endParaRPr lang="en-GB" sz="2200">
            <a:latin typeface="Book Antiqua" panose="02040602050305030304" pitchFamily="18" charset="0"/>
          </a:endParaRPr>
        </a:p>
      </dgm:t>
    </dgm:pt>
    <dgm:pt modelId="{7F2D63E1-D69B-5F4E-B530-C6FB3DE19A10}" type="sibTrans" cxnId="{D53800D7-F53A-164D-9DB2-431DD84D9B55}">
      <dgm:prSet/>
      <dgm:spPr/>
      <dgm:t>
        <a:bodyPr/>
        <a:lstStyle/>
        <a:p>
          <a:pPr algn="just"/>
          <a:endParaRPr lang="en-GB" sz="2200">
            <a:latin typeface="Book Antiqua" panose="02040602050305030304" pitchFamily="18" charset="0"/>
          </a:endParaRPr>
        </a:p>
      </dgm:t>
    </dgm:pt>
    <dgm:pt modelId="{1921B971-78D2-2046-BFCF-5C3D620A5059}">
      <dgm:prSet custT="1"/>
      <dgm:spPr/>
      <dgm:t>
        <a:bodyPr/>
        <a:lstStyle/>
        <a:p>
          <a:pPr algn="just"/>
          <a:r>
            <a:rPr lang="en-US" sz="2200" dirty="0">
              <a:latin typeface="Book Antiqua" panose="02040602050305030304" pitchFamily="18" charset="0"/>
            </a:rPr>
            <a:t> Managing resource allocation among multiple slices is complex due to varying resource affinities that can change over time</a:t>
          </a:r>
          <a:endParaRPr lang="en-IN" sz="2200" dirty="0">
            <a:latin typeface="Book Antiqua" panose="02040602050305030304" pitchFamily="18" charset="0"/>
          </a:endParaRPr>
        </a:p>
      </dgm:t>
    </dgm:pt>
    <dgm:pt modelId="{1805333E-C455-AD49-BED6-749DA3C9B25F}" type="parTrans" cxnId="{EC27DABB-2C52-2449-9EA4-58C4786794BF}">
      <dgm:prSet/>
      <dgm:spPr/>
      <dgm:t>
        <a:bodyPr/>
        <a:lstStyle/>
        <a:p>
          <a:pPr algn="just"/>
          <a:endParaRPr lang="en-GB" sz="2200">
            <a:latin typeface="Book Antiqua" panose="02040602050305030304" pitchFamily="18" charset="0"/>
          </a:endParaRPr>
        </a:p>
      </dgm:t>
    </dgm:pt>
    <dgm:pt modelId="{E634D57F-E157-1F4C-917F-E2D9A0013A5E}" type="sibTrans" cxnId="{EC27DABB-2C52-2449-9EA4-58C4786794BF}">
      <dgm:prSet/>
      <dgm:spPr/>
      <dgm:t>
        <a:bodyPr/>
        <a:lstStyle/>
        <a:p>
          <a:pPr algn="just"/>
          <a:endParaRPr lang="en-GB" sz="2200">
            <a:latin typeface="Book Antiqua" panose="02040602050305030304" pitchFamily="18" charset="0"/>
          </a:endParaRPr>
        </a:p>
      </dgm:t>
    </dgm:pt>
    <dgm:pt modelId="{1A92E693-F642-3E46-8EB8-EFA6733C2CE4}">
      <dgm:prSet custT="1"/>
      <dgm:spPr/>
      <dgm:t>
        <a:bodyPr/>
        <a:lstStyle/>
        <a:p>
          <a:pPr algn="just"/>
          <a:r>
            <a:rPr lang="en-US" sz="2200" dirty="0">
              <a:latin typeface="Book Antiqua" panose="02040602050305030304" pitchFamily="18" charset="0"/>
            </a:rPr>
            <a:t>Handling mobility across slices can complicate the management of resources and connectivity</a:t>
          </a:r>
          <a:endParaRPr lang="en-IN" sz="2200" dirty="0">
            <a:latin typeface="Book Antiqua" panose="02040602050305030304" pitchFamily="18" charset="0"/>
          </a:endParaRPr>
        </a:p>
      </dgm:t>
    </dgm:pt>
    <dgm:pt modelId="{1A6D1EAF-D5B9-6F4A-BCFD-848B38B9F8D5}" type="parTrans" cxnId="{CA71771D-FA95-F944-A6E6-04D662D92FDE}">
      <dgm:prSet/>
      <dgm:spPr/>
      <dgm:t>
        <a:bodyPr/>
        <a:lstStyle/>
        <a:p>
          <a:pPr algn="just"/>
          <a:endParaRPr lang="en-GB" sz="2200">
            <a:latin typeface="Book Antiqua" panose="02040602050305030304" pitchFamily="18" charset="0"/>
          </a:endParaRPr>
        </a:p>
      </dgm:t>
    </dgm:pt>
    <dgm:pt modelId="{1A453E35-BDDA-394D-A1DE-44B20A9FF72A}" type="sibTrans" cxnId="{CA71771D-FA95-F944-A6E6-04D662D92FDE}">
      <dgm:prSet/>
      <dgm:spPr/>
      <dgm:t>
        <a:bodyPr/>
        <a:lstStyle/>
        <a:p>
          <a:pPr algn="just"/>
          <a:endParaRPr lang="en-GB" sz="2200">
            <a:latin typeface="Book Antiqua" panose="02040602050305030304" pitchFamily="18" charset="0"/>
          </a:endParaRPr>
        </a:p>
      </dgm:t>
    </dgm:pt>
    <dgm:pt modelId="{9A570379-2E52-B347-B98A-571AC42DD76F}">
      <dgm:prSet custT="1"/>
      <dgm:spPr/>
      <dgm:t>
        <a:bodyPr/>
        <a:lstStyle/>
        <a:p>
          <a:pPr algn="just"/>
          <a:r>
            <a:rPr lang="en-US" sz="2200" dirty="0">
              <a:latin typeface="Book Antiqua" panose="02040602050305030304" pitchFamily="18" charset="0"/>
            </a:rPr>
            <a:t>Coordinating the orchestration and management of slices across different domains (like RAN and core networks) adds complexity to implementation</a:t>
          </a:r>
          <a:endParaRPr lang="en-IN" sz="2200" dirty="0">
            <a:latin typeface="Book Antiqua" panose="02040602050305030304" pitchFamily="18" charset="0"/>
          </a:endParaRPr>
        </a:p>
      </dgm:t>
    </dgm:pt>
    <dgm:pt modelId="{99AF764D-3EE3-374F-9FB9-38CC1E232D23}" type="parTrans" cxnId="{0B2B9F73-F1BA-8A47-8A7A-007D116DD613}">
      <dgm:prSet/>
      <dgm:spPr/>
      <dgm:t>
        <a:bodyPr/>
        <a:lstStyle/>
        <a:p>
          <a:pPr algn="just"/>
          <a:endParaRPr lang="en-GB" sz="2200">
            <a:latin typeface="Book Antiqua" panose="02040602050305030304" pitchFamily="18" charset="0"/>
          </a:endParaRPr>
        </a:p>
      </dgm:t>
    </dgm:pt>
    <dgm:pt modelId="{E15BD573-420F-D141-AC4C-524209AEE2E7}" type="sibTrans" cxnId="{0B2B9F73-F1BA-8A47-8A7A-007D116DD613}">
      <dgm:prSet/>
      <dgm:spPr/>
      <dgm:t>
        <a:bodyPr/>
        <a:lstStyle/>
        <a:p>
          <a:pPr algn="just"/>
          <a:endParaRPr lang="en-GB" sz="2200">
            <a:latin typeface="Book Antiqua" panose="02040602050305030304" pitchFamily="18" charset="0"/>
          </a:endParaRPr>
        </a:p>
      </dgm:t>
    </dgm:pt>
    <dgm:pt modelId="{0ACC39CE-348D-C44E-9578-DEE48037F617}" type="pres">
      <dgm:prSet presAssocID="{A1A123A3-7E59-BF43-A4A5-578FE7E6E58F}" presName="Name0" presStyleCnt="0">
        <dgm:presLayoutVars>
          <dgm:dir/>
          <dgm:animLvl val="lvl"/>
          <dgm:resizeHandles val="exact"/>
        </dgm:presLayoutVars>
      </dgm:prSet>
      <dgm:spPr/>
    </dgm:pt>
    <dgm:pt modelId="{1F556579-A71E-5B4E-9725-C54EB40D59D5}" type="pres">
      <dgm:prSet presAssocID="{0D7EE5BF-40E6-A943-B999-B2C722DB0F3D}" presName="composite" presStyleCnt="0"/>
      <dgm:spPr/>
    </dgm:pt>
    <dgm:pt modelId="{B9584B69-AE76-B843-A7BF-7D9C34FBA2C0}" type="pres">
      <dgm:prSet presAssocID="{0D7EE5BF-40E6-A943-B999-B2C722DB0F3D}" presName="parTx" presStyleLbl="alignNode1" presStyleIdx="0" presStyleCnt="3">
        <dgm:presLayoutVars>
          <dgm:chMax val="0"/>
          <dgm:chPref val="0"/>
          <dgm:bulletEnabled val="1"/>
        </dgm:presLayoutVars>
      </dgm:prSet>
      <dgm:spPr/>
    </dgm:pt>
    <dgm:pt modelId="{74757820-0E2C-BE41-9FB1-2B45BBABA664}" type="pres">
      <dgm:prSet presAssocID="{0D7EE5BF-40E6-A943-B999-B2C722DB0F3D}" presName="desTx" presStyleLbl="alignAccFollowNode1" presStyleIdx="0" presStyleCnt="3">
        <dgm:presLayoutVars>
          <dgm:bulletEnabled val="1"/>
        </dgm:presLayoutVars>
      </dgm:prSet>
      <dgm:spPr/>
    </dgm:pt>
    <dgm:pt modelId="{96042D19-DD17-AA44-B0D3-DF3827C0A6D8}" type="pres">
      <dgm:prSet presAssocID="{F9B675FA-83F9-8B47-B728-B8BC637FD857}" presName="space" presStyleCnt="0"/>
      <dgm:spPr/>
    </dgm:pt>
    <dgm:pt modelId="{3F957669-9EF2-A34B-BB86-E4EEE06E981B}" type="pres">
      <dgm:prSet presAssocID="{6BF9BCDD-E85C-4E4E-9F14-D9DC89DD24E3}" presName="composite" presStyleCnt="0"/>
      <dgm:spPr/>
    </dgm:pt>
    <dgm:pt modelId="{C5AB1F90-1DB0-E047-A36A-CC0B5F421BEC}" type="pres">
      <dgm:prSet presAssocID="{6BF9BCDD-E85C-4E4E-9F14-D9DC89DD24E3}" presName="parTx" presStyleLbl="alignNode1" presStyleIdx="1" presStyleCnt="3">
        <dgm:presLayoutVars>
          <dgm:chMax val="0"/>
          <dgm:chPref val="0"/>
          <dgm:bulletEnabled val="1"/>
        </dgm:presLayoutVars>
      </dgm:prSet>
      <dgm:spPr/>
    </dgm:pt>
    <dgm:pt modelId="{ABC89E57-E3E8-7541-8A33-EF7D34E1FCB6}" type="pres">
      <dgm:prSet presAssocID="{6BF9BCDD-E85C-4E4E-9F14-D9DC89DD24E3}" presName="desTx" presStyleLbl="alignAccFollowNode1" presStyleIdx="1" presStyleCnt="3">
        <dgm:presLayoutVars>
          <dgm:bulletEnabled val="1"/>
        </dgm:presLayoutVars>
      </dgm:prSet>
      <dgm:spPr/>
    </dgm:pt>
    <dgm:pt modelId="{3357ED09-C8C8-B145-A1EE-35C28F56740C}" type="pres">
      <dgm:prSet presAssocID="{4B035EEB-1B42-D241-A703-70D902CD1BB9}" presName="space" presStyleCnt="0"/>
      <dgm:spPr/>
    </dgm:pt>
    <dgm:pt modelId="{C755237C-DA36-7B4B-AE01-2C456D0D93D5}" type="pres">
      <dgm:prSet presAssocID="{ECF965DC-756E-AE4C-B7A2-FC93DA27859A}" presName="composite" presStyleCnt="0"/>
      <dgm:spPr/>
    </dgm:pt>
    <dgm:pt modelId="{D284A9BE-E25A-EE40-A136-C950FF5E751B}" type="pres">
      <dgm:prSet presAssocID="{ECF965DC-756E-AE4C-B7A2-FC93DA27859A}" presName="parTx" presStyleLbl="alignNode1" presStyleIdx="2" presStyleCnt="3">
        <dgm:presLayoutVars>
          <dgm:chMax val="0"/>
          <dgm:chPref val="0"/>
          <dgm:bulletEnabled val="1"/>
        </dgm:presLayoutVars>
      </dgm:prSet>
      <dgm:spPr/>
    </dgm:pt>
    <dgm:pt modelId="{95165704-30B0-0E4E-A523-E8A0138DA488}" type="pres">
      <dgm:prSet presAssocID="{ECF965DC-756E-AE4C-B7A2-FC93DA27859A}" presName="desTx" presStyleLbl="alignAccFollowNode1" presStyleIdx="2" presStyleCnt="3">
        <dgm:presLayoutVars>
          <dgm:bulletEnabled val="1"/>
        </dgm:presLayoutVars>
      </dgm:prSet>
      <dgm:spPr/>
    </dgm:pt>
  </dgm:ptLst>
  <dgm:cxnLst>
    <dgm:cxn modelId="{6EB6331C-B397-C644-916A-A2AB3F4A7DF8}" srcId="{A1A123A3-7E59-BF43-A4A5-578FE7E6E58F}" destId="{0D7EE5BF-40E6-A943-B999-B2C722DB0F3D}" srcOrd="0" destOrd="0" parTransId="{CAB71213-5D08-C949-8265-421BF9E278E9}" sibTransId="{F9B675FA-83F9-8B47-B728-B8BC637FD857}"/>
    <dgm:cxn modelId="{CA71771D-FA95-F944-A6E6-04D662D92FDE}" srcId="{6BF9BCDD-E85C-4E4E-9F14-D9DC89DD24E3}" destId="{1A92E693-F642-3E46-8EB8-EFA6733C2CE4}" srcOrd="0" destOrd="0" parTransId="{1A6D1EAF-D5B9-6F4A-BCFD-848B38B9F8D5}" sibTransId="{1A453E35-BDDA-394D-A1DE-44B20A9FF72A}"/>
    <dgm:cxn modelId="{4BFF2B22-1F08-694B-909F-F65D11C12764}" type="presOf" srcId="{9A570379-2E52-B347-B98A-571AC42DD76F}" destId="{95165704-30B0-0E4E-A523-E8A0138DA488}" srcOrd="0" destOrd="0" presId="urn:microsoft.com/office/officeart/2005/8/layout/hList1"/>
    <dgm:cxn modelId="{9C237F26-6B86-EB4F-918E-BA1593092412}" type="presOf" srcId="{A1A123A3-7E59-BF43-A4A5-578FE7E6E58F}" destId="{0ACC39CE-348D-C44E-9578-DEE48037F617}" srcOrd="0" destOrd="0" presId="urn:microsoft.com/office/officeart/2005/8/layout/hList1"/>
    <dgm:cxn modelId="{39D9BA65-584B-DE42-BD48-CB3028F6F959}" type="presOf" srcId="{1921B971-78D2-2046-BFCF-5C3D620A5059}" destId="{74757820-0E2C-BE41-9FB1-2B45BBABA664}" srcOrd="0" destOrd="0" presId="urn:microsoft.com/office/officeart/2005/8/layout/hList1"/>
    <dgm:cxn modelId="{62973266-E7EB-2641-9322-326B8D0D578F}" type="presOf" srcId="{6BF9BCDD-E85C-4E4E-9F14-D9DC89DD24E3}" destId="{C5AB1F90-1DB0-E047-A36A-CC0B5F421BEC}" srcOrd="0" destOrd="0" presId="urn:microsoft.com/office/officeart/2005/8/layout/hList1"/>
    <dgm:cxn modelId="{0B2B9F73-F1BA-8A47-8A7A-007D116DD613}" srcId="{ECF965DC-756E-AE4C-B7A2-FC93DA27859A}" destId="{9A570379-2E52-B347-B98A-571AC42DD76F}" srcOrd="0" destOrd="0" parTransId="{99AF764D-3EE3-374F-9FB9-38CC1E232D23}" sibTransId="{E15BD573-420F-D141-AC4C-524209AEE2E7}"/>
    <dgm:cxn modelId="{8E40268F-7369-D748-8F32-752609367D90}" type="presOf" srcId="{ECF965DC-756E-AE4C-B7A2-FC93DA27859A}" destId="{D284A9BE-E25A-EE40-A136-C950FF5E751B}" srcOrd="0" destOrd="0" presId="urn:microsoft.com/office/officeart/2005/8/layout/hList1"/>
    <dgm:cxn modelId="{6A7A62A9-1BBF-A14E-A2E2-FFE0386578A1}" srcId="{A1A123A3-7E59-BF43-A4A5-578FE7E6E58F}" destId="{6BF9BCDD-E85C-4E4E-9F14-D9DC89DD24E3}" srcOrd="1" destOrd="0" parTransId="{F041F7C8-6077-4845-8C7A-9F6A50A6291C}" sibTransId="{4B035EEB-1B42-D241-A703-70D902CD1BB9}"/>
    <dgm:cxn modelId="{EC27DABB-2C52-2449-9EA4-58C4786794BF}" srcId="{0D7EE5BF-40E6-A943-B999-B2C722DB0F3D}" destId="{1921B971-78D2-2046-BFCF-5C3D620A5059}" srcOrd="0" destOrd="0" parTransId="{1805333E-C455-AD49-BED6-749DA3C9B25F}" sibTransId="{E634D57F-E157-1F4C-917F-E2D9A0013A5E}"/>
    <dgm:cxn modelId="{C791FEC3-CC10-5B40-AAE8-57415A34AB6C}" type="presOf" srcId="{0D7EE5BF-40E6-A943-B999-B2C722DB0F3D}" destId="{B9584B69-AE76-B843-A7BF-7D9C34FBA2C0}" srcOrd="0" destOrd="0" presId="urn:microsoft.com/office/officeart/2005/8/layout/hList1"/>
    <dgm:cxn modelId="{D53800D7-F53A-164D-9DB2-431DD84D9B55}" srcId="{A1A123A3-7E59-BF43-A4A5-578FE7E6E58F}" destId="{ECF965DC-756E-AE4C-B7A2-FC93DA27859A}" srcOrd="2" destOrd="0" parTransId="{2DB1A1AE-5E4F-0942-BDF7-45FEBA18002C}" sibTransId="{7F2D63E1-D69B-5F4E-B530-C6FB3DE19A10}"/>
    <dgm:cxn modelId="{7C394BF4-53B1-BB41-B7E3-D10DCF7856D8}" type="presOf" srcId="{1A92E693-F642-3E46-8EB8-EFA6733C2CE4}" destId="{ABC89E57-E3E8-7541-8A33-EF7D34E1FCB6}" srcOrd="0" destOrd="0" presId="urn:microsoft.com/office/officeart/2005/8/layout/hList1"/>
    <dgm:cxn modelId="{9121B835-D595-C949-BA3A-0AE5A55BFA43}" type="presParOf" srcId="{0ACC39CE-348D-C44E-9578-DEE48037F617}" destId="{1F556579-A71E-5B4E-9725-C54EB40D59D5}" srcOrd="0" destOrd="0" presId="urn:microsoft.com/office/officeart/2005/8/layout/hList1"/>
    <dgm:cxn modelId="{B76338BE-D53C-B746-9F01-3D908E3969E0}" type="presParOf" srcId="{1F556579-A71E-5B4E-9725-C54EB40D59D5}" destId="{B9584B69-AE76-B843-A7BF-7D9C34FBA2C0}" srcOrd="0" destOrd="0" presId="urn:microsoft.com/office/officeart/2005/8/layout/hList1"/>
    <dgm:cxn modelId="{09916A08-B55B-FE49-9D81-98EDD2EEB091}" type="presParOf" srcId="{1F556579-A71E-5B4E-9725-C54EB40D59D5}" destId="{74757820-0E2C-BE41-9FB1-2B45BBABA664}" srcOrd="1" destOrd="0" presId="urn:microsoft.com/office/officeart/2005/8/layout/hList1"/>
    <dgm:cxn modelId="{D20CF7E4-DCAE-E341-A2A4-346D06E048C4}" type="presParOf" srcId="{0ACC39CE-348D-C44E-9578-DEE48037F617}" destId="{96042D19-DD17-AA44-B0D3-DF3827C0A6D8}" srcOrd="1" destOrd="0" presId="urn:microsoft.com/office/officeart/2005/8/layout/hList1"/>
    <dgm:cxn modelId="{95C39C18-4820-3A4F-A40E-563FD0F0070E}" type="presParOf" srcId="{0ACC39CE-348D-C44E-9578-DEE48037F617}" destId="{3F957669-9EF2-A34B-BB86-E4EEE06E981B}" srcOrd="2" destOrd="0" presId="urn:microsoft.com/office/officeart/2005/8/layout/hList1"/>
    <dgm:cxn modelId="{3EC637CC-D324-904C-8409-7905E3E2DCBE}" type="presParOf" srcId="{3F957669-9EF2-A34B-BB86-E4EEE06E981B}" destId="{C5AB1F90-1DB0-E047-A36A-CC0B5F421BEC}" srcOrd="0" destOrd="0" presId="urn:microsoft.com/office/officeart/2005/8/layout/hList1"/>
    <dgm:cxn modelId="{1446CF6E-3E08-D844-BC8F-F3E01E7A7DE0}" type="presParOf" srcId="{3F957669-9EF2-A34B-BB86-E4EEE06E981B}" destId="{ABC89E57-E3E8-7541-8A33-EF7D34E1FCB6}" srcOrd="1" destOrd="0" presId="urn:microsoft.com/office/officeart/2005/8/layout/hList1"/>
    <dgm:cxn modelId="{54E756C8-34F1-9644-B1E9-7CABEC7FFF69}" type="presParOf" srcId="{0ACC39CE-348D-C44E-9578-DEE48037F617}" destId="{3357ED09-C8C8-B145-A1EE-35C28F56740C}" srcOrd="3" destOrd="0" presId="urn:microsoft.com/office/officeart/2005/8/layout/hList1"/>
    <dgm:cxn modelId="{611287D2-D294-974F-9B92-516744EB72D3}" type="presParOf" srcId="{0ACC39CE-348D-C44E-9578-DEE48037F617}" destId="{C755237C-DA36-7B4B-AE01-2C456D0D93D5}" srcOrd="4" destOrd="0" presId="urn:microsoft.com/office/officeart/2005/8/layout/hList1"/>
    <dgm:cxn modelId="{7564D0C1-54FC-E043-A30C-0BA4AC646526}" type="presParOf" srcId="{C755237C-DA36-7B4B-AE01-2C456D0D93D5}" destId="{D284A9BE-E25A-EE40-A136-C950FF5E751B}" srcOrd="0" destOrd="0" presId="urn:microsoft.com/office/officeart/2005/8/layout/hList1"/>
    <dgm:cxn modelId="{3A11C1CB-3023-FE42-82E8-931FCC4FC168}" type="presParOf" srcId="{C755237C-DA36-7B4B-AE01-2C456D0D93D5}" destId="{95165704-30B0-0E4E-A523-E8A0138DA488}"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A9F1F135-5D06-EE41-9CC4-8434E145FA01}" type="doc">
      <dgm:prSet loTypeId="urn:microsoft.com/office/officeart/2008/layout/LinedList" loCatId="list" qsTypeId="urn:microsoft.com/office/officeart/2005/8/quickstyle/simple1" qsCatId="simple" csTypeId="urn:microsoft.com/office/officeart/2005/8/colors/colorful5" csCatId="colorful" phldr="1"/>
      <dgm:spPr/>
      <dgm:t>
        <a:bodyPr/>
        <a:lstStyle/>
        <a:p>
          <a:endParaRPr lang="en-GB"/>
        </a:p>
      </dgm:t>
    </dgm:pt>
    <dgm:pt modelId="{A9E4CB96-7A0A-6C4F-9A8A-196CF481EB93}">
      <dgm:prSet custT="1"/>
      <dgm:spPr/>
      <dgm:t>
        <a:bodyPr/>
        <a:lstStyle/>
        <a:p>
          <a:r>
            <a:rPr lang="en-US" sz="1800" b="1">
              <a:latin typeface="Book Antiqua" panose="02040602050305030304" pitchFamily="18" charset="0"/>
            </a:rPr>
            <a:t>Characteristics of Cloud-Native Network Architecture for 5G</a:t>
          </a:r>
          <a:endParaRPr lang="en-IN" sz="1800">
            <a:latin typeface="Book Antiqua" panose="02040602050305030304" pitchFamily="18" charset="0"/>
          </a:endParaRPr>
        </a:p>
      </dgm:t>
    </dgm:pt>
    <dgm:pt modelId="{9CAE97A0-5FD1-1043-923F-DFF9D3D6A147}" type="parTrans" cxnId="{5CDD94CD-04F9-5043-908B-45CFCDA7C2CF}">
      <dgm:prSet/>
      <dgm:spPr/>
      <dgm:t>
        <a:bodyPr/>
        <a:lstStyle/>
        <a:p>
          <a:endParaRPr lang="en-GB" sz="1800">
            <a:latin typeface="Book Antiqua" panose="02040602050305030304" pitchFamily="18" charset="0"/>
          </a:endParaRPr>
        </a:p>
      </dgm:t>
    </dgm:pt>
    <dgm:pt modelId="{8FCC5EA2-927A-9B4C-9A6C-54B7C0210073}" type="sibTrans" cxnId="{5CDD94CD-04F9-5043-908B-45CFCDA7C2CF}">
      <dgm:prSet/>
      <dgm:spPr/>
      <dgm:t>
        <a:bodyPr/>
        <a:lstStyle/>
        <a:p>
          <a:endParaRPr lang="en-GB" sz="1800">
            <a:latin typeface="Book Antiqua" panose="02040602050305030304" pitchFamily="18" charset="0"/>
          </a:endParaRPr>
        </a:p>
      </dgm:t>
    </dgm:pt>
    <dgm:pt modelId="{8A66FFC5-4564-F74D-B65A-9896476AD8F6}">
      <dgm:prSet custT="1"/>
      <dgm:spPr/>
      <dgm:t>
        <a:bodyPr/>
        <a:lstStyle/>
        <a:p>
          <a:r>
            <a:rPr lang="en-US" sz="1800" b="1">
              <a:latin typeface="Book Antiqua" panose="02040602050305030304" pitchFamily="18" charset="0"/>
            </a:rPr>
            <a:t>Cloud Data Center-Based Architecture:</a:t>
          </a:r>
          <a:endParaRPr lang="en-IN" sz="1800">
            <a:latin typeface="Book Antiqua" panose="02040602050305030304" pitchFamily="18" charset="0"/>
          </a:endParaRPr>
        </a:p>
      </dgm:t>
    </dgm:pt>
    <dgm:pt modelId="{09DEAA20-E6B1-DE44-8EED-B29F3786C193}" type="parTrans" cxnId="{2C4A8BFF-D943-6B4C-B209-3A4C8751ABEA}">
      <dgm:prSet/>
      <dgm:spPr/>
      <dgm:t>
        <a:bodyPr/>
        <a:lstStyle/>
        <a:p>
          <a:endParaRPr lang="en-GB" sz="1800">
            <a:latin typeface="Book Antiqua" panose="02040602050305030304" pitchFamily="18" charset="0"/>
          </a:endParaRPr>
        </a:p>
      </dgm:t>
    </dgm:pt>
    <dgm:pt modelId="{73FEEEB3-64EC-FB4B-AE29-9EB1BC7D413B}" type="sibTrans" cxnId="{2C4A8BFF-D943-6B4C-B209-3A4C8751ABEA}">
      <dgm:prSet/>
      <dgm:spPr/>
      <dgm:t>
        <a:bodyPr/>
        <a:lstStyle/>
        <a:p>
          <a:endParaRPr lang="en-GB" sz="1800">
            <a:latin typeface="Book Antiqua" panose="02040602050305030304" pitchFamily="18" charset="0"/>
          </a:endParaRPr>
        </a:p>
      </dgm:t>
    </dgm:pt>
    <dgm:pt modelId="{96EBB5D3-3918-BA44-B65C-4E9125D49B1D}">
      <dgm:prSet custT="1"/>
      <dgm:spPr/>
      <dgm:t>
        <a:bodyPr/>
        <a:lstStyle/>
        <a:p>
          <a:pPr algn="just"/>
          <a:r>
            <a:rPr lang="en-US" sz="1600" dirty="0">
              <a:latin typeface="Book Antiqua" panose="02040602050305030304" pitchFamily="18" charset="0"/>
            </a:rPr>
            <a:t>It provides a logically independent network slicing capability over a cloud data center infrastructure, supporting various application scenarios.</a:t>
          </a:r>
          <a:endParaRPr lang="en-IN" sz="1600" dirty="0">
            <a:latin typeface="Book Antiqua" panose="02040602050305030304" pitchFamily="18" charset="0"/>
          </a:endParaRPr>
        </a:p>
      </dgm:t>
    </dgm:pt>
    <dgm:pt modelId="{D18BA607-5D79-3145-A5D0-1C67824A8A3B}" type="parTrans" cxnId="{47CE02E4-895A-9E46-AD79-53A532387E17}">
      <dgm:prSet/>
      <dgm:spPr/>
      <dgm:t>
        <a:bodyPr/>
        <a:lstStyle/>
        <a:p>
          <a:endParaRPr lang="en-GB" sz="1800">
            <a:latin typeface="Book Antiqua" panose="02040602050305030304" pitchFamily="18" charset="0"/>
          </a:endParaRPr>
        </a:p>
      </dgm:t>
    </dgm:pt>
    <dgm:pt modelId="{B7A1F07F-F205-CC42-B5F1-A892926363B7}" type="sibTrans" cxnId="{47CE02E4-895A-9E46-AD79-53A532387E17}">
      <dgm:prSet/>
      <dgm:spPr/>
      <dgm:t>
        <a:bodyPr/>
        <a:lstStyle/>
        <a:p>
          <a:endParaRPr lang="en-GB" sz="1800">
            <a:latin typeface="Book Antiqua" panose="02040602050305030304" pitchFamily="18" charset="0"/>
          </a:endParaRPr>
        </a:p>
      </dgm:t>
    </dgm:pt>
    <dgm:pt modelId="{1ED1178E-DBD0-CF4F-AE07-5A7103B706EE}">
      <dgm:prSet custT="1"/>
      <dgm:spPr/>
      <dgm:t>
        <a:bodyPr/>
        <a:lstStyle/>
        <a:p>
          <a:r>
            <a:rPr lang="en-US" sz="1800" b="1">
              <a:latin typeface="Book Antiqua" panose="02040602050305030304" pitchFamily="18" charset="0"/>
            </a:rPr>
            <a:t>Cloud-RAN Implementation:</a:t>
          </a:r>
          <a:endParaRPr lang="en-IN" sz="1800">
            <a:latin typeface="Book Antiqua" panose="02040602050305030304" pitchFamily="18" charset="0"/>
          </a:endParaRPr>
        </a:p>
      </dgm:t>
    </dgm:pt>
    <dgm:pt modelId="{894C16FD-576E-924A-A799-848A22A7FBC1}" type="parTrans" cxnId="{0A7C077C-CE3B-8D44-A731-E38170908E2A}">
      <dgm:prSet/>
      <dgm:spPr/>
      <dgm:t>
        <a:bodyPr/>
        <a:lstStyle/>
        <a:p>
          <a:endParaRPr lang="en-GB" sz="1800">
            <a:latin typeface="Book Antiqua" panose="02040602050305030304" pitchFamily="18" charset="0"/>
          </a:endParaRPr>
        </a:p>
      </dgm:t>
    </dgm:pt>
    <dgm:pt modelId="{CDDC6896-51A8-4549-8B8A-D842786221EA}" type="sibTrans" cxnId="{0A7C077C-CE3B-8D44-A731-E38170908E2A}">
      <dgm:prSet/>
      <dgm:spPr/>
      <dgm:t>
        <a:bodyPr/>
        <a:lstStyle/>
        <a:p>
          <a:endParaRPr lang="en-GB" sz="1800">
            <a:latin typeface="Book Antiqua" panose="02040602050305030304" pitchFamily="18" charset="0"/>
          </a:endParaRPr>
        </a:p>
      </dgm:t>
    </dgm:pt>
    <dgm:pt modelId="{1D3EB4D9-F49B-D54B-B15C-113D6E47F775}">
      <dgm:prSet custT="1"/>
      <dgm:spPr/>
      <dgm:t>
        <a:bodyPr/>
        <a:lstStyle/>
        <a:p>
          <a:pPr algn="just"/>
          <a:r>
            <a:rPr lang="en-US" sz="1600" dirty="0">
              <a:latin typeface="Book Antiqua" panose="02040602050305030304" pitchFamily="18" charset="0"/>
            </a:rPr>
            <a:t>The architecture employs Cloud-RAN to build radio access networks (RAN), facilitating many connections and enabling on-demand deployments of RAN functions as required by 5G.</a:t>
          </a:r>
          <a:endParaRPr lang="en-IN" sz="1600" dirty="0">
            <a:latin typeface="Book Antiqua" panose="02040602050305030304" pitchFamily="18" charset="0"/>
          </a:endParaRPr>
        </a:p>
      </dgm:t>
    </dgm:pt>
    <dgm:pt modelId="{7310A6E9-D1CF-3441-ABB6-D678A3FA4995}" type="parTrans" cxnId="{81DD7273-CE5F-9E49-97DC-2ED243C9D155}">
      <dgm:prSet/>
      <dgm:spPr/>
      <dgm:t>
        <a:bodyPr/>
        <a:lstStyle/>
        <a:p>
          <a:endParaRPr lang="en-GB" sz="1800">
            <a:latin typeface="Book Antiqua" panose="02040602050305030304" pitchFamily="18" charset="0"/>
          </a:endParaRPr>
        </a:p>
      </dgm:t>
    </dgm:pt>
    <dgm:pt modelId="{D2D63C62-DF77-B04C-AE6B-6BC6C0DA909C}" type="sibTrans" cxnId="{81DD7273-CE5F-9E49-97DC-2ED243C9D155}">
      <dgm:prSet/>
      <dgm:spPr/>
      <dgm:t>
        <a:bodyPr/>
        <a:lstStyle/>
        <a:p>
          <a:endParaRPr lang="en-GB" sz="1800">
            <a:latin typeface="Book Antiqua" panose="02040602050305030304" pitchFamily="18" charset="0"/>
          </a:endParaRPr>
        </a:p>
      </dgm:t>
    </dgm:pt>
    <dgm:pt modelId="{8B36B719-CD1A-4445-BE8F-629EB81C29B7}">
      <dgm:prSet custT="1"/>
      <dgm:spPr/>
      <dgm:t>
        <a:bodyPr/>
        <a:lstStyle/>
        <a:p>
          <a:r>
            <a:rPr lang="en-US" sz="1800" b="1">
              <a:latin typeface="Book Antiqua" panose="02040602050305030304" pitchFamily="18" charset="0"/>
            </a:rPr>
            <a:t>Simplified Core Network Architecture:</a:t>
          </a:r>
          <a:endParaRPr lang="en-IN" sz="1800">
            <a:latin typeface="Book Antiqua" panose="02040602050305030304" pitchFamily="18" charset="0"/>
          </a:endParaRPr>
        </a:p>
      </dgm:t>
    </dgm:pt>
    <dgm:pt modelId="{0ADAFFFA-76F9-7540-8BB8-1B316DADAAE1}" type="parTrans" cxnId="{2027D559-8506-D945-B4AC-761B25C12CBE}">
      <dgm:prSet/>
      <dgm:spPr/>
      <dgm:t>
        <a:bodyPr/>
        <a:lstStyle/>
        <a:p>
          <a:endParaRPr lang="en-GB" sz="1800">
            <a:latin typeface="Book Antiqua" panose="02040602050305030304" pitchFamily="18" charset="0"/>
          </a:endParaRPr>
        </a:p>
      </dgm:t>
    </dgm:pt>
    <dgm:pt modelId="{84092E3D-2835-9C43-8895-E408227A1F93}" type="sibTrans" cxnId="{2027D559-8506-D945-B4AC-761B25C12CBE}">
      <dgm:prSet/>
      <dgm:spPr/>
      <dgm:t>
        <a:bodyPr/>
        <a:lstStyle/>
        <a:p>
          <a:endParaRPr lang="en-GB" sz="1800">
            <a:latin typeface="Book Antiqua" panose="02040602050305030304" pitchFamily="18" charset="0"/>
          </a:endParaRPr>
        </a:p>
      </dgm:t>
    </dgm:pt>
    <dgm:pt modelId="{272B6DA0-7119-CB44-9692-E734DCB62F62}">
      <dgm:prSet custT="1"/>
      <dgm:spPr/>
      <dgm:t>
        <a:bodyPr/>
        <a:lstStyle/>
        <a:p>
          <a:pPr algn="just"/>
          <a:r>
            <a:rPr lang="en-US" sz="1500" dirty="0">
              <a:latin typeface="Book Antiqua" panose="02040602050305030304" pitchFamily="18" charset="0"/>
            </a:rPr>
            <a:t>The core network design is streamlined, allowing for on-demand configuration of network functions through user and control plane separation, unified database management, and component-based functionalities.</a:t>
          </a:r>
          <a:endParaRPr lang="en-IN" sz="1500" dirty="0">
            <a:latin typeface="Book Antiqua" panose="02040602050305030304" pitchFamily="18" charset="0"/>
          </a:endParaRPr>
        </a:p>
      </dgm:t>
    </dgm:pt>
    <dgm:pt modelId="{087841A7-9F3F-7B45-BC0C-D2B6CBFD5738}" type="parTrans" cxnId="{13A310D0-1A34-2A41-B752-CA10BADDBA52}">
      <dgm:prSet/>
      <dgm:spPr/>
      <dgm:t>
        <a:bodyPr/>
        <a:lstStyle/>
        <a:p>
          <a:endParaRPr lang="en-GB" sz="1800">
            <a:latin typeface="Book Antiqua" panose="02040602050305030304" pitchFamily="18" charset="0"/>
          </a:endParaRPr>
        </a:p>
      </dgm:t>
    </dgm:pt>
    <dgm:pt modelId="{CB2627BF-7194-504E-9A3B-2FFB6FB96C48}" type="sibTrans" cxnId="{13A310D0-1A34-2A41-B752-CA10BADDBA52}">
      <dgm:prSet/>
      <dgm:spPr/>
      <dgm:t>
        <a:bodyPr/>
        <a:lstStyle/>
        <a:p>
          <a:endParaRPr lang="en-GB" sz="1800">
            <a:latin typeface="Book Antiqua" panose="02040602050305030304" pitchFamily="18" charset="0"/>
          </a:endParaRPr>
        </a:p>
      </dgm:t>
    </dgm:pt>
    <dgm:pt modelId="{CC4940D5-D76E-4542-9514-43700AEDAF2C}">
      <dgm:prSet custT="1"/>
      <dgm:spPr/>
      <dgm:t>
        <a:bodyPr/>
        <a:lstStyle/>
        <a:p>
          <a:r>
            <a:rPr lang="en-US" sz="1800" b="1">
              <a:latin typeface="Book Antiqua" panose="02040602050305030304" pitchFamily="18" charset="0"/>
            </a:rPr>
            <a:t>Automated Network Slicing Services:</a:t>
          </a:r>
          <a:endParaRPr lang="en-IN" sz="1800">
            <a:latin typeface="Book Antiqua" panose="02040602050305030304" pitchFamily="18" charset="0"/>
          </a:endParaRPr>
        </a:p>
      </dgm:t>
    </dgm:pt>
    <dgm:pt modelId="{5270A107-C670-BE43-85ED-8203C44DA1A4}" type="parTrans" cxnId="{7D989B4E-65CC-B046-BD6D-7905D31B4AEC}">
      <dgm:prSet/>
      <dgm:spPr/>
      <dgm:t>
        <a:bodyPr/>
        <a:lstStyle/>
        <a:p>
          <a:endParaRPr lang="en-GB" sz="1800">
            <a:latin typeface="Book Antiqua" panose="02040602050305030304" pitchFamily="18" charset="0"/>
          </a:endParaRPr>
        </a:p>
      </dgm:t>
    </dgm:pt>
    <dgm:pt modelId="{6ED934A4-6CBA-1640-B2FD-C6BD511B49E2}" type="sibTrans" cxnId="{7D989B4E-65CC-B046-BD6D-7905D31B4AEC}">
      <dgm:prSet/>
      <dgm:spPr/>
      <dgm:t>
        <a:bodyPr/>
        <a:lstStyle/>
        <a:p>
          <a:endParaRPr lang="en-GB" sz="1800">
            <a:latin typeface="Book Antiqua" panose="02040602050305030304" pitchFamily="18" charset="0"/>
          </a:endParaRPr>
        </a:p>
      </dgm:t>
    </dgm:pt>
    <dgm:pt modelId="{4231B9BF-BF34-4249-8B3C-CF4DC7235A06}">
      <dgm:prSet custT="1"/>
      <dgm:spPr/>
      <dgm:t>
        <a:bodyPr/>
        <a:lstStyle/>
        <a:p>
          <a:pPr algn="just"/>
          <a:r>
            <a:rPr lang="en-US" sz="1600" dirty="0">
              <a:latin typeface="Book Antiqua" panose="02040602050305030304" pitchFamily="18" charset="0"/>
            </a:rPr>
            <a:t>The architecture implements network slicing services automatically to reduce operational expenses, enhancing efficiency in resource utilization .</a:t>
          </a:r>
          <a:endParaRPr lang="en-IN" sz="1600" dirty="0">
            <a:latin typeface="Book Antiqua" panose="02040602050305030304" pitchFamily="18" charset="0"/>
          </a:endParaRPr>
        </a:p>
      </dgm:t>
    </dgm:pt>
    <dgm:pt modelId="{4B514C5B-D43D-1447-B358-CC9305A4C77E}" type="parTrans" cxnId="{BE8408B6-2E9F-794C-9B0C-CB0F2F94D883}">
      <dgm:prSet/>
      <dgm:spPr/>
      <dgm:t>
        <a:bodyPr/>
        <a:lstStyle/>
        <a:p>
          <a:endParaRPr lang="en-GB" sz="1800">
            <a:latin typeface="Book Antiqua" panose="02040602050305030304" pitchFamily="18" charset="0"/>
          </a:endParaRPr>
        </a:p>
      </dgm:t>
    </dgm:pt>
    <dgm:pt modelId="{43C85E58-9B86-9345-87E5-E7478D80BBC4}" type="sibTrans" cxnId="{BE8408B6-2E9F-794C-9B0C-CB0F2F94D883}">
      <dgm:prSet/>
      <dgm:spPr/>
      <dgm:t>
        <a:bodyPr/>
        <a:lstStyle/>
        <a:p>
          <a:endParaRPr lang="en-GB" sz="1800">
            <a:latin typeface="Book Antiqua" panose="02040602050305030304" pitchFamily="18" charset="0"/>
          </a:endParaRPr>
        </a:p>
      </dgm:t>
    </dgm:pt>
    <dgm:pt modelId="{BBFFFC44-E794-F040-8164-B099092D23C3}" type="pres">
      <dgm:prSet presAssocID="{A9F1F135-5D06-EE41-9CC4-8434E145FA01}" presName="vert0" presStyleCnt="0">
        <dgm:presLayoutVars>
          <dgm:dir/>
          <dgm:animOne val="branch"/>
          <dgm:animLvl val="lvl"/>
        </dgm:presLayoutVars>
      </dgm:prSet>
      <dgm:spPr/>
    </dgm:pt>
    <dgm:pt modelId="{69199BC9-3923-9342-BD65-EE0D25A9C27C}" type="pres">
      <dgm:prSet presAssocID="{A9E4CB96-7A0A-6C4F-9A8A-196CF481EB93}" presName="thickLine" presStyleLbl="alignNode1" presStyleIdx="0" presStyleCnt="1"/>
      <dgm:spPr/>
    </dgm:pt>
    <dgm:pt modelId="{6AA51649-B696-C64C-B2DA-8A43E676EABE}" type="pres">
      <dgm:prSet presAssocID="{A9E4CB96-7A0A-6C4F-9A8A-196CF481EB93}" presName="horz1" presStyleCnt="0"/>
      <dgm:spPr/>
    </dgm:pt>
    <dgm:pt modelId="{4EFAD8D4-41D0-B24B-84BD-34572170F100}" type="pres">
      <dgm:prSet presAssocID="{A9E4CB96-7A0A-6C4F-9A8A-196CF481EB93}" presName="tx1" presStyleLbl="revTx" presStyleIdx="0" presStyleCnt="9"/>
      <dgm:spPr/>
    </dgm:pt>
    <dgm:pt modelId="{055184B4-EED7-B443-89C4-BBC9F33AD35D}" type="pres">
      <dgm:prSet presAssocID="{A9E4CB96-7A0A-6C4F-9A8A-196CF481EB93}" presName="vert1" presStyleCnt="0"/>
      <dgm:spPr/>
    </dgm:pt>
    <dgm:pt modelId="{4E0018E0-8882-B846-8B2B-9A080C1BF43C}" type="pres">
      <dgm:prSet presAssocID="{8A66FFC5-4564-F74D-B65A-9896476AD8F6}" presName="vertSpace2a" presStyleCnt="0"/>
      <dgm:spPr/>
    </dgm:pt>
    <dgm:pt modelId="{76534D3A-F2EF-0342-9481-EFBB3952B19B}" type="pres">
      <dgm:prSet presAssocID="{8A66FFC5-4564-F74D-B65A-9896476AD8F6}" presName="horz2" presStyleCnt="0"/>
      <dgm:spPr/>
    </dgm:pt>
    <dgm:pt modelId="{BC1BBBEB-8F27-524E-8070-29E7EBBB85A4}" type="pres">
      <dgm:prSet presAssocID="{8A66FFC5-4564-F74D-B65A-9896476AD8F6}" presName="horzSpace2" presStyleCnt="0"/>
      <dgm:spPr/>
    </dgm:pt>
    <dgm:pt modelId="{C75DAE53-7F76-2945-AB39-BB43385200CC}" type="pres">
      <dgm:prSet presAssocID="{8A66FFC5-4564-F74D-B65A-9896476AD8F6}" presName="tx2" presStyleLbl="revTx" presStyleIdx="1" presStyleCnt="9"/>
      <dgm:spPr/>
    </dgm:pt>
    <dgm:pt modelId="{5FE2379F-55F7-244F-81C0-DE397971B5C9}" type="pres">
      <dgm:prSet presAssocID="{8A66FFC5-4564-F74D-B65A-9896476AD8F6}" presName="vert2" presStyleCnt="0"/>
      <dgm:spPr/>
    </dgm:pt>
    <dgm:pt modelId="{B169B6C1-41EA-1241-B3A7-7C0EF4158E35}" type="pres">
      <dgm:prSet presAssocID="{96EBB5D3-3918-BA44-B65C-4E9125D49B1D}" presName="horz3" presStyleCnt="0"/>
      <dgm:spPr/>
    </dgm:pt>
    <dgm:pt modelId="{51AE421D-BA56-EF48-87BC-D3F4F0ECCC56}" type="pres">
      <dgm:prSet presAssocID="{96EBB5D3-3918-BA44-B65C-4E9125D49B1D}" presName="horzSpace3" presStyleCnt="0"/>
      <dgm:spPr/>
    </dgm:pt>
    <dgm:pt modelId="{F0927A2E-799C-E049-AB03-3FF120C8F6AC}" type="pres">
      <dgm:prSet presAssocID="{96EBB5D3-3918-BA44-B65C-4E9125D49B1D}" presName="tx3" presStyleLbl="revTx" presStyleIdx="2" presStyleCnt="9"/>
      <dgm:spPr/>
    </dgm:pt>
    <dgm:pt modelId="{7CF52759-726C-AE4E-B8FA-0FB05CAFEB81}" type="pres">
      <dgm:prSet presAssocID="{96EBB5D3-3918-BA44-B65C-4E9125D49B1D}" presName="vert3" presStyleCnt="0"/>
      <dgm:spPr/>
    </dgm:pt>
    <dgm:pt modelId="{6C6FBBC7-3A7C-CE42-A567-0C2572D0FB71}" type="pres">
      <dgm:prSet presAssocID="{8A66FFC5-4564-F74D-B65A-9896476AD8F6}" presName="thinLine2b" presStyleLbl="callout" presStyleIdx="0" presStyleCnt="4"/>
      <dgm:spPr/>
    </dgm:pt>
    <dgm:pt modelId="{710BDB38-0992-424C-99E6-B40E59742783}" type="pres">
      <dgm:prSet presAssocID="{8A66FFC5-4564-F74D-B65A-9896476AD8F6}" presName="vertSpace2b" presStyleCnt="0"/>
      <dgm:spPr/>
    </dgm:pt>
    <dgm:pt modelId="{8E2B0271-8503-2343-9F7E-13D36DDD0D1D}" type="pres">
      <dgm:prSet presAssocID="{1ED1178E-DBD0-CF4F-AE07-5A7103B706EE}" presName="horz2" presStyleCnt="0"/>
      <dgm:spPr/>
    </dgm:pt>
    <dgm:pt modelId="{2D415BCA-9644-7F47-B89E-F35A38C7B128}" type="pres">
      <dgm:prSet presAssocID="{1ED1178E-DBD0-CF4F-AE07-5A7103B706EE}" presName="horzSpace2" presStyleCnt="0"/>
      <dgm:spPr/>
    </dgm:pt>
    <dgm:pt modelId="{9FD2ABFC-A85A-0A42-B567-78F14E8DD2DF}" type="pres">
      <dgm:prSet presAssocID="{1ED1178E-DBD0-CF4F-AE07-5A7103B706EE}" presName="tx2" presStyleLbl="revTx" presStyleIdx="3" presStyleCnt="9"/>
      <dgm:spPr/>
    </dgm:pt>
    <dgm:pt modelId="{FB9BD228-B87A-1E40-B96E-CAB212A53F68}" type="pres">
      <dgm:prSet presAssocID="{1ED1178E-DBD0-CF4F-AE07-5A7103B706EE}" presName="vert2" presStyleCnt="0"/>
      <dgm:spPr/>
    </dgm:pt>
    <dgm:pt modelId="{3CC23007-7DCB-304D-B5C9-3A5853745E0C}" type="pres">
      <dgm:prSet presAssocID="{1D3EB4D9-F49B-D54B-B15C-113D6E47F775}" presName="horz3" presStyleCnt="0"/>
      <dgm:spPr/>
    </dgm:pt>
    <dgm:pt modelId="{20AB51EB-89BD-CF4E-9EE5-6DD9AB7DF576}" type="pres">
      <dgm:prSet presAssocID="{1D3EB4D9-F49B-D54B-B15C-113D6E47F775}" presName="horzSpace3" presStyleCnt="0"/>
      <dgm:spPr/>
    </dgm:pt>
    <dgm:pt modelId="{470165FC-2AA0-1B4A-B541-600DCE015854}" type="pres">
      <dgm:prSet presAssocID="{1D3EB4D9-F49B-D54B-B15C-113D6E47F775}" presName="tx3" presStyleLbl="revTx" presStyleIdx="4" presStyleCnt="9"/>
      <dgm:spPr/>
    </dgm:pt>
    <dgm:pt modelId="{71239095-1749-134A-9AA8-B2046B818137}" type="pres">
      <dgm:prSet presAssocID="{1D3EB4D9-F49B-D54B-B15C-113D6E47F775}" presName="vert3" presStyleCnt="0"/>
      <dgm:spPr/>
    </dgm:pt>
    <dgm:pt modelId="{F2796CA4-6744-4C41-B45D-30B7D6A1A3CF}" type="pres">
      <dgm:prSet presAssocID="{1ED1178E-DBD0-CF4F-AE07-5A7103B706EE}" presName="thinLine2b" presStyleLbl="callout" presStyleIdx="1" presStyleCnt="4"/>
      <dgm:spPr/>
    </dgm:pt>
    <dgm:pt modelId="{52A4D8A2-6CA5-2B42-BA24-A472EC06C7EB}" type="pres">
      <dgm:prSet presAssocID="{1ED1178E-DBD0-CF4F-AE07-5A7103B706EE}" presName="vertSpace2b" presStyleCnt="0"/>
      <dgm:spPr/>
    </dgm:pt>
    <dgm:pt modelId="{04A3B998-D62E-7F43-99C3-98EE1AA9204D}" type="pres">
      <dgm:prSet presAssocID="{8B36B719-CD1A-4445-BE8F-629EB81C29B7}" presName="horz2" presStyleCnt="0"/>
      <dgm:spPr/>
    </dgm:pt>
    <dgm:pt modelId="{F5217BE3-A23A-1346-87A6-950B7F272584}" type="pres">
      <dgm:prSet presAssocID="{8B36B719-CD1A-4445-BE8F-629EB81C29B7}" presName="horzSpace2" presStyleCnt="0"/>
      <dgm:spPr/>
    </dgm:pt>
    <dgm:pt modelId="{ECB4C038-9607-224C-9189-C97D63A0BD02}" type="pres">
      <dgm:prSet presAssocID="{8B36B719-CD1A-4445-BE8F-629EB81C29B7}" presName="tx2" presStyleLbl="revTx" presStyleIdx="5" presStyleCnt="9"/>
      <dgm:spPr/>
    </dgm:pt>
    <dgm:pt modelId="{AF65EF68-6F03-7C48-AEFF-1D778AB20F31}" type="pres">
      <dgm:prSet presAssocID="{8B36B719-CD1A-4445-BE8F-629EB81C29B7}" presName="vert2" presStyleCnt="0"/>
      <dgm:spPr/>
    </dgm:pt>
    <dgm:pt modelId="{FF537256-DD59-9443-A8F2-299D4989E40E}" type="pres">
      <dgm:prSet presAssocID="{272B6DA0-7119-CB44-9692-E734DCB62F62}" presName="horz3" presStyleCnt="0"/>
      <dgm:spPr/>
    </dgm:pt>
    <dgm:pt modelId="{C5B8B924-6306-8842-84DA-920A749212E2}" type="pres">
      <dgm:prSet presAssocID="{272B6DA0-7119-CB44-9692-E734DCB62F62}" presName="horzSpace3" presStyleCnt="0"/>
      <dgm:spPr/>
    </dgm:pt>
    <dgm:pt modelId="{1D7E8750-837E-DF4B-AB55-A2D8F86DB2C4}" type="pres">
      <dgm:prSet presAssocID="{272B6DA0-7119-CB44-9692-E734DCB62F62}" presName="tx3" presStyleLbl="revTx" presStyleIdx="6" presStyleCnt="9"/>
      <dgm:spPr/>
    </dgm:pt>
    <dgm:pt modelId="{5D696B55-D67E-1640-BB50-6FDA04A24F78}" type="pres">
      <dgm:prSet presAssocID="{272B6DA0-7119-CB44-9692-E734DCB62F62}" presName="vert3" presStyleCnt="0"/>
      <dgm:spPr/>
    </dgm:pt>
    <dgm:pt modelId="{ADC38A6A-BAF6-024A-9225-34BF173EB565}" type="pres">
      <dgm:prSet presAssocID="{8B36B719-CD1A-4445-BE8F-629EB81C29B7}" presName="thinLine2b" presStyleLbl="callout" presStyleIdx="2" presStyleCnt="4"/>
      <dgm:spPr/>
    </dgm:pt>
    <dgm:pt modelId="{04343D8A-2319-C04D-A220-34725D7B72EB}" type="pres">
      <dgm:prSet presAssocID="{8B36B719-CD1A-4445-BE8F-629EB81C29B7}" presName="vertSpace2b" presStyleCnt="0"/>
      <dgm:spPr/>
    </dgm:pt>
    <dgm:pt modelId="{9C394A85-BD1D-EF47-8C3F-A3479997C1D1}" type="pres">
      <dgm:prSet presAssocID="{CC4940D5-D76E-4542-9514-43700AEDAF2C}" presName="horz2" presStyleCnt="0"/>
      <dgm:spPr/>
    </dgm:pt>
    <dgm:pt modelId="{EA215259-5BBC-E542-86F4-69AC6DFC2C9F}" type="pres">
      <dgm:prSet presAssocID="{CC4940D5-D76E-4542-9514-43700AEDAF2C}" presName="horzSpace2" presStyleCnt="0"/>
      <dgm:spPr/>
    </dgm:pt>
    <dgm:pt modelId="{373BED43-B0B4-3649-B177-14A67DABE94A}" type="pres">
      <dgm:prSet presAssocID="{CC4940D5-D76E-4542-9514-43700AEDAF2C}" presName="tx2" presStyleLbl="revTx" presStyleIdx="7" presStyleCnt="9"/>
      <dgm:spPr/>
    </dgm:pt>
    <dgm:pt modelId="{5F434F2D-7012-DB47-9E79-DB67EFF3B3DE}" type="pres">
      <dgm:prSet presAssocID="{CC4940D5-D76E-4542-9514-43700AEDAF2C}" presName="vert2" presStyleCnt="0"/>
      <dgm:spPr/>
    </dgm:pt>
    <dgm:pt modelId="{959E1635-74C3-D44B-B503-549006667B5F}" type="pres">
      <dgm:prSet presAssocID="{4231B9BF-BF34-4249-8B3C-CF4DC7235A06}" presName="horz3" presStyleCnt="0"/>
      <dgm:spPr/>
    </dgm:pt>
    <dgm:pt modelId="{CE7020BE-AC77-8646-9EC5-DDBA42C77B29}" type="pres">
      <dgm:prSet presAssocID="{4231B9BF-BF34-4249-8B3C-CF4DC7235A06}" presName="horzSpace3" presStyleCnt="0"/>
      <dgm:spPr/>
    </dgm:pt>
    <dgm:pt modelId="{397D8C38-F297-024B-AF13-A6941AEFF078}" type="pres">
      <dgm:prSet presAssocID="{4231B9BF-BF34-4249-8B3C-CF4DC7235A06}" presName="tx3" presStyleLbl="revTx" presStyleIdx="8" presStyleCnt="9"/>
      <dgm:spPr/>
    </dgm:pt>
    <dgm:pt modelId="{B69DA3FF-60D1-F544-89DC-1FCEC033E3C6}" type="pres">
      <dgm:prSet presAssocID="{4231B9BF-BF34-4249-8B3C-CF4DC7235A06}" presName="vert3" presStyleCnt="0"/>
      <dgm:spPr/>
    </dgm:pt>
    <dgm:pt modelId="{193ADF4D-B1DD-8A44-A859-419EA33F680E}" type="pres">
      <dgm:prSet presAssocID="{CC4940D5-D76E-4542-9514-43700AEDAF2C}" presName="thinLine2b" presStyleLbl="callout" presStyleIdx="3" presStyleCnt="4"/>
      <dgm:spPr/>
    </dgm:pt>
    <dgm:pt modelId="{6670F73A-3770-EA43-9F28-DF7ADB688764}" type="pres">
      <dgm:prSet presAssocID="{CC4940D5-D76E-4542-9514-43700AEDAF2C}" presName="vertSpace2b" presStyleCnt="0"/>
      <dgm:spPr/>
    </dgm:pt>
  </dgm:ptLst>
  <dgm:cxnLst>
    <dgm:cxn modelId="{0C1AE503-E352-9D48-828A-80C14FA88565}" type="presOf" srcId="{272B6DA0-7119-CB44-9692-E734DCB62F62}" destId="{1D7E8750-837E-DF4B-AB55-A2D8F86DB2C4}" srcOrd="0" destOrd="0" presId="urn:microsoft.com/office/officeart/2008/layout/LinedList"/>
    <dgm:cxn modelId="{69B42539-08E1-5E49-82BB-CEBF83ECF857}" type="presOf" srcId="{1D3EB4D9-F49B-D54B-B15C-113D6E47F775}" destId="{470165FC-2AA0-1B4A-B541-600DCE015854}" srcOrd="0" destOrd="0" presId="urn:microsoft.com/office/officeart/2008/layout/LinedList"/>
    <dgm:cxn modelId="{CD6D2A39-6D4B-E848-BD1A-25943B09C602}" type="presOf" srcId="{A9E4CB96-7A0A-6C4F-9A8A-196CF481EB93}" destId="{4EFAD8D4-41D0-B24B-84BD-34572170F100}" srcOrd="0" destOrd="0" presId="urn:microsoft.com/office/officeart/2008/layout/LinedList"/>
    <dgm:cxn modelId="{7D989B4E-65CC-B046-BD6D-7905D31B4AEC}" srcId="{A9E4CB96-7A0A-6C4F-9A8A-196CF481EB93}" destId="{CC4940D5-D76E-4542-9514-43700AEDAF2C}" srcOrd="3" destOrd="0" parTransId="{5270A107-C670-BE43-85ED-8203C44DA1A4}" sibTransId="{6ED934A4-6CBA-1640-B2FD-C6BD511B49E2}"/>
    <dgm:cxn modelId="{FA43E152-8380-C34E-837B-A03B48AEC5F9}" type="presOf" srcId="{1ED1178E-DBD0-CF4F-AE07-5A7103B706EE}" destId="{9FD2ABFC-A85A-0A42-B567-78F14E8DD2DF}" srcOrd="0" destOrd="0" presId="urn:microsoft.com/office/officeart/2008/layout/LinedList"/>
    <dgm:cxn modelId="{2027D559-8506-D945-B4AC-761B25C12CBE}" srcId="{A9E4CB96-7A0A-6C4F-9A8A-196CF481EB93}" destId="{8B36B719-CD1A-4445-BE8F-629EB81C29B7}" srcOrd="2" destOrd="0" parTransId="{0ADAFFFA-76F9-7540-8BB8-1B316DADAAE1}" sibTransId="{84092E3D-2835-9C43-8895-E408227A1F93}"/>
    <dgm:cxn modelId="{8FA37960-45BD-674E-AE60-795E724498A9}" type="presOf" srcId="{96EBB5D3-3918-BA44-B65C-4E9125D49B1D}" destId="{F0927A2E-799C-E049-AB03-3FF120C8F6AC}" srcOrd="0" destOrd="0" presId="urn:microsoft.com/office/officeart/2008/layout/LinedList"/>
    <dgm:cxn modelId="{64D8D661-C002-2243-BCCB-BE83601A4115}" type="presOf" srcId="{8B36B719-CD1A-4445-BE8F-629EB81C29B7}" destId="{ECB4C038-9607-224C-9189-C97D63A0BD02}" srcOrd="0" destOrd="0" presId="urn:microsoft.com/office/officeart/2008/layout/LinedList"/>
    <dgm:cxn modelId="{1C98526D-DF6C-8B42-BD9E-46DBA14DA48D}" type="presOf" srcId="{CC4940D5-D76E-4542-9514-43700AEDAF2C}" destId="{373BED43-B0B4-3649-B177-14A67DABE94A}" srcOrd="0" destOrd="0" presId="urn:microsoft.com/office/officeart/2008/layout/LinedList"/>
    <dgm:cxn modelId="{81DD7273-CE5F-9E49-97DC-2ED243C9D155}" srcId="{1ED1178E-DBD0-CF4F-AE07-5A7103B706EE}" destId="{1D3EB4D9-F49B-D54B-B15C-113D6E47F775}" srcOrd="0" destOrd="0" parTransId="{7310A6E9-D1CF-3441-ABB6-D678A3FA4995}" sibTransId="{D2D63C62-DF77-B04C-AE6B-6BC6C0DA909C}"/>
    <dgm:cxn modelId="{E6138578-1DEA-CF43-873B-2EDB0A9C289F}" type="presOf" srcId="{A9F1F135-5D06-EE41-9CC4-8434E145FA01}" destId="{BBFFFC44-E794-F040-8164-B099092D23C3}" srcOrd="0" destOrd="0" presId="urn:microsoft.com/office/officeart/2008/layout/LinedList"/>
    <dgm:cxn modelId="{0A7C077C-CE3B-8D44-A731-E38170908E2A}" srcId="{A9E4CB96-7A0A-6C4F-9A8A-196CF481EB93}" destId="{1ED1178E-DBD0-CF4F-AE07-5A7103B706EE}" srcOrd="1" destOrd="0" parTransId="{894C16FD-576E-924A-A799-848A22A7FBC1}" sibTransId="{CDDC6896-51A8-4549-8B8A-D842786221EA}"/>
    <dgm:cxn modelId="{BE8408B6-2E9F-794C-9B0C-CB0F2F94D883}" srcId="{CC4940D5-D76E-4542-9514-43700AEDAF2C}" destId="{4231B9BF-BF34-4249-8B3C-CF4DC7235A06}" srcOrd="0" destOrd="0" parTransId="{4B514C5B-D43D-1447-B358-CC9305A4C77E}" sibTransId="{43C85E58-9B86-9345-87E5-E7478D80BBC4}"/>
    <dgm:cxn modelId="{5CDD94CD-04F9-5043-908B-45CFCDA7C2CF}" srcId="{A9F1F135-5D06-EE41-9CC4-8434E145FA01}" destId="{A9E4CB96-7A0A-6C4F-9A8A-196CF481EB93}" srcOrd="0" destOrd="0" parTransId="{9CAE97A0-5FD1-1043-923F-DFF9D3D6A147}" sibTransId="{8FCC5EA2-927A-9B4C-9A6C-54B7C0210073}"/>
    <dgm:cxn modelId="{13A310D0-1A34-2A41-B752-CA10BADDBA52}" srcId="{8B36B719-CD1A-4445-BE8F-629EB81C29B7}" destId="{272B6DA0-7119-CB44-9692-E734DCB62F62}" srcOrd="0" destOrd="0" parTransId="{087841A7-9F3F-7B45-BC0C-D2B6CBFD5738}" sibTransId="{CB2627BF-7194-504E-9A3B-2FFB6FB96C48}"/>
    <dgm:cxn modelId="{5DC7FDE1-8272-F444-8A97-2FBF6F50E29A}" type="presOf" srcId="{8A66FFC5-4564-F74D-B65A-9896476AD8F6}" destId="{C75DAE53-7F76-2945-AB39-BB43385200CC}" srcOrd="0" destOrd="0" presId="urn:microsoft.com/office/officeart/2008/layout/LinedList"/>
    <dgm:cxn modelId="{C01095E2-AAD1-D947-B712-444F6AB77606}" type="presOf" srcId="{4231B9BF-BF34-4249-8B3C-CF4DC7235A06}" destId="{397D8C38-F297-024B-AF13-A6941AEFF078}" srcOrd="0" destOrd="0" presId="urn:microsoft.com/office/officeart/2008/layout/LinedList"/>
    <dgm:cxn modelId="{47CE02E4-895A-9E46-AD79-53A532387E17}" srcId="{8A66FFC5-4564-F74D-B65A-9896476AD8F6}" destId="{96EBB5D3-3918-BA44-B65C-4E9125D49B1D}" srcOrd="0" destOrd="0" parTransId="{D18BA607-5D79-3145-A5D0-1C67824A8A3B}" sibTransId="{B7A1F07F-F205-CC42-B5F1-A892926363B7}"/>
    <dgm:cxn modelId="{2C4A8BFF-D943-6B4C-B209-3A4C8751ABEA}" srcId="{A9E4CB96-7A0A-6C4F-9A8A-196CF481EB93}" destId="{8A66FFC5-4564-F74D-B65A-9896476AD8F6}" srcOrd="0" destOrd="0" parTransId="{09DEAA20-E6B1-DE44-8EED-B29F3786C193}" sibTransId="{73FEEEB3-64EC-FB4B-AE29-9EB1BC7D413B}"/>
    <dgm:cxn modelId="{1F1A6635-9637-7345-B94A-B54E24337D50}" type="presParOf" srcId="{BBFFFC44-E794-F040-8164-B099092D23C3}" destId="{69199BC9-3923-9342-BD65-EE0D25A9C27C}" srcOrd="0" destOrd="0" presId="urn:microsoft.com/office/officeart/2008/layout/LinedList"/>
    <dgm:cxn modelId="{A7A23016-3069-FB49-91AB-20B8086313FD}" type="presParOf" srcId="{BBFFFC44-E794-F040-8164-B099092D23C3}" destId="{6AA51649-B696-C64C-B2DA-8A43E676EABE}" srcOrd="1" destOrd="0" presId="urn:microsoft.com/office/officeart/2008/layout/LinedList"/>
    <dgm:cxn modelId="{0AD3D74C-C356-7446-8ED0-ADC19B4C4F45}" type="presParOf" srcId="{6AA51649-B696-C64C-B2DA-8A43E676EABE}" destId="{4EFAD8D4-41D0-B24B-84BD-34572170F100}" srcOrd="0" destOrd="0" presId="urn:microsoft.com/office/officeart/2008/layout/LinedList"/>
    <dgm:cxn modelId="{5F55B8CD-69F9-7145-B04E-27C6EBDDDD72}" type="presParOf" srcId="{6AA51649-B696-C64C-B2DA-8A43E676EABE}" destId="{055184B4-EED7-B443-89C4-BBC9F33AD35D}" srcOrd="1" destOrd="0" presId="urn:microsoft.com/office/officeart/2008/layout/LinedList"/>
    <dgm:cxn modelId="{18EE38CE-A6E3-5740-88F5-123A77F4079B}" type="presParOf" srcId="{055184B4-EED7-B443-89C4-BBC9F33AD35D}" destId="{4E0018E0-8882-B846-8B2B-9A080C1BF43C}" srcOrd="0" destOrd="0" presId="urn:microsoft.com/office/officeart/2008/layout/LinedList"/>
    <dgm:cxn modelId="{66C24E11-AC1F-554A-A122-5215C1874F08}" type="presParOf" srcId="{055184B4-EED7-B443-89C4-BBC9F33AD35D}" destId="{76534D3A-F2EF-0342-9481-EFBB3952B19B}" srcOrd="1" destOrd="0" presId="urn:microsoft.com/office/officeart/2008/layout/LinedList"/>
    <dgm:cxn modelId="{FB2C47E4-66F5-B643-8CF9-BA3009E46139}" type="presParOf" srcId="{76534D3A-F2EF-0342-9481-EFBB3952B19B}" destId="{BC1BBBEB-8F27-524E-8070-29E7EBBB85A4}" srcOrd="0" destOrd="0" presId="urn:microsoft.com/office/officeart/2008/layout/LinedList"/>
    <dgm:cxn modelId="{86E80076-5501-974A-A758-2C46E21C6F08}" type="presParOf" srcId="{76534D3A-F2EF-0342-9481-EFBB3952B19B}" destId="{C75DAE53-7F76-2945-AB39-BB43385200CC}" srcOrd="1" destOrd="0" presId="urn:microsoft.com/office/officeart/2008/layout/LinedList"/>
    <dgm:cxn modelId="{0D307506-6D3A-FE4C-B866-033941410C09}" type="presParOf" srcId="{76534D3A-F2EF-0342-9481-EFBB3952B19B}" destId="{5FE2379F-55F7-244F-81C0-DE397971B5C9}" srcOrd="2" destOrd="0" presId="urn:microsoft.com/office/officeart/2008/layout/LinedList"/>
    <dgm:cxn modelId="{C83840D8-CA9D-FC4D-8956-453526248281}" type="presParOf" srcId="{5FE2379F-55F7-244F-81C0-DE397971B5C9}" destId="{B169B6C1-41EA-1241-B3A7-7C0EF4158E35}" srcOrd="0" destOrd="0" presId="urn:microsoft.com/office/officeart/2008/layout/LinedList"/>
    <dgm:cxn modelId="{F3D124F0-8169-2A46-9715-F8690AC27E40}" type="presParOf" srcId="{B169B6C1-41EA-1241-B3A7-7C0EF4158E35}" destId="{51AE421D-BA56-EF48-87BC-D3F4F0ECCC56}" srcOrd="0" destOrd="0" presId="urn:microsoft.com/office/officeart/2008/layout/LinedList"/>
    <dgm:cxn modelId="{8F3FCAC7-2E97-2F4E-B87F-352B33E366F5}" type="presParOf" srcId="{B169B6C1-41EA-1241-B3A7-7C0EF4158E35}" destId="{F0927A2E-799C-E049-AB03-3FF120C8F6AC}" srcOrd="1" destOrd="0" presId="urn:microsoft.com/office/officeart/2008/layout/LinedList"/>
    <dgm:cxn modelId="{9EB5A787-0096-9C48-84FC-D52BDE2EADB3}" type="presParOf" srcId="{B169B6C1-41EA-1241-B3A7-7C0EF4158E35}" destId="{7CF52759-726C-AE4E-B8FA-0FB05CAFEB81}" srcOrd="2" destOrd="0" presId="urn:microsoft.com/office/officeart/2008/layout/LinedList"/>
    <dgm:cxn modelId="{3929E224-99B3-D04E-A0AA-267508BFC59E}" type="presParOf" srcId="{055184B4-EED7-B443-89C4-BBC9F33AD35D}" destId="{6C6FBBC7-3A7C-CE42-A567-0C2572D0FB71}" srcOrd="2" destOrd="0" presId="urn:microsoft.com/office/officeart/2008/layout/LinedList"/>
    <dgm:cxn modelId="{EFE77B73-3597-294A-AB28-192A0DE55300}" type="presParOf" srcId="{055184B4-EED7-B443-89C4-BBC9F33AD35D}" destId="{710BDB38-0992-424C-99E6-B40E59742783}" srcOrd="3" destOrd="0" presId="urn:microsoft.com/office/officeart/2008/layout/LinedList"/>
    <dgm:cxn modelId="{8B9D0249-4239-7F45-BE78-0F929B00A187}" type="presParOf" srcId="{055184B4-EED7-B443-89C4-BBC9F33AD35D}" destId="{8E2B0271-8503-2343-9F7E-13D36DDD0D1D}" srcOrd="4" destOrd="0" presId="urn:microsoft.com/office/officeart/2008/layout/LinedList"/>
    <dgm:cxn modelId="{22928568-81F0-3F4C-A269-E826FC9BC931}" type="presParOf" srcId="{8E2B0271-8503-2343-9F7E-13D36DDD0D1D}" destId="{2D415BCA-9644-7F47-B89E-F35A38C7B128}" srcOrd="0" destOrd="0" presId="urn:microsoft.com/office/officeart/2008/layout/LinedList"/>
    <dgm:cxn modelId="{60E93AA8-0404-954C-A223-6BC2E7B3DD5D}" type="presParOf" srcId="{8E2B0271-8503-2343-9F7E-13D36DDD0D1D}" destId="{9FD2ABFC-A85A-0A42-B567-78F14E8DD2DF}" srcOrd="1" destOrd="0" presId="urn:microsoft.com/office/officeart/2008/layout/LinedList"/>
    <dgm:cxn modelId="{CD15205F-209A-9D45-B283-9E73B6C76449}" type="presParOf" srcId="{8E2B0271-8503-2343-9F7E-13D36DDD0D1D}" destId="{FB9BD228-B87A-1E40-B96E-CAB212A53F68}" srcOrd="2" destOrd="0" presId="urn:microsoft.com/office/officeart/2008/layout/LinedList"/>
    <dgm:cxn modelId="{17F810C5-2407-CB45-B903-B06F1FB468EC}" type="presParOf" srcId="{FB9BD228-B87A-1E40-B96E-CAB212A53F68}" destId="{3CC23007-7DCB-304D-B5C9-3A5853745E0C}" srcOrd="0" destOrd="0" presId="urn:microsoft.com/office/officeart/2008/layout/LinedList"/>
    <dgm:cxn modelId="{03869561-3DB3-E049-90D3-1DB288573267}" type="presParOf" srcId="{3CC23007-7DCB-304D-B5C9-3A5853745E0C}" destId="{20AB51EB-89BD-CF4E-9EE5-6DD9AB7DF576}" srcOrd="0" destOrd="0" presId="urn:microsoft.com/office/officeart/2008/layout/LinedList"/>
    <dgm:cxn modelId="{86488AB5-CB97-2A44-8D20-0C15019C2DB8}" type="presParOf" srcId="{3CC23007-7DCB-304D-B5C9-3A5853745E0C}" destId="{470165FC-2AA0-1B4A-B541-600DCE015854}" srcOrd="1" destOrd="0" presId="urn:microsoft.com/office/officeart/2008/layout/LinedList"/>
    <dgm:cxn modelId="{BE10ABF9-E2C1-104B-AB23-A1BD49490EFA}" type="presParOf" srcId="{3CC23007-7DCB-304D-B5C9-3A5853745E0C}" destId="{71239095-1749-134A-9AA8-B2046B818137}" srcOrd="2" destOrd="0" presId="urn:microsoft.com/office/officeart/2008/layout/LinedList"/>
    <dgm:cxn modelId="{96696F79-37AB-8C44-840F-2CE0B3184EFD}" type="presParOf" srcId="{055184B4-EED7-B443-89C4-BBC9F33AD35D}" destId="{F2796CA4-6744-4C41-B45D-30B7D6A1A3CF}" srcOrd="5" destOrd="0" presId="urn:microsoft.com/office/officeart/2008/layout/LinedList"/>
    <dgm:cxn modelId="{D5EC4923-2237-7D41-83D0-36246E99E07D}" type="presParOf" srcId="{055184B4-EED7-B443-89C4-BBC9F33AD35D}" destId="{52A4D8A2-6CA5-2B42-BA24-A472EC06C7EB}" srcOrd="6" destOrd="0" presId="urn:microsoft.com/office/officeart/2008/layout/LinedList"/>
    <dgm:cxn modelId="{DDF801F9-6995-214A-837F-394C884135B7}" type="presParOf" srcId="{055184B4-EED7-B443-89C4-BBC9F33AD35D}" destId="{04A3B998-D62E-7F43-99C3-98EE1AA9204D}" srcOrd="7" destOrd="0" presId="urn:microsoft.com/office/officeart/2008/layout/LinedList"/>
    <dgm:cxn modelId="{D0AC0FE9-B3D3-B94E-BD75-38A17BF023EA}" type="presParOf" srcId="{04A3B998-D62E-7F43-99C3-98EE1AA9204D}" destId="{F5217BE3-A23A-1346-87A6-950B7F272584}" srcOrd="0" destOrd="0" presId="urn:microsoft.com/office/officeart/2008/layout/LinedList"/>
    <dgm:cxn modelId="{3CD19A3C-A248-4C40-B813-AA72838F3921}" type="presParOf" srcId="{04A3B998-D62E-7F43-99C3-98EE1AA9204D}" destId="{ECB4C038-9607-224C-9189-C97D63A0BD02}" srcOrd="1" destOrd="0" presId="urn:microsoft.com/office/officeart/2008/layout/LinedList"/>
    <dgm:cxn modelId="{CBF9D688-2C8F-1143-AEDE-E0D39FD99531}" type="presParOf" srcId="{04A3B998-D62E-7F43-99C3-98EE1AA9204D}" destId="{AF65EF68-6F03-7C48-AEFF-1D778AB20F31}" srcOrd="2" destOrd="0" presId="urn:microsoft.com/office/officeart/2008/layout/LinedList"/>
    <dgm:cxn modelId="{B5E20051-295E-0840-AD54-82D56B75FC49}" type="presParOf" srcId="{AF65EF68-6F03-7C48-AEFF-1D778AB20F31}" destId="{FF537256-DD59-9443-A8F2-299D4989E40E}" srcOrd="0" destOrd="0" presId="urn:microsoft.com/office/officeart/2008/layout/LinedList"/>
    <dgm:cxn modelId="{AA8729C5-24B0-7645-B2BD-BE9A556AC82A}" type="presParOf" srcId="{FF537256-DD59-9443-A8F2-299D4989E40E}" destId="{C5B8B924-6306-8842-84DA-920A749212E2}" srcOrd="0" destOrd="0" presId="urn:microsoft.com/office/officeart/2008/layout/LinedList"/>
    <dgm:cxn modelId="{F1A96995-7EBC-6748-9727-2A0CA626B743}" type="presParOf" srcId="{FF537256-DD59-9443-A8F2-299D4989E40E}" destId="{1D7E8750-837E-DF4B-AB55-A2D8F86DB2C4}" srcOrd="1" destOrd="0" presId="urn:microsoft.com/office/officeart/2008/layout/LinedList"/>
    <dgm:cxn modelId="{05D3C53F-9C6F-3F4F-B79C-3DFBDCEF1249}" type="presParOf" srcId="{FF537256-DD59-9443-A8F2-299D4989E40E}" destId="{5D696B55-D67E-1640-BB50-6FDA04A24F78}" srcOrd="2" destOrd="0" presId="urn:microsoft.com/office/officeart/2008/layout/LinedList"/>
    <dgm:cxn modelId="{5A034B50-B5A6-CE47-AD6D-956D5176024B}" type="presParOf" srcId="{055184B4-EED7-B443-89C4-BBC9F33AD35D}" destId="{ADC38A6A-BAF6-024A-9225-34BF173EB565}" srcOrd="8" destOrd="0" presId="urn:microsoft.com/office/officeart/2008/layout/LinedList"/>
    <dgm:cxn modelId="{FDE71DDB-E366-DC4C-BF64-797C7C22303B}" type="presParOf" srcId="{055184B4-EED7-B443-89C4-BBC9F33AD35D}" destId="{04343D8A-2319-C04D-A220-34725D7B72EB}" srcOrd="9" destOrd="0" presId="urn:microsoft.com/office/officeart/2008/layout/LinedList"/>
    <dgm:cxn modelId="{6ECAFE8D-AB7C-BA42-BF7A-2E0F8F43E564}" type="presParOf" srcId="{055184B4-EED7-B443-89C4-BBC9F33AD35D}" destId="{9C394A85-BD1D-EF47-8C3F-A3479997C1D1}" srcOrd="10" destOrd="0" presId="urn:microsoft.com/office/officeart/2008/layout/LinedList"/>
    <dgm:cxn modelId="{185DD6EC-8019-2E4E-81DC-50AF57B80AB9}" type="presParOf" srcId="{9C394A85-BD1D-EF47-8C3F-A3479997C1D1}" destId="{EA215259-5BBC-E542-86F4-69AC6DFC2C9F}" srcOrd="0" destOrd="0" presId="urn:microsoft.com/office/officeart/2008/layout/LinedList"/>
    <dgm:cxn modelId="{70A53812-9F34-8B49-AD07-3E5632E6D0FE}" type="presParOf" srcId="{9C394A85-BD1D-EF47-8C3F-A3479997C1D1}" destId="{373BED43-B0B4-3649-B177-14A67DABE94A}" srcOrd="1" destOrd="0" presId="urn:microsoft.com/office/officeart/2008/layout/LinedList"/>
    <dgm:cxn modelId="{FA4F5C0D-C052-5D4D-AD4A-3E00E377BBB2}" type="presParOf" srcId="{9C394A85-BD1D-EF47-8C3F-A3479997C1D1}" destId="{5F434F2D-7012-DB47-9E79-DB67EFF3B3DE}" srcOrd="2" destOrd="0" presId="urn:microsoft.com/office/officeart/2008/layout/LinedList"/>
    <dgm:cxn modelId="{56EF1F56-A4F4-AB40-BB16-3A378A272778}" type="presParOf" srcId="{5F434F2D-7012-DB47-9E79-DB67EFF3B3DE}" destId="{959E1635-74C3-D44B-B503-549006667B5F}" srcOrd="0" destOrd="0" presId="urn:microsoft.com/office/officeart/2008/layout/LinedList"/>
    <dgm:cxn modelId="{196CE118-47D2-784D-A0FC-876DFC407F4F}" type="presParOf" srcId="{959E1635-74C3-D44B-B503-549006667B5F}" destId="{CE7020BE-AC77-8646-9EC5-DDBA42C77B29}" srcOrd="0" destOrd="0" presId="urn:microsoft.com/office/officeart/2008/layout/LinedList"/>
    <dgm:cxn modelId="{A462D3B4-EA0D-F94E-B5FE-489FDEB39A44}" type="presParOf" srcId="{959E1635-74C3-D44B-B503-549006667B5F}" destId="{397D8C38-F297-024B-AF13-A6941AEFF078}" srcOrd="1" destOrd="0" presId="urn:microsoft.com/office/officeart/2008/layout/LinedList"/>
    <dgm:cxn modelId="{59CFD8EA-CD7A-3C4C-841A-1B4E2CC7B19F}" type="presParOf" srcId="{959E1635-74C3-D44B-B503-549006667B5F}" destId="{B69DA3FF-60D1-F544-89DC-1FCEC033E3C6}" srcOrd="2" destOrd="0" presId="urn:microsoft.com/office/officeart/2008/layout/LinedList"/>
    <dgm:cxn modelId="{0A279FFF-6ED5-AB47-BB48-51F2652621D5}" type="presParOf" srcId="{055184B4-EED7-B443-89C4-BBC9F33AD35D}" destId="{193ADF4D-B1DD-8A44-A859-419EA33F680E}" srcOrd="11" destOrd="0" presId="urn:microsoft.com/office/officeart/2008/layout/LinedList"/>
    <dgm:cxn modelId="{495BD769-8843-5A43-B5EA-7375E9BA94A5}" type="presParOf" srcId="{055184B4-EED7-B443-89C4-BBC9F33AD35D}" destId="{6670F73A-3770-EA43-9F28-DF7ADB688764}" srcOrd="12"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DB7054-0CE6-0546-A200-CAC00676A250}">
      <dsp:nvSpPr>
        <dsp:cNvPr id="0" name=""/>
        <dsp:cNvSpPr/>
      </dsp:nvSpPr>
      <dsp:spPr>
        <a:xfrm rot="16200000">
          <a:off x="-1782113" y="1786630"/>
          <a:ext cx="5357813" cy="1784551"/>
        </a:xfrm>
        <a:prstGeom prst="flowChartManualOperation">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0" tIns="0" rIns="121047" bIns="0" numCol="1" spcCol="1270" anchor="ctr" anchorCtr="0">
          <a:noAutofit/>
        </a:bodyPr>
        <a:lstStyle/>
        <a:p>
          <a:pPr marL="0" lvl="0" indent="0" algn="ctr" defTabSz="844550">
            <a:lnSpc>
              <a:spcPct val="90000"/>
            </a:lnSpc>
            <a:spcBef>
              <a:spcPct val="0"/>
            </a:spcBef>
            <a:spcAft>
              <a:spcPct val="35000"/>
            </a:spcAft>
            <a:buNone/>
          </a:pPr>
          <a:r>
            <a:rPr lang="en-GB" sz="1900" kern="1200" dirty="0"/>
            <a:t>Manual Configurations</a:t>
          </a:r>
        </a:p>
      </dsp:txBody>
      <dsp:txXfrm rot="5400000">
        <a:off x="4518" y="1071562"/>
        <a:ext cx="1784551" cy="3214687"/>
      </dsp:txXfrm>
    </dsp:sp>
    <dsp:sp modelId="{B3154B7B-A98D-0E4E-BC53-41A97F559619}">
      <dsp:nvSpPr>
        <dsp:cNvPr id="0" name=""/>
        <dsp:cNvSpPr/>
      </dsp:nvSpPr>
      <dsp:spPr>
        <a:xfrm rot="16200000">
          <a:off x="136279" y="1786630"/>
          <a:ext cx="5357813" cy="1784551"/>
        </a:xfrm>
        <a:prstGeom prst="flowChartManualOperation">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0" tIns="0" rIns="121047" bIns="0" numCol="1" spcCol="1270" anchor="ctr" anchorCtr="0">
          <a:noAutofit/>
        </a:bodyPr>
        <a:lstStyle/>
        <a:p>
          <a:pPr marL="0" lvl="0" indent="0" algn="ctr" defTabSz="844550">
            <a:lnSpc>
              <a:spcPct val="90000"/>
            </a:lnSpc>
            <a:spcBef>
              <a:spcPct val="0"/>
            </a:spcBef>
            <a:spcAft>
              <a:spcPct val="35000"/>
            </a:spcAft>
            <a:buNone/>
          </a:pPr>
          <a:r>
            <a:rPr lang="en-GB" sz="1900" kern="1200" dirty="0"/>
            <a:t>Limited Scalability</a:t>
          </a:r>
        </a:p>
      </dsp:txBody>
      <dsp:txXfrm rot="5400000">
        <a:off x="1922910" y="1071562"/>
        <a:ext cx="1784551" cy="3214687"/>
      </dsp:txXfrm>
    </dsp:sp>
    <dsp:sp modelId="{5A0D03D9-143D-4347-9AAC-3CC0C8C55E69}">
      <dsp:nvSpPr>
        <dsp:cNvPr id="0" name=""/>
        <dsp:cNvSpPr/>
      </dsp:nvSpPr>
      <dsp:spPr>
        <a:xfrm rot="16200000">
          <a:off x="2054672" y="1786630"/>
          <a:ext cx="5357813" cy="1784551"/>
        </a:xfrm>
        <a:prstGeom prst="flowChartManualOperation">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0" tIns="0" rIns="121047" bIns="0" numCol="1" spcCol="1270" anchor="ctr" anchorCtr="0">
          <a:noAutofit/>
        </a:bodyPr>
        <a:lstStyle/>
        <a:p>
          <a:pPr marL="0" lvl="0" indent="0" algn="ctr" defTabSz="844550">
            <a:lnSpc>
              <a:spcPct val="90000"/>
            </a:lnSpc>
            <a:spcBef>
              <a:spcPct val="0"/>
            </a:spcBef>
            <a:spcAft>
              <a:spcPct val="35000"/>
            </a:spcAft>
            <a:buNone/>
          </a:pPr>
          <a:r>
            <a:rPr lang="en-IN" sz="1900" kern="1200"/>
            <a:t>Inconsistent Quality of Service (QoS)</a:t>
          </a:r>
          <a:endParaRPr lang="en-GB" sz="1900" kern="1200" dirty="0"/>
        </a:p>
      </dsp:txBody>
      <dsp:txXfrm rot="5400000">
        <a:off x="3841303" y="1071562"/>
        <a:ext cx="1784551" cy="3214687"/>
      </dsp:txXfrm>
    </dsp:sp>
    <dsp:sp modelId="{69C12440-539A-A04F-93D5-FD5F0D050DE9}">
      <dsp:nvSpPr>
        <dsp:cNvPr id="0" name=""/>
        <dsp:cNvSpPr/>
      </dsp:nvSpPr>
      <dsp:spPr>
        <a:xfrm rot="16200000">
          <a:off x="3973064" y="1786630"/>
          <a:ext cx="5357813" cy="1784551"/>
        </a:xfrm>
        <a:prstGeom prst="flowChartManualOperation">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0" tIns="0" rIns="121047" bIns="0" numCol="1" spcCol="1270" anchor="ctr" anchorCtr="0">
          <a:noAutofit/>
        </a:bodyPr>
        <a:lstStyle/>
        <a:p>
          <a:pPr marL="0" lvl="0" indent="0" algn="ctr" defTabSz="844550">
            <a:lnSpc>
              <a:spcPct val="90000"/>
            </a:lnSpc>
            <a:spcBef>
              <a:spcPct val="0"/>
            </a:spcBef>
            <a:spcAft>
              <a:spcPct val="35000"/>
            </a:spcAft>
            <a:buNone/>
          </a:pPr>
          <a:r>
            <a:rPr lang="en-IN" sz="1900" kern="1200" dirty="0"/>
            <a:t>Complexity in Management</a:t>
          </a:r>
          <a:endParaRPr lang="en-GB" sz="1900" kern="1200" dirty="0"/>
        </a:p>
      </dsp:txBody>
      <dsp:txXfrm rot="5400000">
        <a:off x="5759695" y="1071562"/>
        <a:ext cx="1784551" cy="3214687"/>
      </dsp:txXfrm>
    </dsp:sp>
    <dsp:sp modelId="{9239EB60-9906-E847-9124-ECF9AA713E63}">
      <dsp:nvSpPr>
        <dsp:cNvPr id="0" name=""/>
        <dsp:cNvSpPr/>
      </dsp:nvSpPr>
      <dsp:spPr>
        <a:xfrm rot="16200000">
          <a:off x="5891457" y="1786630"/>
          <a:ext cx="5357813" cy="1784551"/>
        </a:xfrm>
        <a:prstGeom prst="flowChartManualOperation">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0" tIns="0" rIns="121047" bIns="0" numCol="1" spcCol="1270" anchor="ctr" anchorCtr="0">
          <a:noAutofit/>
        </a:bodyPr>
        <a:lstStyle/>
        <a:p>
          <a:pPr marL="0" lvl="0" indent="0" algn="ctr" defTabSz="844550">
            <a:lnSpc>
              <a:spcPct val="90000"/>
            </a:lnSpc>
            <a:spcBef>
              <a:spcPct val="0"/>
            </a:spcBef>
            <a:spcAft>
              <a:spcPct val="35000"/>
            </a:spcAft>
            <a:buNone/>
          </a:pPr>
          <a:r>
            <a:rPr lang="en-IN" sz="1900" kern="1200" dirty="0"/>
            <a:t>Rigid Architecture</a:t>
          </a:r>
          <a:endParaRPr lang="en-GB" sz="1900" kern="1200" dirty="0"/>
        </a:p>
      </dsp:txBody>
      <dsp:txXfrm rot="5400000">
        <a:off x="7678088" y="1071562"/>
        <a:ext cx="1784551" cy="3214687"/>
      </dsp:txXfrm>
    </dsp:sp>
    <dsp:sp modelId="{E7B1510E-FB9C-F046-9612-DCD7DA5627A0}">
      <dsp:nvSpPr>
        <dsp:cNvPr id="0" name=""/>
        <dsp:cNvSpPr/>
      </dsp:nvSpPr>
      <dsp:spPr>
        <a:xfrm rot="16200000">
          <a:off x="7809850" y="1786630"/>
          <a:ext cx="5357813" cy="1784551"/>
        </a:xfrm>
        <a:prstGeom prst="flowChartManualOperation">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650" tIns="0" rIns="121047" bIns="0" numCol="1" spcCol="1270" anchor="ctr" anchorCtr="0">
          <a:noAutofit/>
        </a:bodyPr>
        <a:lstStyle/>
        <a:p>
          <a:pPr marL="0" lvl="0" indent="0" algn="ctr" defTabSz="844550">
            <a:lnSpc>
              <a:spcPct val="90000"/>
            </a:lnSpc>
            <a:spcBef>
              <a:spcPct val="0"/>
            </a:spcBef>
            <a:spcAft>
              <a:spcPct val="35000"/>
            </a:spcAft>
            <a:buNone/>
          </a:pPr>
          <a:r>
            <a:rPr lang="en-IN" sz="1900" kern="1200" dirty="0"/>
            <a:t>Vendor Dependence</a:t>
          </a:r>
          <a:endParaRPr lang="en-GB" sz="1900" kern="1200" dirty="0"/>
        </a:p>
      </dsp:txBody>
      <dsp:txXfrm rot="5400000">
        <a:off x="9596481" y="1071562"/>
        <a:ext cx="1784551" cy="321468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2CC299-FE43-F545-921F-C2B6B2EBD383}">
      <dsp:nvSpPr>
        <dsp:cNvPr id="0" name=""/>
        <dsp:cNvSpPr/>
      </dsp:nvSpPr>
      <dsp:spPr>
        <a:xfrm>
          <a:off x="0" y="15653"/>
          <a:ext cx="11384656" cy="12168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just" defTabSz="1066800">
            <a:lnSpc>
              <a:spcPct val="90000"/>
            </a:lnSpc>
            <a:spcBef>
              <a:spcPct val="0"/>
            </a:spcBef>
            <a:spcAft>
              <a:spcPct val="35000"/>
            </a:spcAft>
            <a:buNone/>
          </a:pPr>
          <a:r>
            <a:rPr lang="en-US" sz="2400" kern="1200" dirty="0">
              <a:latin typeface="Book Antiqua" panose="02040602050305030304" pitchFamily="18" charset="0"/>
            </a:rPr>
            <a:t>Manual Configuration:</a:t>
          </a:r>
          <a:endParaRPr lang="en-IN" sz="2400" kern="1200" dirty="0">
            <a:latin typeface="Book Antiqua" panose="02040602050305030304" pitchFamily="18" charset="0"/>
          </a:endParaRPr>
        </a:p>
      </dsp:txBody>
      <dsp:txXfrm>
        <a:off x="59399" y="75052"/>
        <a:ext cx="11265858" cy="1098002"/>
      </dsp:txXfrm>
    </dsp:sp>
    <dsp:sp modelId="{45E25927-7C03-764D-AAC3-A2CB8689199B}">
      <dsp:nvSpPr>
        <dsp:cNvPr id="0" name=""/>
        <dsp:cNvSpPr/>
      </dsp:nvSpPr>
      <dsp:spPr>
        <a:xfrm>
          <a:off x="0" y="1232454"/>
          <a:ext cx="11384656" cy="14464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1463" tIns="30480" rIns="170688" bIns="30480" numCol="1" spcCol="1270" anchor="t" anchorCtr="0">
          <a:noAutofit/>
        </a:bodyPr>
        <a:lstStyle/>
        <a:p>
          <a:pPr marL="228600" lvl="1" indent="-228600" algn="just" defTabSz="1066800">
            <a:lnSpc>
              <a:spcPct val="90000"/>
            </a:lnSpc>
            <a:spcBef>
              <a:spcPct val="0"/>
            </a:spcBef>
            <a:spcAft>
              <a:spcPct val="20000"/>
            </a:spcAft>
            <a:buChar char="•"/>
          </a:pPr>
          <a:r>
            <a:rPr lang="en-US" sz="2400" kern="1200" dirty="0">
              <a:latin typeface="Book Antiqua" panose="02040602050305030304" pitchFamily="18" charset="0"/>
            </a:rPr>
            <a:t>Traditional networks rely on manual configuration of individual devices such as routers and switches. This process is time-consuming, increases operational complexity, and is prone to human error, making it difficult to maintain consistency across the network </a:t>
          </a:r>
          <a:endParaRPr lang="en-IN" sz="2400" kern="1200" dirty="0">
            <a:latin typeface="Book Antiqua" panose="02040602050305030304" pitchFamily="18" charset="0"/>
          </a:endParaRPr>
        </a:p>
      </dsp:txBody>
      <dsp:txXfrm>
        <a:off x="0" y="1232454"/>
        <a:ext cx="11384656" cy="1446412"/>
      </dsp:txXfrm>
    </dsp:sp>
    <dsp:sp modelId="{3FB116C7-363C-1947-8F70-9E738BFEBFA0}">
      <dsp:nvSpPr>
        <dsp:cNvPr id="0" name=""/>
        <dsp:cNvSpPr/>
      </dsp:nvSpPr>
      <dsp:spPr>
        <a:xfrm>
          <a:off x="0" y="2678866"/>
          <a:ext cx="11384656" cy="12168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just" defTabSz="1066800">
            <a:lnSpc>
              <a:spcPct val="90000"/>
            </a:lnSpc>
            <a:spcBef>
              <a:spcPct val="0"/>
            </a:spcBef>
            <a:spcAft>
              <a:spcPct val="35000"/>
            </a:spcAft>
            <a:buNone/>
          </a:pPr>
          <a:r>
            <a:rPr lang="en-US" sz="2400" kern="1200">
              <a:latin typeface="Book Antiqua" panose="02040602050305030304" pitchFamily="18" charset="0"/>
            </a:rPr>
            <a:t>Limited Scalability:</a:t>
          </a:r>
          <a:endParaRPr lang="en-IN" sz="2400" kern="1200">
            <a:latin typeface="Book Antiqua" panose="02040602050305030304" pitchFamily="18" charset="0"/>
          </a:endParaRPr>
        </a:p>
      </dsp:txBody>
      <dsp:txXfrm>
        <a:off x="59399" y="2738265"/>
        <a:ext cx="11265858" cy="1098002"/>
      </dsp:txXfrm>
    </dsp:sp>
    <dsp:sp modelId="{B7D16A38-F40C-0141-90C4-1D9BD0D87A12}">
      <dsp:nvSpPr>
        <dsp:cNvPr id="0" name=""/>
        <dsp:cNvSpPr/>
      </dsp:nvSpPr>
      <dsp:spPr>
        <a:xfrm>
          <a:off x="0" y="3895666"/>
          <a:ext cx="11384656" cy="14464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1463" tIns="30480" rIns="170688" bIns="30480" numCol="1" spcCol="1270" anchor="t" anchorCtr="0">
          <a:noAutofit/>
        </a:bodyPr>
        <a:lstStyle/>
        <a:p>
          <a:pPr marL="228600" lvl="1" indent="-228600" algn="just" defTabSz="1066800">
            <a:lnSpc>
              <a:spcPct val="90000"/>
            </a:lnSpc>
            <a:spcBef>
              <a:spcPct val="0"/>
            </a:spcBef>
            <a:spcAft>
              <a:spcPct val="20000"/>
            </a:spcAft>
            <a:buChar char="•"/>
          </a:pPr>
          <a:r>
            <a:rPr lang="en-US" sz="2400" kern="1200" dirty="0">
              <a:latin typeface="Book Antiqua" panose="02040602050305030304" pitchFamily="18" charset="0"/>
            </a:rPr>
            <a:t>These architectures struggle to scale effectively with the increasing number of devices and bandwidth demands. They often require significant reconfiguration when new devices are added, which can lead to oversubscription and performance issues</a:t>
          </a:r>
          <a:endParaRPr lang="en-IN" sz="2400" kern="1200" dirty="0">
            <a:latin typeface="Book Antiqua" panose="02040602050305030304" pitchFamily="18" charset="0"/>
          </a:endParaRPr>
        </a:p>
      </dsp:txBody>
      <dsp:txXfrm>
        <a:off x="0" y="3895666"/>
        <a:ext cx="11384656" cy="144641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2CC299-FE43-F545-921F-C2B6B2EBD383}">
      <dsp:nvSpPr>
        <dsp:cNvPr id="0" name=""/>
        <dsp:cNvSpPr/>
      </dsp:nvSpPr>
      <dsp:spPr>
        <a:xfrm>
          <a:off x="0" y="150203"/>
          <a:ext cx="11384656" cy="12168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just" defTabSz="977900">
            <a:lnSpc>
              <a:spcPct val="90000"/>
            </a:lnSpc>
            <a:spcBef>
              <a:spcPct val="0"/>
            </a:spcBef>
            <a:spcAft>
              <a:spcPct val="35000"/>
            </a:spcAft>
            <a:buNone/>
          </a:pPr>
          <a:r>
            <a:rPr lang="en-IN" sz="2200" b="0" i="0" u="none" kern="1200" dirty="0">
              <a:latin typeface="Book Antiqua" panose="02040602050305030304" pitchFamily="18" charset="0"/>
            </a:rPr>
            <a:t>Inconsistent Quality of Service (QoS):</a:t>
          </a:r>
          <a:endParaRPr lang="en-IN" sz="2200" kern="1200" dirty="0">
            <a:latin typeface="Book Antiqua" panose="02040602050305030304" pitchFamily="18" charset="0"/>
          </a:endParaRPr>
        </a:p>
      </dsp:txBody>
      <dsp:txXfrm>
        <a:off x="59399" y="209602"/>
        <a:ext cx="11265858" cy="1098002"/>
      </dsp:txXfrm>
    </dsp:sp>
    <dsp:sp modelId="{954DE0DB-6594-9F45-BABC-2E778DD4A06F}">
      <dsp:nvSpPr>
        <dsp:cNvPr id="0" name=""/>
        <dsp:cNvSpPr/>
      </dsp:nvSpPr>
      <dsp:spPr>
        <a:xfrm>
          <a:off x="0" y="1367004"/>
          <a:ext cx="11384656" cy="13118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1463" tIns="27940" rIns="156464" bIns="27940" numCol="1" spcCol="1270" anchor="t" anchorCtr="0">
          <a:noAutofit/>
        </a:bodyPr>
        <a:lstStyle/>
        <a:p>
          <a:pPr marL="228600" lvl="1" indent="-228600" algn="just" defTabSz="977900">
            <a:lnSpc>
              <a:spcPct val="90000"/>
            </a:lnSpc>
            <a:spcBef>
              <a:spcPct val="0"/>
            </a:spcBef>
            <a:spcAft>
              <a:spcPct val="20000"/>
            </a:spcAft>
            <a:buFontTx/>
            <a:buNone/>
          </a:pPr>
          <a:r>
            <a:rPr lang="en-IN" sz="2200" b="0" i="0" u="none" kern="1200" dirty="0">
              <a:latin typeface="Book Antiqua" panose="02040602050305030304" pitchFamily="18" charset="0"/>
            </a:rPr>
            <a:t>Implementing consistent QoS policies across numerous devices is challenging due to the manual nature of configurations. This inconsistency can lead to inadequate performance for applications requiring high reliability and low latency, such as </a:t>
          </a:r>
          <a:r>
            <a:rPr lang="en-IN" sz="2200" b="0" i="0" u="none" kern="1200" dirty="0" err="1">
              <a:latin typeface="Book Antiqua" panose="02040602050305030304" pitchFamily="18" charset="0"/>
            </a:rPr>
            <a:t>uRLLC</a:t>
          </a:r>
          <a:r>
            <a:rPr lang="en-IN" sz="2200" b="0" i="0" u="none" kern="1200" dirty="0">
              <a:latin typeface="Book Antiqua" panose="02040602050305030304" pitchFamily="18" charset="0"/>
            </a:rPr>
            <a:t> </a:t>
          </a:r>
          <a:endParaRPr lang="en-IN" sz="2200" kern="1200" dirty="0">
            <a:latin typeface="Book Antiqua" panose="02040602050305030304" pitchFamily="18" charset="0"/>
          </a:endParaRPr>
        </a:p>
      </dsp:txBody>
      <dsp:txXfrm>
        <a:off x="0" y="1367004"/>
        <a:ext cx="11384656" cy="1311862"/>
      </dsp:txXfrm>
    </dsp:sp>
    <dsp:sp modelId="{043D4689-F234-D24A-892F-08CA90225A4B}">
      <dsp:nvSpPr>
        <dsp:cNvPr id="0" name=""/>
        <dsp:cNvSpPr/>
      </dsp:nvSpPr>
      <dsp:spPr>
        <a:xfrm>
          <a:off x="0" y="2678866"/>
          <a:ext cx="11384656" cy="12168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just" defTabSz="977900">
            <a:lnSpc>
              <a:spcPct val="90000"/>
            </a:lnSpc>
            <a:spcBef>
              <a:spcPct val="0"/>
            </a:spcBef>
            <a:spcAft>
              <a:spcPct val="35000"/>
            </a:spcAft>
            <a:buFont typeface="+mj-lt"/>
            <a:buNone/>
          </a:pPr>
          <a:r>
            <a:rPr lang="en-IN" sz="2200" b="0" i="0" u="none" kern="1200" dirty="0">
              <a:latin typeface="Book Antiqua" panose="02040602050305030304" pitchFamily="18" charset="0"/>
            </a:rPr>
            <a:t>Complexity in Management</a:t>
          </a:r>
          <a:endParaRPr lang="en-IN" sz="2200" b="0" i="0" kern="1200" dirty="0">
            <a:latin typeface="Book Antiqua" panose="02040602050305030304" pitchFamily="18" charset="0"/>
            <a:hlinkClick xmlns:r="http://schemas.openxmlformats.org/officeDocument/2006/relationships" r:id="rId1"/>
          </a:endParaRPr>
        </a:p>
      </dsp:txBody>
      <dsp:txXfrm>
        <a:off x="59399" y="2738265"/>
        <a:ext cx="11265858" cy="1098002"/>
      </dsp:txXfrm>
    </dsp:sp>
    <dsp:sp modelId="{3E36641E-D471-824C-A292-473307D8E22C}">
      <dsp:nvSpPr>
        <dsp:cNvPr id="0" name=""/>
        <dsp:cNvSpPr/>
      </dsp:nvSpPr>
      <dsp:spPr>
        <a:xfrm>
          <a:off x="0" y="3895666"/>
          <a:ext cx="11384656" cy="13118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1463" tIns="27940" rIns="156464" bIns="27940" numCol="1" spcCol="1270" anchor="t" anchorCtr="0">
          <a:noAutofit/>
        </a:bodyPr>
        <a:lstStyle/>
        <a:p>
          <a:pPr marL="228600" lvl="1" indent="-228600" algn="just" defTabSz="977900">
            <a:lnSpc>
              <a:spcPct val="90000"/>
            </a:lnSpc>
            <a:spcBef>
              <a:spcPct val="0"/>
            </a:spcBef>
            <a:spcAft>
              <a:spcPct val="20000"/>
            </a:spcAft>
            <a:buFontTx/>
            <a:buNone/>
          </a:pPr>
          <a:r>
            <a:rPr lang="en-IN" sz="2200" b="0" i="0" u="none" kern="1200" dirty="0">
              <a:latin typeface="Book Antiqua" panose="02040602050305030304" pitchFamily="18" charset="0"/>
            </a:rPr>
            <a:t>The complexity of managing traditional networks increases with the number of protocols and devices involved. This complexity makes it difficult to troubleshoot issues that affect multiple devices, leading to longer resolution times and increased downtime </a:t>
          </a:r>
          <a:endParaRPr lang="en-IN" sz="2200" b="0" i="0" kern="1200" dirty="0">
            <a:latin typeface="Book Antiqua" panose="02040602050305030304" pitchFamily="18" charset="0"/>
            <a:hlinkClick xmlns:r="http://schemas.openxmlformats.org/officeDocument/2006/relationships" r:id="rId1"/>
          </a:endParaRPr>
        </a:p>
      </dsp:txBody>
      <dsp:txXfrm>
        <a:off x="0" y="3895666"/>
        <a:ext cx="11384656" cy="131186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2CC299-FE43-F545-921F-C2B6B2EBD383}">
      <dsp:nvSpPr>
        <dsp:cNvPr id="0" name=""/>
        <dsp:cNvSpPr/>
      </dsp:nvSpPr>
      <dsp:spPr>
        <a:xfrm>
          <a:off x="0" y="267935"/>
          <a:ext cx="11384656" cy="12168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just" defTabSz="977900">
            <a:lnSpc>
              <a:spcPct val="90000"/>
            </a:lnSpc>
            <a:spcBef>
              <a:spcPct val="0"/>
            </a:spcBef>
            <a:spcAft>
              <a:spcPct val="35000"/>
            </a:spcAft>
            <a:buNone/>
          </a:pPr>
          <a:r>
            <a:rPr lang="en-IN" sz="2200" b="0" i="0" u="none" kern="1200" dirty="0">
              <a:latin typeface="Book Antiqua" panose="02040602050305030304" pitchFamily="18" charset="0"/>
            </a:rPr>
            <a:t>Rigid Architecture:</a:t>
          </a:r>
          <a:endParaRPr lang="en-IN" sz="2200" kern="1200" dirty="0">
            <a:latin typeface="Book Antiqua" panose="02040602050305030304" pitchFamily="18" charset="0"/>
          </a:endParaRPr>
        </a:p>
      </dsp:txBody>
      <dsp:txXfrm>
        <a:off x="59399" y="327334"/>
        <a:ext cx="11265858" cy="1098002"/>
      </dsp:txXfrm>
    </dsp:sp>
    <dsp:sp modelId="{52B5C4EB-644E-7B47-8FC3-0F86259C71EB}">
      <dsp:nvSpPr>
        <dsp:cNvPr id="0" name=""/>
        <dsp:cNvSpPr/>
      </dsp:nvSpPr>
      <dsp:spPr>
        <a:xfrm>
          <a:off x="0" y="1484735"/>
          <a:ext cx="11384656" cy="13118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1463" tIns="27940" rIns="156464" bIns="27940" numCol="1" spcCol="1270" anchor="t" anchorCtr="0">
          <a:noAutofit/>
        </a:bodyPr>
        <a:lstStyle/>
        <a:p>
          <a:pPr marL="228600" lvl="1" indent="-228600" algn="just" defTabSz="977900">
            <a:lnSpc>
              <a:spcPct val="90000"/>
            </a:lnSpc>
            <a:spcBef>
              <a:spcPct val="0"/>
            </a:spcBef>
            <a:spcAft>
              <a:spcPct val="20000"/>
            </a:spcAft>
            <a:buFontTx/>
            <a:buNone/>
          </a:pPr>
          <a:r>
            <a:rPr lang="en-IN" sz="2200" b="0" i="0" u="none" kern="1200" dirty="0">
              <a:latin typeface="Book Antiqua" panose="02040602050305030304" pitchFamily="18" charset="0"/>
            </a:rPr>
            <a:t>Traditional networks have a hierarchical architecture that is not easily adaptable to changing business needs or traffic patterns. This rigidity prevents dynamic resource allocation, which is essential for accommodating varying demands from different applications</a:t>
          </a:r>
          <a:endParaRPr lang="en-IN" sz="2200" kern="1200" dirty="0">
            <a:latin typeface="Book Antiqua" panose="02040602050305030304" pitchFamily="18" charset="0"/>
          </a:endParaRPr>
        </a:p>
      </dsp:txBody>
      <dsp:txXfrm>
        <a:off x="0" y="1484735"/>
        <a:ext cx="11384656" cy="1311862"/>
      </dsp:txXfrm>
    </dsp:sp>
    <dsp:sp modelId="{82FA275B-34FC-F44B-8FFB-D0E765CD04F8}">
      <dsp:nvSpPr>
        <dsp:cNvPr id="0" name=""/>
        <dsp:cNvSpPr/>
      </dsp:nvSpPr>
      <dsp:spPr>
        <a:xfrm>
          <a:off x="0" y="2796597"/>
          <a:ext cx="11384656" cy="12168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Font typeface="+mj-lt"/>
            <a:buNone/>
          </a:pPr>
          <a:r>
            <a:rPr lang="en-IN" sz="2200" b="0" i="0" u="none" kern="1200" dirty="0">
              <a:latin typeface="Book Antiqua" panose="02040602050305030304" pitchFamily="18" charset="0"/>
            </a:rPr>
            <a:t>Vendor Dependence:</a:t>
          </a:r>
        </a:p>
      </dsp:txBody>
      <dsp:txXfrm>
        <a:off x="59399" y="2855996"/>
        <a:ext cx="11265858" cy="1098002"/>
      </dsp:txXfrm>
    </dsp:sp>
    <dsp:sp modelId="{5A8DF02B-02FA-6D40-92CC-1B9E1DBD7980}">
      <dsp:nvSpPr>
        <dsp:cNvPr id="0" name=""/>
        <dsp:cNvSpPr/>
      </dsp:nvSpPr>
      <dsp:spPr>
        <a:xfrm>
          <a:off x="0" y="4013397"/>
          <a:ext cx="11384656" cy="1076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1463" tIns="27940" rIns="156464" bIns="27940" numCol="1" spcCol="1270" anchor="t" anchorCtr="0">
          <a:noAutofit/>
        </a:bodyPr>
        <a:lstStyle/>
        <a:p>
          <a:pPr marL="228600" lvl="1" indent="-228600" algn="just" defTabSz="977900">
            <a:lnSpc>
              <a:spcPct val="90000"/>
            </a:lnSpc>
            <a:spcBef>
              <a:spcPct val="0"/>
            </a:spcBef>
            <a:spcAft>
              <a:spcPct val="20000"/>
            </a:spcAft>
            <a:buFontTx/>
            <a:buNone/>
          </a:pPr>
          <a:r>
            <a:rPr lang="en-IN" sz="2200" b="0" i="0" u="none" kern="1200" dirty="0">
              <a:latin typeface="Book Antiqua" panose="02040602050305030304" pitchFamily="18" charset="0"/>
            </a:rPr>
            <a:t>Many traditional networks are built on proprietary hardware and software solutions, which can limit flexibility and increase costs when integrating new technologies or scaling services</a:t>
          </a:r>
        </a:p>
      </dsp:txBody>
      <dsp:txXfrm>
        <a:off x="0" y="4013397"/>
        <a:ext cx="11384656" cy="10764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328C74-FFAA-1141-A2DB-E2625CC7EE14}">
      <dsp:nvSpPr>
        <dsp:cNvPr id="0" name=""/>
        <dsp:cNvSpPr/>
      </dsp:nvSpPr>
      <dsp:spPr>
        <a:xfrm>
          <a:off x="3557" y="191576"/>
          <a:ext cx="3469034" cy="835200"/>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6248" tIns="117856" rIns="206248" bIns="117856" numCol="1" spcCol="1270" anchor="ctr" anchorCtr="0">
          <a:noAutofit/>
        </a:bodyPr>
        <a:lstStyle/>
        <a:p>
          <a:pPr marL="0" lvl="0" indent="0" algn="ctr" defTabSz="1289050">
            <a:lnSpc>
              <a:spcPct val="90000"/>
            </a:lnSpc>
            <a:spcBef>
              <a:spcPct val="0"/>
            </a:spcBef>
            <a:spcAft>
              <a:spcPct val="35000"/>
            </a:spcAft>
            <a:buNone/>
          </a:pPr>
          <a:r>
            <a:rPr lang="en-GB" sz="2900" kern="1200" dirty="0">
              <a:latin typeface="Book Antiqua" panose="02040602050305030304" pitchFamily="18" charset="0"/>
            </a:rPr>
            <a:t>Cost Efficiency</a:t>
          </a:r>
        </a:p>
      </dsp:txBody>
      <dsp:txXfrm>
        <a:off x="3557" y="191576"/>
        <a:ext cx="3469034" cy="835200"/>
      </dsp:txXfrm>
    </dsp:sp>
    <dsp:sp modelId="{9C3D41AC-FFE4-6843-8C70-60AAECD76B9A}">
      <dsp:nvSpPr>
        <dsp:cNvPr id="0" name=""/>
        <dsp:cNvSpPr/>
      </dsp:nvSpPr>
      <dsp:spPr>
        <a:xfrm>
          <a:off x="3557" y="1026776"/>
          <a:ext cx="3469034" cy="4139460"/>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4686" tIns="154686" rIns="206248" bIns="232029" numCol="1" spcCol="1270" anchor="t" anchorCtr="0">
          <a:noAutofit/>
        </a:bodyPr>
        <a:lstStyle/>
        <a:p>
          <a:pPr marL="285750" lvl="1" indent="-285750" algn="just" defTabSz="1289050">
            <a:lnSpc>
              <a:spcPct val="90000"/>
            </a:lnSpc>
            <a:spcBef>
              <a:spcPct val="0"/>
            </a:spcBef>
            <a:spcAft>
              <a:spcPct val="15000"/>
            </a:spcAft>
            <a:buChar char="•"/>
          </a:pPr>
          <a:r>
            <a:rPr lang="en-IN" sz="2900" b="0" i="0" u="none" kern="1200">
              <a:latin typeface="Book Antiqua" panose="02040602050305030304" pitchFamily="18" charset="0"/>
            </a:rPr>
            <a:t>Reduces the need for dedicated physical infrastructure by allowing multiple services to share the same resources</a:t>
          </a:r>
          <a:endParaRPr lang="en-IN" sz="2900" kern="1200">
            <a:latin typeface="Book Antiqua" panose="02040602050305030304" pitchFamily="18" charset="0"/>
          </a:endParaRPr>
        </a:p>
      </dsp:txBody>
      <dsp:txXfrm>
        <a:off x="3557" y="1026776"/>
        <a:ext cx="3469034" cy="4139460"/>
      </dsp:txXfrm>
    </dsp:sp>
    <dsp:sp modelId="{C67FD2A3-02C5-AE43-91BC-5B0C43FA0021}">
      <dsp:nvSpPr>
        <dsp:cNvPr id="0" name=""/>
        <dsp:cNvSpPr/>
      </dsp:nvSpPr>
      <dsp:spPr>
        <a:xfrm>
          <a:off x="3958257" y="191576"/>
          <a:ext cx="3469034" cy="835200"/>
        </a:xfrm>
        <a:prstGeom prst="rect">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6248" tIns="117856" rIns="206248" bIns="117856" numCol="1" spcCol="1270" anchor="ctr" anchorCtr="0">
          <a:noAutofit/>
        </a:bodyPr>
        <a:lstStyle/>
        <a:p>
          <a:pPr marL="0" lvl="0" indent="0" algn="ctr" defTabSz="1289050">
            <a:lnSpc>
              <a:spcPct val="90000"/>
            </a:lnSpc>
            <a:spcBef>
              <a:spcPct val="0"/>
            </a:spcBef>
            <a:spcAft>
              <a:spcPct val="35000"/>
            </a:spcAft>
            <a:buNone/>
          </a:pPr>
          <a:r>
            <a:rPr lang="en-GB" sz="2900" kern="1200" dirty="0">
              <a:latin typeface="Book Antiqua" panose="02040602050305030304" pitchFamily="18" charset="0"/>
            </a:rPr>
            <a:t>Flexibility</a:t>
          </a:r>
        </a:p>
      </dsp:txBody>
      <dsp:txXfrm>
        <a:off x="3958257" y="191576"/>
        <a:ext cx="3469034" cy="835200"/>
      </dsp:txXfrm>
    </dsp:sp>
    <dsp:sp modelId="{CC02557D-C878-1544-8AE0-2D26A8EF2712}">
      <dsp:nvSpPr>
        <dsp:cNvPr id="0" name=""/>
        <dsp:cNvSpPr/>
      </dsp:nvSpPr>
      <dsp:spPr>
        <a:xfrm>
          <a:off x="3958257" y="1026776"/>
          <a:ext cx="3469034" cy="4139460"/>
        </a:xfrm>
        <a:prstGeom prst="rect">
          <a:avLst/>
        </a:prstGeom>
        <a:solidFill>
          <a:schemeClr val="accent3">
            <a:tint val="40000"/>
            <a:alpha val="90000"/>
            <a:hueOff val="0"/>
            <a:satOff val="0"/>
            <a:lumOff val="0"/>
            <a:alphaOff val="0"/>
          </a:schemeClr>
        </a:solidFill>
        <a:ln w="1905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4686" tIns="154686" rIns="206248" bIns="232029" numCol="1" spcCol="1270" anchor="t" anchorCtr="0">
          <a:noAutofit/>
        </a:bodyPr>
        <a:lstStyle/>
        <a:p>
          <a:pPr marL="285750" lvl="1" indent="-285750" algn="just" defTabSz="1289050">
            <a:lnSpc>
              <a:spcPct val="90000"/>
            </a:lnSpc>
            <a:spcBef>
              <a:spcPct val="0"/>
            </a:spcBef>
            <a:spcAft>
              <a:spcPct val="15000"/>
            </a:spcAft>
            <a:buChar char="•"/>
          </a:pPr>
          <a:r>
            <a:rPr lang="en-GB" sz="2900" kern="1200" dirty="0">
              <a:latin typeface="Book Antiqua" panose="02040602050305030304" pitchFamily="18" charset="0"/>
            </a:rPr>
            <a:t>Operators can quickly deploy and manage network slices tailored to specific customer needs.</a:t>
          </a:r>
        </a:p>
      </dsp:txBody>
      <dsp:txXfrm>
        <a:off x="3958257" y="1026776"/>
        <a:ext cx="3469034" cy="4139460"/>
      </dsp:txXfrm>
    </dsp:sp>
    <dsp:sp modelId="{91F3224D-CD5B-8841-BDF5-2BB449494BBF}">
      <dsp:nvSpPr>
        <dsp:cNvPr id="0" name=""/>
        <dsp:cNvSpPr/>
      </dsp:nvSpPr>
      <dsp:spPr>
        <a:xfrm>
          <a:off x="7912957" y="191576"/>
          <a:ext cx="3469034" cy="835200"/>
        </a:xfrm>
        <a:prstGeom prst="rect">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6248" tIns="117856" rIns="206248" bIns="117856" numCol="1" spcCol="1270" anchor="ctr" anchorCtr="0">
          <a:noAutofit/>
        </a:bodyPr>
        <a:lstStyle/>
        <a:p>
          <a:pPr marL="0" lvl="0" indent="0" algn="ctr" defTabSz="1289050">
            <a:lnSpc>
              <a:spcPct val="90000"/>
            </a:lnSpc>
            <a:spcBef>
              <a:spcPct val="0"/>
            </a:spcBef>
            <a:spcAft>
              <a:spcPct val="35000"/>
            </a:spcAft>
            <a:buNone/>
          </a:pPr>
          <a:r>
            <a:rPr lang="en-IN" sz="2900" b="0" i="0" u="none" kern="1200">
              <a:latin typeface="Book Antiqua" panose="02040602050305030304" pitchFamily="18" charset="0"/>
            </a:rPr>
            <a:t>Scalability</a:t>
          </a:r>
          <a:endParaRPr lang="en-GB" sz="2900" kern="1200" dirty="0">
            <a:latin typeface="Book Antiqua" panose="02040602050305030304" pitchFamily="18" charset="0"/>
          </a:endParaRPr>
        </a:p>
      </dsp:txBody>
      <dsp:txXfrm>
        <a:off x="7912957" y="191576"/>
        <a:ext cx="3469034" cy="835200"/>
      </dsp:txXfrm>
    </dsp:sp>
    <dsp:sp modelId="{0D0908E5-E91B-DE47-B7C7-47256A081BBB}">
      <dsp:nvSpPr>
        <dsp:cNvPr id="0" name=""/>
        <dsp:cNvSpPr/>
      </dsp:nvSpPr>
      <dsp:spPr>
        <a:xfrm>
          <a:off x="7912957" y="1026776"/>
          <a:ext cx="3469034" cy="4139460"/>
        </a:xfrm>
        <a:prstGeom prst="rect">
          <a:avLst/>
        </a:prstGeom>
        <a:solidFill>
          <a:schemeClr val="accent4">
            <a:tint val="40000"/>
            <a:alpha val="90000"/>
            <a:hueOff val="0"/>
            <a:satOff val="0"/>
            <a:lumOff val="0"/>
            <a:alphaOff val="0"/>
          </a:schemeClr>
        </a:solidFill>
        <a:ln w="1905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4686" tIns="154686" rIns="206248" bIns="232029" numCol="1" spcCol="1270" anchor="t" anchorCtr="0">
          <a:noAutofit/>
        </a:bodyPr>
        <a:lstStyle/>
        <a:p>
          <a:pPr marL="285750" lvl="1" indent="-285750" algn="just" defTabSz="1289050">
            <a:lnSpc>
              <a:spcPct val="90000"/>
            </a:lnSpc>
            <a:spcBef>
              <a:spcPct val="0"/>
            </a:spcBef>
            <a:spcAft>
              <a:spcPct val="15000"/>
            </a:spcAft>
            <a:buChar char="•"/>
          </a:pPr>
          <a:r>
            <a:rPr lang="en-IN" sz="2900" b="0" i="0" u="none" kern="1200" dirty="0">
              <a:latin typeface="Book Antiqua" panose="02040602050305030304" pitchFamily="18" charset="0"/>
            </a:rPr>
            <a:t>Easily scales resources up or down based on demand, accommodating varying service requirements</a:t>
          </a:r>
          <a:endParaRPr lang="en-GB" sz="2900" kern="1200" dirty="0">
            <a:latin typeface="Book Antiqua" panose="02040602050305030304" pitchFamily="18" charset="0"/>
          </a:endParaRPr>
        </a:p>
      </dsp:txBody>
      <dsp:txXfrm>
        <a:off x="7912957" y="1026776"/>
        <a:ext cx="3469034" cy="413946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9584B69-AE76-B843-A7BF-7D9C34FBA2C0}">
      <dsp:nvSpPr>
        <dsp:cNvPr id="0" name=""/>
        <dsp:cNvSpPr/>
      </dsp:nvSpPr>
      <dsp:spPr>
        <a:xfrm>
          <a:off x="3557" y="557713"/>
          <a:ext cx="3468762" cy="1387505"/>
        </a:xfrm>
        <a:prstGeom prst="rect">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n-US" sz="2200" kern="1200" dirty="0">
              <a:latin typeface="Book Antiqua" panose="02040602050305030304" pitchFamily="18" charset="0"/>
            </a:rPr>
            <a:t>Resource Provisioning</a:t>
          </a:r>
          <a:endParaRPr lang="en-IN" sz="2200" kern="1200" dirty="0">
            <a:latin typeface="Book Antiqua" panose="02040602050305030304" pitchFamily="18" charset="0"/>
          </a:endParaRPr>
        </a:p>
      </dsp:txBody>
      <dsp:txXfrm>
        <a:off x="3557" y="557713"/>
        <a:ext cx="3468762" cy="1387505"/>
      </dsp:txXfrm>
    </dsp:sp>
    <dsp:sp modelId="{74757820-0E2C-BE41-9FB1-2B45BBABA664}">
      <dsp:nvSpPr>
        <dsp:cNvPr id="0" name=""/>
        <dsp:cNvSpPr/>
      </dsp:nvSpPr>
      <dsp:spPr>
        <a:xfrm>
          <a:off x="3557" y="1945219"/>
          <a:ext cx="3468762" cy="2854800"/>
        </a:xfrm>
        <a:prstGeom prst="rect">
          <a:avLst/>
        </a:prstGeom>
        <a:solidFill>
          <a:schemeClr val="accent5">
            <a:tint val="40000"/>
            <a:alpha val="90000"/>
            <a:hueOff val="0"/>
            <a:satOff val="0"/>
            <a:lumOff val="0"/>
            <a:alphaOff val="0"/>
          </a:schemeClr>
        </a:solidFill>
        <a:ln w="1905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just" defTabSz="977900">
            <a:lnSpc>
              <a:spcPct val="90000"/>
            </a:lnSpc>
            <a:spcBef>
              <a:spcPct val="0"/>
            </a:spcBef>
            <a:spcAft>
              <a:spcPct val="15000"/>
            </a:spcAft>
            <a:buChar char="•"/>
          </a:pPr>
          <a:r>
            <a:rPr lang="en-US" sz="2200" kern="1200" dirty="0">
              <a:latin typeface="Book Antiqua" panose="02040602050305030304" pitchFamily="18" charset="0"/>
            </a:rPr>
            <a:t> Managing resource allocation among multiple slices is complex due to varying resource affinities that can change over time</a:t>
          </a:r>
          <a:endParaRPr lang="en-IN" sz="2200" kern="1200" dirty="0">
            <a:latin typeface="Book Antiqua" panose="02040602050305030304" pitchFamily="18" charset="0"/>
          </a:endParaRPr>
        </a:p>
      </dsp:txBody>
      <dsp:txXfrm>
        <a:off x="3557" y="1945219"/>
        <a:ext cx="3468762" cy="2854800"/>
      </dsp:txXfrm>
    </dsp:sp>
    <dsp:sp modelId="{C5AB1F90-1DB0-E047-A36A-CC0B5F421BEC}">
      <dsp:nvSpPr>
        <dsp:cNvPr id="0" name=""/>
        <dsp:cNvSpPr/>
      </dsp:nvSpPr>
      <dsp:spPr>
        <a:xfrm>
          <a:off x="3957947" y="557713"/>
          <a:ext cx="3468762" cy="1387505"/>
        </a:xfrm>
        <a:prstGeom prst="rect">
          <a:avLst/>
        </a:prstGeom>
        <a:solidFill>
          <a:schemeClr val="accent5">
            <a:hueOff val="-341498"/>
            <a:satOff val="-29716"/>
            <a:lumOff val="-294"/>
            <a:alphaOff val="0"/>
          </a:schemeClr>
        </a:solidFill>
        <a:ln w="19050" cap="flat" cmpd="sng" algn="ctr">
          <a:solidFill>
            <a:schemeClr val="accent5">
              <a:hueOff val="-341498"/>
              <a:satOff val="-29716"/>
              <a:lumOff val="-29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n-US" sz="2200" kern="1200" dirty="0">
              <a:latin typeface="Book Antiqua" panose="02040602050305030304" pitchFamily="18" charset="0"/>
            </a:rPr>
            <a:t>Mobility Management</a:t>
          </a:r>
          <a:endParaRPr lang="en-IN" sz="2200" kern="1200" dirty="0">
            <a:latin typeface="Book Antiqua" panose="02040602050305030304" pitchFamily="18" charset="0"/>
          </a:endParaRPr>
        </a:p>
      </dsp:txBody>
      <dsp:txXfrm>
        <a:off x="3957947" y="557713"/>
        <a:ext cx="3468762" cy="1387505"/>
      </dsp:txXfrm>
    </dsp:sp>
    <dsp:sp modelId="{ABC89E57-E3E8-7541-8A33-EF7D34E1FCB6}">
      <dsp:nvSpPr>
        <dsp:cNvPr id="0" name=""/>
        <dsp:cNvSpPr/>
      </dsp:nvSpPr>
      <dsp:spPr>
        <a:xfrm>
          <a:off x="3957947" y="1945219"/>
          <a:ext cx="3468762" cy="2854800"/>
        </a:xfrm>
        <a:prstGeom prst="rect">
          <a:avLst/>
        </a:prstGeom>
        <a:solidFill>
          <a:schemeClr val="accent5">
            <a:tint val="40000"/>
            <a:alpha val="90000"/>
            <a:hueOff val="-125409"/>
            <a:satOff val="-27158"/>
            <a:lumOff val="-1530"/>
            <a:alphaOff val="0"/>
          </a:schemeClr>
        </a:solidFill>
        <a:ln w="19050" cap="flat" cmpd="sng" algn="ctr">
          <a:solidFill>
            <a:schemeClr val="accent5">
              <a:tint val="40000"/>
              <a:alpha val="90000"/>
              <a:hueOff val="-125409"/>
              <a:satOff val="-27158"/>
              <a:lumOff val="-153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just" defTabSz="977900">
            <a:lnSpc>
              <a:spcPct val="90000"/>
            </a:lnSpc>
            <a:spcBef>
              <a:spcPct val="0"/>
            </a:spcBef>
            <a:spcAft>
              <a:spcPct val="15000"/>
            </a:spcAft>
            <a:buChar char="•"/>
          </a:pPr>
          <a:r>
            <a:rPr lang="en-US" sz="2200" kern="1200" dirty="0">
              <a:latin typeface="Book Antiqua" panose="02040602050305030304" pitchFamily="18" charset="0"/>
            </a:rPr>
            <a:t>Handling mobility across slices can complicate the management of resources and connectivity</a:t>
          </a:r>
          <a:endParaRPr lang="en-IN" sz="2200" kern="1200" dirty="0">
            <a:latin typeface="Book Antiqua" panose="02040602050305030304" pitchFamily="18" charset="0"/>
          </a:endParaRPr>
        </a:p>
      </dsp:txBody>
      <dsp:txXfrm>
        <a:off x="3957947" y="1945219"/>
        <a:ext cx="3468762" cy="2854800"/>
      </dsp:txXfrm>
    </dsp:sp>
    <dsp:sp modelId="{D284A9BE-E25A-EE40-A136-C950FF5E751B}">
      <dsp:nvSpPr>
        <dsp:cNvPr id="0" name=""/>
        <dsp:cNvSpPr/>
      </dsp:nvSpPr>
      <dsp:spPr>
        <a:xfrm>
          <a:off x="7912336" y="557713"/>
          <a:ext cx="3468762" cy="1387505"/>
        </a:xfrm>
        <a:prstGeom prst="rect">
          <a:avLst/>
        </a:prstGeom>
        <a:solidFill>
          <a:schemeClr val="accent5">
            <a:hueOff val="-682995"/>
            <a:satOff val="-59431"/>
            <a:lumOff val="-588"/>
            <a:alphaOff val="0"/>
          </a:schemeClr>
        </a:solidFill>
        <a:ln w="19050" cap="flat" cmpd="sng" algn="ctr">
          <a:solidFill>
            <a:schemeClr val="accent5">
              <a:hueOff val="-682995"/>
              <a:satOff val="-59431"/>
              <a:lumOff val="-58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n-US" sz="2200" kern="1200" dirty="0">
              <a:latin typeface="Book Antiqua" panose="02040602050305030304" pitchFamily="18" charset="0"/>
            </a:rPr>
            <a:t>End-to-End Orchestration</a:t>
          </a:r>
          <a:endParaRPr lang="en-IN" sz="2200" kern="1200" dirty="0">
            <a:latin typeface="Book Antiqua" panose="02040602050305030304" pitchFamily="18" charset="0"/>
          </a:endParaRPr>
        </a:p>
      </dsp:txBody>
      <dsp:txXfrm>
        <a:off x="7912336" y="557713"/>
        <a:ext cx="3468762" cy="1387505"/>
      </dsp:txXfrm>
    </dsp:sp>
    <dsp:sp modelId="{95165704-30B0-0E4E-A523-E8A0138DA488}">
      <dsp:nvSpPr>
        <dsp:cNvPr id="0" name=""/>
        <dsp:cNvSpPr/>
      </dsp:nvSpPr>
      <dsp:spPr>
        <a:xfrm>
          <a:off x="7912336" y="1945219"/>
          <a:ext cx="3468762" cy="2854800"/>
        </a:xfrm>
        <a:prstGeom prst="rect">
          <a:avLst/>
        </a:prstGeom>
        <a:solidFill>
          <a:schemeClr val="accent5">
            <a:tint val="40000"/>
            <a:alpha val="90000"/>
            <a:hueOff val="-250817"/>
            <a:satOff val="-54316"/>
            <a:lumOff val="-3060"/>
            <a:alphaOff val="0"/>
          </a:schemeClr>
        </a:solidFill>
        <a:ln w="19050" cap="flat" cmpd="sng" algn="ctr">
          <a:solidFill>
            <a:schemeClr val="accent5">
              <a:tint val="40000"/>
              <a:alpha val="90000"/>
              <a:hueOff val="-250817"/>
              <a:satOff val="-54316"/>
              <a:lumOff val="-306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just" defTabSz="977900">
            <a:lnSpc>
              <a:spcPct val="90000"/>
            </a:lnSpc>
            <a:spcBef>
              <a:spcPct val="0"/>
            </a:spcBef>
            <a:spcAft>
              <a:spcPct val="15000"/>
            </a:spcAft>
            <a:buChar char="•"/>
          </a:pPr>
          <a:r>
            <a:rPr lang="en-US" sz="2200" kern="1200" dirty="0">
              <a:latin typeface="Book Antiqua" panose="02040602050305030304" pitchFamily="18" charset="0"/>
            </a:rPr>
            <a:t>Coordinating the orchestration and management of slices across different domains (like RAN and core networks) adds complexity to implementation</a:t>
          </a:r>
          <a:endParaRPr lang="en-IN" sz="2200" kern="1200" dirty="0">
            <a:latin typeface="Book Antiqua" panose="02040602050305030304" pitchFamily="18" charset="0"/>
          </a:endParaRPr>
        </a:p>
      </dsp:txBody>
      <dsp:txXfrm>
        <a:off x="7912336" y="1945219"/>
        <a:ext cx="3468762" cy="285480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199BC9-3923-9342-BD65-EE0D25A9C27C}">
      <dsp:nvSpPr>
        <dsp:cNvPr id="0" name=""/>
        <dsp:cNvSpPr/>
      </dsp:nvSpPr>
      <dsp:spPr>
        <a:xfrm>
          <a:off x="0" y="0"/>
          <a:ext cx="11384656" cy="0"/>
        </a:xfrm>
        <a:prstGeom prst="line">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EFAD8D4-41D0-B24B-84BD-34572170F100}">
      <dsp:nvSpPr>
        <dsp:cNvPr id="0" name=""/>
        <dsp:cNvSpPr/>
      </dsp:nvSpPr>
      <dsp:spPr>
        <a:xfrm>
          <a:off x="0" y="0"/>
          <a:ext cx="2276931" cy="53577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b="1" kern="1200">
              <a:latin typeface="Book Antiqua" panose="02040602050305030304" pitchFamily="18" charset="0"/>
            </a:rPr>
            <a:t>Characteristics of Cloud-Native Network Architecture for 5G</a:t>
          </a:r>
          <a:endParaRPr lang="en-IN" sz="1800" kern="1200">
            <a:latin typeface="Book Antiqua" panose="02040602050305030304" pitchFamily="18" charset="0"/>
          </a:endParaRPr>
        </a:p>
      </dsp:txBody>
      <dsp:txXfrm>
        <a:off x="0" y="0"/>
        <a:ext cx="2276931" cy="5357733"/>
      </dsp:txXfrm>
    </dsp:sp>
    <dsp:sp modelId="{C75DAE53-7F76-2945-AB39-BB43385200CC}">
      <dsp:nvSpPr>
        <dsp:cNvPr id="0" name=""/>
        <dsp:cNvSpPr/>
      </dsp:nvSpPr>
      <dsp:spPr>
        <a:xfrm>
          <a:off x="2447701" y="62982"/>
          <a:ext cx="4383092" cy="12596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b="1" kern="1200">
              <a:latin typeface="Book Antiqua" panose="02040602050305030304" pitchFamily="18" charset="0"/>
            </a:rPr>
            <a:t>Cloud Data Center-Based Architecture:</a:t>
          </a:r>
          <a:endParaRPr lang="en-IN" sz="1800" kern="1200">
            <a:latin typeface="Book Antiqua" panose="02040602050305030304" pitchFamily="18" charset="0"/>
          </a:endParaRPr>
        </a:p>
      </dsp:txBody>
      <dsp:txXfrm>
        <a:off x="2447701" y="62982"/>
        <a:ext cx="4383092" cy="1259642"/>
      </dsp:txXfrm>
    </dsp:sp>
    <dsp:sp modelId="{F0927A2E-799C-E049-AB03-3FF120C8F6AC}">
      <dsp:nvSpPr>
        <dsp:cNvPr id="0" name=""/>
        <dsp:cNvSpPr/>
      </dsp:nvSpPr>
      <dsp:spPr>
        <a:xfrm>
          <a:off x="7001564" y="62982"/>
          <a:ext cx="4383092" cy="12596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just" defTabSz="711200">
            <a:lnSpc>
              <a:spcPct val="90000"/>
            </a:lnSpc>
            <a:spcBef>
              <a:spcPct val="0"/>
            </a:spcBef>
            <a:spcAft>
              <a:spcPct val="35000"/>
            </a:spcAft>
            <a:buNone/>
          </a:pPr>
          <a:r>
            <a:rPr lang="en-US" sz="1600" kern="1200" dirty="0">
              <a:latin typeface="Book Antiqua" panose="02040602050305030304" pitchFamily="18" charset="0"/>
            </a:rPr>
            <a:t>It provides a logically independent network slicing capability over a cloud data center infrastructure, supporting various application scenarios.</a:t>
          </a:r>
          <a:endParaRPr lang="en-IN" sz="1600" kern="1200" dirty="0">
            <a:latin typeface="Book Antiqua" panose="02040602050305030304" pitchFamily="18" charset="0"/>
          </a:endParaRPr>
        </a:p>
      </dsp:txBody>
      <dsp:txXfrm>
        <a:off x="7001564" y="62982"/>
        <a:ext cx="4383092" cy="1259642"/>
      </dsp:txXfrm>
    </dsp:sp>
    <dsp:sp modelId="{6C6FBBC7-3A7C-CE42-A567-0C2572D0FB71}">
      <dsp:nvSpPr>
        <dsp:cNvPr id="0" name=""/>
        <dsp:cNvSpPr/>
      </dsp:nvSpPr>
      <dsp:spPr>
        <a:xfrm>
          <a:off x="2276931" y="1322624"/>
          <a:ext cx="9107725" cy="0"/>
        </a:xfrm>
        <a:prstGeom prst="line">
          <a:avLst/>
        </a:prstGeom>
        <a:solidFill>
          <a:schemeClr val="accent5">
            <a:hueOff val="0"/>
            <a:satOff val="0"/>
            <a:lumOff val="0"/>
            <a:alphaOff val="0"/>
          </a:schemeClr>
        </a:solidFill>
        <a:ln w="19050" cap="flat" cmpd="sng" algn="ctr">
          <a:solidFill>
            <a:schemeClr val="accent5">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FD2ABFC-A85A-0A42-B567-78F14E8DD2DF}">
      <dsp:nvSpPr>
        <dsp:cNvPr id="0" name=""/>
        <dsp:cNvSpPr/>
      </dsp:nvSpPr>
      <dsp:spPr>
        <a:xfrm>
          <a:off x="2447701" y="1385607"/>
          <a:ext cx="4383092" cy="12596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b="1" kern="1200">
              <a:latin typeface="Book Antiqua" panose="02040602050305030304" pitchFamily="18" charset="0"/>
            </a:rPr>
            <a:t>Cloud-RAN Implementation:</a:t>
          </a:r>
          <a:endParaRPr lang="en-IN" sz="1800" kern="1200">
            <a:latin typeface="Book Antiqua" panose="02040602050305030304" pitchFamily="18" charset="0"/>
          </a:endParaRPr>
        </a:p>
      </dsp:txBody>
      <dsp:txXfrm>
        <a:off x="2447701" y="1385607"/>
        <a:ext cx="4383092" cy="1259642"/>
      </dsp:txXfrm>
    </dsp:sp>
    <dsp:sp modelId="{470165FC-2AA0-1B4A-B541-600DCE015854}">
      <dsp:nvSpPr>
        <dsp:cNvPr id="0" name=""/>
        <dsp:cNvSpPr/>
      </dsp:nvSpPr>
      <dsp:spPr>
        <a:xfrm>
          <a:off x="7001564" y="1385607"/>
          <a:ext cx="4383092" cy="12596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just" defTabSz="711200">
            <a:lnSpc>
              <a:spcPct val="90000"/>
            </a:lnSpc>
            <a:spcBef>
              <a:spcPct val="0"/>
            </a:spcBef>
            <a:spcAft>
              <a:spcPct val="35000"/>
            </a:spcAft>
            <a:buNone/>
          </a:pPr>
          <a:r>
            <a:rPr lang="en-US" sz="1600" kern="1200" dirty="0">
              <a:latin typeface="Book Antiqua" panose="02040602050305030304" pitchFamily="18" charset="0"/>
            </a:rPr>
            <a:t>The architecture employs Cloud-RAN to build radio access networks (RAN), facilitating many connections and enabling on-demand deployments of RAN functions as required by 5G.</a:t>
          </a:r>
          <a:endParaRPr lang="en-IN" sz="1600" kern="1200" dirty="0">
            <a:latin typeface="Book Antiqua" panose="02040602050305030304" pitchFamily="18" charset="0"/>
          </a:endParaRPr>
        </a:p>
      </dsp:txBody>
      <dsp:txXfrm>
        <a:off x="7001564" y="1385607"/>
        <a:ext cx="4383092" cy="1259642"/>
      </dsp:txXfrm>
    </dsp:sp>
    <dsp:sp modelId="{F2796CA4-6744-4C41-B45D-30B7D6A1A3CF}">
      <dsp:nvSpPr>
        <dsp:cNvPr id="0" name=""/>
        <dsp:cNvSpPr/>
      </dsp:nvSpPr>
      <dsp:spPr>
        <a:xfrm>
          <a:off x="2276931" y="2645249"/>
          <a:ext cx="9107725" cy="0"/>
        </a:xfrm>
        <a:prstGeom prst="line">
          <a:avLst/>
        </a:prstGeom>
        <a:solidFill>
          <a:schemeClr val="accent5">
            <a:hueOff val="0"/>
            <a:satOff val="0"/>
            <a:lumOff val="0"/>
            <a:alphaOff val="0"/>
          </a:schemeClr>
        </a:solidFill>
        <a:ln w="19050" cap="flat" cmpd="sng" algn="ctr">
          <a:solidFill>
            <a:schemeClr val="accent5">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CB4C038-9607-224C-9189-C97D63A0BD02}">
      <dsp:nvSpPr>
        <dsp:cNvPr id="0" name=""/>
        <dsp:cNvSpPr/>
      </dsp:nvSpPr>
      <dsp:spPr>
        <a:xfrm>
          <a:off x="2447701" y="2708232"/>
          <a:ext cx="4383092" cy="12596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b="1" kern="1200">
              <a:latin typeface="Book Antiqua" panose="02040602050305030304" pitchFamily="18" charset="0"/>
            </a:rPr>
            <a:t>Simplified Core Network Architecture:</a:t>
          </a:r>
          <a:endParaRPr lang="en-IN" sz="1800" kern="1200">
            <a:latin typeface="Book Antiqua" panose="02040602050305030304" pitchFamily="18" charset="0"/>
          </a:endParaRPr>
        </a:p>
      </dsp:txBody>
      <dsp:txXfrm>
        <a:off x="2447701" y="2708232"/>
        <a:ext cx="4383092" cy="1259642"/>
      </dsp:txXfrm>
    </dsp:sp>
    <dsp:sp modelId="{1D7E8750-837E-DF4B-AB55-A2D8F86DB2C4}">
      <dsp:nvSpPr>
        <dsp:cNvPr id="0" name=""/>
        <dsp:cNvSpPr/>
      </dsp:nvSpPr>
      <dsp:spPr>
        <a:xfrm>
          <a:off x="7001564" y="2708232"/>
          <a:ext cx="4383092" cy="12596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just" defTabSz="666750">
            <a:lnSpc>
              <a:spcPct val="90000"/>
            </a:lnSpc>
            <a:spcBef>
              <a:spcPct val="0"/>
            </a:spcBef>
            <a:spcAft>
              <a:spcPct val="35000"/>
            </a:spcAft>
            <a:buNone/>
          </a:pPr>
          <a:r>
            <a:rPr lang="en-US" sz="1500" kern="1200" dirty="0">
              <a:latin typeface="Book Antiqua" panose="02040602050305030304" pitchFamily="18" charset="0"/>
            </a:rPr>
            <a:t>The core network design is streamlined, allowing for on-demand configuration of network functions through user and control plane separation, unified database management, and component-based functionalities.</a:t>
          </a:r>
          <a:endParaRPr lang="en-IN" sz="1500" kern="1200" dirty="0">
            <a:latin typeface="Book Antiqua" panose="02040602050305030304" pitchFamily="18" charset="0"/>
          </a:endParaRPr>
        </a:p>
      </dsp:txBody>
      <dsp:txXfrm>
        <a:off x="7001564" y="2708232"/>
        <a:ext cx="4383092" cy="1259642"/>
      </dsp:txXfrm>
    </dsp:sp>
    <dsp:sp modelId="{ADC38A6A-BAF6-024A-9225-34BF173EB565}">
      <dsp:nvSpPr>
        <dsp:cNvPr id="0" name=""/>
        <dsp:cNvSpPr/>
      </dsp:nvSpPr>
      <dsp:spPr>
        <a:xfrm>
          <a:off x="2276931" y="3967874"/>
          <a:ext cx="9107725" cy="0"/>
        </a:xfrm>
        <a:prstGeom prst="line">
          <a:avLst/>
        </a:prstGeom>
        <a:solidFill>
          <a:schemeClr val="accent5">
            <a:hueOff val="0"/>
            <a:satOff val="0"/>
            <a:lumOff val="0"/>
            <a:alphaOff val="0"/>
          </a:schemeClr>
        </a:solidFill>
        <a:ln w="19050" cap="flat" cmpd="sng" algn="ctr">
          <a:solidFill>
            <a:schemeClr val="accent5">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73BED43-B0B4-3649-B177-14A67DABE94A}">
      <dsp:nvSpPr>
        <dsp:cNvPr id="0" name=""/>
        <dsp:cNvSpPr/>
      </dsp:nvSpPr>
      <dsp:spPr>
        <a:xfrm>
          <a:off x="2447701" y="4030856"/>
          <a:ext cx="4383092" cy="12596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b="1" kern="1200">
              <a:latin typeface="Book Antiqua" panose="02040602050305030304" pitchFamily="18" charset="0"/>
            </a:rPr>
            <a:t>Automated Network Slicing Services:</a:t>
          </a:r>
          <a:endParaRPr lang="en-IN" sz="1800" kern="1200">
            <a:latin typeface="Book Antiqua" panose="02040602050305030304" pitchFamily="18" charset="0"/>
          </a:endParaRPr>
        </a:p>
      </dsp:txBody>
      <dsp:txXfrm>
        <a:off x="2447701" y="4030856"/>
        <a:ext cx="4383092" cy="1259642"/>
      </dsp:txXfrm>
    </dsp:sp>
    <dsp:sp modelId="{397D8C38-F297-024B-AF13-A6941AEFF078}">
      <dsp:nvSpPr>
        <dsp:cNvPr id="0" name=""/>
        <dsp:cNvSpPr/>
      </dsp:nvSpPr>
      <dsp:spPr>
        <a:xfrm>
          <a:off x="7001564" y="4030856"/>
          <a:ext cx="4383092" cy="12596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just" defTabSz="711200">
            <a:lnSpc>
              <a:spcPct val="90000"/>
            </a:lnSpc>
            <a:spcBef>
              <a:spcPct val="0"/>
            </a:spcBef>
            <a:spcAft>
              <a:spcPct val="35000"/>
            </a:spcAft>
            <a:buNone/>
          </a:pPr>
          <a:r>
            <a:rPr lang="en-US" sz="1600" kern="1200" dirty="0">
              <a:latin typeface="Book Antiqua" panose="02040602050305030304" pitchFamily="18" charset="0"/>
            </a:rPr>
            <a:t>The architecture implements network slicing services automatically to reduce operational expenses, enhancing efficiency in resource utilization .</a:t>
          </a:r>
          <a:endParaRPr lang="en-IN" sz="1600" kern="1200" dirty="0">
            <a:latin typeface="Book Antiqua" panose="02040602050305030304" pitchFamily="18" charset="0"/>
          </a:endParaRPr>
        </a:p>
      </dsp:txBody>
      <dsp:txXfrm>
        <a:off x="7001564" y="4030856"/>
        <a:ext cx="4383092" cy="1259642"/>
      </dsp:txXfrm>
    </dsp:sp>
    <dsp:sp modelId="{193ADF4D-B1DD-8A44-A859-419EA33F680E}">
      <dsp:nvSpPr>
        <dsp:cNvPr id="0" name=""/>
        <dsp:cNvSpPr/>
      </dsp:nvSpPr>
      <dsp:spPr>
        <a:xfrm>
          <a:off x="2276931" y="5290499"/>
          <a:ext cx="9107725" cy="0"/>
        </a:xfrm>
        <a:prstGeom prst="line">
          <a:avLst/>
        </a:prstGeom>
        <a:solidFill>
          <a:schemeClr val="accent5">
            <a:hueOff val="0"/>
            <a:satOff val="0"/>
            <a:lumOff val="0"/>
            <a:alphaOff val="0"/>
          </a:schemeClr>
        </a:solidFill>
        <a:ln w="19050" cap="flat" cmpd="sng" algn="ctr">
          <a:solidFill>
            <a:schemeClr val="accent5">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5F2A17-6E73-EF4D-BA77-A38FB2EAC68F}" type="datetimeFigureOut">
              <a:rPr lang="en-US" smtClean="0"/>
              <a:t>1/12/25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62A840-9A98-D44D-B9AA-A6C163547BBA}" type="slidenum">
              <a:rPr lang="en-US" smtClean="0"/>
              <a:t>‹#›</a:t>
            </a:fld>
            <a:endParaRPr lang="en-US"/>
          </a:p>
        </p:txBody>
      </p:sp>
    </p:spTree>
    <p:extLst>
      <p:ext uri="{BB962C8B-B14F-4D97-AF65-F5344CB8AC3E}">
        <p14:creationId xmlns:p14="http://schemas.microsoft.com/office/powerpoint/2010/main" val="14567739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62A840-9A98-D44D-B9AA-A6C163547BBA}" type="slidenum">
              <a:rPr lang="en-US" smtClean="0"/>
              <a:t>1</a:t>
            </a:fld>
            <a:endParaRPr lang="en-US"/>
          </a:p>
        </p:txBody>
      </p:sp>
    </p:spTree>
    <p:extLst>
      <p:ext uri="{BB962C8B-B14F-4D97-AF65-F5344CB8AC3E}">
        <p14:creationId xmlns:p14="http://schemas.microsoft.com/office/powerpoint/2010/main" val="10654625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0" i="0" u="none" strike="noStrike" dirty="0">
                <a:effectLst/>
                <a:latin typeface="__fkGroteskNeue_598ab8"/>
              </a:rPr>
              <a:t>Fronthaul refers to the segment of the network that connects the radio units (such as base stations) to the centralized processing units (baseband units). This connection is crucial for transmitting data between these components, enabling the processing of signals and delivering data to end-users.</a:t>
            </a:r>
          </a:p>
          <a:p>
            <a:r>
              <a:rPr lang="en-IN" b="0" i="0" u="none" strike="noStrike" dirty="0">
                <a:effectLst/>
                <a:latin typeface="__fkGroteskNeue_598ab8"/>
              </a:rPr>
              <a:t>Backhaul connects the baseband unit to the core network, facilitating the transport of data from the baseband unit to its final destination within the network infrastructure.</a:t>
            </a:r>
            <a:endParaRPr lang="en-US" dirty="0"/>
          </a:p>
        </p:txBody>
      </p:sp>
      <p:sp>
        <p:nvSpPr>
          <p:cNvPr id="4" name="Slide Number Placeholder 3"/>
          <p:cNvSpPr>
            <a:spLocks noGrp="1"/>
          </p:cNvSpPr>
          <p:nvPr>
            <p:ph type="sldNum" sz="quarter" idx="5"/>
          </p:nvPr>
        </p:nvSpPr>
        <p:spPr/>
        <p:txBody>
          <a:bodyPr/>
          <a:lstStyle/>
          <a:p>
            <a:fld id="{AB62A840-9A98-D44D-B9AA-A6C163547BBA}" type="slidenum">
              <a:rPr lang="en-US" smtClean="0"/>
              <a:t>7</a:t>
            </a:fld>
            <a:endParaRPr lang="en-US"/>
          </a:p>
        </p:txBody>
      </p:sp>
    </p:spTree>
    <p:extLst>
      <p:ext uri="{BB962C8B-B14F-4D97-AF65-F5344CB8AC3E}">
        <p14:creationId xmlns:p14="http://schemas.microsoft.com/office/powerpoint/2010/main" val="7915602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77773-4702-EBDA-B5E1-3DC5D1D9EEF8}"/>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CD0CC258-2D94-89CA-DB4C-BFD0E03DFE1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499906F1-BB0B-2580-E2CE-598718CC25CD}"/>
              </a:ext>
            </a:extLst>
          </p:cNvPr>
          <p:cNvSpPr>
            <a:spLocks noGrp="1"/>
          </p:cNvSpPr>
          <p:nvPr>
            <p:ph type="dt" sz="half" idx="10"/>
          </p:nvPr>
        </p:nvSpPr>
        <p:spPr/>
        <p:txBody>
          <a:bodyPr/>
          <a:lstStyle/>
          <a:p>
            <a:fld id="{A721BAF6-5C3C-B34D-B9E9-1D82F8E82212}" type="datetimeFigureOut">
              <a:rPr lang="en-US" smtClean="0"/>
              <a:t>1/12/25</a:t>
            </a:fld>
            <a:endParaRPr lang="en-US"/>
          </a:p>
        </p:txBody>
      </p:sp>
      <p:sp>
        <p:nvSpPr>
          <p:cNvPr id="5" name="Footer Placeholder 4">
            <a:extLst>
              <a:ext uri="{FF2B5EF4-FFF2-40B4-BE49-F238E27FC236}">
                <a16:creationId xmlns:a16="http://schemas.microsoft.com/office/drawing/2014/main" id="{3737BE97-2532-2218-CA50-49CC747D61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1FE608-84EF-180D-0268-256298BCF077}"/>
              </a:ext>
            </a:extLst>
          </p:cNvPr>
          <p:cNvSpPr>
            <a:spLocks noGrp="1"/>
          </p:cNvSpPr>
          <p:nvPr>
            <p:ph type="sldNum" sz="quarter" idx="12"/>
          </p:nvPr>
        </p:nvSpPr>
        <p:spPr/>
        <p:txBody>
          <a:bodyPr/>
          <a:lstStyle/>
          <a:p>
            <a:fld id="{2414467D-E172-3A41-9EE8-82D5FC89BE9E}" type="slidenum">
              <a:rPr lang="en-US" smtClean="0"/>
              <a:t>‹#›</a:t>
            </a:fld>
            <a:endParaRPr lang="en-US"/>
          </a:p>
        </p:txBody>
      </p:sp>
    </p:spTree>
    <p:extLst>
      <p:ext uri="{BB962C8B-B14F-4D97-AF65-F5344CB8AC3E}">
        <p14:creationId xmlns:p14="http://schemas.microsoft.com/office/powerpoint/2010/main" val="4453435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0784B-DB0C-BC5B-9F51-9E68F7784022}"/>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E1FF4E69-F211-E9B8-2A85-E56A4003775B}"/>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2D582BD-1F3F-BA75-3BE4-CD6CE9499AD6}"/>
              </a:ext>
            </a:extLst>
          </p:cNvPr>
          <p:cNvSpPr>
            <a:spLocks noGrp="1"/>
          </p:cNvSpPr>
          <p:nvPr>
            <p:ph type="dt" sz="half" idx="10"/>
          </p:nvPr>
        </p:nvSpPr>
        <p:spPr/>
        <p:txBody>
          <a:bodyPr/>
          <a:lstStyle/>
          <a:p>
            <a:fld id="{A721BAF6-5C3C-B34D-B9E9-1D82F8E82212}" type="datetimeFigureOut">
              <a:rPr lang="en-US" smtClean="0"/>
              <a:t>1/12/25</a:t>
            </a:fld>
            <a:endParaRPr lang="en-US"/>
          </a:p>
        </p:txBody>
      </p:sp>
      <p:sp>
        <p:nvSpPr>
          <p:cNvPr id="5" name="Footer Placeholder 4">
            <a:extLst>
              <a:ext uri="{FF2B5EF4-FFF2-40B4-BE49-F238E27FC236}">
                <a16:creationId xmlns:a16="http://schemas.microsoft.com/office/drawing/2014/main" id="{2B108B5D-07C5-127F-12E7-38FEE89E88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7B40A2-82F8-837F-6850-464EBE4E6700}"/>
              </a:ext>
            </a:extLst>
          </p:cNvPr>
          <p:cNvSpPr>
            <a:spLocks noGrp="1"/>
          </p:cNvSpPr>
          <p:nvPr>
            <p:ph type="sldNum" sz="quarter" idx="12"/>
          </p:nvPr>
        </p:nvSpPr>
        <p:spPr/>
        <p:txBody>
          <a:bodyPr/>
          <a:lstStyle/>
          <a:p>
            <a:fld id="{2414467D-E172-3A41-9EE8-82D5FC89BE9E}" type="slidenum">
              <a:rPr lang="en-US" smtClean="0"/>
              <a:t>‹#›</a:t>
            </a:fld>
            <a:endParaRPr lang="en-US"/>
          </a:p>
        </p:txBody>
      </p:sp>
    </p:spTree>
    <p:extLst>
      <p:ext uri="{BB962C8B-B14F-4D97-AF65-F5344CB8AC3E}">
        <p14:creationId xmlns:p14="http://schemas.microsoft.com/office/powerpoint/2010/main" val="21514324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1184E-2407-0D1B-EEDC-E86C2566A425}"/>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073EB30A-75DB-924C-0118-5ACD8EB3FCE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5710CAC7-634F-8A5C-10D4-1AD2F29D1F77}"/>
              </a:ext>
            </a:extLst>
          </p:cNvPr>
          <p:cNvSpPr>
            <a:spLocks noGrp="1"/>
          </p:cNvSpPr>
          <p:nvPr>
            <p:ph type="dt" sz="half" idx="10"/>
          </p:nvPr>
        </p:nvSpPr>
        <p:spPr/>
        <p:txBody>
          <a:bodyPr/>
          <a:lstStyle/>
          <a:p>
            <a:fld id="{A721BAF6-5C3C-B34D-B9E9-1D82F8E82212}" type="datetimeFigureOut">
              <a:rPr lang="en-US" smtClean="0"/>
              <a:t>1/12/25</a:t>
            </a:fld>
            <a:endParaRPr lang="en-US"/>
          </a:p>
        </p:txBody>
      </p:sp>
      <p:sp>
        <p:nvSpPr>
          <p:cNvPr id="5" name="Footer Placeholder 4">
            <a:extLst>
              <a:ext uri="{FF2B5EF4-FFF2-40B4-BE49-F238E27FC236}">
                <a16:creationId xmlns:a16="http://schemas.microsoft.com/office/drawing/2014/main" id="{8FCB2D69-D57F-E915-F4A8-4D9142C464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3B6CE5-1E2F-7B43-F057-6EC7EBEBCADA}"/>
              </a:ext>
            </a:extLst>
          </p:cNvPr>
          <p:cNvSpPr>
            <a:spLocks noGrp="1"/>
          </p:cNvSpPr>
          <p:nvPr>
            <p:ph type="sldNum" sz="quarter" idx="12"/>
          </p:nvPr>
        </p:nvSpPr>
        <p:spPr/>
        <p:txBody>
          <a:bodyPr/>
          <a:lstStyle/>
          <a:p>
            <a:fld id="{2414467D-E172-3A41-9EE8-82D5FC89BE9E}" type="slidenum">
              <a:rPr lang="en-US" smtClean="0"/>
              <a:t>‹#›</a:t>
            </a:fld>
            <a:endParaRPr lang="en-US"/>
          </a:p>
        </p:txBody>
      </p:sp>
    </p:spTree>
    <p:extLst>
      <p:ext uri="{BB962C8B-B14F-4D97-AF65-F5344CB8AC3E}">
        <p14:creationId xmlns:p14="http://schemas.microsoft.com/office/powerpoint/2010/main" val="938623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86195-1232-7051-15C3-2DD2D2261879}"/>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0FBCDBF-45D9-280B-69CE-0041A83E32C8}"/>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55C82DB7-2D75-EA93-16F3-B22B404CDE68}"/>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ECCD3688-14DF-1FAD-3698-6611BD9DC283}"/>
              </a:ext>
            </a:extLst>
          </p:cNvPr>
          <p:cNvSpPr>
            <a:spLocks noGrp="1"/>
          </p:cNvSpPr>
          <p:nvPr>
            <p:ph type="dt" sz="half" idx="10"/>
          </p:nvPr>
        </p:nvSpPr>
        <p:spPr/>
        <p:txBody>
          <a:bodyPr/>
          <a:lstStyle/>
          <a:p>
            <a:fld id="{A721BAF6-5C3C-B34D-B9E9-1D82F8E82212}" type="datetimeFigureOut">
              <a:rPr lang="en-US" smtClean="0"/>
              <a:t>1/12/25</a:t>
            </a:fld>
            <a:endParaRPr lang="en-US"/>
          </a:p>
        </p:txBody>
      </p:sp>
      <p:sp>
        <p:nvSpPr>
          <p:cNvPr id="6" name="Footer Placeholder 5">
            <a:extLst>
              <a:ext uri="{FF2B5EF4-FFF2-40B4-BE49-F238E27FC236}">
                <a16:creationId xmlns:a16="http://schemas.microsoft.com/office/drawing/2014/main" id="{5671C5F2-20B6-6E78-9DD4-7FB0392B7AF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95577AF-4B37-5FC1-A3F2-FE4B487846C5}"/>
              </a:ext>
            </a:extLst>
          </p:cNvPr>
          <p:cNvSpPr>
            <a:spLocks noGrp="1"/>
          </p:cNvSpPr>
          <p:nvPr>
            <p:ph type="sldNum" sz="quarter" idx="12"/>
          </p:nvPr>
        </p:nvSpPr>
        <p:spPr/>
        <p:txBody>
          <a:bodyPr/>
          <a:lstStyle/>
          <a:p>
            <a:fld id="{2414467D-E172-3A41-9EE8-82D5FC89BE9E}" type="slidenum">
              <a:rPr lang="en-US" smtClean="0"/>
              <a:t>‹#›</a:t>
            </a:fld>
            <a:endParaRPr lang="en-US"/>
          </a:p>
        </p:txBody>
      </p:sp>
    </p:spTree>
    <p:extLst>
      <p:ext uri="{BB962C8B-B14F-4D97-AF65-F5344CB8AC3E}">
        <p14:creationId xmlns:p14="http://schemas.microsoft.com/office/powerpoint/2010/main" val="37143238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3750F-9EFE-E977-E320-A20AC35C765D}"/>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CCF71BF7-3A76-AE89-C3BC-EDA63319B6A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C91DB16A-E36C-16B6-83B4-EC3FEAE4C5E5}"/>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12CFDABE-77B6-AB02-2CC8-752F0E9C683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2732069F-46E1-AFBB-27FA-2FD22F736683}"/>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B3C6DBD8-06AB-65DF-4B44-6261B9EE382A}"/>
              </a:ext>
            </a:extLst>
          </p:cNvPr>
          <p:cNvSpPr>
            <a:spLocks noGrp="1"/>
          </p:cNvSpPr>
          <p:nvPr>
            <p:ph type="dt" sz="half" idx="10"/>
          </p:nvPr>
        </p:nvSpPr>
        <p:spPr/>
        <p:txBody>
          <a:bodyPr/>
          <a:lstStyle/>
          <a:p>
            <a:fld id="{A721BAF6-5C3C-B34D-B9E9-1D82F8E82212}" type="datetimeFigureOut">
              <a:rPr lang="en-US" smtClean="0"/>
              <a:t>1/12/25</a:t>
            </a:fld>
            <a:endParaRPr lang="en-US"/>
          </a:p>
        </p:txBody>
      </p:sp>
      <p:sp>
        <p:nvSpPr>
          <p:cNvPr id="8" name="Footer Placeholder 7">
            <a:extLst>
              <a:ext uri="{FF2B5EF4-FFF2-40B4-BE49-F238E27FC236}">
                <a16:creationId xmlns:a16="http://schemas.microsoft.com/office/drawing/2014/main" id="{6CFB12E5-0586-1672-62D2-B7AC5C064A3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44E47EC-D046-0E77-AE10-8379F848DFBA}"/>
              </a:ext>
            </a:extLst>
          </p:cNvPr>
          <p:cNvSpPr>
            <a:spLocks noGrp="1"/>
          </p:cNvSpPr>
          <p:nvPr>
            <p:ph type="sldNum" sz="quarter" idx="12"/>
          </p:nvPr>
        </p:nvSpPr>
        <p:spPr/>
        <p:txBody>
          <a:bodyPr/>
          <a:lstStyle/>
          <a:p>
            <a:fld id="{2414467D-E172-3A41-9EE8-82D5FC89BE9E}" type="slidenum">
              <a:rPr lang="en-US" smtClean="0"/>
              <a:t>‹#›</a:t>
            </a:fld>
            <a:endParaRPr lang="en-US"/>
          </a:p>
        </p:txBody>
      </p:sp>
    </p:spTree>
    <p:extLst>
      <p:ext uri="{BB962C8B-B14F-4D97-AF65-F5344CB8AC3E}">
        <p14:creationId xmlns:p14="http://schemas.microsoft.com/office/powerpoint/2010/main" val="40901721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51F22-8C0F-89C4-5459-B7AFF969A988}"/>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B4E833A8-289C-7DD8-8D79-0DB2C762B3DD}"/>
              </a:ext>
            </a:extLst>
          </p:cNvPr>
          <p:cNvSpPr>
            <a:spLocks noGrp="1"/>
          </p:cNvSpPr>
          <p:nvPr>
            <p:ph type="dt" sz="half" idx="10"/>
          </p:nvPr>
        </p:nvSpPr>
        <p:spPr/>
        <p:txBody>
          <a:bodyPr/>
          <a:lstStyle/>
          <a:p>
            <a:fld id="{A721BAF6-5C3C-B34D-B9E9-1D82F8E82212}" type="datetimeFigureOut">
              <a:rPr lang="en-US" smtClean="0"/>
              <a:t>1/12/25</a:t>
            </a:fld>
            <a:endParaRPr lang="en-US"/>
          </a:p>
        </p:txBody>
      </p:sp>
      <p:sp>
        <p:nvSpPr>
          <p:cNvPr id="4" name="Footer Placeholder 3">
            <a:extLst>
              <a:ext uri="{FF2B5EF4-FFF2-40B4-BE49-F238E27FC236}">
                <a16:creationId xmlns:a16="http://schemas.microsoft.com/office/drawing/2014/main" id="{4322702D-B8B6-DC39-485A-2F6AD8FB07E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F6528C8-945C-F2E5-D329-C13AAADBD2B6}"/>
              </a:ext>
            </a:extLst>
          </p:cNvPr>
          <p:cNvSpPr>
            <a:spLocks noGrp="1"/>
          </p:cNvSpPr>
          <p:nvPr>
            <p:ph type="sldNum" sz="quarter" idx="12"/>
          </p:nvPr>
        </p:nvSpPr>
        <p:spPr/>
        <p:txBody>
          <a:bodyPr/>
          <a:lstStyle/>
          <a:p>
            <a:fld id="{2414467D-E172-3A41-9EE8-82D5FC89BE9E}" type="slidenum">
              <a:rPr lang="en-US" smtClean="0"/>
              <a:t>‹#›</a:t>
            </a:fld>
            <a:endParaRPr lang="en-US"/>
          </a:p>
        </p:txBody>
      </p:sp>
    </p:spTree>
    <p:extLst>
      <p:ext uri="{BB962C8B-B14F-4D97-AF65-F5344CB8AC3E}">
        <p14:creationId xmlns:p14="http://schemas.microsoft.com/office/powerpoint/2010/main" val="7953663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75F13AB-B50B-160B-0DDC-E7086B3D31C7}"/>
              </a:ext>
            </a:extLst>
          </p:cNvPr>
          <p:cNvSpPr>
            <a:spLocks noGrp="1"/>
          </p:cNvSpPr>
          <p:nvPr>
            <p:ph type="dt" sz="half" idx="10"/>
          </p:nvPr>
        </p:nvSpPr>
        <p:spPr/>
        <p:txBody>
          <a:bodyPr/>
          <a:lstStyle/>
          <a:p>
            <a:fld id="{A721BAF6-5C3C-B34D-B9E9-1D82F8E82212}" type="datetimeFigureOut">
              <a:rPr lang="en-US" smtClean="0"/>
              <a:t>1/12/25</a:t>
            </a:fld>
            <a:endParaRPr lang="en-US"/>
          </a:p>
        </p:txBody>
      </p:sp>
      <p:sp>
        <p:nvSpPr>
          <p:cNvPr id="3" name="Footer Placeholder 2">
            <a:extLst>
              <a:ext uri="{FF2B5EF4-FFF2-40B4-BE49-F238E27FC236}">
                <a16:creationId xmlns:a16="http://schemas.microsoft.com/office/drawing/2014/main" id="{7905A2D7-18A0-9A5A-E5A0-DEEDE4921D5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F78DA00-ECEE-F45B-7A8B-4E50084CB412}"/>
              </a:ext>
            </a:extLst>
          </p:cNvPr>
          <p:cNvSpPr>
            <a:spLocks noGrp="1"/>
          </p:cNvSpPr>
          <p:nvPr>
            <p:ph type="sldNum" sz="quarter" idx="12"/>
          </p:nvPr>
        </p:nvSpPr>
        <p:spPr/>
        <p:txBody>
          <a:bodyPr/>
          <a:lstStyle/>
          <a:p>
            <a:fld id="{2414467D-E172-3A41-9EE8-82D5FC89BE9E}" type="slidenum">
              <a:rPr lang="en-US" smtClean="0"/>
              <a:t>‹#›</a:t>
            </a:fld>
            <a:endParaRPr lang="en-US"/>
          </a:p>
        </p:txBody>
      </p:sp>
    </p:spTree>
    <p:extLst>
      <p:ext uri="{BB962C8B-B14F-4D97-AF65-F5344CB8AC3E}">
        <p14:creationId xmlns:p14="http://schemas.microsoft.com/office/powerpoint/2010/main" val="1696907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CAF9C-2408-9625-46A9-048163CC680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142DFCBD-D6CE-E97D-A799-25F72CFD990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BDCA4882-2598-F52A-70B4-2C67A2483A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7FFFDED-49B1-1987-DBB4-F5F989945E69}"/>
              </a:ext>
            </a:extLst>
          </p:cNvPr>
          <p:cNvSpPr>
            <a:spLocks noGrp="1"/>
          </p:cNvSpPr>
          <p:nvPr>
            <p:ph type="dt" sz="half" idx="10"/>
          </p:nvPr>
        </p:nvSpPr>
        <p:spPr/>
        <p:txBody>
          <a:bodyPr/>
          <a:lstStyle/>
          <a:p>
            <a:fld id="{A721BAF6-5C3C-B34D-B9E9-1D82F8E82212}" type="datetimeFigureOut">
              <a:rPr lang="en-US" smtClean="0"/>
              <a:t>1/12/25</a:t>
            </a:fld>
            <a:endParaRPr lang="en-US"/>
          </a:p>
        </p:txBody>
      </p:sp>
      <p:sp>
        <p:nvSpPr>
          <p:cNvPr id="6" name="Footer Placeholder 5">
            <a:extLst>
              <a:ext uri="{FF2B5EF4-FFF2-40B4-BE49-F238E27FC236}">
                <a16:creationId xmlns:a16="http://schemas.microsoft.com/office/drawing/2014/main" id="{02112A7B-0D30-DD6E-02BD-BEC92056EB5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1A81CE-B132-05E6-4A15-6C68D75D0827}"/>
              </a:ext>
            </a:extLst>
          </p:cNvPr>
          <p:cNvSpPr>
            <a:spLocks noGrp="1"/>
          </p:cNvSpPr>
          <p:nvPr>
            <p:ph type="sldNum" sz="quarter" idx="12"/>
          </p:nvPr>
        </p:nvSpPr>
        <p:spPr/>
        <p:txBody>
          <a:bodyPr/>
          <a:lstStyle/>
          <a:p>
            <a:fld id="{2414467D-E172-3A41-9EE8-82D5FC89BE9E}" type="slidenum">
              <a:rPr lang="en-US" smtClean="0"/>
              <a:t>‹#›</a:t>
            </a:fld>
            <a:endParaRPr lang="en-US"/>
          </a:p>
        </p:txBody>
      </p:sp>
    </p:spTree>
    <p:extLst>
      <p:ext uri="{BB962C8B-B14F-4D97-AF65-F5344CB8AC3E}">
        <p14:creationId xmlns:p14="http://schemas.microsoft.com/office/powerpoint/2010/main" val="33192278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41820-C008-FFCB-B59F-D55AEAA4438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82F9CE64-2DE2-3235-81AE-71CB6661F36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7A0C6FA-1598-97EC-97DB-76E0D32456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64A599A-27A5-3C72-6959-759391597192}"/>
              </a:ext>
            </a:extLst>
          </p:cNvPr>
          <p:cNvSpPr>
            <a:spLocks noGrp="1"/>
          </p:cNvSpPr>
          <p:nvPr>
            <p:ph type="dt" sz="half" idx="10"/>
          </p:nvPr>
        </p:nvSpPr>
        <p:spPr/>
        <p:txBody>
          <a:bodyPr/>
          <a:lstStyle/>
          <a:p>
            <a:fld id="{A721BAF6-5C3C-B34D-B9E9-1D82F8E82212}" type="datetimeFigureOut">
              <a:rPr lang="en-US" smtClean="0"/>
              <a:t>1/12/25</a:t>
            </a:fld>
            <a:endParaRPr lang="en-US"/>
          </a:p>
        </p:txBody>
      </p:sp>
      <p:sp>
        <p:nvSpPr>
          <p:cNvPr id="6" name="Footer Placeholder 5">
            <a:extLst>
              <a:ext uri="{FF2B5EF4-FFF2-40B4-BE49-F238E27FC236}">
                <a16:creationId xmlns:a16="http://schemas.microsoft.com/office/drawing/2014/main" id="{DC117E9E-8B4F-1275-EA66-24337BD4567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0559698-5002-EEAD-0B60-69B54595BAA2}"/>
              </a:ext>
            </a:extLst>
          </p:cNvPr>
          <p:cNvSpPr>
            <a:spLocks noGrp="1"/>
          </p:cNvSpPr>
          <p:nvPr>
            <p:ph type="sldNum" sz="quarter" idx="12"/>
          </p:nvPr>
        </p:nvSpPr>
        <p:spPr/>
        <p:txBody>
          <a:bodyPr/>
          <a:lstStyle/>
          <a:p>
            <a:fld id="{2414467D-E172-3A41-9EE8-82D5FC89BE9E}" type="slidenum">
              <a:rPr lang="en-US" smtClean="0"/>
              <a:t>‹#›</a:t>
            </a:fld>
            <a:endParaRPr lang="en-US"/>
          </a:p>
        </p:txBody>
      </p:sp>
    </p:spTree>
    <p:extLst>
      <p:ext uri="{BB962C8B-B14F-4D97-AF65-F5344CB8AC3E}">
        <p14:creationId xmlns:p14="http://schemas.microsoft.com/office/powerpoint/2010/main" val="674162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4B30D-C210-7249-3402-6578D4C19384}"/>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3C5A50AE-0C49-70BA-F412-96F27E69C332}"/>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B54C488-22AA-5CDB-FB86-0F0C29038C0D}"/>
              </a:ext>
            </a:extLst>
          </p:cNvPr>
          <p:cNvSpPr>
            <a:spLocks noGrp="1"/>
          </p:cNvSpPr>
          <p:nvPr>
            <p:ph type="dt" sz="half" idx="10"/>
          </p:nvPr>
        </p:nvSpPr>
        <p:spPr/>
        <p:txBody>
          <a:bodyPr/>
          <a:lstStyle/>
          <a:p>
            <a:fld id="{A721BAF6-5C3C-B34D-B9E9-1D82F8E82212}" type="datetimeFigureOut">
              <a:rPr lang="en-US" smtClean="0"/>
              <a:t>1/12/25</a:t>
            </a:fld>
            <a:endParaRPr lang="en-US"/>
          </a:p>
        </p:txBody>
      </p:sp>
      <p:sp>
        <p:nvSpPr>
          <p:cNvPr id="5" name="Footer Placeholder 4">
            <a:extLst>
              <a:ext uri="{FF2B5EF4-FFF2-40B4-BE49-F238E27FC236}">
                <a16:creationId xmlns:a16="http://schemas.microsoft.com/office/drawing/2014/main" id="{06F15649-CD6A-671A-19BB-F8A140E0B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3E95C9-8CD4-E4A5-22FC-59E9E2E6CB37}"/>
              </a:ext>
            </a:extLst>
          </p:cNvPr>
          <p:cNvSpPr>
            <a:spLocks noGrp="1"/>
          </p:cNvSpPr>
          <p:nvPr>
            <p:ph type="sldNum" sz="quarter" idx="12"/>
          </p:nvPr>
        </p:nvSpPr>
        <p:spPr/>
        <p:txBody>
          <a:bodyPr/>
          <a:lstStyle/>
          <a:p>
            <a:fld id="{2414467D-E172-3A41-9EE8-82D5FC89BE9E}" type="slidenum">
              <a:rPr lang="en-US" smtClean="0"/>
              <a:t>‹#›</a:t>
            </a:fld>
            <a:endParaRPr lang="en-US"/>
          </a:p>
        </p:txBody>
      </p:sp>
    </p:spTree>
    <p:extLst>
      <p:ext uri="{BB962C8B-B14F-4D97-AF65-F5344CB8AC3E}">
        <p14:creationId xmlns:p14="http://schemas.microsoft.com/office/powerpoint/2010/main" val="20891720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5770C6C-753E-D2EB-B1C8-D5DCF1816770}"/>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0B12B22-CE2A-B938-BDAC-257F9D2DD750}"/>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2DA9167-7F1C-8B7E-FBFD-FACBB1706E96}"/>
              </a:ext>
            </a:extLst>
          </p:cNvPr>
          <p:cNvSpPr>
            <a:spLocks noGrp="1"/>
          </p:cNvSpPr>
          <p:nvPr>
            <p:ph type="dt" sz="half" idx="10"/>
          </p:nvPr>
        </p:nvSpPr>
        <p:spPr/>
        <p:txBody>
          <a:bodyPr/>
          <a:lstStyle/>
          <a:p>
            <a:fld id="{A721BAF6-5C3C-B34D-B9E9-1D82F8E82212}" type="datetimeFigureOut">
              <a:rPr lang="en-US" smtClean="0"/>
              <a:t>1/12/25</a:t>
            </a:fld>
            <a:endParaRPr lang="en-US"/>
          </a:p>
        </p:txBody>
      </p:sp>
      <p:sp>
        <p:nvSpPr>
          <p:cNvPr id="5" name="Footer Placeholder 4">
            <a:extLst>
              <a:ext uri="{FF2B5EF4-FFF2-40B4-BE49-F238E27FC236}">
                <a16:creationId xmlns:a16="http://schemas.microsoft.com/office/drawing/2014/main" id="{6098CF3C-2075-8BCF-BA89-FA2CC1B7C7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78C9D7-C7DD-46AB-A2FE-31F72EABE9FB}"/>
              </a:ext>
            </a:extLst>
          </p:cNvPr>
          <p:cNvSpPr>
            <a:spLocks noGrp="1"/>
          </p:cNvSpPr>
          <p:nvPr>
            <p:ph type="sldNum" sz="quarter" idx="12"/>
          </p:nvPr>
        </p:nvSpPr>
        <p:spPr/>
        <p:txBody>
          <a:bodyPr/>
          <a:lstStyle/>
          <a:p>
            <a:fld id="{2414467D-E172-3A41-9EE8-82D5FC89BE9E}" type="slidenum">
              <a:rPr lang="en-US" smtClean="0"/>
              <a:t>‹#›</a:t>
            </a:fld>
            <a:endParaRPr lang="en-US"/>
          </a:p>
        </p:txBody>
      </p:sp>
    </p:spTree>
    <p:extLst>
      <p:ext uri="{BB962C8B-B14F-4D97-AF65-F5344CB8AC3E}">
        <p14:creationId xmlns:p14="http://schemas.microsoft.com/office/powerpoint/2010/main" val="11362237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17" name="Straight Connector 16">
            <a:extLst>
              <a:ext uri="{FF2B5EF4-FFF2-40B4-BE49-F238E27FC236}">
                <a16:creationId xmlns:a16="http://schemas.microsoft.com/office/drawing/2014/main" id="{6C0ACBD3-46E9-B34D-C471-71B6DF483DA8}"/>
              </a:ext>
            </a:extLst>
          </p:cNvPr>
          <p:cNvCxnSpPr/>
          <p:nvPr userDrawn="1"/>
        </p:nvCxnSpPr>
        <p:spPr>
          <a:xfrm>
            <a:off x="235353" y="6653955"/>
            <a:ext cx="11698144" cy="0"/>
          </a:xfrm>
          <a:prstGeom prst="line">
            <a:avLst/>
          </a:prstGeom>
          <a:ln w="57150">
            <a:solidFill>
              <a:srgbClr val="CE3251"/>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DFE3E042-CE1D-3D42-6423-E66557975CEF}"/>
              </a:ext>
            </a:extLst>
          </p:cNvPr>
          <p:cNvCxnSpPr>
            <a:cxnSpLocks/>
          </p:cNvCxnSpPr>
          <p:nvPr userDrawn="1"/>
        </p:nvCxnSpPr>
        <p:spPr>
          <a:xfrm>
            <a:off x="258503" y="254643"/>
            <a:ext cx="0" cy="6420533"/>
          </a:xfrm>
          <a:prstGeom prst="line">
            <a:avLst/>
          </a:prstGeom>
          <a:ln w="57150">
            <a:solidFill>
              <a:srgbClr val="CE325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9CF82531-B33C-6FDF-E91D-44D3FC0B90B7}"/>
              </a:ext>
            </a:extLst>
          </p:cNvPr>
          <p:cNvCxnSpPr/>
          <p:nvPr userDrawn="1"/>
        </p:nvCxnSpPr>
        <p:spPr>
          <a:xfrm>
            <a:off x="246928" y="254643"/>
            <a:ext cx="11698144" cy="0"/>
          </a:xfrm>
          <a:prstGeom prst="line">
            <a:avLst/>
          </a:prstGeom>
          <a:ln w="57150">
            <a:solidFill>
              <a:srgbClr val="CE325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1342AED4-CCDC-9D79-EF6E-90DDB4F232EA}"/>
              </a:ext>
            </a:extLst>
          </p:cNvPr>
          <p:cNvCxnSpPr>
            <a:cxnSpLocks/>
          </p:cNvCxnSpPr>
          <p:nvPr userDrawn="1"/>
        </p:nvCxnSpPr>
        <p:spPr>
          <a:xfrm>
            <a:off x="11916137" y="218733"/>
            <a:ext cx="0" cy="6420533"/>
          </a:xfrm>
          <a:prstGeom prst="line">
            <a:avLst/>
          </a:prstGeom>
          <a:ln w="57150">
            <a:solidFill>
              <a:srgbClr val="CE3251"/>
            </a:solidFill>
          </a:ln>
        </p:spPr>
        <p:style>
          <a:lnRef idx="2">
            <a:schemeClr val="accent1"/>
          </a:lnRef>
          <a:fillRef idx="0">
            <a:schemeClr val="accent1"/>
          </a:fillRef>
          <a:effectRef idx="1">
            <a:schemeClr val="accent1"/>
          </a:effectRef>
          <a:fontRef idx="minor">
            <a:schemeClr val="tx1"/>
          </a:fontRef>
        </p:style>
      </p:cxnSp>
      <p:sp>
        <p:nvSpPr>
          <p:cNvPr id="2" name="Title Placeholder 1">
            <a:extLst>
              <a:ext uri="{FF2B5EF4-FFF2-40B4-BE49-F238E27FC236}">
                <a16:creationId xmlns:a16="http://schemas.microsoft.com/office/drawing/2014/main" id="{332AC39C-93C4-4AE8-F649-505A9F28FCB0}"/>
              </a:ext>
            </a:extLst>
          </p:cNvPr>
          <p:cNvSpPr>
            <a:spLocks noGrp="1"/>
          </p:cNvSpPr>
          <p:nvPr>
            <p:ph type="title"/>
          </p:nvPr>
        </p:nvSpPr>
        <p:spPr>
          <a:xfrm>
            <a:off x="409935" y="320756"/>
            <a:ext cx="11384667" cy="630298"/>
          </a:xfrm>
          <a:prstGeom prst="rect">
            <a:avLst/>
          </a:prstGeom>
        </p:spPr>
        <p:txBody>
          <a:bodyPr vert="horz" lIns="91440" tIns="45720" rIns="91440" bIns="45720" rtlCol="0" anchor="ctr">
            <a:normAutofit/>
          </a:bodyPr>
          <a:lstStyle/>
          <a:p>
            <a:r>
              <a:rPr lang="en-GB" dirty="0"/>
              <a:t>Click to edit Master title style</a:t>
            </a:r>
            <a:endParaRPr lang="en-US" dirty="0"/>
          </a:p>
        </p:txBody>
      </p:sp>
      <p:sp>
        <p:nvSpPr>
          <p:cNvPr id="3" name="Text Placeholder 2">
            <a:extLst>
              <a:ext uri="{FF2B5EF4-FFF2-40B4-BE49-F238E27FC236}">
                <a16:creationId xmlns:a16="http://schemas.microsoft.com/office/drawing/2014/main" id="{660ADAE3-7B49-C4AE-5689-8AD9DD722EBE}"/>
              </a:ext>
            </a:extLst>
          </p:cNvPr>
          <p:cNvSpPr>
            <a:spLocks noGrp="1"/>
          </p:cNvSpPr>
          <p:nvPr>
            <p:ph type="body" idx="1"/>
          </p:nvPr>
        </p:nvSpPr>
        <p:spPr>
          <a:xfrm>
            <a:off x="409934" y="1050784"/>
            <a:ext cx="11384657" cy="5357733"/>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Date Placeholder 3">
            <a:extLst>
              <a:ext uri="{FF2B5EF4-FFF2-40B4-BE49-F238E27FC236}">
                <a16:creationId xmlns:a16="http://schemas.microsoft.com/office/drawing/2014/main" id="{404FF4BD-6B00-8618-7A2E-76641CCA8E73}"/>
              </a:ext>
            </a:extLst>
          </p:cNvPr>
          <p:cNvSpPr>
            <a:spLocks noGrp="1"/>
          </p:cNvSpPr>
          <p:nvPr>
            <p:ph type="dt" sz="half" idx="2"/>
          </p:nvPr>
        </p:nvSpPr>
        <p:spPr>
          <a:xfrm>
            <a:off x="281652" y="6443684"/>
            <a:ext cx="2743200" cy="183667"/>
          </a:xfrm>
          <a:prstGeom prst="rect">
            <a:avLst/>
          </a:prstGeom>
        </p:spPr>
        <p:txBody>
          <a:bodyPr vert="horz" lIns="91440" tIns="45720" rIns="91440" bIns="45720" rtlCol="0" anchor="ctr"/>
          <a:lstStyle>
            <a:lvl1pPr algn="l">
              <a:defRPr sz="800">
                <a:solidFill>
                  <a:srgbClr val="CE3251"/>
                </a:solidFill>
              </a:defRPr>
            </a:lvl1pPr>
          </a:lstStyle>
          <a:p>
            <a:fld id="{A721BAF6-5C3C-B34D-B9E9-1D82F8E82212}" type="datetimeFigureOut">
              <a:rPr lang="en-US" smtClean="0"/>
              <a:pPr/>
              <a:t>1/12/25</a:t>
            </a:fld>
            <a:endParaRPr lang="en-US" dirty="0"/>
          </a:p>
        </p:txBody>
      </p:sp>
      <p:sp>
        <p:nvSpPr>
          <p:cNvPr id="5" name="Footer Placeholder 4">
            <a:extLst>
              <a:ext uri="{FF2B5EF4-FFF2-40B4-BE49-F238E27FC236}">
                <a16:creationId xmlns:a16="http://schemas.microsoft.com/office/drawing/2014/main" id="{98DF7206-C3A8-41E2-5397-1C3F7DF46A8E}"/>
              </a:ext>
            </a:extLst>
          </p:cNvPr>
          <p:cNvSpPr>
            <a:spLocks noGrp="1"/>
          </p:cNvSpPr>
          <p:nvPr>
            <p:ph type="ftr" sz="quarter" idx="3"/>
          </p:nvPr>
        </p:nvSpPr>
        <p:spPr>
          <a:xfrm>
            <a:off x="3047999" y="6422463"/>
            <a:ext cx="8257547" cy="180894"/>
          </a:xfrm>
          <a:prstGeom prst="rect">
            <a:avLst/>
          </a:prstGeom>
        </p:spPr>
        <p:txBody>
          <a:bodyPr vert="horz" lIns="91440" tIns="45720" rIns="91440" bIns="45720" rtlCol="0" anchor="ctr"/>
          <a:lstStyle>
            <a:lvl1pPr algn="ctr">
              <a:defRPr sz="800">
                <a:solidFill>
                  <a:srgbClr val="CE3251"/>
                </a:solidFill>
              </a:defRPr>
            </a:lvl1pPr>
          </a:lstStyle>
          <a:p>
            <a:endParaRPr lang="en-US" dirty="0"/>
          </a:p>
        </p:txBody>
      </p:sp>
      <p:sp>
        <p:nvSpPr>
          <p:cNvPr id="6" name="Slide Number Placeholder 5">
            <a:extLst>
              <a:ext uri="{FF2B5EF4-FFF2-40B4-BE49-F238E27FC236}">
                <a16:creationId xmlns:a16="http://schemas.microsoft.com/office/drawing/2014/main" id="{14451270-8049-FDB3-FB0F-18D4E77E5C78}"/>
              </a:ext>
            </a:extLst>
          </p:cNvPr>
          <p:cNvSpPr>
            <a:spLocks noGrp="1"/>
          </p:cNvSpPr>
          <p:nvPr>
            <p:ph type="sldNum" sz="quarter" idx="4"/>
          </p:nvPr>
        </p:nvSpPr>
        <p:spPr>
          <a:xfrm>
            <a:off x="11366338" y="6422462"/>
            <a:ext cx="489025" cy="206738"/>
          </a:xfrm>
          <a:prstGeom prst="rect">
            <a:avLst/>
          </a:prstGeom>
        </p:spPr>
        <p:txBody>
          <a:bodyPr vert="horz" lIns="91440" tIns="45720" rIns="91440" bIns="45720" rtlCol="0" anchor="ctr"/>
          <a:lstStyle>
            <a:lvl1pPr algn="r">
              <a:defRPr sz="800">
                <a:solidFill>
                  <a:srgbClr val="CE3251"/>
                </a:solidFill>
              </a:defRPr>
            </a:lvl1pPr>
          </a:lstStyle>
          <a:p>
            <a:fld id="{2414467D-E172-3A41-9EE8-82D5FC89BE9E}" type="slidenum">
              <a:rPr lang="en-US" smtClean="0"/>
              <a:pPr/>
              <a:t>‹#›</a:t>
            </a:fld>
            <a:endParaRPr lang="en-US" dirty="0"/>
          </a:p>
        </p:txBody>
      </p:sp>
      <p:sp>
        <p:nvSpPr>
          <p:cNvPr id="7" name="Rectangle 6">
            <a:extLst>
              <a:ext uri="{FF2B5EF4-FFF2-40B4-BE49-F238E27FC236}">
                <a16:creationId xmlns:a16="http://schemas.microsoft.com/office/drawing/2014/main" id="{67CD3814-5E31-0F84-57E6-1449AC03D434}"/>
              </a:ext>
            </a:extLst>
          </p:cNvPr>
          <p:cNvSpPr/>
          <p:nvPr userDrawn="1"/>
        </p:nvSpPr>
        <p:spPr>
          <a:xfrm>
            <a:off x="0" y="0"/>
            <a:ext cx="12192000" cy="231494"/>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33C4D47C-60C0-F03C-E90B-6DC9F787F95E}"/>
              </a:ext>
            </a:extLst>
          </p:cNvPr>
          <p:cNvSpPr/>
          <p:nvPr userDrawn="1"/>
        </p:nvSpPr>
        <p:spPr>
          <a:xfrm>
            <a:off x="0" y="6675177"/>
            <a:ext cx="12192000" cy="231494"/>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65438B19-489F-8473-01D9-268521D48F80}"/>
              </a:ext>
            </a:extLst>
          </p:cNvPr>
          <p:cNvSpPr/>
          <p:nvPr userDrawn="1"/>
        </p:nvSpPr>
        <p:spPr>
          <a:xfrm rot="5400000">
            <a:off x="8846694" y="3329871"/>
            <a:ext cx="6443683" cy="246927"/>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799C67A-DEF7-674A-4F4D-E293D6F67476}"/>
              </a:ext>
            </a:extLst>
          </p:cNvPr>
          <p:cNvSpPr/>
          <p:nvPr userDrawn="1"/>
        </p:nvSpPr>
        <p:spPr>
          <a:xfrm rot="5400000">
            <a:off x="-3098377" y="3329871"/>
            <a:ext cx="6443683" cy="246927"/>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21">
            <a:extLst>
              <a:ext uri="{FF2B5EF4-FFF2-40B4-BE49-F238E27FC236}">
                <a16:creationId xmlns:a16="http://schemas.microsoft.com/office/drawing/2014/main" id="{D32A8DBD-058D-DE15-491B-14494FA50CDF}"/>
              </a:ext>
            </a:extLst>
          </p:cNvPr>
          <p:cNvCxnSpPr>
            <a:cxnSpLocks/>
          </p:cNvCxnSpPr>
          <p:nvPr userDrawn="1"/>
        </p:nvCxnSpPr>
        <p:spPr>
          <a:xfrm>
            <a:off x="-23446" y="11427"/>
            <a:ext cx="12240000" cy="0"/>
          </a:xfrm>
          <a:prstGeom prst="line">
            <a:avLst/>
          </a:prstGeom>
          <a:ln w="57150">
            <a:solidFill>
              <a:srgbClr val="FF1C06"/>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9F38FF2D-C0D4-CEAE-023B-E3FC2868B5FF}"/>
              </a:ext>
            </a:extLst>
          </p:cNvPr>
          <p:cNvCxnSpPr>
            <a:cxnSpLocks/>
          </p:cNvCxnSpPr>
          <p:nvPr userDrawn="1"/>
        </p:nvCxnSpPr>
        <p:spPr>
          <a:xfrm>
            <a:off x="11279" y="23150"/>
            <a:ext cx="0" cy="6883521"/>
          </a:xfrm>
          <a:prstGeom prst="line">
            <a:avLst/>
          </a:prstGeom>
          <a:ln w="57150">
            <a:solidFill>
              <a:srgbClr val="FF1C06"/>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277711B4-5CAA-5385-4647-DCB55FE13B52}"/>
              </a:ext>
            </a:extLst>
          </p:cNvPr>
          <p:cNvCxnSpPr>
            <a:cxnSpLocks/>
          </p:cNvCxnSpPr>
          <p:nvPr userDrawn="1"/>
        </p:nvCxnSpPr>
        <p:spPr>
          <a:xfrm>
            <a:off x="34725" y="6871504"/>
            <a:ext cx="12191999" cy="0"/>
          </a:xfrm>
          <a:prstGeom prst="line">
            <a:avLst/>
          </a:prstGeom>
          <a:ln w="57150">
            <a:solidFill>
              <a:srgbClr val="FF1C06"/>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DAB75460-1779-263E-BCB5-A75F7A7DC9E1}"/>
              </a:ext>
            </a:extLst>
          </p:cNvPr>
          <p:cNvCxnSpPr>
            <a:cxnSpLocks/>
          </p:cNvCxnSpPr>
          <p:nvPr userDrawn="1"/>
        </p:nvCxnSpPr>
        <p:spPr>
          <a:xfrm>
            <a:off x="12191999" y="11427"/>
            <a:ext cx="0" cy="6883521"/>
          </a:xfrm>
          <a:prstGeom prst="line">
            <a:avLst/>
          </a:prstGeom>
          <a:ln w="57150">
            <a:solidFill>
              <a:srgbClr val="FF1C06"/>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598654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rgbClr val="CE3251"/>
          </a:solidFill>
          <a:latin typeface="Bookman Old Style" panose="02050604050505020204" pitchFamily="18" charset="0"/>
          <a:ea typeface="+mj-ea"/>
          <a:cs typeface="+mj-cs"/>
        </a:defRPr>
      </a:lvl1pPr>
    </p:titleStyle>
    <p:bodyStyle>
      <a:lvl1pPr marL="228600" indent="-228600" algn="just" defTabSz="914400" rtl="0" eaLnBrk="1" latinLnBrk="0" hangingPunct="1">
        <a:lnSpc>
          <a:spcPct val="150000"/>
        </a:lnSpc>
        <a:spcBef>
          <a:spcPts val="0"/>
        </a:spcBef>
        <a:buFont typeface="Wingdings" pitchFamily="2" charset="2"/>
        <a:buChar char="Ø"/>
        <a:defRPr sz="2800" kern="1200">
          <a:solidFill>
            <a:schemeClr val="tx1"/>
          </a:solidFill>
          <a:latin typeface="Book Antiqua" panose="02040602050305030304" pitchFamily="18" charset="0"/>
          <a:ea typeface="+mn-ea"/>
          <a:cs typeface="+mn-cs"/>
        </a:defRPr>
      </a:lvl1pPr>
      <a:lvl2pPr marL="685800" indent="-228600" algn="just" defTabSz="914400" rtl="0" eaLnBrk="1" latinLnBrk="0" hangingPunct="1">
        <a:lnSpc>
          <a:spcPct val="150000"/>
        </a:lnSpc>
        <a:spcBef>
          <a:spcPts val="0"/>
        </a:spcBef>
        <a:buFont typeface="Wingdings" pitchFamily="2" charset="2"/>
        <a:buChar char="Ø"/>
        <a:defRPr sz="2400" kern="1200">
          <a:solidFill>
            <a:schemeClr val="tx1"/>
          </a:solidFill>
          <a:latin typeface="Book Antiqua" panose="02040602050305030304" pitchFamily="18" charset="0"/>
          <a:ea typeface="+mn-ea"/>
          <a:cs typeface="+mn-cs"/>
        </a:defRPr>
      </a:lvl2pPr>
      <a:lvl3pPr marL="1143000" indent="-228600" algn="just" defTabSz="914400" rtl="0" eaLnBrk="1" latinLnBrk="0" hangingPunct="1">
        <a:lnSpc>
          <a:spcPct val="150000"/>
        </a:lnSpc>
        <a:spcBef>
          <a:spcPts val="0"/>
        </a:spcBef>
        <a:buFont typeface="Wingdings" pitchFamily="2" charset="2"/>
        <a:buChar char="Ø"/>
        <a:defRPr sz="2000" kern="1200">
          <a:solidFill>
            <a:schemeClr val="tx1"/>
          </a:solidFill>
          <a:latin typeface="Book Antiqua" panose="02040602050305030304" pitchFamily="18" charset="0"/>
          <a:ea typeface="+mn-ea"/>
          <a:cs typeface="+mn-cs"/>
        </a:defRPr>
      </a:lvl3pPr>
      <a:lvl4pPr marL="1600200" indent="-228600" algn="just" defTabSz="914400" rtl="0" eaLnBrk="1" latinLnBrk="0" hangingPunct="1">
        <a:lnSpc>
          <a:spcPct val="150000"/>
        </a:lnSpc>
        <a:spcBef>
          <a:spcPts val="0"/>
        </a:spcBef>
        <a:buFont typeface="Wingdings" pitchFamily="2" charset="2"/>
        <a:buChar char="Ø"/>
        <a:defRPr sz="1800" kern="1200">
          <a:solidFill>
            <a:schemeClr val="tx1"/>
          </a:solidFill>
          <a:latin typeface="Book Antiqua" panose="02040602050305030304" pitchFamily="18" charset="0"/>
          <a:ea typeface="+mn-ea"/>
          <a:cs typeface="+mn-cs"/>
        </a:defRPr>
      </a:lvl4pPr>
      <a:lvl5pPr marL="2057400" indent="-228600" algn="just" defTabSz="914400" rtl="0" eaLnBrk="1" latinLnBrk="0" hangingPunct="1">
        <a:lnSpc>
          <a:spcPct val="150000"/>
        </a:lnSpc>
        <a:spcBef>
          <a:spcPts val="0"/>
        </a:spcBef>
        <a:buFont typeface="Wingdings" pitchFamily="2" charset="2"/>
        <a:buChar char="Ø"/>
        <a:defRPr sz="1800" kern="1200">
          <a:solidFill>
            <a:schemeClr val="tx1"/>
          </a:solidFill>
          <a:latin typeface="Book Antiqua" panose="020406020503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70C42F55-DF40-AD94-3ABE-C729D34E87A1}"/>
              </a:ext>
            </a:extLst>
          </p:cNvPr>
          <p:cNvSpPr txBox="1">
            <a:spLocks/>
          </p:cNvSpPr>
          <p:nvPr/>
        </p:nvSpPr>
        <p:spPr>
          <a:xfrm>
            <a:off x="1524000" y="626302"/>
            <a:ext cx="9144000" cy="2342367"/>
          </a:xfrm>
          <a:prstGeom prst="rect">
            <a:avLst/>
          </a:prstGeom>
        </p:spPr>
        <p:txBody>
          <a:bodyPr vert="horz" lIns="91440" tIns="45720" rIns="91440" bIns="45720" rtlCol="0" anchor="ctr">
            <a:normAutofit fontScale="90000"/>
          </a:bodyPr>
          <a:lstStyle>
            <a:lvl1pPr algn="ctr" defTabSz="914400" rtl="0" eaLnBrk="1" latinLnBrk="0" hangingPunct="1">
              <a:lnSpc>
                <a:spcPct val="90000"/>
              </a:lnSpc>
              <a:spcBef>
                <a:spcPct val="0"/>
              </a:spcBef>
              <a:buNone/>
              <a:defRPr sz="6000" kern="1200">
                <a:solidFill>
                  <a:srgbClr val="CE3251"/>
                </a:solidFill>
                <a:latin typeface="Bookman Old Style" panose="02050604050505020204" pitchFamily="18" charset="0"/>
                <a:ea typeface="+mj-ea"/>
                <a:cs typeface="+mj-cs"/>
              </a:defRPr>
            </a:lvl1pPr>
          </a:lstStyle>
          <a:p>
            <a:r>
              <a:rPr lang="en-US" dirty="0"/>
              <a:t>Fundamentals </a:t>
            </a:r>
            <a:br>
              <a:rPr lang="en-US" dirty="0"/>
            </a:br>
            <a:r>
              <a:rPr lang="en-US" dirty="0"/>
              <a:t>of </a:t>
            </a:r>
            <a:br>
              <a:rPr lang="en-US" dirty="0"/>
            </a:br>
            <a:r>
              <a:rPr lang="en-US" dirty="0"/>
              <a:t>Fog and Edge Computing</a:t>
            </a:r>
          </a:p>
        </p:txBody>
      </p:sp>
      <p:sp>
        <p:nvSpPr>
          <p:cNvPr id="11" name="Subtitle 2">
            <a:extLst>
              <a:ext uri="{FF2B5EF4-FFF2-40B4-BE49-F238E27FC236}">
                <a16:creationId xmlns:a16="http://schemas.microsoft.com/office/drawing/2014/main" id="{83D10DA9-85CC-E84A-C5E1-DE4EE13CC67B}"/>
              </a:ext>
            </a:extLst>
          </p:cNvPr>
          <p:cNvSpPr txBox="1">
            <a:spLocks/>
          </p:cNvSpPr>
          <p:nvPr/>
        </p:nvSpPr>
        <p:spPr>
          <a:xfrm>
            <a:off x="1524000" y="3240034"/>
            <a:ext cx="9144000" cy="1298596"/>
          </a:xfrm>
          <a:prstGeom prst="rect">
            <a:avLst/>
          </a:prstGeom>
        </p:spPr>
        <p:txBody>
          <a:bodyPr vert="horz" lIns="91440" tIns="45720" rIns="91440" bIns="45720" rtlCol="0">
            <a:normAutofit/>
          </a:bodyPr>
          <a:lstStyle>
            <a:lvl1pPr marL="0" indent="0" algn="ctr" defTabSz="914400" rtl="0" eaLnBrk="1" latinLnBrk="0" hangingPunct="1">
              <a:lnSpc>
                <a:spcPct val="150000"/>
              </a:lnSpc>
              <a:spcBef>
                <a:spcPts val="0"/>
              </a:spcBef>
              <a:buFont typeface="Wingdings" pitchFamily="2" charset="2"/>
              <a:buNone/>
              <a:defRPr sz="2400" kern="1200">
                <a:solidFill>
                  <a:schemeClr val="tx1"/>
                </a:solidFill>
                <a:latin typeface="Book Antiqua" panose="02040602050305030304" pitchFamily="18" charset="0"/>
                <a:ea typeface="+mn-ea"/>
                <a:cs typeface="+mn-cs"/>
              </a:defRPr>
            </a:lvl1pPr>
            <a:lvl2pPr marL="457200" indent="0" algn="ctr" defTabSz="914400" rtl="0" eaLnBrk="1" latinLnBrk="0" hangingPunct="1">
              <a:lnSpc>
                <a:spcPct val="150000"/>
              </a:lnSpc>
              <a:spcBef>
                <a:spcPts val="0"/>
              </a:spcBef>
              <a:buFont typeface="Wingdings" pitchFamily="2" charset="2"/>
              <a:buNone/>
              <a:defRPr sz="2000" kern="1200">
                <a:solidFill>
                  <a:schemeClr val="tx1"/>
                </a:solidFill>
                <a:latin typeface="Book Antiqua" panose="02040602050305030304" pitchFamily="18" charset="0"/>
                <a:ea typeface="+mn-ea"/>
                <a:cs typeface="+mn-cs"/>
              </a:defRPr>
            </a:lvl2pPr>
            <a:lvl3pPr marL="914400" indent="0" algn="ctr" defTabSz="914400" rtl="0" eaLnBrk="1" latinLnBrk="0" hangingPunct="1">
              <a:lnSpc>
                <a:spcPct val="150000"/>
              </a:lnSpc>
              <a:spcBef>
                <a:spcPts val="0"/>
              </a:spcBef>
              <a:buFont typeface="Wingdings" pitchFamily="2" charset="2"/>
              <a:buNone/>
              <a:defRPr sz="1800" kern="1200">
                <a:solidFill>
                  <a:schemeClr val="tx1"/>
                </a:solidFill>
                <a:latin typeface="Book Antiqua" panose="02040602050305030304" pitchFamily="18" charset="0"/>
                <a:ea typeface="+mn-ea"/>
                <a:cs typeface="+mn-cs"/>
              </a:defRPr>
            </a:lvl3pPr>
            <a:lvl4pPr marL="1371600" indent="0" algn="ctr" defTabSz="914400" rtl="0" eaLnBrk="1" latinLnBrk="0" hangingPunct="1">
              <a:lnSpc>
                <a:spcPct val="150000"/>
              </a:lnSpc>
              <a:spcBef>
                <a:spcPts val="0"/>
              </a:spcBef>
              <a:buFont typeface="Wingdings" pitchFamily="2" charset="2"/>
              <a:buNone/>
              <a:defRPr sz="1600" kern="1200">
                <a:solidFill>
                  <a:schemeClr val="tx1"/>
                </a:solidFill>
                <a:latin typeface="Book Antiqua" panose="02040602050305030304" pitchFamily="18" charset="0"/>
                <a:ea typeface="+mn-ea"/>
                <a:cs typeface="+mn-cs"/>
              </a:defRPr>
            </a:lvl4pPr>
            <a:lvl5pPr marL="1828800" indent="0" algn="ctr" defTabSz="914400" rtl="0" eaLnBrk="1" latinLnBrk="0" hangingPunct="1">
              <a:lnSpc>
                <a:spcPct val="150000"/>
              </a:lnSpc>
              <a:spcBef>
                <a:spcPts val="0"/>
              </a:spcBef>
              <a:buFont typeface="Wingdings" pitchFamily="2" charset="2"/>
              <a:buNone/>
              <a:defRPr sz="1600" kern="1200">
                <a:solidFill>
                  <a:schemeClr val="tx1"/>
                </a:solidFill>
                <a:latin typeface="Book Antiqua" panose="02040602050305030304" pitchFamily="18"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dirty="0"/>
              <a:t>BCSE313L</a:t>
            </a:r>
          </a:p>
          <a:p>
            <a:r>
              <a:rPr lang="en-US" b="1" dirty="0"/>
              <a:t>WINTER 2024 - 2025</a:t>
            </a:r>
          </a:p>
        </p:txBody>
      </p:sp>
      <p:sp>
        <p:nvSpPr>
          <p:cNvPr id="12" name="Subtitle 2">
            <a:extLst>
              <a:ext uri="{FF2B5EF4-FFF2-40B4-BE49-F238E27FC236}">
                <a16:creationId xmlns:a16="http://schemas.microsoft.com/office/drawing/2014/main" id="{3135A882-75BD-6212-D6B5-EC0AB472C306}"/>
              </a:ext>
            </a:extLst>
          </p:cNvPr>
          <p:cNvSpPr txBox="1">
            <a:spLocks/>
          </p:cNvSpPr>
          <p:nvPr/>
        </p:nvSpPr>
        <p:spPr>
          <a:xfrm>
            <a:off x="413657" y="5072082"/>
            <a:ext cx="11364685" cy="928721"/>
          </a:xfrm>
          <a:prstGeom prst="rect">
            <a:avLst/>
          </a:prstGeom>
        </p:spPr>
        <p:txBody>
          <a:bodyPr vert="horz" lIns="91440" tIns="45720" rIns="91440" bIns="45720" rtlCol="0">
            <a:normAutofit fontScale="92500"/>
          </a:bodyPr>
          <a:lstStyle>
            <a:lvl1pPr marL="0" indent="0" algn="ctr" defTabSz="914400" rtl="0" eaLnBrk="1" latinLnBrk="0" hangingPunct="1">
              <a:lnSpc>
                <a:spcPct val="150000"/>
              </a:lnSpc>
              <a:spcBef>
                <a:spcPts val="0"/>
              </a:spcBef>
              <a:buFont typeface="Wingdings" pitchFamily="2" charset="2"/>
              <a:buNone/>
              <a:defRPr sz="2400" kern="1200">
                <a:solidFill>
                  <a:schemeClr val="tx1"/>
                </a:solidFill>
                <a:latin typeface="Book Antiqua" panose="02040602050305030304" pitchFamily="18" charset="0"/>
                <a:ea typeface="+mn-ea"/>
                <a:cs typeface="+mn-cs"/>
              </a:defRPr>
            </a:lvl1pPr>
            <a:lvl2pPr marL="457200" indent="0" algn="ctr" defTabSz="914400" rtl="0" eaLnBrk="1" latinLnBrk="0" hangingPunct="1">
              <a:lnSpc>
                <a:spcPct val="150000"/>
              </a:lnSpc>
              <a:spcBef>
                <a:spcPts val="0"/>
              </a:spcBef>
              <a:buFont typeface="Wingdings" pitchFamily="2" charset="2"/>
              <a:buNone/>
              <a:defRPr sz="2000" kern="1200">
                <a:solidFill>
                  <a:schemeClr val="tx1"/>
                </a:solidFill>
                <a:latin typeface="Book Antiqua" panose="02040602050305030304" pitchFamily="18" charset="0"/>
                <a:ea typeface="+mn-ea"/>
                <a:cs typeface="+mn-cs"/>
              </a:defRPr>
            </a:lvl2pPr>
            <a:lvl3pPr marL="914400" indent="0" algn="ctr" defTabSz="914400" rtl="0" eaLnBrk="1" latinLnBrk="0" hangingPunct="1">
              <a:lnSpc>
                <a:spcPct val="150000"/>
              </a:lnSpc>
              <a:spcBef>
                <a:spcPts val="0"/>
              </a:spcBef>
              <a:buFont typeface="Wingdings" pitchFamily="2" charset="2"/>
              <a:buNone/>
              <a:defRPr sz="1800" kern="1200">
                <a:solidFill>
                  <a:schemeClr val="tx1"/>
                </a:solidFill>
                <a:latin typeface="Book Antiqua" panose="02040602050305030304" pitchFamily="18" charset="0"/>
                <a:ea typeface="+mn-ea"/>
                <a:cs typeface="+mn-cs"/>
              </a:defRPr>
            </a:lvl3pPr>
            <a:lvl4pPr marL="1371600" indent="0" algn="ctr" defTabSz="914400" rtl="0" eaLnBrk="1" latinLnBrk="0" hangingPunct="1">
              <a:lnSpc>
                <a:spcPct val="150000"/>
              </a:lnSpc>
              <a:spcBef>
                <a:spcPts val="0"/>
              </a:spcBef>
              <a:buFont typeface="Wingdings" pitchFamily="2" charset="2"/>
              <a:buNone/>
              <a:defRPr sz="1600" kern="1200">
                <a:solidFill>
                  <a:schemeClr val="tx1"/>
                </a:solidFill>
                <a:latin typeface="Book Antiqua" panose="02040602050305030304" pitchFamily="18" charset="0"/>
                <a:ea typeface="+mn-ea"/>
                <a:cs typeface="+mn-cs"/>
              </a:defRPr>
            </a:lvl4pPr>
            <a:lvl5pPr marL="1828800" indent="0" algn="ctr" defTabSz="914400" rtl="0" eaLnBrk="1" latinLnBrk="0" hangingPunct="1">
              <a:lnSpc>
                <a:spcPct val="150000"/>
              </a:lnSpc>
              <a:spcBef>
                <a:spcPts val="0"/>
              </a:spcBef>
              <a:buFont typeface="Wingdings" pitchFamily="2" charset="2"/>
              <a:buNone/>
              <a:defRPr sz="1600" kern="1200">
                <a:solidFill>
                  <a:schemeClr val="tx1"/>
                </a:solidFill>
                <a:latin typeface="Book Antiqua" panose="02040602050305030304" pitchFamily="18"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800" b="1" dirty="0"/>
              <a:t>Module 3 - Orchestration of Network Slices in Fog, Edge, and Clouds</a:t>
            </a:r>
          </a:p>
        </p:txBody>
      </p:sp>
    </p:spTree>
    <p:extLst>
      <p:ext uri="{BB962C8B-B14F-4D97-AF65-F5344CB8AC3E}">
        <p14:creationId xmlns:p14="http://schemas.microsoft.com/office/powerpoint/2010/main" val="14854106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E8D3B-0150-97FB-D813-344682D39C59}"/>
              </a:ext>
            </a:extLst>
          </p:cNvPr>
          <p:cNvSpPr>
            <a:spLocks noGrp="1"/>
          </p:cNvSpPr>
          <p:nvPr>
            <p:ph type="title"/>
          </p:nvPr>
        </p:nvSpPr>
        <p:spPr/>
        <p:txBody>
          <a:bodyPr>
            <a:normAutofit fontScale="90000"/>
          </a:bodyPr>
          <a:lstStyle/>
          <a:p>
            <a:r>
              <a:rPr lang="en-US" dirty="0"/>
              <a:t>Introduction</a:t>
            </a:r>
          </a:p>
        </p:txBody>
      </p:sp>
      <p:sp>
        <p:nvSpPr>
          <p:cNvPr id="3" name="Content Placeholder 2">
            <a:extLst>
              <a:ext uri="{FF2B5EF4-FFF2-40B4-BE49-F238E27FC236}">
                <a16:creationId xmlns:a16="http://schemas.microsoft.com/office/drawing/2014/main" id="{E0BE60DD-806A-24AE-D8FF-D7437EAD986D}"/>
              </a:ext>
            </a:extLst>
          </p:cNvPr>
          <p:cNvSpPr>
            <a:spLocks noGrp="1"/>
          </p:cNvSpPr>
          <p:nvPr>
            <p:ph idx="1"/>
          </p:nvPr>
        </p:nvSpPr>
        <p:spPr/>
        <p:txBody>
          <a:bodyPr/>
          <a:lstStyle/>
          <a:p>
            <a:r>
              <a:rPr lang="en-US" dirty="0"/>
              <a:t> </a:t>
            </a:r>
            <a:r>
              <a:rPr lang="en-US" dirty="0">
                <a:solidFill>
                  <a:srgbClr val="C00000"/>
                </a:solidFill>
              </a:rPr>
              <a:t>Digital transformation</a:t>
            </a:r>
            <a:r>
              <a:rPr lang="en-US" dirty="0"/>
              <a:t> is reshaping various sectors through innovative applications such as </a:t>
            </a:r>
            <a:r>
              <a:rPr lang="en-US" dirty="0">
                <a:solidFill>
                  <a:srgbClr val="C00000"/>
                </a:solidFill>
              </a:rPr>
              <a:t>smart cities</a:t>
            </a:r>
            <a:r>
              <a:rPr lang="en-US" dirty="0"/>
              <a:t>, vehicle-to-vehicle (</a:t>
            </a:r>
            <a:r>
              <a:rPr lang="en-US" dirty="0">
                <a:solidFill>
                  <a:srgbClr val="C00000"/>
                </a:solidFill>
              </a:rPr>
              <a:t>V2V</a:t>
            </a:r>
            <a:r>
              <a:rPr lang="en-US" dirty="0"/>
              <a:t>) communication, virtual reality (</a:t>
            </a:r>
            <a:r>
              <a:rPr lang="en-US" dirty="0">
                <a:solidFill>
                  <a:srgbClr val="C00000"/>
                </a:solidFill>
              </a:rPr>
              <a:t>VR</a:t>
            </a:r>
            <a:r>
              <a:rPr lang="en-US" dirty="0"/>
              <a:t>), augmented reality (</a:t>
            </a:r>
            <a:r>
              <a:rPr lang="en-US" dirty="0">
                <a:solidFill>
                  <a:srgbClr val="C00000"/>
                </a:solidFill>
              </a:rPr>
              <a:t>AR)</a:t>
            </a:r>
            <a:r>
              <a:rPr lang="en-US" dirty="0"/>
              <a:t>, and </a:t>
            </a:r>
            <a:r>
              <a:rPr lang="en-US" dirty="0">
                <a:solidFill>
                  <a:srgbClr val="C00000"/>
                </a:solidFill>
              </a:rPr>
              <a:t>remote medical surgery</a:t>
            </a:r>
            <a:r>
              <a:rPr lang="en-US" dirty="0"/>
              <a:t>. </a:t>
            </a:r>
          </a:p>
          <a:p>
            <a:r>
              <a:rPr lang="en-US" dirty="0"/>
              <a:t>These applications have </a:t>
            </a:r>
            <a:r>
              <a:rPr lang="en-US" b="1" dirty="0">
                <a:solidFill>
                  <a:srgbClr val="C00000"/>
                </a:solidFill>
              </a:rPr>
              <a:t>distinct connectivity</a:t>
            </a:r>
            <a:r>
              <a:rPr lang="en-US" dirty="0"/>
              <a:t> and </a:t>
            </a:r>
            <a:r>
              <a:rPr lang="en-US" b="1" dirty="0">
                <a:solidFill>
                  <a:srgbClr val="C00000"/>
                </a:solidFill>
              </a:rPr>
              <a:t>performance requirements</a:t>
            </a:r>
            <a:r>
              <a:rPr lang="en-US" dirty="0"/>
              <a:t>, presenting significant </a:t>
            </a:r>
            <a:r>
              <a:rPr lang="en-US" dirty="0">
                <a:solidFill>
                  <a:srgbClr val="C00000"/>
                </a:solidFill>
              </a:rPr>
              <a:t>challenges</a:t>
            </a:r>
            <a:r>
              <a:rPr lang="en-US" dirty="0"/>
              <a:t> for </a:t>
            </a:r>
            <a:r>
              <a:rPr lang="en-US" dirty="0">
                <a:solidFill>
                  <a:srgbClr val="C00000"/>
                </a:solidFill>
              </a:rPr>
              <a:t>traditional network infrastructures</a:t>
            </a:r>
            <a:r>
              <a:rPr lang="en-US" dirty="0"/>
              <a:t> that rely on a </a:t>
            </a:r>
            <a:r>
              <a:rPr lang="en-US" dirty="0">
                <a:solidFill>
                  <a:srgbClr val="C00000"/>
                </a:solidFill>
              </a:rPr>
              <a:t>one-size-fits-all approach</a:t>
            </a:r>
            <a:r>
              <a:rPr lang="en-US" dirty="0"/>
              <a:t>. </a:t>
            </a:r>
          </a:p>
        </p:txBody>
      </p:sp>
    </p:spTree>
    <p:extLst>
      <p:ext uri="{BB962C8B-B14F-4D97-AF65-F5344CB8AC3E}">
        <p14:creationId xmlns:p14="http://schemas.microsoft.com/office/powerpoint/2010/main" val="13365340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63734-63A9-42D6-B848-1FFB0AFCD590}"/>
              </a:ext>
            </a:extLst>
          </p:cNvPr>
          <p:cNvSpPr>
            <a:spLocks noGrp="1"/>
          </p:cNvSpPr>
          <p:nvPr>
            <p:ph type="title"/>
          </p:nvPr>
        </p:nvSpPr>
        <p:spPr/>
        <p:txBody>
          <a:bodyPr>
            <a:normAutofit fontScale="90000"/>
          </a:bodyPr>
          <a:lstStyle/>
          <a:p>
            <a:r>
              <a:rPr lang="en-US" dirty="0"/>
              <a:t>Digital Transformation Has Led Explosion in</a:t>
            </a:r>
          </a:p>
        </p:txBody>
      </p:sp>
      <p:pic>
        <p:nvPicPr>
          <p:cNvPr id="1026" name="Picture 2" descr="What is 5G e1526390902199">
            <a:extLst>
              <a:ext uri="{FF2B5EF4-FFF2-40B4-BE49-F238E27FC236}">
                <a16:creationId xmlns:a16="http://schemas.microsoft.com/office/drawing/2014/main" id="{9476B6F4-F46B-7451-75BD-26A06A207A2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61269" y="1050925"/>
            <a:ext cx="11282162" cy="53578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58372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EE6E6-14D5-44DA-6F1E-F553C8EF1C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36B3EC-90FF-C06D-5481-D898C0E32A9A}"/>
              </a:ext>
            </a:extLst>
          </p:cNvPr>
          <p:cNvSpPr>
            <a:spLocks noGrp="1"/>
          </p:cNvSpPr>
          <p:nvPr>
            <p:ph type="title"/>
          </p:nvPr>
        </p:nvSpPr>
        <p:spPr/>
        <p:txBody>
          <a:bodyPr>
            <a:normAutofit fontScale="90000"/>
          </a:bodyPr>
          <a:lstStyle/>
          <a:p>
            <a:r>
              <a:rPr lang="en-US" dirty="0"/>
              <a:t>Digital Transformation Has Led Explosion in</a:t>
            </a:r>
          </a:p>
        </p:txBody>
      </p:sp>
      <p:pic>
        <p:nvPicPr>
          <p:cNvPr id="3076" name="Picture 4" descr="5G">
            <a:extLst>
              <a:ext uri="{FF2B5EF4-FFF2-40B4-BE49-F238E27FC236}">
                <a16:creationId xmlns:a16="http://schemas.microsoft.com/office/drawing/2014/main" id="{F247C314-A58F-F696-EC86-FA0F38968BB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09575" y="1320306"/>
            <a:ext cx="11385550" cy="4819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12761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36A7A6-994B-7FD8-E096-1102A2D22C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91DF32-F419-1DFA-A4AE-760FB1ED1261}"/>
              </a:ext>
            </a:extLst>
          </p:cNvPr>
          <p:cNvSpPr>
            <a:spLocks noGrp="1"/>
          </p:cNvSpPr>
          <p:nvPr>
            <p:ph type="title"/>
          </p:nvPr>
        </p:nvSpPr>
        <p:spPr/>
        <p:txBody>
          <a:bodyPr>
            <a:noAutofit/>
          </a:bodyPr>
          <a:lstStyle/>
          <a:p>
            <a:r>
              <a:rPr lang="en-US" sz="2600" dirty="0"/>
              <a:t>Introduction - Key Use Cases and Quality of Service Requirements</a:t>
            </a:r>
          </a:p>
        </p:txBody>
      </p:sp>
      <p:pic>
        <p:nvPicPr>
          <p:cNvPr id="1026" name="Picture 2" descr="5G Business: First eMBB or URLLC?">
            <a:extLst>
              <a:ext uri="{FF2B5EF4-FFF2-40B4-BE49-F238E27FC236}">
                <a16:creationId xmlns:a16="http://schemas.microsoft.com/office/drawing/2014/main" id="{26FCA18B-E441-251F-2A8B-64FE9A615B6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13633" y="920137"/>
            <a:ext cx="9564734" cy="56171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43528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BFAF1-94C2-3CF2-9986-AEF62946AC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10EB26-CAC7-16FE-1FD8-2DF126304B4E}"/>
              </a:ext>
            </a:extLst>
          </p:cNvPr>
          <p:cNvSpPr>
            <a:spLocks noGrp="1"/>
          </p:cNvSpPr>
          <p:nvPr>
            <p:ph type="title"/>
          </p:nvPr>
        </p:nvSpPr>
        <p:spPr/>
        <p:txBody>
          <a:bodyPr>
            <a:normAutofit fontScale="90000"/>
          </a:bodyPr>
          <a:lstStyle/>
          <a:p>
            <a:r>
              <a:rPr lang="en-US" dirty="0"/>
              <a:t>Introduction</a:t>
            </a:r>
          </a:p>
        </p:txBody>
      </p:sp>
      <p:sp>
        <p:nvSpPr>
          <p:cNvPr id="3" name="Content Placeholder 2">
            <a:extLst>
              <a:ext uri="{FF2B5EF4-FFF2-40B4-BE49-F238E27FC236}">
                <a16:creationId xmlns:a16="http://schemas.microsoft.com/office/drawing/2014/main" id="{E7282C31-28B4-80E8-941E-AE097031E54F}"/>
              </a:ext>
            </a:extLst>
          </p:cNvPr>
          <p:cNvSpPr>
            <a:spLocks noGrp="1"/>
          </p:cNvSpPr>
          <p:nvPr>
            <p:ph idx="1"/>
          </p:nvPr>
        </p:nvSpPr>
        <p:spPr/>
        <p:txBody>
          <a:bodyPr/>
          <a:lstStyle/>
          <a:p>
            <a:r>
              <a:rPr lang="en-US" dirty="0"/>
              <a:t> The </a:t>
            </a:r>
            <a:r>
              <a:rPr lang="en-US" dirty="0">
                <a:solidFill>
                  <a:srgbClr val="C00000"/>
                </a:solidFill>
              </a:rPr>
              <a:t>5G infrastructure public-private partnership (5G-PPP</a:t>
            </a:r>
            <a:r>
              <a:rPr lang="en-US" dirty="0"/>
              <a:t>) has </a:t>
            </a:r>
            <a:r>
              <a:rPr lang="en-US" dirty="0">
                <a:solidFill>
                  <a:srgbClr val="C00000"/>
                </a:solidFill>
              </a:rPr>
              <a:t>categorized</a:t>
            </a:r>
            <a:r>
              <a:rPr lang="en-US" dirty="0"/>
              <a:t> these applications into </a:t>
            </a:r>
            <a:r>
              <a:rPr lang="en-US" dirty="0">
                <a:solidFill>
                  <a:srgbClr val="C00000"/>
                </a:solidFill>
              </a:rPr>
              <a:t>three main use case families</a:t>
            </a:r>
            <a:r>
              <a:rPr lang="en-US" dirty="0"/>
              <a:t>: </a:t>
            </a:r>
          </a:p>
          <a:p>
            <a:pPr marL="0" indent="0">
              <a:buNone/>
            </a:pPr>
            <a:endParaRPr lang="en-US" dirty="0"/>
          </a:p>
          <a:p>
            <a:pPr lvl="1"/>
            <a:r>
              <a:rPr lang="en-US" sz="2800" dirty="0"/>
              <a:t> </a:t>
            </a:r>
            <a:r>
              <a:rPr lang="en-US" sz="2800" dirty="0">
                <a:solidFill>
                  <a:srgbClr val="C00000"/>
                </a:solidFill>
              </a:rPr>
              <a:t>Enhanced mobile broadband (</a:t>
            </a:r>
            <a:r>
              <a:rPr lang="en-US" sz="2800" dirty="0" err="1">
                <a:solidFill>
                  <a:srgbClr val="C00000"/>
                </a:solidFill>
              </a:rPr>
              <a:t>eMBB</a:t>
            </a:r>
            <a:r>
              <a:rPr lang="en-US" sz="2800" dirty="0">
                <a:solidFill>
                  <a:srgbClr val="C00000"/>
                </a:solidFill>
              </a:rPr>
              <a:t>), </a:t>
            </a:r>
          </a:p>
          <a:p>
            <a:pPr lvl="1"/>
            <a:r>
              <a:rPr lang="en-US" sz="2800" dirty="0">
                <a:solidFill>
                  <a:srgbClr val="C00000"/>
                </a:solidFill>
              </a:rPr>
              <a:t> Massive machine-type communications (</a:t>
            </a:r>
            <a:r>
              <a:rPr lang="en-US" sz="2800" dirty="0" err="1">
                <a:solidFill>
                  <a:srgbClr val="C00000"/>
                </a:solidFill>
              </a:rPr>
              <a:t>mMTC</a:t>
            </a:r>
            <a:r>
              <a:rPr lang="en-US" sz="2800" dirty="0">
                <a:solidFill>
                  <a:srgbClr val="C00000"/>
                </a:solidFill>
              </a:rPr>
              <a:t>) </a:t>
            </a:r>
          </a:p>
          <a:p>
            <a:pPr lvl="1"/>
            <a:r>
              <a:rPr lang="en-US" sz="2800" dirty="0">
                <a:solidFill>
                  <a:srgbClr val="C00000"/>
                </a:solidFill>
              </a:rPr>
              <a:t> Ultra-reliable low-latency communication (</a:t>
            </a:r>
            <a:r>
              <a:rPr lang="en-US" sz="2800" dirty="0" err="1">
                <a:solidFill>
                  <a:srgbClr val="C00000"/>
                </a:solidFill>
              </a:rPr>
              <a:t>uRLLC</a:t>
            </a:r>
            <a:r>
              <a:rPr lang="en-US" sz="2800" dirty="0">
                <a:solidFill>
                  <a:srgbClr val="C00000"/>
                </a:solidFill>
              </a:rPr>
              <a:t>)</a:t>
            </a:r>
          </a:p>
        </p:txBody>
      </p:sp>
    </p:spTree>
    <p:extLst>
      <p:ext uri="{BB962C8B-B14F-4D97-AF65-F5344CB8AC3E}">
        <p14:creationId xmlns:p14="http://schemas.microsoft.com/office/powerpoint/2010/main" val="28089837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B6466C-C0F3-CAE6-23A4-2D261A10EC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E26879-041B-5A2C-D050-83CF59295121}"/>
              </a:ext>
            </a:extLst>
          </p:cNvPr>
          <p:cNvSpPr>
            <a:spLocks noGrp="1"/>
          </p:cNvSpPr>
          <p:nvPr>
            <p:ph type="title"/>
          </p:nvPr>
        </p:nvSpPr>
        <p:spPr/>
        <p:txBody>
          <a:bodyPr>
            <a:noAutofit/>
          </a:bodyPr>
          <a:lstStyle/>
          <a:p>
            <a:r>
              <a:rPr lang="en-US" sz="2800" dirty="0"/>
              <a:t>Introduction – Traditional Network Architecture Limitations</a:t>
            </a:r>
          </a:p>
        </p:txBody>
      </p:sp>
      <p:sp>
        <p:nvSpPr>
          <p:cNvPr id="3" name="Content Placeholder 2">
            <a:extLst>
              <a:ext uri="{FF2B5EF4-FFF2-40B4-BE49-F238E27FC236}">
                <a16:creationId xmlns:a16="http://schemas.microsoft.com/office/drawing/2014/main" id="{5CCA2EB5-37E9-6988-37AB-1D6840DFE7A3}"/>
              </a:ext>
            </a:extLst>
          </p:cNvPr>
          <p:cNvSpPr>
            <a:spLocks noGrp="1"/>
          </p:cNvSpPr>
          <p:nvPr>
            <p:ph idx="1"/>
          </p:nvPr>
        </p:nvSpPr>
        <p:spPr>
          <a:xfrm>
            <a:off x="409935" y="1050784"/>
            <a:ext cx="11372130" cy="1496473"/>
          </a:xfrm>
        </p:spPr>
        <p:txBody>
          <a:bodyPr>
            <a:normAutofit fontScale="77500" lnSpcReduction="20000"/>
          </a:bodyPr>
          <a:lstStyle/>
          <a:p>
            <a:r>
              <a:rPr lang="en-US" dirty="0"/>
              <a:t> The </a:t>
            </a:r>
            <a:r>
              <a:rPr lang="en-US" dirty="0">
                <a:solidFill>
                  <a:srgbClr val="C00000"/>
                </a:solidFill>
              </a:rPr>
              <a:t>diverse quality of service </a:t>
            </a:r>
            <a:r>
              <a:rPr lang="en-US" dirty="0"/>
              <a:t>(QoS) </a:t>
            </a:r>
            <a:r>
              <a:rPr lang="en-US" dirty="0">
                <a:solidFill>
                  <a:srgbClr val="C00000"/>
                </a:solidFill>
              </a:rPr>
              <a:t>requirements </a:t>
            </a:r>
            <a:r>
              <a:rPr lang="en-US" dirty="0"/>
              <a:t>of these use cases </a:t>
            </a:r>
            <a:r>
              <a:rPr lang="en-US" dirty="0">
                <a:solidFill>
                  <a:srgbClr val="C00000"/>
                </a:solidFill>
              </a:rPr>
              <a:t>highlight</a:t>
            </a:r>
            <a:r>
              <a:rPr lang="en-US" dirty="0"/>
              <a:t> the </a:t>
            </a:r>
            <a:r>
              <a:rPr lang="en-US" dirty="0">
                <a:solidFill>
                  <a:srgbClr val="C00000"/>
                </a:solidFill>
              </a:rPr>
              <a:t>limitations of traditional network architectures</a:t>
            </a:r>
            <a:r>
              <a:rPr lang="en-US" dirty="0"/>
              <a:t>, which cannot efficiently support the varying demands of </a:t>
            </a:r>
            <a:r>
              <a:rPr lang="en-US" dirty="0">
                <a:solidFill>
                  <a:srgbClr val="C00000"/>
                </a:solidFill>
              </a:rPr>
              <a:t>different vertical services. </a:t>
            </a:r>
          </a:p>
          <a:p>
            <a:pPr marL="0" indent="0">
              <a:buNone/>
            </a:pPr>
            <a:endParaRPr lang="en-US" dirty="0"/>
          </a:p>
        </p:txBody>
      </p:sp>
      <p:pic>
        <p:nvPicPr>
          <p:cNvPr id="4098" name="Picture 2" descr="Network Slicing">
            <a:extLst>
              <a:ext uri="{FF2B5EF4-FFF2-40B4-BE49-F238E27FC236}">
                <a16:creationId xmlns:a16="http://schemas.microsoft.com/office/drawing/2014/main" id="{1D82F057-A260-0D73-5E90-41E59711EE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4767" y="2547257"/>
            <a:ext cx="11090364" cy="39899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63673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9F7722-3253-9681-8D58-BF5B5DFE0A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73244F-88CB-DF7D-E534-84C16926FA83}"/>
              </a:ext>
            </a:extLst>
          </p:cNvPr>
          <p:cNvSpPr>
            <a:spLocks noGrp="1"/>
          </p:cNvSpPr>
          <p:nvPr>
            <p:ph type="title"/>
          </p:nvPr>
        </p:nvSpPr>
        <p:spPr/>
        <p:txBody>
          <a:bodyPr>
            <a:noAutofit/>
          </a:bodyPr>
          <a:lstStyle/>
          <a:p>
            <a:r>
              <a:rPr lang="en-US" sz="2800" dirty="0"/>
              <a:t>Introduction – Traditional Network Architecture Limitations</a:t>
            </a:r>
          </a:p>
        </p:txBody>
      </p:sp>
      <p:graphicFrame>
        <p:nvGraphicFramePr>
          <p:cNvPr id="7" name="Content Placeholder 6">
            <a:extLst>
              <a:ext uri="{FF2B5EF4-FFF2-40B4-BE49-F238E27FC236}">
                <a16:creationId xmlns:a16="http://schemas.microsoft.com/office/drawing/2014/main" id="{DF79F363-ECEF-B370-250F-303FD17D69A9}"/>
              </a:ext>
            </a:extLst>
          </p:cNvPr>
          <p:cNvGraphicFramePr>
            <a:graphicFrameLocks noGrp="1"/>
          </p:cNvGraphicFramePr>
          <p:nvPr>
            <p:ph idx="1"/>
            <p:extLst>
              <p:ext uri="{D42A27DB-BD31-4B8C-83A1-F6EECF244321}">
                <p14:modId xmlns:p14="http://schemas.microsoft.com/office/powerpoint/2010/main" val="3034224658"/>
              </p:ext>
            </p:extLst>
          </p:nvPr>
        </p:nvGraphicFramePr>
        <p:xfrm>
          <a:off x="409575" y="1050925"/>
          <a:ext cx="11385550" cy="53578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961119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4CAF28-023A-1A71-6C25-2EDCF1DBD7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65FD1F-EB81-AABB-0BD5-AEB0BBB0F9FC}"/>
              </a:ext>
            </a:extLst>
          </p:cNvPr>
          <p:cNvSpPr>
            <a:spLocks noGrp="1"/>
          </p:cNvSpPr>
          <p:nvPr>
            <p:ph type="title"/>
          </p:nvPr>
        </p:nvSpPr>
        <p:spPr/>
        <p:txBody>
          <a:bodyPr>
            <a:noAutofit/>
          </a:bodyPr>
          <a:lstStyle/>
          <a:p>
            <a:r>
              <a:rPr lang="en-US" sz="2800" dirty="0"/>
              <a:t>Introduction – Traditional Network Architecture Limitations</a:t>
            </a:r>
          </a:p>
        </p:txBody>
      </p:sp>
      <p:sp>
        <p:nvSpPr>
          <p:cNvPr id="3" name="Content Placeholder 2">
            <a:extLst>
              <a:ext uri="{FF2B5EF4-FFF2-40B4-BE49-F238E27FC236}">
                <a16:creationId xmlns:a16="http://schemas.microsoft.com/office/drawing/2014/main" id="{95E688F1-8ABC-6156-4827-C372C9ACE13D}"/>
              </a:ext>
            </a:extLst>
          </p:cNvPr>
          <p:cNvSpPr>
            <a:spLocks noGrp="1"/>
          </p:cNvSpPr>
          <p:nvPr>
            <p:ph idx="1"/>
          </p:nvPr>
        </p:nvSpPr>
        <p:spPr>
          <a:xfrm>
            <a:off x="409935" y="1050784"/>
            <a:ext cx="11372130" cy="1496473"/>
          </a:xfrm>
        </p:spPr>
        <p:txBody>
          <a:bodyPr>
            <a:normAutofit fontScale="77500" lnSpcReduction="20000"/>
          </a:bodyPr>
          <a:lstStyle/>
          <a:p>
            <a:r>
              <a:rPr lang="en-US" dirty="0"/>
              <a:t> The </a:t>
            </a:r>
            <a:r>
              <a:rPr lang="en-US" dirty="0">
                <a:solidFill>
                  <a:srgbClr val="C00000"/>
                </a:solidFill>
              </a:rPr>
              <a:t>diverse quality of service </a:t>
            </a:r>
            <a:r>
              <a:rPr lang="en-US" dirty="0"/>
              <a:t>(QoS) </a:t>
            </a:r>
            <a:r>
              <a:rPr lang="en-US" dirty="0">
                <a:solidFill>
                  <a:srgbClr val="C00000"/>
                </a:solidFill>
              </a:rPr>
              <a:t>requirements </a:t>
            </a:r>
            <a:r>
              <a:rPr lang="en-US" dirty="0"/>
              <a:t>of these use cases </a:t>
            </a:r>
            <a:r>
              <a:rPr lang="en-US" dirty="0">
                <a:solidFill>
                  <a:srgbClr val="C00000"/>
                </a:solidFill>
              </a:rPr>
              <a:t>highlight</a:t>
            </a:r>
            <a:r>
              <a:rPr lang="en-US" dirty="0"/>
              <a:t> the </a:t>
            </a:r>
            <a:r>
              <a:rPr lang="en-US" dirty="0">
                <a:solidFill>
                  <a:srgbClr val="C00000"/>
                </a:solidFill>
              </a:rPr>
              <a:t>limitations of traditional network architectures</a:t>
            </a:r>
            <a:r>
              <a:rPr lang="en-US" dirty="0"/>
              <a:t>, which cannot efficiently support the varying demands of </a:t>
            </a:r>
            <a:r>
              <a:rPr lang="en-US" dirty="0">
                <a:solidFill>
                  <a:srgbClr val="C00000"/>
                </a:solidFill>
              </a:rPr>
              <a:t>different vertical services. </a:t>
            </a:r>
          </a:p>
          <a:p>
            <a:pPr marL="0" indent="0">
              <a:buNone/>
            </a:pPr>
            <a:endParaRPr lang="en-US" dirty="0"/>
          </a:p>
        </p:txBody>
      </p:sp>
      <p:pic>
        <p:nvPicPr>
          <p:cNvPr id="3074" name="Picture 2" descr="Traditional network architecture vs. three-layered software-defined... |  Download Scientific Diagram">
            <a:extLst>
              <a:ext uri="{FF2B5EF4-FFF2-40B4-BE49-F238E27FC236}">
                <a16:creationId xmlns:a16="http://schemas.microsoft.com/office/drawing/2014/main" id="{CFACBD2A-94CD-F3D1-FE71-B3C2A04F05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7225" y="2547257"/>
            <a:ext cx="10872787" cy="39018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83555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5747E-FF87-D8B7-D1BD-139779F1A7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017080-DB86-953F-50B8-A39BFF9A6B57}"/>
              </a:ext>
            </a:extLst>
          </p:cNvPr>
          <p:cNvSpPr>
            <a:spLocks noGrp="1"/>
          </p:cNvSpPr>
          <p:nvPr>
            <p:ph type="title"/>
          </p:nvPr>
        </p:nvSpPr>
        <p:spPr/>
        <p:txBody>
          <a:bodyPr>
            <a:noAutofit/>
          </a:bodyPr>
          <a:lstStyle/>
          <a:p>
            <a:r>
              <a:rPr lang="en-US" sz="2800" dirty="0"/>
              <a:t>Introduction – Traditional Network Architecture Limitations</a:t>
            </a:r>
          </a:p>
        </p:txBody>
      </p:sp>
      <p:graphicFrame>
        <p:nvGraphicFramePr>
          <p:cNvPr id="4" name="Content Placeholder 3">
            <a:extLst>
              <a:ext uri="{FF2B5EF4-FFF2-40B4-BE49-F238E27FC236}">
                <a16:creationId xmlns:a16="http://schemas.microsoft.com/office/drawing/2014/main" id="{19AFB089-6DB3-3DB7-F20E-18D3FC272CE2}"/>
              </a:ext>
            </a:extLst>
          </p:cNvPr>
          <p:cNvGraphicFramePr>
            <a:graphicFrameLocks noGrp="1"/>
          </p:cNvGraphicFramePr>
          <p:nvPr>
            <p:ph idx="1"/>
          </p:nvPr>
        </p:nvGraphicFramePr>
        <p:xfrm>
          <a:off x="409934" y="1050784"/>
          <a:ext cx="11384657" cy="53577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792855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2A87B6-2D9C-A129-F2B8-61AEF2A532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C6C644-D470-8A5B-5689-4FD978CE724F}"/>
              </a:ext>
            </a:extLst>
          </p:cNvPr>
          <p:cNvSpPr>
            <a:spLocks noGrp="1"/>
          </p:cNvSpPr>
          <p:nvPr>
            <p:ph type="title"/>
          </p:nvPr>
        </p:nvSpPr>
        <p:spPr/>
        <p:txBody>
          <a:bodyPr>
            <a:noAutofit/>
          </a:bodyPr>
          <a:lstStyle/>
          <a:p>
            <a:r>
              <a:rPr lang="en-US" sz="2800" dirty="0"/>
              <a:t>Introduction – Traditional Network Architecture Limitations</a:t>
            </a:r>
          </a:p>
        </p:txBody>
      </p:sp>
      <p:graphicFrame>
        <p:nvGraphicFramePr>
          <p:cNvPr id="4" name="Content Placeholder 3">
            <a:extLst>
              <a:ext uri="{FF2B5EF4-FFF2-40B4-BE49-F238E27FC236}">
                <a16:creationId xmlns:a16="http://schemas.microsoft.com/office/drawing/2014/main" id="{C49DEEC9-0FA1-D77E-102F-130C049176F2}"/>
              </a:ext>
            </a:extLst>
          </p:cNvPr>
          <p:cNvGraphicFramePr>
            <a:graphicFrameLocks noGrp="1"/>
          </p:cNvGraphicFramePr>
          <p:nvPr>
            <p:ph idx="1"/>
            <p:extLst>
              <p:ext uri="{D42A27DB-BD31-4B8C-83A1-F6EECF244321}">
                <p14:modId xmlns:p14="http://schemas.microsoft.com/office/powerpoint/2010/main" val="1609437392"/>
              </p:ext>
            </p:extLst>
          </p:nvPr>
        </p:nvGraphicFramePr>
        <p:xfrm>
          <a:off x="409934" y="1050784"/>
          <a:ext cx="11384657" cy="53577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429694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72750-4EF6-A0FE-F0CD-3D3E3EE2E0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69D294-7005-9DBF-F0E0-B7C31A2E0D36}"/>
              </a:ext>
            </a:extLst>
          </p:cNvPr>
          <p:cNvSpPr>
            <a:spLocks noGrp="1"/>
          </p:cNvSpPr>
          <p:nvPr>
            <p:ph type="title"/>
          </p:nvPr>
        </p:nvSpPr>
        <p:spPr/>
        <p:txBody>
          <a:bodyPr>
            <a:noAutofit/>
          </a:bodyPr>
          <a:lstStyle/>
          <a:p>
            <a:r>
              <a:rPr lang="en-US" sz="2800" dirty="0"/>
              <a:t>Introduction – Traditional Network Architecture Limitations</a:t>
            </a:r>
          </a:p>
        </p:txBody>
      </p:sp>
      <p:graphicFrame>
        <p:nvGraphicFramePr>
          <p:cNvPr id="4" name="Content Placeholder 3">
            <a:extLst>
              <a:ext uri="{FF2B5EF4-FFF2-40B4-BE49-F238E27FC236}">
                <a16:creationId xmlns:a16="http://schemas.microsoft.com/office/drawing/2014/main" id="{B9078F46-5445-C0FC-0F18-862E71F45055}"/>
              </a:ext>
            </a:extLst>
          </p:cNvPr>
          <p:cNvGraphicFramePr>
            <a:graphicFrameLocks noGrp="1"/>
          </p:cNvGraphicFramePr>
          <p:nvPr>
            <p:ph idx="1"/>
            <p:extLst>
              <p:ext uri="{D42A27DB-BD31-4B8C-83A1-F6EECF244321}">
                <p14:modId xmlns:p14="http://schemas.microsoft.com/office/powerpoint/2010/main" val="1957156269"/>
              </p:ext>
            </p:extLst>
          </p:nvPr>
        </p:nvGraphicFramePr>
        <p:xfrm>
          <a:off x="409934" y="1050784"/>
          <a:ext cx="11384657" cy="53577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675907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06E11-ACB9-9B92-2001-F049967266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77FA3B-A877-BF24-5C90-770A8B48BEE0}"/>
              </a:ext>
            </a:extLst>
          </p:cNvPr>
          <p:cNvSpPr>
            <a:spLocks noGrp="1"/>
          </p:cNvSpPr>
          <p:nvPr>
            <p:ph type="title"/>
          </p:nvPr>
        </p:nvSpPr>
        <p:spPr/>
        <p:txBody>
          <a:bodyPr>
            <a:normAutofit fontScale="90000"/>
          </a:bodyPr>
          <a:lstStyle/>
          <a:p>
            <a:r>
              <a:rPr lang="en-US" dirty="0"/>
              <a:t>Network Slicing - as a Solution</a:t>
            </a:r>
          </a:p>
        </p:txBody>
      </p:sp>
      <p:sp>
        <p:nvSpPr>
          <p:cNvPr id="3" name="Content Placeholder 2">
            <a:extLst>
              <a:ext uri="{FF2B5EF4-FFF2-40B4-BE49-F238E27FC236}">
                <a16:creationId xmlns:a16="http://schemas.microsoft.com/office/drawing/2014/main" id="{F6C685E3-0A7E-4630-CAC2-DC7000980D62}"/>
              </a:ext>
            </a:extLst>
          </p:cNvPr>
          <p:cNvSpPr>
            <a:spLocks noGrp="1"/>
          </p:cNvSpPr>
          <p:nvPr>
            <p:ph idx="1"/>
          </p:nvPr>
        </p:nvSpPr>
        <p:spPr/>
        <p:txBody>
          <a:bodyPr/>
          <a:lstStyle/>
          <a:p>
            <a:r>
              <a:rPr lang="en-US" dirty="0"/>
              <a:t> A </a:t>
            </a:r>
            <a:r>
              <a:rPr lang="en-US" dirty="0">
                <a:solidFill>
                  <a:srgbClr val="C00000"/>
                </a:solidFill>
              </a:rPr>
              <a:t>promising approach</a:t>
            </a:r>
            <a:r>
              <a:rPr lang="en-US" dirty="0"/>
              <a:t> to address these </a:t>
            </a:r>
            <a:r>
              <a:rPr lang="en-US" dirty="0">
                <a:solidFill>
                  <a:srgbClr val="C00000"/>
                </a:solidFill>
              </a:rPr>
              <a:t>challenges</a:t>
            </a:r>
            <a:r>
              <a:rPr lang="en-US" dirty="0"/>
              <a:t> is </a:t>
            </a:r>
            <a:r>
              <a:rPr lang="en-US" dirty="0">
                <a:solidFill>
                  <a:srgbClr val="C00000"/>
                </a:solidFill>
              </a:rPr>
              <a:t>network slicing</a:t>
            </a:r>
            <a:r>
              <a:rPr lang="en-US" dirty="0"/>
              <a:t>, which </a:t>
            </a:r>
            <a:r>
              <a:rPr lang="en-US" dirty="0">
                <a:solidFill>
                  <a:srgbClr val="C00000"/>
                </a:solidFill>
              </a:rPr>
              <a:t>partitions a physical network into multiple isolated logical networks</a:t>
            </a:r>
            <a:r>
              <a:rPr lang="en-US" dirty="0"/>
              <a:t>. </a:t>
            </a:r>
          </a:p>
          <a:p>
            <a:pPr marL="0" indent="0">
              <a:buNone/>
            </a:pPr>
            <a:endParaRPr lang="en-US" dirty="0"/>
          </a:p>
          <a:p>
            <a:r>
              <a:rPr lang="en-US" dirty="0"/>
              <a:t> This concept </a:t>
            </a:r>
            <a:r>
              <a:rPr lang="en-US" dirty="0">
                <a:solidFill>
                  <a:srgbClr val="C00000"/>
                </a:solidFill>
              </a:rPr>
              <a:t>mirrors server virtualization </a:t>
            </a:r>
            <a:r>
              <a:rPr lang="en-US" dirty="0"/>
              <a:t>in cloud computing, allowing for </a:t>
            </a:r>
            <a:r>
              <a:rPr lang="en-US" dirty="0">
                <a:solidFill>
                  <a:srgbClr val="C00000"/>
                </a:solidFill>
              </a:rPr>
              <a:t>dynamic resource allocation</a:t>
            </a:r>
            <a:r>
              <a:rPr lang="en-US" dirty="0"/>
              <a:t> based on specific application needs.</a:t>
            </a:r>
          </a:p>
        </p:txBody>
      </p:sp>
    </p:spTree>
    <p:extLst>
      <p:ext uri="{BB962C8B-B14F-4D97-AF65-F5344CB8AC3E}">
        <p14:creationId xmlns:p14="http://schemas.microsoft.com/office/powerpoint/2010/main" val="35166627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997ECE-01FE-DB1B-55E4-63F9C80AA5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EBB161-794A-145D-B3BB-F54DC6B57DC9}"/>
              </a:ext>
            </a:extLst>
          </p:cNvPr>
          <p:cNvSpPr>
            <a:spLocks noGrp="1"/>
          </p:cNvSpPr>
          <p:nvPr>
            <p:ph type="title"/>
          </p:nvPr>
        </p:nvSpPr>
        <p:spPr/>
        <p:txBody>
          <a:bodyPr>
            <a:normAutofit fontScale="90000"/>
          </a:bodyPr>
          <a:lstStyle/>
          <a:p>
            <a:r>
              <a:rPr lang="en-US" dirty="0"/>
              <a:t>Network Slicing - as a Solution</a:t>
            </a:r>
          </a:p>
        </p:txBody>
      </p:sp>
      <p:sp>
        <p:nvSpPr>
          <p:cNvPr id="3" name="Content Placeholder 2">
            <a:extLst>
              <a:ext uri="{FF2B5EF4-FFF2-40B4-BE49-F238E27FC236}">
                <a16:creationId xmlns:a16="http://schemas.microsoft.com/office/drawing/2014/main" id="{539934FF-B3D4-A1C4-218B-37E39A6B8B15}"/>
              </a:ext>
            </a:extLst>
          </p:cNvPr>
          <p:cNvSpPr>
            <a:spLocks noGrp="1"/>
          </p:cNvSpPr>
          <p:nvPr>
            <p:ph idx="1"/>
          </p:nvPr>
        </p:nvSpPr>
        <p:spPr>
          <a:xfrm>
            <a:off x="409934" y="1050785"/>
            <a:ext cx="11384657" cy="1921016"/>
          </a:xfrm>
        </p:spPr>
        <p:txBody>
          <a:bodyPr>
            <a:normAutofit lnSpcReduction="10000"/>
          </a:bodyPr>
          <a:lstStyle/>
          <a:p>
            <a:r>
              <a:rPr lang="en-US" dirty="0"/>
              <a:t> </a:t>
            </a:r>
            <a:r>
              <a:rPr lang="en-US" dirty="0">
                <a:solidFill>
                  <a:srgbClr val="C00000"/>
                </a:solidFill>
              </a:rPr>
              <a:t>Network slicing</a:t>
            </a:r>
            <a:r>
              <a:rPr lang="en-US" dirty="0"/>
              <a:t> enables the </a:t>
            </a:r>
            <a:r>
              <a:rPr lang="en-US" dirty="0">
                <a:solidFill>
                  <a:srgbClr val="C00000"/>
                </a:solidFill>
              </a:rPr>
              <a:t>creation of tailored virtual networks</a:t>
            </a:r>
            <a:r>
              <a:rPr lang="en-US" dirty="0"/>
              <a:t> that can </a:t>
            </a:r>
            <a:r>
              <a:rPr lang="en-US" dirty="0">
                <a:solidFill>
                  <a:srgbClr val="C00000"/>
                </a:solidFill>
              </a:rPr>
              <a:t>adapt to the unique requirements</a:t>
            </a:r>
            <a:r>
              <a:rPr lang="en-US" dirty="0"/>
              <a:t> of different services, effectively providing a </a:t>
            </a:r>
            <a:r>
              <a:rPr lang="en-US" dirty="0">
                <a:solidFill>
                  <a:srgbClr val="C00000"/>
                </a:solidFill>
              </a:rPr>
              <a:t>network-as-a-service (</a:t>
            </a:r>
            <a:r>
              <a:rPr lang="en-US" dirty="0" err="1">
                <a:solidFill>
                  <a:srgbClr val="C00000"/>
                </a:solidFill>
              </a:rPr>
              <a:t>NaaS</a:t>
            </a:r>
            <a:r>
              <a:rPr lang="en-US" dirty="0">
                <a:solidFill>
                  <a:srgbClr val="C00000"/>
                </a:solidFill>
              </a:rPr>
              <a:t>) model </a:t>
            </a:r>
          </a:p>
          <a:p>
            <a:pPr marL="0" indent="0">
              <a:buNone/>
            </a:pPr>
            <a:endParaRPr lang="en-US" dirty="0"/>
          </a:p>
        </p:txBody>
      </p:sp>
      <p:pic>
        <p:nvPicPr>
          <p:cNvPr id="5122" name="Picture 2" descr="Figure 2: Network Slicing Implementation">
            <a:extLst>
              <a:ext uri="{FF2B5EF4-FFF2-40B4-BE49-F238E27FC236}">
                <a16:creationId xmlns:a16="http://schemas.microsoft.com/office/drawing/2014/main" id="{B201B5AA-FED4-6301-E241-00C9CEAB78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9934" y="2917744"/>
            <a:ext cx="11372132" cy="3619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67597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6D014-3412-391D-D954-87F900A0A6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D4D1B3-A0B9-DB45-C0F4-65E7D4AC8974}"/>
              </a:ext>
            </a:extLst>
          </p:cNvPr>
          <p:cNvSpPr>
            <a:spLocks noGrp="1"/>
          </p:cNvSpPr>
          <p:nvPr>
            <p:ph type="title"/>
          </p:nvPr>
        </p:nvSpPr>
        <p:spPr/>
        <p:txBody>
          <a:bodyPr>
            <a:normAutofit fontScale="90000"/>
          </a:bodyPr>
          <a:lstStyle/>
          <a:p>
            <a:r>
              <a:rPr lang="en-US" dirty="0"/>
              <a:t>Network Slicing - Benefits</a:t>
            </a:r>
          </a:p>
        </p:txBody>
      </p:sp>
      <p:graphicFrame>
        <p:nvGraphicFramePr>
          <p:cNvPr id="4" name="Content Placeholder 3">
            <a:extLst>
              <a:ext uri="{FF2B5EF4-FFF2-40B4-BE49-F238E27FC236}">
                <a16:creationId xmlns:a16="http://schemas.microsoft.com/office/drawing/2014/main" id="{9B695ED7-253B-DAAF-557C-257C154485DA}"/>
              </a:ext>
            </a:extLst>
          </p:cNvPr>
          <p:cNvGraphicFramePr>
            <a:graphicFrameLocks noGrp="1"/>
          </p:cNvGraphicFramePr>
          <p:nvPr>
            <p:ph idx="1"/>
            <p:extLst>
              <p:ext uri="{D42A27DB-BD31-4B8C-83A1-F6EECF244321}">
                <p14:modId xmlns:p14="http://schemas.microsoft.com/office/powerpoint/2010/main" val="388760611"/>
              </p:ext>
            </p:extLst>
          </p:nvPr>
        </p:nvGraphicFramePr>
        <p:xfrm>
          <a:off x="409575" y="1050925"/>
          <a:ext cx="11385550" cy="53578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616498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57F6A-8A90-88B3-5B44-A3E3DEA5E7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2D5356-6468-10C7-BED9-555DF6373959}"/>
              </a:ext>
            </a:extLst>
          </p:cNvPr>
          <p:cNvSpPr>
            <a:spLocks noGrp="1"/>
          </p:cNvSpPr>
          <p:nvPr>
            <p:ph type="title"/>
          </p:nvPr>
        </p:nvSpPr>
        <p:spPr/>
        <p:txBody>
          <a:bodyPr>
            <a:noAutofit/>
          </a:bodyPr>
          <a:lstStyle/>
          <a:p>
            <a:r>
              <a:rPr lang="en-US" sz="3600" dirty="0"/>
              <a:t>Role of SDN and NFV in Network Slicing</a:t>
            </a:r>
          </a:p>
        </p:txBody>
      </p:sp>
      <p:sp>
        <p:nvSpPr>
          <p:cNvPr id="5" name="Content Placeholder 4">
            <a:extLst>
              <a:ext uri="{FF2B5EF4-FFF2-40B4-BE49-F238E27FC236}">
                <a16:creationId xmlns:a16="http://schemas.microsoft.com/office/drawing/2014/main" id="{542A8DCF-1FAD-FFB0-A22B-11497F0BD598}"/>
              </a:ext>
            </a:extLst>
          </p:cNvPr>
          <p:cNvSpPr>
            <a:spLocks noGrp="1"/>
          </p:cNvSpPr>
          <p:nvPr>
            <p:ph idx="1"/>
          </p:nvPr>
        </p:nvSpPr>
        <p:spPr>
          <a:xfrm>
            <a:off x="409934" y="1050785"/>
            <a:ext cx="11384657" cy="2698255"/>
          </a:xfrm>
        </p:spPr>
        <p:txBody>
          <a:bodyPr>
            <a:normAutofit fontScale="62500" lnSpcReduction="20000"/>
          </a:bodyPr>
          <a:lstStyle/>
          <a:p>
            <a:r>
              <a:rPr lang="en-US" dirty="0"/>
              <a:t>Software-Defined Networking (SDN) and Network Function Virtualization (NFV)/Network virtualized function (NVF) are </a:t>
            </a:r>
            <a:r>
              <a:rPr lang="en-US" dirty="0">
                <a:solidFill>
                  <a:srgbClr val="C00000"/>
                </a:solidFill>
              </a:rPr>
              <a:t>foundational technologies</a:t>
            </a:r>
            <a:r>
              <a:rPr lang="en-US" dirty="0"/>
              <a:t> that enhance network slicing capabilities:</a:t>
            </a:r>
          </a:p>
          <a:p>
            <a:pPr lvl="1"/>
            <a:r>
              <a:rPr lang="en-US" sz="2800" dirty="0">
                <a:solidFill>
                  <a:srgbClr val="C00000"/>
                </a:solidFill>
              </a:rPr>
              <a:t>SDN</a:t>
            </a:r>
            <a:r>
              <a:rPr lang="en-US" sz="2800" dirty="0"/>
              <a:t> </a:t>
            </a:r>
            <a:r>
              <a:rPr lang="en-US" sz="2800" dirty="0">
                <a:solidFill>
                  <a:srgbClr val="C00000"/>
                </a:solidFill>
              </a:rPr>
              <a:t>separates control and data planes</a:t>
            </a:r>
            <a:r>
              <a:rPr lang="en-US" sz="2800" dirty="0"/>
              <a:t>, providing </a:t>
            </a:r>
            <a:r>
              <a:rPr lang="en-US" sz="2800" dirty="0">
                <a:solidFill>
                  <a:srgbClr val="C00000"/>
                </a:solidFill>
              </a:rPr>
              <a:t>centralized management</a:t>
            </a:r>
            <a:r>
              <a:rPr lang="en-US" sz="2800" dirty="0"/>
              <a:t> and improved visibility across the network.</a:t>
            </a:r>
          </a:p>
          <a:p>
            <a:pPr lvl="1"/>
            <a:r>
              <a:rPr lang="en-US" sz="2800" dirty="0">
                <a:solidFill>
                  <a:srgbClr val="C00000"/>
                </a:solidFill>
              </a:rPr>
              <a:t>NFV</a:t>
            </a:r>
            <a:r>
              <a:rPr lang="en-US" sz="2800" dirty="0"/>
              <a:t> </a:t>
            </a:r>
            <a:r>
              <a:rPr lang="en-US" sz="2800" dirty="0">
                <a:solidFill>
                  <a:srgbClr val="C00000"/>
                </a:solidFill>
              </a:rPr>
              <a:t>shifts network functions from hardware to software applications</a:t>
            </a:r>
            <a:r>
              <a:rPr lang="en-US" sz="2800" dirty="0"/>
              <a:t> on general-purpose hardware, increasing elasticity and reducing costs</a:t>
            </a:r>
          </a:p>
        </p:txBody>
      </p:sp>
      <p:pic>
        <p:nvPicPr>
          <p:cNvPr id="4098" name="Picture 2" descr="Software Defined Network (SDN): Report and PPT">
            <a:extLst>
              <a:ext uri="{FF2B5EF4-FFF2-40B4-BE49-F238E27FC236}">
                <a16:creationId xmlns:a16="http://schemas.microsoft.com/office/drawing/2014/main" id="{94E6089A-8C6C-B954-F4B4-690F53A885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89812" y="3695747"/>
            <a:ext cx="5412376" cy="28414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15128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975AF0-53BB-D14D-5A69-1862FABBBF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E39482-A68E-8369-3031-B71CE4CC3854}"/>
              </a:ext>
            </a:extLst>
          </p:cNvPr>
          <p:cNvSpPr>
            <a:spLocks noGrp="1"/>
          </p:cNvSpPr>
          <p:nvPr>
            <p:ph type="title"/>
          </p:nvPr>
        </p:nvSpPr>
        <p:spPr/>
        <p:txBody>
          <a:bodyPr>
            <a:normAutofit fontScale="90000"/>
          </a:bodyPr>
          <a:lstStyle/>
          <a:p>
            <a:r>
              <a:rPr lang="en-US" dirty="0"/>
              <a:t>Network Slicing in 5G</a:t>
            </a:r>
          </a:p>
        </p:txBody>
      </p:sp>
      <p:sp>
        <p:nvSpPr>
          <p:cNvPr id="5" name="Content Placeholder 4">
            <a:extLst>
              <a:ext uri="{FF2B5EF4-FFF2-40B4-BE49-F238E27FC236}">
                <a16:creationId xmlns:a16="http://schemas.microsoft.com/office/drawing/2014/main" id="{D8B288C7-E8C9-51B5-FB68-B96F61A41BF9}"/>
              </a:ext>
            </a:extLst>
          </p:cNvPr>
          <p:cNvSpPr>
            <a:spLocks noGrp="1"/>
          </p:cNvSpPr>
          <p:nvPr>
            <p:ph idx="1"/>
          </p:nvPr>
        </p:nvSpPr>
        <p:spPr/>
        <p:txBody>
          <a:bodyPr/>
          <a:lstStyle/>
          <a:p>
            <a:endParaRPr lang="en-US" sz="2800" dirty="0"/>
          </a:p>
          <a:p>
            <a:r>
              <a:rPr lang="en-US" sz="2800" dirty="0"/>
              <a:t> Network slicing in 5G refers to the </a:t>
            </a:r>
            <a:r>
              <a:rPr lang="en-US" sz="2800" b="1" dirty="0">
                <a:solidFill>
                  <a:srgbClr val="C00000"/>
                </a:solidFill>
              </a:rPr>
              <a:t>creation of multiple virtual networks on top of a single physical network</a:t>
            </a:r>
            <a:r>
              <a:rPr lang="en-US" sz="2800" dirty="0"/>
              <a:t>. </a:t>
            </a:r>
          </a:p>
          <a:p>
            <a:endParaRPr lang="en-US" dirty="0"/>
          </a:p>
          <a:p>
            <a:r>
              <a:rPr lang="en-US" dirty="0"/>
              <a:t> </a:t>
            </a:r>
            <a:r>
              <a:rPr lang="en-US" sz="2800" dirty="0"/>
              <a:t>Each </a:t>
            </a:r>
            <a:r>
              <a:rPr lang="en-US" sz="2800" dirty="0">
                <a:solidFill>
                  <a:srgbClr val="C00000"/>
                </a:solidFill>
              </a:rPr>
              <a:t>slice operates independently</a:t>
            </a:r>
            <a:r>
              <a:rPr lang="en-US" sz="2800" dirty="0"/>
              <a:t> with its </a:t>
            </a:r>
            <a:r>
              <a:rPr lang="en-US" sz="2800" dirty="0">
                <a:solidFill>
                  <a:srgbClr val="C00000"/>
                </a:solidFill>
              </a:rPr>
              <a:t>own resources, topology, traffic flow, management policies, and protocols</a:t>
            </a:r>
            <a:r>
              <a:rPr lang="en-US" sz="2800" dirty="0"/>
              <a:t>, allowing for tailored connectivity for specific applications or services</a:t>
            </a:r>
          </a:p>
        </p:txBody>
      </p:sp>
    </p:spTree>
    <p:extLst>
      <p:ext uri="{BB962C8B-B14F-4D97-AF65-F5344CB8AC3E}">
        <p14:creationId xmlns:p14="http://schemas.microsoft.com/office/powerpoint/2010/main" val="22716353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4DBD1-7AA8-25FE-ABE6-D04ED29AB9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F8CEFC-F441-2418-2F13-5652DEB1059C}"/>
              </a:ext>
            </a:extLst>
          </p:cNvPr>
          <p:cNvSpPr>
            <a:spLocks noGrp="1"/>
          </p:cNvSpPr>
          <p:nvPr>
            <p:ph type="title"/>
          </p:nvPr>
        </p:nvSpPr>
        <p:spPr/>
        <p:txBody>
          <a:bodyPr>
            <a:normAutofit fontScale="90000"/>
          </a:bodyPr>
          <a:lstStyle/>
          <a:p>
            <a:r>
              <a:rPr lang="en-US" dirty="0"/>
              <a:t>Network Slicing in 5G</a:t>
            </a:r>
          </a:p>
        </p:txBody>
      </p:sp>
      <p:sp>
        <p:nvSpPr>
          <p:cNvPr id="5" name="Content Placeholder 4">
            <a:extLst>
              <a:ext uri="{FF2B5EF4-FFF2-40B4-BE49-F238E27FC236}">
                <a16:creationId xmlns:a16="http://schemas.microsoft.com/office/drawing/2014/main" id="{7D40DC90-5BD8-5CE6-C046-4BCB5F76124E}"/>
              </a:ext>
            </a:extLst>
          </p:cNvPr>
          <p:cNvSpPr>
            <a:spLocks noGrp="1"/>
          </p:cNvSpPr>
          <p:nvPr>
            <p:ph idx="1"/>
          </p:nvPr>
        </p:nvSpPr>
        <p:spPr/>
        <p:txBody>
          <a:bodyPr/>
          <a:lstStyle/>
          <a:p>
            <a:pPr marL="0" indent="0">
              <a:buNone/>
            </a:pPr>
            <a:r>
              <a:rPr lang="en-US" sz="2800" dirty="0"/>
              <a:t> </a:t>
            </a:r>
          </a:p>
          <a:p>
            <a:r>
              <a:rPr lang="en-US" sz="2800" dirty="0"/>
              <a:t>The primary goal of network slicing is to meet the </a:t>
            </a:r>
            <a:r>
              <a:rPr lang="en-US" sz="2800" b="1" dirty="0">
                <a:solidFill>
                  <a:srgbClr val="C00000"/>
                </a:solidFill>
              </a:rPr>
              <a:t>unique requirements of various use cases</a:t>
            </a:r>
            <a:r>
              <a:rPr lang="en-US" sz="2800" dirty="0"/>
              <a:t>—ranging from enhanced mobile broadband (</a:t>
            </a:r>
            <a:r>
              <a:rPr lang="en-US" sz="2800" dirty="0" err="1"/>
              <a:t>eMBB</a:t>
            </a:r>
            <a:r>
              <a:rPr lang="en-US" sz="2800" dirty="0"/>
              <a:t>) for high-bandwidth applications to ultra-reliable low-latency communication (</a:t>
            </a:r>
            <a:r>
              <a:rPr lang="en-US" sz="2800" dirty="0" err="1"/>
              <a:t>uRLLC</a:t>
            </a:r>
            <a:r>
              <a:rPr lang="en-US" sz="2800" dirty="0"/>
              <a:t>) for critical services like remote surgery </a:t>
            </a:r>
          </a:p>
        </p:txBody>
      </p:sp>
    </p:spTree>
    <p:extLst>
      <p:ext uri="{BB962C8B-B14F-4D97-AF65-F5344CB8AC3E}">
        <p14:creationId xmlns:p14="http://schemas.microsoft.com/office/powerpoint/2010/main" val="42354071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A89DA1-E23F-65A9-5CE3-E5CB9D9D5A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CB22F4-F5C1-1399-C935-BF01F1ABDBBB}"/>
              </a:ext>
            </a:extLst>
          </p:cNvPr>
          <p:cNvSpPr>
            <a:spLocks noGrp="1"/>
          </p:cNvSpPr>
          <p:nvPr>
            <p:ph type="title"/>
          </p:nvPr>
        </p:nvSpPr>
        <p:spPr/>
        <p:txBody>
          <a:bodyPr>
            <a:normAutofit fontScale="90000"/>
          </a:bodyPr>
          <a:lstStyle/>
          <a:p>
            <a:r>
              <a:rPr lang="en-US" dirty="0"/>
              <a:t>Network Slicing in 5G - Challenges</a:t>
            </a:r>
          </a:p>
        </p:txBody>
      </p:sp>
      <p:graphicFrame>
        <p:nvGraphicFramePr>
          <p:cNvPr id="3" name="Content Placeholder 2">
            <a:extLst>
              <a:ext uri="{FF2B5EF4-FFF2-40B4-BE49-F238E27FC236}">
                <a16:creationId xmlns:a16="http://schemas.microsoft.com/office/drawing/2014/main" id="{81ECC89F-7656-3686-7E79-D78CF5A4D801}"/>
              </a:ext>
            </a:extLst>
          </p:cNvPr>
          <p:cNvGraphicFramePr>
            <a:graphicFrameLocks noGrp="1"/>
          </p:cNvGraphicFramePr>
          <p:nvPr>
            <p:ph idx="1"/>
            <p:extLst>
              <p:ext uri="{D42A27DB-BD31-4B8C-83A1-F6EECF244321}">
                <p14:modId xmlns:p14="http://schemas.microsoft.com/office/powerpoint/2010/main" val="4135829100"/>
              </p:ext>
            </p:extLst>
          </p:nvPr>
        </p:nvGraphicFramePr>
        <p:xfrm>
          <a:off x="409934" y="1050784"/>
          <a:ext cx="11384657" cy="53577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513477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EA861E-39FE-D426-6ED1-4310209215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59625E-6D9A-BCE9-68AA-2CE076A6BF19}"/>
              </a:ext>
            </a:extLst>
          </p:cNvPr>
          <p:cNvSpPr>
            <a:spLocks noGrp="1"/>
          </p:cNvSpPr>
          <p:nvPr>
            <p:ph type="title"/>
          </p:nvPr>
        </p:nvSpPr>
        <p:spPr/>
        <p:txBody>
          <a:bodyPr>
            <a:normAutofit fontScale="90000"/>
          </a:bodyPr>
          <a:lstStyle/>
          <a:p>
            <a:r>
              <a:rPr lang="en-US" dirty="0"/>
              <a:t>Network Slicing in 5G – Generic Framework</a:t>
            </a:r>
          </a:p>
        </p:txBody>
      </p:sp>
      <p:sp>
        <p:nvSpPr>
          <p:cNvPr id="5" name="Content Placeholder 4">
            <a:extLst>
              <a:ext uri="{FF2B5EF4-FFF2-40B4-BE49-F238E27FC236}">
                <a16:creationId xmlns:a16="http://schemas.microsoft.com/office/drawing/2014/main" id="{B53906B5-8664-3051-02F6-7A998335A290}"/>
              </a:ext>
            </a:extLst>
          </p:cNvPr>
          <p:cNvSpPr>
            <a:spLocks noGrp="1"/>
          </p:cNvSpPr>
          <p:nvPr>
            <p:ph idx="1"/>
          </p:nvPr>
        </p:nvSpPr>
        <p:spPr/>
        <p:txBody>
          <a:bodyPr/>
          <a:lstStyle/>
          <a:p>
            <a:r>
              <a:rPr lang="en-US" b="1" dirty="0">
                <a:solidFill>
                  <a:srgbClr val="C00000"/>
                </a:solidFill>
              </a:rPr>
              <a:t>Infrastructure Layer</a:t>
            </a:r>
            <a:r>
              <a:rPr lang="en-US" dirty="0"/>
              <a:t>: This layer includes the physical resources such as servers, storage, and networking equipment.</a:t>
            </a:r>
          </a:p>
          <a:p>
            <a:endParaRPr lang="en-US" dirty="0"/>
          </a:p>
          <a:p>
            <a:r>
              <a:rPr lang="en-US" b="1" dirty="0">
                <a:solidFill>
                  <a:srgbClr val="C00000"/>
                </a:solidFill>
              </a:rPr>
              <a:t>Network Function Layer: </a:t>
            </a:r>
            <a:r>
              <a:rPr lang="en-US" dirty="0"/>
              <a:t>This layer encompasses the virtualized network functions that can be deployed within each slice.</a:t>
            </a:r>
          </a:p>
          <a:p>
            <a:endParaRPr lang="en-US" dirty="0"/>
          </a:p>
          <a:p>
            <a:r>
              <a:rPr lang="en-US" b="1" dirty="0">
                <a:solidFill>
                  <a:srgbClr val="C00000"/>
                </a:solidFill>
              </a:rPr>
              <a:t>Service Layer</a:t>
            </a:r>
            <a:r>
              <a:rPr lang="en-US" dirty="0"/>
              <a:t>: This layer focuses on the specific services offered to end-users through the various slices</a:t>
            </a:r>
          </a:p>
        </p:txBody>
      </p:sp>
    </p:spTree>
    <p:extLst>
      <p:ext uri="{BB962C8B-B14F-4D97-AF65-F5344CB8AC3E}">
        <p14:creationId xmlns:p14="http://schemas.microsoft.com/office/powerpoint/2010/main" val="12321013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EBB8E0-E879-5815-8C94-6901E5F544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7C0066-EB0D-4D80-8401-F97967BA8C65}"/>
              </a:ext>
            </a:extLst>
          </p:cNvPr>
          <p:cNvSpPr>
            <a:spLocks noGrp="1"/>
          </p:cNvSpPr>
          <p:nvPr>
            <p:ph type="title"/>
          </p:nvPr>
        </p:nvSpPr>
        <p:spPr/>
        <p:txBody>
          <a:bodyPr>
            <a:normAutofit fontScale="90000"/>
          </a:bodyPr>
          <a:lstStyle/>
          <a:p>
            <a:r>
              <a:rPr lang="en-US" dirty="0"/>
              <a:t>Network Slicing in 5G – Generic Framework</a:t>
            </a:r>
          </a:p>
        </p:txBody>
      </p:sp>
      <p:pic>
        <p:nvPicPr>
          <p:cNvPr id="4" name="Content Placeholder 3" descr="A diagram of a network&#10;&#10;Description automatically generated">
            <a:extLst>
              <a:ext uri="{FF2B5EF4-FFF2-40B4-BE49-F238E27FC236}">
                <a16:creationId xmlns:a16="http://schemas.microsoft.com/office/drawing/2014/main" id="{48F96D29-375A-AA6C-66FF-909263899F0E}"/>
              </a:ext>
            </a:extLst>
          </p:cNvPr>
          <p:cNvPicPr>
            <a:picLocks noGrp="1" noChangeAspect="1"/>
          </p:cNvPicPr>
          <p:nvPr>
            <p:ph idx="1"/>
          </p:nvPr>
        </p:nvPicPr>
        <p:blipFill>
          <a:blip r:embed="rId2"/>
          <a:stretch>
            <a:fillRect/>
          </a:stretch>
        </p:blipFill>
        <p:spPr>
          <a:xfrm>
            <a:off x="2704012" y="951055"/>
            <a:ext cx="6923314" cy="5586190"/>
          </a:xfrm>
        </p:spPr>
      </p:pic>
    </p:spTree>
    <p:extLst>
      <p:ext uri="{BB962C8B-B14F-4D97-AF65-F5344CB8AC3E}">
        <p14:creationId xmlns:p14="http://schemas.microsoft.com/office/powerpoint/2010/main" val="28656226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08C7E-17E6-BC77-6769-346628223B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C18959-67DA-AA5B-8B4B-6E2446169611}"/>
              </a:ext>
            </a:extLst>
          </p:cNvPr>
          <p:cNvSpPr>
            <a:spLocks noGrp="1"/>
          </p:cNvSpPr>
          <p:nvPr>
            <p:ph type="title"/>
          </p:nvPr>
        </p:nvSpPr>
        <p:spPr/>
        <p:txBody>
          <a:bodyPr>
            <a:normAutofit fontScale="90000"/>
          </a:bodyPr>
          <a:lstStyle/>
          <a:p>
            <a:r>
              <a:rPr lang="en-US" dirty="0"/>
              <a:t>Network Slicing in 5G – Generic Framework</a:t>
            </a:r>
          </a:p>
        </p:txBody>
      </p:sp>
      <p:pic>
        <p:nvPicPr>
          <p:cNvPr id="27" name="Content Placeholder 26">
            <a:extLst>
              <a:ext uri="{FF2B5EF4-FFF2-40B4-BE49-F238E27FC236}">
                <a16:creationId xmlns:a16="http://schemas.microsoft.com/office/drawing/2014/main" id="{C5FDFBF7-0F2E-DEA0-C6C0-B31BDE0D259A}"/>
              </a:ext>
            </a:extLst>
          </p:cNvPr>
          <p:cNvPicPr>
            <a:picLocks noGrp="1" noChangeAspect="1"/>
          </p:cNvPicPr>
          <p:nvPr>
            <p:ph idx="1"/>
          </p:nvPr>
        </p:nvPicPr>
        <p:blipFill>
          <a:blip r:embed="rId2"/>
          <a:srcRect t="15250"/>
          <a:stretch/>
        </p:blipFill>
        <p:spPr>
          <a:xfrm>
            <a:off x="1304687" y="951054"/>
            <a:ext cx="9582625" cy="5616209"/>
          </a:xfrm>
          <a:prstGeom prst="rect">
            <a:avLst/>
          </a:prstGeom>
        </p:spPr>
      </p:pic>
    </p:spTree>
    <p:extLst>
      <p:ext uri="{BB962C8B-B14F-4D97-AF65-F5344CB8AC3E}">
        <p14:creationId xmlns:p14="http://schemas.microsoft.com/office/powerpoint/2010/main" val="36557218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48546-1517-6D5C-48E1-D2798681D5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53C1DC-8947-1EA8-1ADA-DCFE9672DABD}"/>
              </a:ext>
            </a:extLst>
          </p:cNvPr>
          <p:cNvSpPr>
            <a:spLocks noGrp="1"/>
          </p:cNvSpPr>
          <p:nvPr>
            <p:ph type="title"/>
          </p:nvPr>
        </p:nvSpPr>
        <p:spPr/>
        <p:txBody>
          <a:bodyPr>
            <a:normAutofit fontScale="90000"/>
          </a:bodyPr>
          <a:lstStyle/>
          <a:p>
            <a:r>
              <a:rPr lang="en-US" dirty="0"/>
              <a:t>Network Slicing in 5G – Generic Framework</a:t>
            </a:r>
          </a:p>
        </p:txBody>
      </p:sp>
      <p:sp>
        <p:nvSpPr>
          <p:cNvPr id="5" name="Content Placeholder 4">
            <a:extLst>
              <a:ext uri="{FF2B5EF4-FFF2-40B4-BE49-F238E27FC236}">
                <a16:creationId xmlns:a16="http://schemas.microsoft.com/office/drawing/2014/main" id="{33D2A7E4-259D-E545-D29C-04966E4FC74E}"/>
              </a:ext>
            </a:extLst>
          </p:cNvPr>
          <p:cNvSpPr>
            <a:spLocks noGrp="1"/>
          </p:cNvSpPr>
          <p:nvPr>
            <p:ph idx="1"/>
          </p:nvPr>
        </p:nvSpPr>
        <p:spPr/>
        <p:txBody>
          <a:bodyPr/>
          <a:lstStyle/>
          <a:p>
            <a:r>
              <a:rPr lang="en-US" dirty="0"/>
              <a:t> </a:t>
            </a:r>
            <a:r>
              <a:rPr lang="en-US" b="1" dirty="0">
                <a:solidFill>
                  <a:srgbClr val="C00000"/>
                </a:solidFill>
              </a:rPr>
              <a:t>Infrastructure Layer</a:t>
            </a:r>
          </a:p>
          <a:p>
            <a:pPr lvl="1"/>
            <a:r>
              <a:rPr lang="en-US" dirty="0"/>
              <a:t> It defines the </a:t>
            </a:r>
            <a:r>
              <a:rPr lang="en-US" dirty="0">
                <a:solidFill>
                  <a:srgbClr val="C00000"/>
                </a:solidFill>
              </a:rPr>
              <a:t>actual physical network topology</a:t>
            </a:r>
            <a:r>
              <a:rPr lang="en-US" dirty="0"/>
              <a:t> that supports multiple virtual networks.</a:t>
            </a:r>
          </a:p>
          <a:p>
            <a:pPr lvl="1"/>
            <a:r>
              <a:rPr lang="en-US" dirty="0"/>
              <a:t> </a:t>
            </a:r>
            <a:r>
              <a:rPr lang="en-US" b="1" i="1" dirty="0">
                <a:solidFill>
                  <a:schemeClr val="accent3">
                    <a:lumMod val="75000"/>
                  </a:schemeClr>
                </a:solidFill>
              </a:rPr>
              <a:t>Physical Network Architecture</a:t>
            </a:r>
            <a:r>
              <a:rPr lang="en-US" dirty="0"/>
              <a:t>: The infrastructure layer extends from </a:t>
            </a:r>
            <a:r>
              <a:rPr lang="en-US" dirty="0">
                <a:solidFill>
                  <a:srgbClr val="FF0000"/>
                </a:solidFill>
              </a:rPr>
              <a:t>edge cloud environments</a:t>
            </a:r>
            <a:r>
              <a:rPr lang="en-US" dirty="0"/>
              <a:t> to </a:t>
            </a:r>
            <a:r>
              <a:rPr lang="en-US" dirty="0">
                <a:solidFill>
                  <a:srgbClr val="FF0000"/>
                </a:solidFill>
              </a:rPr>
              <a:t>remote cloud setups</a:t>
            </a:r>
            <a:r>
              <a:rPr lang="en-US" dirty="0"/>
              <a:t>, encompassing both the </a:t>
            </a:r>
            <a:r>
              <a:rPr lang="en-US" dirty="0">
                <a:solidFill>
                  <a:srgbClr val="FF0000"/>
                </a:solidFill>
              </a:rPr>
              <a:t>radio access network (RAN)</a:t>
            </a:r>
            <a:r>
              <a:rPr lang="en-US" dirty="0"/>
              <a:t> and the </a:t>
            </a:r>
            <a:r>
              <a:rPr lang="en-US" dirty="0">
                <a:solidFill>
                  <a:srgbClr val="FF0000"/>
                </a:solidFill>
              </a:rPr>
              <a:t>core network</a:t>
            </a:r>
            <a:r>
              <a:rPr lang="en-US" dirty="0"/>
              <a:t>. This layered approach allows for efficient resource allocation and management across various network components .</a:t>
            </a:r>
          </a:p>
        </p:txBody>
      </p:sp>
    </p:spTree>
    <p:extLst>
      <p:ext uri="{BB962C8B-B14F-4D97-AF65-F5344CB8AC3E}">
        <p14:creationId xmlns:p14="http://schemas.microsoft.com/office/powerpoint/2010/main" val="28119968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26DFFB-E337-5A5E-FDC1-446BFA980A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266E4C-77E2-2980-4877-27F83ADFAC7C}"/>
              </a:ext>
            </a:extLst>
          </p:cNvPr>
          <p:cNvSpPr>
            <a:spLocks noGrp="1"/>
          </p:cNvSpPr>
          <p:nvPr>
            <p:ph type="title"/>
          </p:nvPr>
        </p:nvSpPr>
        <p:spPr/>
        <p:txBody>
          <a:bodyPr>
            <a:normAutofit fontScale="90000"/>
          </a:bodyPr>
          <a:lstStyle/>
          <a:p>
            <a:r>
              <a:rPr lang="en-US" dirty="0"/>
              <a:t>Network Slicing in 5G – Generic Framework</a:t>
            </a:r>
          </a:p>
        </p:txBody>
      </p:sp>
      <p:sp>
        <p:nvSpPr>
          <p:cNvPr id="5" name="Content Placeholder 4">
            <a:extLst>
              <a:ext uri="{FF2B5EF4-FFF2-40B4-BE49-F238E27FC236}">
                <a16:creationId xmlns:a16="http://schemas.microsoft.com/office/drawing/2014/main" id="{BC8BA041-4B9D-C746-227E-77948EF46BA5}"/>
              </a:ext>
            </a:extLst>
          </p:cNvPr>
          <p:cNvSpPr>
            <a:spLocks noGrp="1"/>
          </p:cNvSpPr>
          <p:nvPr>
            <p:ph idx="1"/>
          </p:nvPr>
        </p:nvSpPr>
        <p:spPr/>
        <p:txBody>
          <a:bodyPr/>
          <a:lstStyle/>
          <a:p>
            <a:r>
              <a:rPr lang="en-US" dirty="0"/>
              <a:t> </a:t>
            </a:r>
            <a:r>
              <a:rPr lang="en-US" b="1" dirty="0">
                <a:solidFill>
                  <a:srgbClr val="C00000"/>
                </a:solidFill>
              </a:rPr>
              <a:t>Infrastructure Layer</a:t>
            </a:r>
          </a:p>
          <a:p>
            <a:pPr lvl="1"/>
            <a:r>
              <a:rPr lang="en-US" dirty="0"/>
              <a:t> </a:t>
            </a:r>
            <a:r>
              <a:rPr lang="en-US" b="1" i="1" dirty="0">
                <a:solidFill>
                  <a:schemeClr val="accent3">
                    <a:lumMod val="75000"/>
                  </a:schemeClr>
                </a:solidFill>
              </a:rPr>
              <a:t>Resource Abstraction</a:t>
            </a:r>
            <a:r>
              <a:rPr lang="en-US" dirty="0"/>
              <a:t>: Utilizing software-defined techniques, this layer facilitates resource abstraction, allowing for </a:t>
            </a:r>
            <a:r>
              <a:rPr lang="en-US" dirty="0">
                <a:solidFill>
                  <a:srgbClr val="FF0000"/>
                </a:solidFill>
              </a:rPr>
              <a:t>dynamic allocation of compute</a:t>
            </a:r>
            <a:r>
              <a:rPr lang="en-US" dirty="0"/>
              <a:t>, </a:t>
            </a:r>
            <a:r>
              <a:rPr lang="en-US" dirty="0">
                <a:solidFill>
                  <a:srgbClr val="FF0000"/>
                </a:solidFill>
              </a:rPr>
              <a:t>storage, bandwidth</a:t>
            </a:r>
            <a:r>
              <a:rPr lang="en-US" dirty="0"/>
              <a:t>, and other resources to different network slices. This abstraction is critical for enabling </a:t>
            </a:r>
            <a:r>
              <a:rPr lang="en-US" dirty="0">
                <a:solidFill>
                  <a:srgbClr val="FF0000"/>
                </a:solidFill>
              </a:rPr>
              <a:t>flexibility and responsiveness</a:t>
            </a:r>
            <a:r>
              <a:rPr lang="en-US" dirty="0"/>
              <a:t> to varying service demands .</a:t>
            </a:r>
          </a:p>
        </p:txBody>
      </p:sp>
    </p:spTree>
    <p:extLst>
      <p:ext uri="{BB962C8B-B14F-4D97-AF65-F5344CB8AC3E}">
        <p14:creationId xmlns:p14="http://schemas.microsoft.com/office/powerpoint/2010/main" val="20462716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5A58E-8732-317A-4D02-8B12981058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33E3E3-40BF-AD59-87A6-882BBFECAFC8}"/>
              </a:ext>
            </a:extLst>
          </p:cNvPr>
          <p:cNvSpPr>
            <a:spLocks noGrp="1"/>
          </p:cNvSpPr>
          <p:nvPr>
            <p:ph type="title"/>
          </p:nvPr>
        </p:nvSpPr>
        <p:spPr/>
        <p:txBody>
          <a:bodyPr>
            <a:normAutofit fontScale="90000"/>
          </a:bodyPr>
          <a:lstStyle/>
          <a:p>
            <a:r>
              <a:rPr lang="en-US" dirty="0"/>
              <a:t>Network Slicing in 5G – Generic Framework</a:t>
            </a:r>
          </a:p>
        </p:txBody>
      </p:sp>
      <p:sp>
        <p:nvSpPr>
          <p:cNvPr id="5" name="Content Placeholder 4">
            <a:extLst>
              <a:ext uri="{FF2B5EF4-FFF2-40B4-BE49-F238E27FC236}">
                <a16:creationId xmlns:a16="http://schemas.microsoft.com/office/drawing/2014/main" id="{D06B2B8D-0E42-F255-697F-D35111873901}"/>
              </a:ext>
            </a:extLst>
          </p:cNvPr>
          <p:cNvSpPr>
            <a:spLocks noGrp="1"/>
          </p:cNvSpPr>
          <p:nvPr>
            <p:ph idx="1"/>
          </p:nvPr>
        </p:nvSpPr>
        <p:spPr/>
        <p:txBody>
          <a:bodyPr>
            <a:normAutofit lnSpcReduction="10000"/>
          </a:bodyPr>
          <a:lstStyle/>
          <a:p>
            <a:r>
              <a:rPr lang="en-US" dirty="0"/>
              <a:t> </a:t>
            </a:r>
            <a:r>
              <a:rPr lang="en-US" b="1" dirty="0">
                <a:solidFill>
                  <a:srgbClr val="C00000"/>
                </a:solidFill>
              </a:rPr>
              <a:t>Infrastructure Layer</a:t>
            </a:r>
          </a:p>
          <a:p>
            <a:pPr lvl="1"/>
            <a:r>
              <a:rPr lang="en-US" dirty="0"/>
              <a:t> </a:t>
            </a:r>
            <a:r>
              <a:rPr lang="en-US" b="1" i="1" dirty="0">
                <a:solidFill>
                  <a:schemeClr val="accent3">
                    <a:lumMod val="75000"/>
                  </a:schemeClr>
                </a:solidFill>
              </a:rPr>
              <a:t>Policy Implementation</a:t>
            </a:r>
            <a:r>
              <a:rPr lang="en-US" dirty="0"/>
              <a:t>: Within the infrastructure layer, various </a:t>
            </a:r>
            <a:r>
              <a:rPr lang="en-US" dirty="0">
                <a:solidFill>
                  <a:srgbClr val="FF0000"/>
                </a:solidFill>
              </a:rPr>
              <a:t>policies are established to deploy, control, manage, and orchestrate the underlying physical infrastructure</a:t>
            </a:r>
            <a:r>
              <a:rPr lang="en-US" dirty="0"/>
              <a:t>. These policies ensure that resources are allocated effectively to meet the specific needs of each slice while maintaining overall network performance .</a:t>
            </a:r>
          </a:p>
          <a:p>
            <a:pPr lvl="1"/>
            <a:r>
              <a:rPr lang="en-US" b="1" dirty="0">
                <a:solidFill>
                  <a:schemeClr val="accent3">
                    <a:lumMod val="75000"/>
                  </a:schemeClr>
                </a:solidFill>
              </a:rPr>
              <a:t>End-to-End Resource Allocation</a:t>
            </a:r>
            <a:r>
              <a:rPr lang="en-US" dirty="0"/>
              <a:t>: The infrastructure layer plays a crucial role in </a:t>
            </a:r>
            <a:r>
              <a:rPr lang="en-US" dirty="0">
                <a:solidFill>
                  <a:srgbClr val="FF0000"/>
                </a:solidFill>
              </a:rPr>
              <a:t>allocating resources to network slices in a manner that supports upper layers</a:t>
            </a:r>
            <a:r>
              <a:rPr lang="en-US" dirty="0"/>
              <a:t>. This allocation is done contextually, ensuring that each slice can operate independently with the necessary resources to fulfill its requirements </a:t>
            </a:r>
          </a:p>
        </p:txBody>
      </p:sp>
    </p:spTree>
    <p:extLst>
      <p:ext uri="{BB962C8B-B14F-4D97-AF65-F5344CB8AC3E}">
        <p14:creationId xmlns:p14="http://schemas.microsoft.com/office/powerpoint/2010/main" val="33574662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C1C33E-BA31-5CA9-9A5A-2FFA564609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0436C6-A699-BC9C-6AEA-CD2A31B07259}"/>
              </a:ext>
            </a:extLst>
          </p:cNvPr>
          <p:cNvSpPr>
            <a:spLocks noGrp="1"/>
          </p:cNvSpPr>
          <p:nvPr>
            <p:ph type="title"/>
          </p:nvPr>
        </p:nvSpPr>
        <p:spPr/>
        <p:txBody>
          <a:bodyPr>
            <a:normAutofit fontScale="90000"/>
          </a:bodyPr>
          <a:lstStyle/>
          <a:p>
            <a:r>
              <a:rPr lang="en-US" dirty="0"/>
              <a:t>Network Slicing in 5G – Generic Framework</a:t>
            </a:r>
          </a:p>
        </p:txBody>
      </p:sp>
      <p:sp>
        <p:nvSpPr>
          <p:cNvPr id="5" name="Content Placeholder 4">
            <a:extLst>
              <a:ext uri="{FF2B5EF4-FFF2-40B4-BE49-F238E27FC236}">
                <a16:creationId xmlns:a16="http://schemas.microsoft.com/office/drawing/2014/main" id="{B0ECFE27-B840-697C-169E-C56AE2F9EA90}"/>
              </a:ext>
            </a:extLst>
          </p:cNvPr>
          <p:cNvSpPr>
            <a:spLocks noGrp="1"/>
          </p:cNvSpPr>
          <p:nvPr>
            <p:ph idx="1"/>
          </p:nvPr>
        </p:nvSpPr>
        <p:spPr/>
        <p:txBody>
          <a:bodyPr>
            <a:normAutofit/>
          </a:bodyPr>
          <a:lstStyle/>
          <a:p>
            <a:r>
              <a:rPr lang="en-US" b="1" dirty="0">
                <a:solidFill>
                  <a:srgbClr val="C00000"/>
                </a:solidFill>
              </a:rPr>
              <a:t>Network Function and Virtualization Layer</a:t>
            </a:r>
          </a:p>
          <a:p>
            <a:pPr lvl="1"/>
            <a:r>
              <a:rPr lang="en-US" dirty="0"/>
              <a:t> The Network Function and Virtualization Layer operates </a:t>
            </a:r>
            <a:r>
              <a:rPr lang="en-US" dirty="0">
                <a:solidFill>
                  <a:srgbClr val="FF0000"/>
                </a:solidFill>
              </a:rPr>
              <a:t>above the infrastructure layer</a:t>
            </a:r>
            <a:r>
              <a:rPr lang="en-US" dirty="0"/>
              <a:t> and is responsible for </a:t>
            </a:r>
            <a:r>
              <a:rPr lang="en-US" dirty="0">
                <a:solidFill>
                  <a:srgbClr val="FF0000"/>
                </a:solidFill>
              </a:rPr>
              <a:t>managing the lifecycle of virtual resources and network functions</a:t>
            </a:r>
          </a:p>
          <a:p>
            <a:pPr lvl="1"/>
            <a:r>
              <a:rPr lang="en-US" dirty="0"/>
              <a:t> </a:t>
            </a:r>
            <a:r>
              <a:rPr lang="en-US" b="1" i="1" dirty="0">
                <a:solidFill>
                  <a:schemeClr val="accent3">
                    <a:lumMod val="75000"/>
                  </a:schemeClr>
                </a:solidFill>
              </a:rPr>
              <a:t>Lifecycle Management</a:t>
            </a:r>
            <a:r>
              <a:rPr lang="en-US" dirty="0"/>
              <a:t>: This layer </a:t>
            </a:r>
            <a:r>
              <a:rPr lang="en-US" dirty="0">
                <a:solidFill>
                  <a:srgbClr val="FF0000"/>
                </a:solidFill>
              </a:rPr>
              <a:t>executes all necessary operations for managing virtualized network functions</a:t>
            </a:r>
            <a:r>
              <a:rPr lang="en-US" dirty="0"/>
              <a:t> (VNFs), ensuring </a:t>
            </a:r>
            <a:r>
              <a:rPr lang="en-US" dirty="0">
                <a:solidFill>
                  <a:srgbClr val="FF0000"/>
                </a:solidFill>
              </a:rPr>
              <a:t>optimal placement of these functions within the available physical resources</a:t>
            </a:r>
            <a:r>
              <a:rPr lang="en-US" dirty="0"/>
              <a:t>.</a:t>
            </a:r>
          </a:p>
        </p:txBody>
      </p:sp>
    </p:spTree>
    <p:extLst>
      <p:ext uri="{BB962C8B-B14F-4D97-AF65-F5344CB8AC3E}">
        <p14:creationId xmlns:p14="http://schemas.microsoft.com/office/powerpoint/2010/main" val="13551186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F77191-8876-C6EF-5643-2EA2E7DAC9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DACF82-F6CE-7DD9-920C-B88F541AC51A}"/>
              </a:ext>
            </a:extLst>
          </p:cNvPr>
          <p:cNvSpPr>
            <a:spLocks noGrp="1"/>
          </p:cNvSpPr>
          <p:nvPr>
            <p:ph type="title"/>
          </p:nvPr>
        </p:nvSpPr>
        <p:spPr/>
        <p:txBody>
          <a:bodyPr>
            <a:normAutofit fontScale="90000"/>
          </a:bodyPr>
          <a:lstStyle/>
          <a:p>
            <a:r>
              <a:rPr lang="en-US" dirty="0"/>
              <a:t>Network Slicing in 5G – Generic Framework</a:t>
            </a:r>
          </a:p>
        </p:txBody>
      </p:sp>
      <p:sp>
        <p:nvSpPr>
          <p:cNvPr id="5" name="Content Placeholder 4">
            <a:extLst>
              <a:ext uri="{FF2B5EF4-FFF2-40B4-BE49-F238E27FC236}">
                <a16:creationId xmlns:a16="http://schemas.microsoft.com/office/drawing/2014/main" id="{EF9AF241-7063-A257-496B-C06BB46C13DB}"/>
              </a:ext>
            </a:extLst>
          </p:cNvPr>
          <p:cNvSpPr>
            <a:spLocks noGrp="1"/>
          </p:cNvSpPr>
          <p:nvPr>
            <p:ph idx="1"/>
          </p:nvPr>
        </p:nvSpPr>
        <p:spPr/>
        <p:txBody>
          <a:bodyPr>
            <a:normAutofit/>
          </a:bodyPr>
          <a:lstStyle/>
          <a:p>
            <a:r>
              <a:rPr lang="en-US" b="1" dirty="0">
                <a:solidFill>
                  <a:srgbClr val="C00000"/>
                </a:solidFill>
              </a:rPr>
              <a:t>Network Function and Virtualization Layer</a:t>
            </a:r>
          </a:p>
          <a:p>
            <a:pPr lvl="1"/>
            <a:r>
              <a:rPr lang="en-US" dirty="0"/>
              <a:t> </a:t>
            </a:r>
            <a:r>
              <a:rPr lang="en-US" b="1" i="1" dirty="0">
                <a:solidFill>
                  <a:schemeClr val="accent3">
                    <a:lumMod val="75000"/>
                  </a:schemeClr>
                </a:solidFill>
              </a:rPr>
              <a:t>Chaining of Slices</a:t>
            </a:r>
            <a:r>
              <a:rPr lang="en-US" dirty="0"/>
              <a:t>: It facilitates the </a:t>
            </a:r>
            <a:r>
              <a:rPr lang="en-US" dirty="0">
                <a:solidFill>
                  <a:srgbClr val="FF0000"/>
                </a:solidFill>
              </a:rPr>
              <a:t>chaining of multiple slices</a:t>
            </a:r>
            <a:r>
              <a:rPr lang="en-US" dirty="0"/>
              <a:t> to meet </a:t>
            </a:r>
            <a:r>
              <a:rPr lang="en-US" dirty="0">
                <a:solidFill>
                  <a:srgbClr val="FF0000"/>
                </a:solidFill>
              </a:rPr>
              <a:t>specific service requirements</a:t>
            </a:r>
            <a:r>
              <a:rPr lang="en-US" dirty="0"/>
              <a:t>. By coordinating </a:t>
            </a:r>
            <a:r>
              <a:rPr lang="en-US" dirty="0">
                <a:solidFill>
                  <a:srgbClr val="FF0000"/>
                </a:solidFill>
              </a:rPr>
              <a:t>how different slices interact</a:t>
            </a:r>
            <a:r>
              <a:rPr lang="en-US" dirty="0"/>
              <a:t>, this layer ensures that applications can </a:t>
            </a:r>
            <a:r>
              <a:rPr lang="en-US" dirty="0">
                <a:solidFill>
                  <a:srgbClr val="FF0000"/>
                </a:solidFill>
              </a:rPr>
              <a:t>leverage combined functionalities</a:t>
            </a:r>
            <a:r>
              <a:rPr lang="en-US" dirty="0"/>
              <a:t> across slices .</a:t>
            </a:r>
          </a:p>
          <a:p>
            <a:pPr lvl="1"/>
            <a:r>
              <a:rPr lang="en-US" b="1" i="1" dirty="0">
                <a:solidFill>
                  <a:schemeClr val="accent3">
                    <a:lumMod val="75000"/>
                  </a:schemeClr>
                </a:solidFill>
              </a:rPr>
              <a:t>Technical Aspects</a:t>
            </a:r>
            <a:r>
              <a:rPr lang="en-US" dirty="0"/>
              <a:t>: Key technologies such as </a:t>
            </a:r>
            <a:r>
              <a:rPr lang="en-US" dirty="0">
                <a:solidFill>
                  <a:srgbClr val="FF0000"/>
                </a:solidFill>
              </a:rPr>
              <a:t>Software-Defined Networking </a:t>
            </a:r>
            <a:r>
              <a:rPr lang="en-US" dirty="0"/>
              <a:t>(SDN) and </a:t>
            </a:r>
            <a:r>
              <a:rPr lang="en-US" dirty="0">
                <a:solidFill>
                  <a:srgbClr val="FF0000"/>
                </a:solidFill>
              </a:rPr>
              <a:t>Network Function Virtualization </a:t>
            </a:r>
            <a:r>
              <a:rPr lang="en-US" dirty="0"/>
              <a:t>(NFV) are integral to this layer. They enable </a:t>
            </a:r>
            <a:r>
              <a:rPr lang="en-US" dirty="0">
                <a:solidFill>
                  <a:srgbClr val="FF0000"/>
                </a:solidFill>
              </a:rPr>
              <a:t>efficient management</a:t>
            </a:r>
            <a:r>
              <a:rPr lang="en-US" dirty="0"/>
              <a:t> of both coarse-grained and fine-grained network functions across the core and local RAN .</a:t>
            </a:r>
          </a:p>
        </p:txBody>
      </p:sp>
    </p:spTree>
    <p:extLst>
      <p:ext uri="{BB962C8B-B14F-4D97-AF65-F5344CB8AC3E}">
        <p14:creationId xmlns:p14="http://schemas.microsoft.com/office/powerpoint/2010/main" val="36609582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488D5B-367C-06CA-B7CA-F7975A932A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BD5D69-79FD-9DDD-5991-0E8EFA73AD49}"/>
              </a:ext>
            </a:extLst>
          </p:cNvPr>
          <p:cNvSpPr>
            <a:spLocks noGrp="1"/>
          </p:cNvSpPr>
          <p:nvPr>
            <p:ph type="title"/>
          </p:nvPr>
        </p:nvSpPr>
        <p:spPr/>
        <p:txBody>
          <a:bodyPr>
            <a:normAutofit fontScale="90000"/>
          </a:bodyPr>
          <a:lstStyle/>
          <a:p>
            <a:r>
              <a:rPr lang="en-US" dirty="0"/>
              <a:t>Network Slicing in 5G – Generic Framework</a:t>
            </a:r>
          </a:p>
        </p:txBody>
      </p:sp>
      <p:sp>
        <p:nvSpPr>
          <p:cNvPr id="5" name="Content Placeholder 4">
            <a:extLst>
              <a:ext uri="{FF2B5EF4-FFF2-40B4-BE49-F238E27FC236}">
                <a16:creationId xmlns:a16="http://schemas.microsoft.com/office/drawing/2014/main" id="{1A818CC6-62B0-B9D1-2F14-D6A9AF13C770}"/>
              </a:ext>
            </a:extLst>
          </p:cNvPr>
          <p:cNvSpPr>
            <a:spLocks noGrp="1"/>
          </p:cNvSpPr>
          <p:nvPr>
            <p:ph idx="1"/>
          </p:nvPr>
        </p:nvSpPr>
        <p:spPr/>
        <p:txBody>
          <a:bodyPr>
            <a:normAutofit fontScale="92500"/>
          </a:bodyPr>
          <a:lstStyle/>
          <a:p>
            <a:r>
              <a:rPr lang="en-US" b="1" dirty="0">
                <a:solidFill>
                  <a:srgbClr val="C00000"/>
                </a:solidFill>
              </a:rPr>
              <a:t> Service and Application Layer</a:t>
            </a:r>
          </a:p>
          <a:p>
            <a:pPr lvl="1"/>
            <a:r>
              <a:rPr lang="en-US" dirty="0"/>
              <a:t> The Service and Application Layer represents the topmost layer where various applications and services operate:</a:t>
            </a:r>
          </a:p>
          <a:p>
            <a:pPr lvl="1"/>
            <a:r>
              <a:rPr lang="en-US" dirty="0"/>
              <a:t> </a:t>
            </a:r>
            <a:r>
              <a:rPr lang="en-US" b="1" i="1" dirty="0">
                <a:solidFill>
                  <a:schemeClr val="accent3">
                    <a:lumMod val="75000"/>
                  </a:schemeClr>
                </a:solidFill>
              </a:rPr>
              <a:t>Use Cases</a:t>
            </a:r>
            <a:r>
              <a:rPr lang="en-US" dirty="0"/>
              <a:t>: This layer includes </a:t>
            </a:r>
            <a:r>
              <a:rPr lang="en-US" dirty="0">
                <a:solidFill>
                  <a:srgbClr val="FF0000"/>
                </a:solidFill>
              </a:rPr>
              <a:t>connected devices</a:t>
            </a:r>
            <a:r>
              <a:rPr lang="en-US" dirty="0"/>
              <a:t> such as vehicles, IoT devices, mobile phones, and VR appliances. Each application or service has specific utility expectations from the underlying networking infrastructure.</a:t>
            </a:r>
          </a:p>
          <a:p>
            <a:pPr lvl="1"/>
            <a:r>
              <a:rPr lang="en-US" dirty="0"/>
              <a:t> </a:t>
            </a:r>
            <a:r>
              <a:rPr lang="en-US" b="1" i="1" dirty="0">
                <a:solidFill>
                  <a:schemeClr val="accent3">
                    <a:lumMod val="75000"/>
                  </a:schemeClr>
                </a:solidFill>
              </a:rPr>
              <a:t>Mapping Functions</a:t>
            </a:r>
            <a:r>
              <a:rPr lang="en-US" dirty="0"/>
              <a:t>: Based on high-level service requirements, </a:t>
            </a:r>
            <a:r>
              <a:rPr lang="en-US" dirty="0">
                <a:solidFill>
                  <a:srgbClr val="FF0000"/>
                </a:solidFill>
              </a:rPr>
              <a:t>virtualized network functions are mapped to physical resources </a:t>
            </a:r>
            <a:r>
              <a:rPr lang="en-US" dirty="0"/>
              <a:t>to ensure compliance with </a:t>
            </a:r>
            <a:r>
              <a:rPr lang="en-US" dirty="0">
                <a:solidFill>
                  <a:srgbClr val="FF0000"/>
                </a:solidFill>
              </a:rPr>
              <a:t>Service Level Agreements (SLAs)</a:t>
            </a:r>
            <a:r>
              <a:rPr lang="en-US" dirty="0"/>
              <a:t>. This mapping ensures that each application receives the necessary resources without violating performance guarantees .</a:t>
            </a:r>
          </a:p>
        </p:txBody>
      </p:sp>
    </p:spTree>
    <p:extLst>
      <p:ext uri="{BB962C8B-B14F-4D97-AF65-F5344CB8AC3E}">
        <p14:creationId xmlns:p14="http://schemas.microsoft.com/office/powerpoint/2010/main" val="11802559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DC5CD1-96A0-0EF9-717F-E541929211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C456FD-B7A5-4316-AA6D-49EFB30290E4}"/>
              </a:ext>
            </a:extLst>
          </p:cNvPr>
          <p:cNvSpPr>
            <a:spLocks noGrp="1"/>
          </p:cNvSpPr>
          <p:nvPr>
            <p:ph type="title"/>
          </p:nvPr>
        </p:nvSpPr>
        <p:spPr/>
        <p:txBody>
          <a:bodyPr>
            <a:normAutofit fontScale="90000"/>
          </a:bodyPr>
          <a:lstStyle/>
          <a:p>
            <a:r>
              <a:rPr lang="en-US" dirty="0"/>
              <a:t>Network Slicing in 5G – Generic Framework</a:t>
            </a:r>
          </a:p>
        </p:txBody>
      </p:sp>
      <p:sp>
        <p:nvSpPr>
          <p:cNvPr id="5" name="Content Placeholder 4">
            <a:extLst>
              <a:ext uri="{FF2B5EF4-FFF2-40B4-BE49-F238E27FC236}">
                <a16:creationId xmlns:a16="http://schemas.microsoft.com/office/drawing/2014/main" id="{6CCD24F0-0C26-97DB-18C2-60F44D5602DB}"/>
              </a:ext>
            </a:extLst>
          </p:cNvPr>
          <p:cNvSpPr>
            <a:spLocks noGrp="1"/>
          </p:cNvSpPr>
          <p:nvPr>
            <p:ph idx="1"/>
          </p:nvPr>
        </p:nvSpPr>
        <p:spPr/>
        <p:txBody>
          <a:bodyPr>
            <a:normAutofit/>
          </a:bodyPr>
          <a:lstStyle/>
          <a:p>
            <a:r>
              <a:rPr lang="en-US" dirty="0"/>
              <a:t> </a:t>
            </a:r>
            <a:r>
              <a:rPr lang="en-US" b="1" dirty="0">
                <a:solidFill>
                  <a:srgbClr val="C00000"/>
                </a:solidFill>
              </a:rPr>
              <a:t>Slicing Management and Orchestration (MANO) in 5G</a:t>
            </a:r>
          </a:p>
          <a:p>
            <a:pPr lvl="1"/>
            <a:r>
              <a:rPr lang="en-US" dirty="0"/>
              <a:t>This layer </a:t>
            </a:r>
            <a:r>
              <a:rPr lang="en-US" dirty="0">
                <a:solidFill>
                  <a:srgbClr val="FF0000"/>
                </a:solidFill>
              </a:rPr>
              <a:t>oversees the functionality of the underlying infrastructure, network functions, and service layers</a:t>
            </a:r>
            <a:r>
              <a:rPr lang="en-US" dirty="0"/>
              <a:t> by performing three main tasks:</a:t>
            </a:r>
          </a:p>
          <a:p>
            <a:pPr marL="457200" lvl="1" indent="0">
              <a:buNone/>
            </a:pPr>
            <a:endParaRPr lang="en-US" dirty="0"/>
          </a:p>
          <a:p>
            <a:pPr lvl="1"/>
            <a:r>
              <a:rPr lang="en-US" b="1" i="1" dirty="0">
                <a:solidFill>
                  <a:schemeClr val="accent3">
                    <a:lumMod val="75000"/>
                  </a:schemeClr>
                </a:solidFill>
              </a:rPr>
              <a:t> Creation of Virtual Network Instances: </a:t>
            </a:r>
            <a:r>
              <a:rPr lang="en-US" dirty="0"/>
              <a:t>The MANO layer is responsible for </a:t>
            </a:r>
            <a:r>
              <a:rPr lang="en-US" dirty="0">
                <a:solidFill>
                  <a:srgbClr val="FF0000"/>
                </a:solidFill>
              </a:rPr>
              <a:t>creating virtual network instances based on the physical network resources </a:t>
            </a:r>
            <a:r>
              <a:rPr lang="en-US" dirty="0"/>
              <a:t>defined in the infrastructure layer. This process allows for the </a:t>
            </a:r>
            <a:r>
              <a:rPr lang="en-US" dirty="0">
                <a:solidFill>
                  <a:srgbClr val="FF0000"/>
                </a:solidFill>
              </a:rPr>
              <a:t>establishment of independent slices</a:t>
            </a:r>
            <a:r>
              <a:rPr lang="en-US" dirty="0"/>
              <a:t> that can cater to various applications and services.</a:t>
            </a:r>
          </a:p>
        </p:txBody>
      </p:sp>
    </p:spTree>
    <p:extLst>
      <p:ext uri="{BB962C8B-B14F-4D97-AF65-F5344CB8AC3E}">
        <p14:creationId xmlns:p14="http://schemas.microsoft.com/office/powerpoint/2010/main" val="27043944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E734BF-A2F5-2C99-D775-B023FABCB7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88A684-4D53-D0C2-ED89-BA2FB4D06D7F}"/>
              </a:ext>
            </a:extLst>
          </p:cNvPr>
          <p:cNvSpPr>
            <a:spLocks noGrp="1"/>
          </p:cNvSpPr>
          <p:nvPr>
            <p:ph type="title"/>
          </p:nvPr>
        </p:nvSpPr>
        <p:spPr/>
        <p:txBody>
          <a:bodyPr>
            <a:normAutofit fontScale="90000"/>
          </a:bodyPr>
          <a:lstStyle/>
          <a:p>
            <a:r>
              <a:rPr lang="en-US" dirty="0"/>
              <a:t>Network Slicing in 5G – Generic Framework</a:t>
            </a:r>
          </a:p>
        </p:txBody>
      </p:sp>
      <p:sp>
        <p:nvSpPr>
          <p:cNvPr id="5" name="Content Placeholder 4">
            <a:extLst>
              <a:ext uri="{FF2B5EF4-FFF2-40B4-BE49-F238E27FC236}">
                <a16:creationId xmlns:a16="http://schemas.microsoft.com/office/drawing/2014/main" id="{5348892F-215B-5FEA-AE4A-46CC7D3AC8D9}"/>
              </a:ext>
            </a:extLst>
          </p:cNvPr>
          <p:cNvSpPr>
            <a:spLocks noGrp="1"/>
          </p:cNvSpPr>
          <p:nvPr>
            <p:ph idx="1"/>
          </p:nvPr>
        </p:nvSpPr>
        <p:spPr/>
        <p:txBody>
          <a:bodyPr>
            <a:normAutofit/>
          </a:bodyPr>
          <a:lstStyle/>
          <a:p>
            <a:r>
              <a:rPr lang="en-US" dirty="0"/>
              <a:t> </a:t>
            </a:r>
            <a:r>
              <a:rPr lang="en-US" b="1" dirty="0">
                <a:solidFill>
                  <a:srgbClr val="C00000"/>
                </a:solidFill>
              </a:rPr>
              <a:t>Slicing Management and Orchestration (MANO) in 5G</a:t>
            </a:r>
          </a:p>
          <a:p>
            <a:pPr lvl="1"/>
            <a:r>
              <a:rPr lang="en-US" dirty="0"/>
              <a:t> </a:t>
            </a:r>
            <a:r>
              <a:rPr lang="en-US" b="1" i="1" dirty="0">
                <a:solidFill>
                  <a:schemeClr val="accent3">
                    <a:lumMod val="75000"/>
                  </a:schemeClr>
                </a:solidFill>
              </a:rPr>
              <a:t>Mapping Network Functions: </a:t>
            </a:r>
            <a:r>
              <a:rPr lang="en-US" dirty="0"/>
              <a:t>It </a:t>
            </a:r>
            <a:r>
              <a:rPr lang="en-US" dirty="0">
                <a:solidFill>
                  <a:srgbClr val="FF0000"/>
                </a:solidFill>
              </a:rPr>
              <a:t>maps network functions to these virtualized network instances</a:t>
            </a:r>
            <a:r>
              <a:rPr lang="en-US" dirty="0"/>
              <a:t>, facilitating the </a:t>
            </a:r>
            <a:r>
              <a:rPr lang="en-US" dirty="0">
                <a:solidFill>
                  <a:srgbClr val="FF0000"/>
                </a:solidFill>
              </a:rPr>
              <a:t>construction of service chains</a:t>
            </a:r>
            <a:r>
              <a:rPr lang="en-US" dirty="0"/>
              <a:t>. This mapping is essential for ensuring that </a:t>
            </a:r>
            <a:r>
              <a:rPr lang="en-US" dirty="0">
                <a:solidFill>
                  <a:srgbClr val="FF0000"/>
                </a:solidFill>
              </a:rPr>
              <a:t>specific service requirements are met </a:t>
            </a:r>
            <a:r>
              <a:rPr lang="en-US" dirty="0"/>
              <a:t>through the appropriate </a:t>
            </a:r>
            <a:r>
              <a:rPr lang="en-US" dirty="0">
                <a:solidFill>
                  <a:srgbClr val="FF0000"/>
                </a:solidFill>
              </a:rPr>
              <a:t>allocation of resources and functionalities</a:t>
            </a:r>
            <a:r>
              <a:rPr lang="en-US" dirty="0"/>
              <a:t> from the network function and virtualization layer.</a:t>
            </a:r>
          </a:p>
        </p:txBody>
      </p:sp>
    </p:spTree>
    <p:extLst>
      <p:ext uri="{BB962C8B-B14F-4D97-AF65-F5344CB8AC3E}">
        <p14:creationId xmlns:p14="http://schemas.microsoft.com/office/powerpoint/2010/main" val="13374315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D593A6-FDC4-850B-715C-AB2B8C6D81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30A52C-9B48-539D-7D85-A69A258E66D0}"/>
              </a:ext>
            </a:extLst>
          </p:cNvPr>
          <p:cNvSpPr>
            <a:spLocks noGrp="1"/>
          </p:cNvSpPr>
          <p:nvPr>
            <p:ph type="title"/>
          </p:nvPr>
        </p:nvSpPr>
        <p:spPr/>
        <p:txBody>
          <a:bodyPr>
            <a:normAutofit fontScale="90000"/>
          </a:bodyPr>
          <a:lstStyle/>
          <a:p>
            <a:r>
              <a:rPr lang="en-US" dirty="0"/>
              <a:t>Network Slicing in 5G – Generic Framework</a:t>
            </a:r>
          </a:p>
        </p:txBody>
      </p:sp>
      <p:sp>
        <p:nvSpPr>
          <p:cNvPr id="5" name="Content Placeholder 4">
            <a:extLst>
              <a:ext uri="{FF2B5EF4-FFF2-40B4-BE49-F238E27FC236}">
                <a16:creationId xmlns:a16="http://schemas.microsoft.com/office/drawing/2014/main" id="{A1FED40D-9117-B2AF-895B-620370835D40}"/>
              </a:ext>
            </a:extLst>
          </p:cNvPr>
          <p:cNvSpPr>
            <a:spLocks noGrp="1"/>
          </p:cNvSpPr>
          <p:nvPr>
            <p:ph idx="1"/>
          </p:nvPr>
        </p:nvSpPr>
        <p:spPr/>
        <p:txBody>
          <a:bodyPr>
            <a:normAutofit/>
          </a:bodyPr>
          <a:lstStyle/>
          <a:p>
            <a:r>
              <a:rPr lang="en-US" dirty="0"/>
              <a:t> </a:t>
            </a:r>
            <a:r>
              <a:rPr lang="en-US" b="1" dirty="0">
                <a:solidFill>
                  <a:srgbClr val="C00000"/>
                </a:solidFill>
              </a:rPr>
              <a:t>Slicing Management and Orchestration (MANO) in 5G</a:t>
            </a:r>
          </a:p>
          <a:p>
            <a:pPr lvl="1"/>
            <a:r>
              <a:rPr lang="en-US" dirty="0"/>
              <a:t> </a:t>
            </a:r>
            <a:r>
              <a:rPr lang="en-US" b="1" i="1" dirty="0">
                <a:solidFill>
                  <a:schemeClr val="accent3">
                    <a:lumMod val="75000"/>
                  </a:schemeClr>
                </a:solidFill>
              </a:rPr>
              <a:t>Lifecycle Management: </a:t>
            </a:r>
            <a:r>
              <a:rPr lang="en-US" dirty="0"/>
              <a:t>The MANO layer maintains </a:t>
            </a:r>
            <a:r>
              <a:rPr lang="en-US" dirty="0">
                <a:solidFill>
                  <a:srgbClr val="FF0000"/>
                </a:solidFill>
              </a:rPr>
              <a:t>communication between the service/application layer and the network slicing framework</a:t>
            </a:r>
            <a:r>
              <a:rPr lang="en-US" dirty="0"/>
              <a:t>. This function involves </a:t>
            </a:r>
            <a:r>
              <a:rPr lang="en-US" dirty="0">
                <a:solidFill>
                  <a:srgbClr val="FF0000"/>
                </a:solidFill>
              </a:rPr>
              <a:t>managing the lifecycle of virtual network</a:t>
            </a:r>
            <a:r>
              <a:rPr lang="en-US" dirty="0"/>
              <a:t> </a:t>
            </a:r>
            <a:r>
              <a:rPr lang="en-US" dirty="0">
                <a:solidFill>
                  <a:srgbClr val="FF0000"/>
                </a:solidFill>
              </a:rPr>
              <a:t>instances</a:t>
            </a:r>
            <a:r>
              <a:rPr lang="en-US" dirty="0"/>
              <a:t> and dynamically </a:t>
            </a:r>
            <a:r>
              <a:rPr lang="en-US" dirty="0">
                <a:solidFill>
                  <a:srgbClr val="FF0000"/>
                </a:solidFill>
              </a:rPr>
              <a:t>adapting or scaling virtualized resources</a:t>
            </a:r>
            <a:r>
              <a:rPr lang="en-US" dirty="0"/>
              <a:t> in response to changing contexts or demands</a:t>
            </a:r>
          </a:p>
        </p:txBody>
      </p:sp>
    </p:spTree>
    <p:extLst>
      <p:ext uri="{BB962C8B-B14F-4D97-AF65-F5344CB8AC3E}">
        <p14:creationId xmlns:p14="http://schemas.microsoft.com/office/powerpoint/2010/main" val="29601335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ABBE4-0709-2E3B-ED4F-2D8D680576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B420C9-26E4-1AD3-B737-CBF38252CB65}"/>
              </a:ext>
            </a:extLst>
          </p:cNvPr>
          <p:cNvSpPr>
            <a:spLocks noGrp="1"/>
          </p:cNvSpPr>
          <p:nvPr>
            <p:ph type="title"/>
          </p:nvPr>
        </p:nvSpPr>
        <p:spPr/>
        <p:txBody>
          <a:bodyPr>
            <a:normAutofit fontScale="90000"/>
          </a:bodyPr>
          <a:lstStyle/>
          <a:p>
            <a:r>
              <a:rPr lang="en-US" dirty="0"/>
              <a:t>Network Slicing in 5G – Generic Framework</a:t>
            </a:r>
          </a:p>
        </p:txBody>
      </p:sp>
      <p:graphicFrame>
        <p:nvGraphicFramePr>
          <p:cNvPr id="3" name="Content Placeholder 2">
            <a:extLst>
              <a:ext uri="{FF2B5EF4-FFF2-40B4-BE49-F238E27FC236}">
                <a16:creationId xmlns:a16="http://schemas.microsoft.com/office/drawing/2014/main" id="{55532FEE-D27A-B885-D9F6-9918E71837FB}"/>
              </a:ext>
            </a:extLst>
          </p:cNvPr>
          <p:cNvGraphicFramePr>
            <a:graphicFrameLocks noGrp="1"/>
          </p:cNvGraphicFramePr>
          <p:nvPr>
            <p:ph idx="1"/>
            <p:extLst>
              <p:ext uri="{D42A27DB-BD31-4B8C-83A1-F6EECF244321}">
                <p14:modId xmlns:p14="http://schemas.microsoft.com/office/powerpoint/2010/main" val="2313821989"/>
              </p:ext>
            </p:extLst>
          </p:nvPr>
        </p:nvGraphicFramePr>
        <p:xfrm>
          <a:off x="409934" y="1050784"/>
          <a:ext cx="11384657" cy="53577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42674176"/>
      </p:ext>
    </p:extLst>
  </p:cSld>
  <p:clrMapOvr>
    <a:masterClrMapping/>
  </p:clrMapOvr>
</p:sld>
</file>

<file path=ppt/theme/theme1.xml><?xml version="1.0" encoding="utf-8"?>
<a:theme xmlns:a="http://schemas.openxmlformats.org/drawingml/2006/main" name="Office Theme">
  <a:themeElements>
    <a:clrScheme name="Yellow">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2667</TotalTime>
  <Words>1875</Words>
  <Application>Microsoft Macintosh PowerPoint</Application>
  <PresentationFormat>Widescreen</PresentationFormat>
  <Paragraphs>131</Paragraphs>
  <Slides>32</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32</vt:i4>
      </vt:variant>
    </vt:vector>
  </HeadingPairs>
  <TitlesOfParts>
    <vt:vector size="39" baseType="lpstr">
      <vt:lpstr>__fkGroteskNeue_598ab8</vt:lpstr>
      <vt:lpstr>Aptos</vt:lpstr>
      <vt:lpstr>Arial</vt:lpstr>
      <vt:lpstr>Book Antiqua</vt:lpstr>
      <vt:lpstr>Bookman Old Style</vt:lpstr>
      <vt:lpstr>Wingdings</vt:lpstr>
      <vt:lpstr>Office Theme</vt:lpstr>
      <vt:lpstr>PowerPoint Presentation</vt:lpstr>
      <vt:lpstr>Introduction</vt:lpstr>
      <vt:lpstr>Digital Transformation Has Led Explosion in</vt:lpstr>
      <vt:lpstr>Digital Transformation Has Led Explosion in</vt:lpstr>
      <vt:lpstr>Introduction - Key Use Cases and Quality of Service Requirements</vt:lpstr>
      <vt:lpstr>Introduction</vt:lpstr>
      <vt:lpstr>Introduction – Traditional Network Architecture Limitations</vt:lpstr>
      <vt:lpstr>Introduction – Traditional Network Architecture Limitations</vt:lpstr>
      <vt:lpstr>Introduction – Traditional Network Architecture Limitations</vt:lpstr>
      <vt:lpstr>Introduction – Traditional Network Architecture Limitations</vt:lpstr>
      <vt:lpstr>Introduction – Traditional Network Architecture Limitations</vt:lpstr>
      <vt:lpstr>Introduction – Traditional Network Architecture Limitations</vt:lpstr>
      <vt:lpstr>Network Slicing - as a Solution</vt:lpstr>
      <vt:lpstr>Network Slicing - as a Solution</vt:lpstr>
      <vt:lpstr>Network Slicing - Benefits</vt:lpstr>
      <vt:lpstr>Role of SDN and NFV in Network Slicing</vt:lpstr>
      <vt:lpstr>Network Slicing in 5G</vt:lpstr>
      <vt:lpstr>Network Slicing in 5G</vt:lpstr>
      <vt:lpstr>Network Slicing in 5G - Challenges</vt:lpstr>
      <vt:lpstr>Network Slicing in 5G – Generic Framework</vt:lpstr>
      <vt:lpstr>Network Slicing in 5G – Generic Framework</vt:lpstr>
      <vt:lpstr>Network Slicing in 5G – Generic Framework</vt:lpstr>
      <vt:lpstr>Network Slicing in 5G – Generic Framework</vt:lpstr>
      <vt:lpstr>Network Slicing in 5G – Generic Framework</vt:lpstr>
      <vt:lpstr>Network Slicing in 5G – Generic Framework</vt:lpstr>
      <vt:lpstr>Network Slicing in 5G – Generic Framework</vt:lpstr>
      <vt:lpstr>Network Slicing in 5G – Generic Framework</vt:lpstr>
      <vt:lpstr>Network Slicing in 5G – Generic Framework</vt:lpstr>
      <vt:lpstr>Network Slicing in 5G – Generic Framework</vt:lpstr>
      <vt:lpstr>Network Slicing in 5G – Generic Framework</vt:lpstr>
      <vt:lpstr>Network Slicing in 5G – Generic Framework</vt:lpstr>
      <vt:lpstr>Network Slicing in 5G – Generic Framework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Naveenkumar J K</dc:creator>
  <cp:lastModifiedBy>Naveenkumar J K</cp:lastModifiedBy>
  <cp:revision>33</cp:revision>
  <dcterms:created xsi:type="dcterms:W3CDTF">2024-12-06T04:08:32Z</dcterms:created>
  <dcterms:modified xsi:type="dcterms:W3CDTF">2025-01-12T16:36:22Z</dcterms:modified>
</cp:coreProperties>
</file>