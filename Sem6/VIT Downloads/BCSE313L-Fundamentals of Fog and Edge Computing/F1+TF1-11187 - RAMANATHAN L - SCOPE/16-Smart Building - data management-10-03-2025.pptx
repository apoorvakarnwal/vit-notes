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3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6" r:id="rId40"/>
    <p:sldId id="295" r:id="rId41"/>
    <p:sldId id="29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6" r:id="rId87"/>
    <p:sldId id="341" r:id="rId88"/>
    <p:sldId id="345" r:id="rId89"/>
    <p:sldId id="342" r:id="rId90"/>
    <p:sldId id="343" r:id="rId91"/>
    <p:sldId id="344" r:id="rId9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1C06"/>
    <a:srgbClr val="FFFFFF"/>
    <a:srgbClr val="FFC907"/>
    <a:srgbClr val="FFD579"/>
    <a:srgbClr val="CE3251"/>
    <a:srgbClr val="FFFC00"/>
    <a:srgbClr val="FFFF00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–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73"/>
    <p:restoredTop sz="94422"/>
  </p:normalViewPr>
  <p:slideViewPr>
    <p:cSldViewPr snapToGrid="0">
      <p:cViewPr varScale="1">
        <p:scale>
          <a:sx n="59" d="100"/>
          <a:sy n="59" d="100"/>
        </p:scale>
        <p:origin x="192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A3ACF-1DBF-0F4A-9ACC-D34269C80294}" type="doc">
      <dgm:prSet loTypeId="urn:microsoft.com/office/officeart/2005/8/layout/cycle3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F382C2F2-F951-7B40-BF3C-3496B0E686F2}">
      <dgm:prSet phldrT="[Text]"/>
      <dgm:spPr/>
      <dgm:t>
        <a:bodyPr/>
        <a:lstStyle/>
        <a:p>
          <a:r>
            <a:rPr lang="en-GB" dirty="0">
              <a:latin typeface="Book Antiqua" panose="02040602050305030304" pitchFamily="18" charset="0"/>
            </a:rPr>
            <a:t>Data Acquisition</a:t>
          </a:r>
        </a:p>
      </dgm:t>
    </dgm:pt>
    <dgm:pt modelId="{3A451201-8710-9946-912B-C881B6C6432B}" type="parTrans" cxnId="{5A2A77AB-26AF-DD4B-8357-ECFB2152EFE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012BFB6-77DC-4D41-B370-258679903C75}" type="sibTrans" cxnId="{5A2A77AB-26AF-DD4B-8357-ECFB2152EFE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EE48966-4244-9744-954D-07AD02118B15}">
      <dgm:prSet phldrT="[Text]"/>
      <dgm:spPr/>
      <dgm:t>
        <a:bodyPr/>
        <a:lstStyle/>
        <a:p>
          <a:r>
            <a:rPr lang="en-GB" dirty="0">
              <a:latin typeface="Book Antiqua" panose="02040602050305030304" pitchFamily="18" charset="0"/>
            </a:rPr>
            <a:t>Lightweight Processing</a:t>
          </a:r>
        </a:p>
      </dgm:t>
    </dgm:pt>
    <dgm:pt modelId="{2DAAD7A4-1F19-7B46-A2E7-CF3C2466AE88}" type="parTrans" cxnId="{9022A6D4-6E22-AC45-AC51-D6C78B20CE8C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A0FE4C9-CF9D-8C49-9B4C-15BA2F2952FA}" type="sibTrans" cxnId="{9022A6D4-6E22-AC45-AC51-D6C78B20CE8C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A308879-D638-AE4B-A37B-8232079F1931}">
      <dgm:prSet phldrT="[Text]"/>
      <dgm:spPr/>
      <dgm:t>
        <a:bodyPr/>
        <a:lstStyle/>
        <a:p>
          <a:r>
            <a:rPr lang="en-GB" dirty="0">
              <a:latin typeface="Book Antiqua" panose="02040602050305030304" pitchFamily="18" charset="0"/>
            </a:rPr>
            <a:t>Processing and Analysis</a:t>
          </a:r>
        </a:p>
      </dgm:t>
    </dgm:pt>
    <dgm:pt modelId="{E9320197-9548-984D-BB77-E82F81C601C2}" type="parTrans" cxnId="{222C5F64-62A2-DE46-B12C-8C2819565E6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BC9B6A31-4C67-A049-8C05-8092B741700A}" type="sibTrans" cxnId="{222C5F64-62A2-DE46-B12C-8C2819565E6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9A75B932-BACD-8F49-9CA9-1CA1DCB762CF}">
      <dgm:prSet phldrT="[Text]"/>
      <dgm:spPr/>
      <dgm:t>
        <a:bodyPr/>
        <a:lstStyle/>
        <a:p>
          <a:r>
            <a:rPr lang="en-GB" dirty="0">
              <a:latin typeface="Book Antiqua" panose="02040602050305030304" pitchFamily="18" charset="0"/>
            </a:rPr>
            <a:t>Sending Feedback</a:t>
          </a:r>
        </a:p>
      </dgm:t>
    </dgm:pt>
    <dgm:pt modelId="{E3BFF964-C8C9-7B43-B18B-F87E5F995D76}" type="parTrans" cxnId="{D925A883-2AD0-0944-9BDF-DC8CADD685C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21501C6-3F03-DB4E-A93A-5D15ED83C526}" type="sibTrans" cxnId="{D925A883-2AD0-0944-9BDF-DC8CADD685C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8E88F834-0DC6-2D42-B638-C96476E7075A}">
      <dgm:prSet phldrT="[Text]"/>
      <dgm:spPr/>
      <dgm:t>
        <a:bodyPr/>
        <a:lstStyle/>
        <a:p>
          <a:r>
            <a:rPr lang="en-GB" dirty="0">
              <a:latin typeface="Book Antiqua" panose="02040602050305030304" pitchFamily="18" charset="0"/>
            </a:rPr>
            <a:t>Command Execution</a:t>
          </a:r>
        </a:p>
      </dgm:t>
    </dgm:pt>
    <dgm:pt modelId="{C6BC4470-9F5F-7E4D-BFC2-57F9E3F6B1B8}" type="parTrans" cxnId="{352EE99D-2301-7749-B738-7CBC8C26AEAB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0B4E591-9DB1-F04A-9876-53B7587816FB}" type="sibTrans" cxnId="{352EE99D-2301-7749-B738-7CBC8C26AEAB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0D3C84E-33D0-884E-9806-4AAC6E58D645}" type="pres">
      <dgm:prSet presAssocID="{29AA3ACF-1DBF-0F4A-9ACC-D34269C80294}" presName="Name0" presStyleCnt="0">
        <dgm:presLayoutVars>
          <dgm:dir/>
          <dgm:resizeHandles val="exact"/>
        </dgm:presLayoutVars>
      </dgm:prSet>
      <dgm:spPr/>
    </dgm:pt>
    <dgm:pt modelId="{59D99AB7-3C7F-D74B-8BC7-9BB7B2EF0AAD}" type="pres">
      <dgm:prSet presAssocID="{29AA3ACF-1DBF-0F4A-9ACC-D34269C80294}" presName="cycle" presStyleCnt="0"/>
      <dgm:spPr/>
    </dgm:pt>
    <dgm:pt modelId="{31EF51D3-C98C-1643-AE86-3FDDB513CA8F}" type="pres">
      <dgm:prSet presAssocID="{F382C2F2-F951-7B40-BF3C-3496B0E686F2}" presName="nodeFirstNode" presStyleLbl="node1" presStyleIdx="0" presStyleCnt="5">
        <dgm:presLayoutVars>
          <dgm:bulletEnabled val="1"/>
        </dgm:presLayoutVars>
      </dgm:prSet>
      <dgm:spPr/>
    </dgm:pt>
    <dgm:pt modelId="{0DFCD1D9-402C-9B40-8AF6-44E793FDF004}" type="pres">
      <dgm:prSet presAssocID="{3012BFB6-77DC-4D41-B370-258679903C75}" presName="sibTransFirstNode" presStyleLbl="bgShp" presStyleIdx="0" presStyleCnt="1"/>
      <dgm:spPr/>
    </dgm:pt>
    <dgm:pt modelId="{0F6D363A-B06A-3E44-B726-C71ADAF7C415}" type="pres">
      <dgm:prSet presAssocID="{4EE48966-4244-9744-954D-07AD02118B15}" presName="nodeFollowingNodes" presStyleLbl="node1" presStyleIdx="1" presStyleCnt="5">
        <dgm:presLayoutVars>
          <dgm:bulletEnabled val="1"/>
        </dgm:presLayoutVars>
      </dgm:prSet>
      <dgm:spPr/>
    </dgm:pt>
    <dgm:pt modelId="{6DED13EB-4C19-5B41-9498-5363FC5BBC4A}" type="pres">
      <dgm:prSet presAssocID="{DA308879-D638-AE4B-A37B-8232079F1931}" presName="nodeFollowingNodes" presStyleLbl="node1" presStyleIdx="2" presStyleCnt="5">
        <dgm:presLayoutVars>
          <dgm:bulletEnabled val="1"/>
        </dgm:presLayoutVars>
      </dgm:prSet>
      <dgm:spPr/>
    </dgm:pt>
    <dgm:pt modelId="{3E13E9BD-9678-014A-9A1D-F2FC949B5A4C}" type="pres">
      <dgm:prSet presAssocID="{9A75B932-BACD-8F49-9CA9-1CA1DCB762CF}" presName="nodeFollowingNodes" presStyleLbl="node1" presStyleIdx="3" presStyleCnt="5">
        <dgm:presLayoutVars>
          <dgm:bulletEnabled val="1"/>
        </dgm:presLayoutVars>
      </dgm:prSet>
      <dgm:spPr/>
    </dgm:pt>
    <dgm:pt modelId="{DCFBB2E5-4D53-6A42-A7F7-EDD3CBF4E775}" type="pres">
      <dgm:prSet presAssocID="{8E88F834-0DC6-2D42-B638-C96476E7075A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52635B0B-400D-7949-89B1-9FF73AA61233}" type="presOf" srcId="{4EE48966-4244-9744-954D-07AD02118B15}" destId="{0F6D363A-B06A-3E44-B726-C71ADAF7C415}" srcOrd="0" destOrd="0" presId="urn:microsoft.com/office/officeart/2005/8/layout/cycle3"/>
    <dgm:cxn modelId="{BDF58F46-15B4-104C-902B-3B21BC89064A}" type="presOf" srcId="{8E88F834-0DC6-2D42-B638-C96476E7075A}" destId="{DCFBB2E5-4D53-6A42-A7F7-EDD3CBF4E775}" srcOrd="0" destOrd="0" presId="urn:microsoft.com/office/officeart/2005/8/layout/cycle3"/>
    <dgm:cxn modelId="{EAC2F155-F756-0A4A-9256-6B3809ADD5A8}" type="presOf" srcId="{9A75B932-BACD-8F49-9CA9-1CA1DCB762CF}" destId="{3E13E9BD-9678-014A-9A1D-F2FC949B5A4C}" srcOrd="0" destOrd="0" presId="urn:microsoft.com/office/officeart/2005/8/layout/cycle3"/>
    <dgm:cxn modelId="{222C5F64-62A2-DE46-B12C-8C2819565E62}" srcId="{29AA3ACF-1DBF-0F4A-9ACC-D34269C80294}" destId="{DA308879-D638-AE4B-A37B-8232079F1931}" srcOrd="2" destOrd="0" parTransId="{E9320197-9548-984D-BB77-E82F81C601C2}" sibTransId="{BC9B6A31-4C67-A049-8C05-8092B741700A}"/>
    <dgm:cxn modelId="{FC9B6C76-DACE-AD45-89D7-946535620217}" type="presOf" srcId="{F382C2F2-F951-7B40-BF3C-3496B0E686F2}" destId="{31EF51D3-C98C-1643-AE86-3FDDB513CA8F}" srcOrd="0" destOrd="0" presId="urn:microsoft.com/office/officeart/2005/8/layout/cycle3"/>
    <dgm:cxn modelId="{D925A883-2AD0-0944-9BDF-DC8CADD685C6}" srcId="{29AA3ACF-1DBF-0F4A-9ACC-D34269C80294}" destId="{9A75B932-BACD-8F49-9CA9-1CA1DCB762CF}" srcOrd="3" destOrd="0" parTransId="{E3BFF964-C8C9-7B43-B18B-F87E5F995D76}" sibTransId="{321501C6-3F03-DB4E-A93A-5D15ED83C526}"/>
    <dgm:cxn modelId="{352EE99D-2301-7749-B738-7CBC8C26AEAB}" srcId="{29AA3ACF-1DBF-0F4A-9ACC-D34269C80294}" destId="{8E88F834-0DC6-2D42-B638-C96476E7075A}" srcOrd="4" destOrd="0" parTransId="{C6BC4470-9F5F-7E4D-BFC2-57F9E3F6B1B8}" sibTransId="{D0B4E591-9DB1-F04A-9876-53B7587816FB}"/>
    <dgm:cxn modelId="{5A2A77AB-26AF-DD4B-8357-ECFB2152EFEA}" srcId="{29AA3ACF-1DBF-0F4A-9ACC-D34269C80294}" destId="{F382C2F2-F951-7B40-BF3C-3496B0E686F2}" srcOrd="0" destOrd="0" parTransId="{3A451201-8710-9946-912B-C881B6C6432B}" sibTransId="{3012BFB6-77DC-4D41-B370-258679903C75}"/>
    <dgm:cxn modelId="{D16CD3B2-4FD8-B043-914A-61C671596F18}" type="presOf" srcId="{DA308879-D638-AE4B-A37B-8232079F1931}" destId="{6DED13EB-4C19-5B41-9498-5363FC5BBC4A}" srcOrd="0" destOrd="0" presId="urn:microsoft.com/office/officeart/2005/8/layout/cycle3"/>
    <dgm:cxn modelId="{8AE076B8-3C5C-874D-B15A-D6CB634152B4}" type="presOf" srcId="{3012BFB6-77DC-4D41-B370-258679903C75}" destId="{0DFCD1D9-402C-9B40-8AF6-44E793FDF004}" srcOrd="0" destOrd="0" presId="urn:microsoft.com/office/officeart/2005/8/layout/cycle3"/>
    <dgm:cxn modelId="{9022A6D4-6E22-AC45-AC51-D6C78B20CE8C}" srcId="{29AA3ACF-1DBF-0F4A-9ACC-D34269C80294}" destId="{4EE48966-4244-9744-954D-07AD02118B15}" srcOrd="1" destOrd="0" parTransId="{2DAAD7A4-1F19-7B46-A2E7-CF3C2466AE88}" sibTransId="{0A0FE4C9-CF9D-8C49-9B4C-15BA2F2952FA}"/>
    <dgm:cxn modelId="{EC12D4D7-87B0-CA46-BC55-C62CBD52DDDC}" type="presOf" srcId="{29AA3ACF-1DBF-0F4A-9ACC-D34269C80294}" destId="{30D3C84E-33D0-884E-9806-4AAC6E58D645}" srcOrd="0" destOrd="0" presId="urn:microsoft.com/office/officeart/2005/8/layout/cycle3"/>
    <dgm:cxn modelId="{DC925022-3CE2-684D-A14F-B19D6A0FFB4A}" type="presParOf" srcId="{30D3C84E-33D0-884E-9806-4AAC6E58D645}" destId="{59D99AB7-3C7F-D74B-8BC7-9BB7B2EF0AAD}" srcOrd="0" destOrd="0" presId="urn:microsoft.com/office/officeart/2005/8/layout/cycle3"/>
    <dgm:cxn modelId="{6EA71FBB-630B-E241-ADB4-B5812B54458C}" type="presParOf" srcId="{59D99AB7-3C7F-D74B-8BC7-9BB7B2EF0AAD}" destId="{31EF51D3-C98C-1643-AE86-3FDDB513CA8F}" srcOrd="0" destOrd="0" presId="urn:microsoft.com/office/officeart/2005/8/layout/cycle3"/>
    <dgm:cxn modelId="{8B289F9B-BDB2-F44E-9E9F-9E1024A503D5}" type="presParOf" srcId="{59D99AB7-3C7F-D74B-8BC7-9BB7B2EF0AAD}" destId="{0DFCD1D9-402C-9B40-8AF6-44E793FDF004}" srcOrd="1" destOrd="0" presId="urn:microsoft.com/office/officeart/2005/8/layout/cycle3"/>
    <dgm:cxn modelId="{8635F99D-81B7-B24D-A991-9AC58CB160BC}" type="presParOf" srcId="{59D99AB7-3C7F-D74B-8BC7-9BB7B2EF0AAD}" destId="{0F6D363A-B06A-3E44-B726-C71ADAF7C415}" srcOrd="2" destOrd="0" presId="urn:microsoft.com/office/officeart/2005/8/layout/cycle3"/>
    <dgm:cxn modelId="{9E4DAFF9-1B02-574E-A040-F35A0B1B8CE6}" type="presParOf" srcId="{59D99AB7-3C7F-D74B-8BC7-9BB7B2EF0AAD}" destId="{6DED13EB-4C19-5B41-9498-5363FC5BBC4A}" srcOrd="3" destOrd="0" presId="urn:microsoft.com/office/officeart/2005/8/layout/cycle3"/>
    <dgm:cxn modelId="{4948A62F-5B18-2D4D-BC8B-1E4A5BD8236E}" type="presParOf" srcId="{59D99AB7-3C7F-D74B-8BC7-9BB7B2EF0AAD}" destId="{3E13E9BD-9678-014A-9A1D-F2FC949B5A4C}" srcOrd="4" destOrd="0" presId="urn:microsoft.com/office/officeart/2005/8/layout/cycle3"/>
    <dgm:cxn modelId="{5504344C-1D7C-8E46-90C8-8F81E663B566}" type="presParOf" srcId="{59D99AB7-3C7F-D74B-8BC7-9BB7B2EF0AAD}" destId="{DCFBB2E5-4D53-6A42-A7F7-EDD3CBF4E775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3FAEEA-5D32-9B4C-82CA-9EB352379CA8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B4F55C1-A4E4-6F48-8D53-DCE9CFD82F0D}">
      <dgm:prSet custT="1"/>
      <dgm:spPr/>
      <dgm:t>
        <a:bodyPr/>
        <a:lstStyle/>
        <a:p>
          <a:r>
            <a:rPr lang="en-US" sz="2000" b="1" dirty="0">
              <a:latin typeface="Book Antiqua" panose="02040602050305030304" pitchFamily="18" charset="0"/>
            </a:rPr>
            <a:t>Data Acquisition </a:t>
          </a:r>
          <a:endParaRPr lang="en-IN" sz="2000" b="1" dirty="0">
            <a:latin typeface="Book Antiqua" panose="02040602050305030304" pitchFamily="18" charset="0"/>
          </a:endParaRPr>
        </a:p>
      </dgm:t>
    </dgm:pt>
    <dgm:pt modelId="{6B10A12E-538C-7E4F-A7F8-67764FB72169}" type="parTrans" cxnId="{11681BAE-70A7-C340-88FF-EDDC87881CF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583A8169-01C0-0D49-BF1F-3DBC76BEFF6C}" type="sibTrans" cxnId="{11681BAE-70A7-C340-88FF-EDDC87881CF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D0B6FBC-0587-A14A-9878-01804AF6381E}">
      <dgm:prSet custT="1"/>
      <dgm:spPr/>
      <dgm:t>
        <a:bodyPr/>
        <a:lstStyle/>
        <a:p>
          <a:pPr algn="just"/>
          <a:r>
            <a:rPr lang="en-US" sz="2000" dirty="0">
              <a:latin typeface="Book Antiqua" panose="02040602050305030304" pitchFamily="18" charset="0"/>
            </a:rPr>
            <a:t>Data is collected from end devices (e.g., sensors, actuators).</a:t>
          </a:r>
          <a:endParaRPr lang="en-IN" sz="2000" dirty="0">
            <a:latin typeface="Book Antiqua" panose="02040602050305030304" pitchFamily="18" charset="0"/>
          </a:endParaRPr>
        </a:p>
      </dgm:t>
    </dgm:pt>
    <dgm:pt modelId="{D570262F-EF30-4543-A49F-2E8B984DA87E}" type="parTrans" cxnId="{71CF1C8F-B144-AD42-AF42-72F803D6D95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FAD5351D-C33B-A94A-96F4-8915DB4222A9}" type="sibTrans" cxnId="{71CF1C8F-B144-AD42-AF42-72F803D6D95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D5CEEA9-8072-1E4E-AFAF-3BF3CC8BB2B4}">
      <dgm:prSet custT="1"/>
      <dgm:spPr/>
      <dgm:t>
        <a:bodyPr/>
        <a:lstStyle/>
        <a:p>
          <a:pPr algn="just"/>
          <a:r>
            <a:rPr lang="en-US" sz="2000" dirty="0">
              <a:latin typeface="Book Antiqua" panose="02040602050305030304" pitchFamily="18" charset="0"/>
            </a:rPr>
            <a:t>Data can be sent directly to the fog or via a sink node/local gateway.</a:t>
          </a:r>
          <a:endParaRPr lang="en-IN" sz="2000" dirty="0">
            <a:latin typeface="Book Antiqua" panose="02040602050305030304" pitchFamily="18" charset="0"/>
          </a:endParaRPr>
        </a:p>
      </dgm:t>
    </dgm:pt>
    <dgm:pt modelId="{342721DD-09E3-B24C-A44D-856FC14F0BE8}" type="parTrans" cxnId="{903472D7-2001-204D-898F-E482A687733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768B102-F131-EA45-BBAD-8892E2E3A19D}" type="sibTrans" cxnId="{903472D7-2001-204D-898F-E482A687733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892DE932-7F97-CD41-A15D-BA7DBF45D913}">
      <dgm:prSet custT="1"/>
      <dgm:spPr/>
      <dgm:t>
        <a:bodyPr/>
        <a:lstStyle/>
        <a:p>
          <a:r>
            <a:rPr lang="en-US" sz="2000" b="1" dirty="0">
              <a:latin typeface="Book Antiqua" panose="02040602050305030304" pitchFamily="18" charset="0"/>
            </a:rPr>
            <a:t>Lightweight Processing</a:t>
          </a:r>
          <a:endParaRPr lang="en-IN" sz="2000" b="1" dirty="0">
            <a:latin typeface="Book Antiqua" panose="02040602050305030304" pitchFamily="18" charset="0"/>
          </a:endParaRPr>
        </a:p>
      </dgm:t>
    </dgm:pt>
    <dgm:pt modelId="{B8E9D343-6D87-AF42-8520-70CAAD89D09C}" type="parTrans" cxnId="{16F05686-42A6-024D-AB30-88DE0DFED76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DA998F2-683B-F849-9605-726977C315A9}" type="sibTrans" cxnId="{16F05686-42A6-024D-AB30-88DE0DFED76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01D9A1E-7B1D-674B-A35F-7DD78C1E8613}">
      <dgm:prSet custT="1"/>
      <dgm:spPr/>
      <dgm:t>
        <a:bodyPr/>
        <a:lstStyle/>
        <a:p>
          <a:pPr algn="l"/>
          <a:r>
            <a:rPr lang="en-US" sz="2000" dirty="0">
              <a:latin typeface="Book Antiqua" panose="02040602050305030304" pitchFamily="18" charset="0"/>
            </a:rPr>
            <a:t>Involves lightweight data manipulation such as </a:t>
          </a:r>
          <a:r>
            <a:rPr lang="en-US" sz="2000" dirty="0">
              <a:solidFill>
                <a:srgbClr val="FF0000"/>
              </a:solidFill>
              <a:latin typeface="Book Antiqua" panose="02040602050305030304" pitchFamily="18" charset="0"/>
            </a:rPr>
            <a:t>aggregation, filtering, cleaning</a:t>
          </a:r>
          <a:r>
            <a:rPr lang="en-US" sz="2000" dirty="0">
              <a:latin typeface="Book Antiqua" panose="02040602050305030304" pitchFamily="18" charset="0"/>
            </a:rPr>
            <a:t>, </a:t>
          </a:r>
          <a:r>
            <a:rPr lang="en-US" sz="2000" dirty="0">
              <a:solidFill>
                <a:srgbClr val="FF0000"/>
              </a:solidFill>
              <a:latin typeface="Book Antiqua" panose="02040602050305030304" pitchFamily="18" charset="0"/>
            </a:rPr>
            <a:t>compression /decompression</a:t>
          </a:r>
          <a:r>
            <a:rPr lang="en-US" sz="2000" dirty="0">
              <a:latin typeface="Book Antiqua" panose="02040602050305030304" pitchFamily="18" charset="0"/>
            </a:rPr>
            <a:t>, and </a:t>
          </a:r>
          <a:r>
            <a:rPr lang="en-US" sz="2000" dirty="0">
              <a:solidFill>
                <a:srgbClr val="FF0000"/>
              </a:solidFill>
              <a:latin typeface="Book Antiqua" panose="02040602050305030304" pitchFamily="18" charset="0"/>
            </a:rPr>
            <a:t>pattern extraction</a:t>
          </a:r>
          <a:r>
            <a:rPr lang="en-US" sz="2000" dirty="0">
              <a:latin typeface="Book Antiqua" panose="02040602050305030304" pitchFamily="18" charset="0"/>
            </a:rPr>
            <a:t>.</a:t>
          </a:r>
          <a:endParaRPr lang="en-IN" sz="2000" dirty="0">
            <a:latin typeface="Book Antiqua" panose="02040602050305030304" pitchFamily="18" charset="0"/>
          </a:endParaRPr>
        </a:p>
      </dgm:t>
    </dgm:pt>
    <dgm:pt modelId="{F97A2EE1-D5D9-4344-8F31-7D889D24DB2E}" type="parTrans" cxnId="{FE1FBC1E-4616-E94B-B7B5-A2EF0F6804B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73564A76-CEF0-F74D-A4A8-6F18887E28AA}" type="sibTrans" cxnId="{FE1FBC1E-4616-E94B-B7B5-A2EF0F6804B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950BB16A-A840-E646-ACAA-5E9ED7F5D917}">
      <dgm:prSet custT="1"/>
      <dgm:spPr/>
      <dgm:t>
        <a:bodyPr/>
        <a:lstStyle/>
        <a:p>
          <a:pPr algn="l"/>
          <a:r>
            <a:rPr lang="en-US" sz="2000" dirty="0">
              <a:latin typeface="Book Antiqua" panose="02040602050305030304" pitchFamily="18" charset="0"/>
            </a:rPr>
            <a:t>Provides </a:t>
          </a:r>
          <a:r>
            <a:rPr lang="en-US" sz="2000" dirty="0">
              <a:solidFill>
                <a:srgbClr val="FF0000"/>
              </a:solidFill>
              <a:latin typeface="Book Antiqua" panose="02040602050305030304" pitchFamily="18" charset="0"/>
            </a:rPr>
            <a:t>pre-processing feasibility </a:t>
          </a:r>
          <a:r>
            <a:rPr lang="en-US" sz="2000" dirty="0">
              <a:latin typeface="Book Antiqua" panose="02040602050305030304" pitchFamily="18" charset="0"/>
            </a:rPr>
            <a:t>by leveraging locally stored data in fog devices.</a:t>
          </a:r>
          <a:endParaRPr lang="en-IN" sz="2000" dirty="0">
            <a:latin typeface="Book Antiqua" panose="02040602050305030304" pitchFamily="18" charset="0"/>
          </a:endParaRPr>
        </a:p>
      </dgm:t>
    </dgm:pt>
    <dgm:pt modelId="{E476BA06-2179-CD47-B8E7-CD2E61A3EE65}" type="parTrans" cxnId="{E92AD170-86F2-8F4F-A7F2-5B17BB524D0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7E342971-2340-CD49-992E-5B7F949F3C1D}" type="sibTrans" cxnId="{E92AD170-86F2-8F4F-A7F2-5B17BB524D0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5E76A1FF-FDF0-554A-AF13-E4D4F46F6A3E}">
      <dgm:prSet custT="1"/>
      <dgm:spPr/>
      <dgm:t>
        <a:bodyPr/>
        <a:lstStyle/>
        <a:p>
          <a:pPr algn="l"/>
          <a:r>
            <a:rPr lang="en-US" sz="2000" dirty="0">
              <a:solidFill>
                <a:srgbClr val="FF0000"/>
              </a:solidFill>
              <a:latin typeface="Book Antiqua" panose="02040602050305030304" pitchFamily="18" charset="0"/>
            </a:rPr>
            <a:t>Feedback data may require decompression, decryption, or format changes before being sent back to the device layer.</a:t>
          </a:r>
          <a:endParaRPr lang="en-IN" sz="2000" dirty="0">
            <a:solidFill>
              <a:srgbClr val="FF0000"/>
            </a:solidFill>
            <a:latin typeface="Book Antiqua" panose="02040602050305030304" pitchFamily="18" charset="0"/>
          </a:endParaRPr>
        </a:p>
      </dgm:t>
    </dgm:pt>
    <dgm:pt modelId="{BF2BEC13-AF99-254A-8E55-92695B658F43}" type="parTrans" cxnId="{36E3C227-A360-DE4A-87A1-FB2878BDCC8D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63150436-3609-D24C-858A-3D905A4AF1C1}" type="sibTrans" cxnId="{36E3C227-A360-DE4A-87A1-FB2878BDCC8D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32AECEE-E35A-9647-A947-C22A94F9719D}" type="pres">
      <dgm:prSet presAssocID="{643FAEEA-5D32-9B4C-82CA-9EB352379CA8}" presName="Name0" presStyleCnt="0">
        <dgm:presLayoutVars>
          <dgm:dir/>
          <dgm:animLvl val="lvl"/>
          <dgm:resizeHandles val="exact"/>
        </dgm:presLayoutVars>
      </dgm:prSet>
      <dgm:spPr/>
    </dgm:pt>
    <dgm:pt modelId="{3B68FEF6-31B5-A743-860C-1722DE388AB5}" type="pres">
      <dgm:prSet presAssocID="{FB4F55C1-A4E4-6F48-8D53-DCE9CFD82F0D}" presName="linNode" presStyleCnt="0"/>
      <dgm:spPr/>
    </dgm:pt>
    <dgm:pt modelId="{FC29AB9D-4235-2546-B7E8-905E3F53EBDE}" type="pres">
      <dgm:prSet presAssocID="{FB4F55C1-A4E4-6F48-8D53-DCE9CFD82F0D}" presName="parentText" presStyleLbl="node1" presStyleIdx="0" presStyleCnt="2" custScaleY="34587">
        <dgm:presLayoutVars>
          <dgm:chMax val="1"/>
          <dgm:bulletEnabled val="1"/>
        </dgm:presLayoutVars>
      </dgm:prSet>
      <dgm:spPr/>
    </dgm:pt>
    <dgm:pt modelId="{05B37072-B7DB-FA40-B6E6-CE0EDB39D1E1}" type="pres">
      <dgm:prSet presAssocID="{FB4F55C1-A4E4-6F48-8D53-DCE9CFD82F0D}" presName="descendantText" presStyleLbl="alignAccFollowNode1" presStyleIdx="0" presStyleCnt="2" custScaleY="42870">
        <dgm:presLayoutVars>
          <dgm:bulletEnabled val="1"/>
        </dgm:presLayoutVars>
      </dgm:prSet>
      <dgm:spPr/>
    </dgm:pt>
    <dgm:pt modelId="{185D422F-FF0C-4C43-9B37-92EE10492EE5}" type="pres">
      <dgm:prSet presAssocID="{583A8169-01C0-0D49-BF1F-3DBC76BEFF6C}" presName="sp" presStyleCnt="0"/>
      <dgm:spPr/>
    </dgm:pt>
    <dgm:pt modelId="{118712D2-0D07-2F43-9BE4-489C75576AD6}" type="pres">
      <dgm:prSet presAssocID="{892DE932-7F97-CD41-A15D-BA7DBF45D913}" presName="linNode" presStyleCnt="0"/>
      <dgm:spPr/>
    </dgm:pt>
    <dgm:pt modelId="{5E1F25F7-DBC9-F041-9F53-D91A57DA17E5}" type="pres">
      <dgm:prSet presAssocID="{892DE932-7F97-CD41-A15D-BA7DBF45D913}" presName="parentText" presStyleLbl="node1" presStyleIdx="1" presStyleCnt="2" custScaleY="34587">
        <dgm:presLayoutVars>
          <dgm:chMax val="1"/>
          <dgm:bulletEnabled val="1"/>
        </dgm:presLayoutVars>
      </dgm:prSet>
      <dgm:spPr/>
    </dgm:pt>
    <dgm:pt modelId="{59AAADFB-D158-5942-9C3A-E73AA26E7917}" type="pres">
      <dgm:prSet presAssocID="{892DE932-7F97-CD41-A15D-BA7DBF45D913}" presName="descendantText" presStyleLbl="alignAccFollowNode1" presStyleIdx="1" presStyleCnt="2" custScaleY="61737">
        <dgm:presLayoutVars>
          <dgm:bulletEnabled val="1"/>
        </dgm:presLayoutVars>
      </dgm:prSet>
      <dgm:spPr/>
    </dgm:pt>
  </dgm:ptLst>
  <dgm:cxnLst>
    <dgm:cxn modelId="{1D504F0D-56E0-D442-A270-1EC489C30480}" type="presOf" srcId="{5E76A1FF-FDF0-554A-AF13-E4D4F46F6A3E}" destId="{59AAADFB-D158-5942-9C3A-E73AA26E7917}" srcOrd="0" destOrd="2" presId="urn:microsoft.com/office/officeart/2005/8/layout/vList5"/>
    <dgm:cxn modelId="{FD441515-7977-6C42-91CC-E1C60A6E15F9}" type="presOf" srcId="{643FAEEA-5D32-9B4C-82CA-9EB352379CA8}" destId="{032AECEE-E35A-9647-A947-C22A94F9719D}" srcOrd="0" destOrd="0" presId="urn:microsoft.com/office/officeart/2005/8/layout/vList5"/>
    <dgm:cxn modelId="{E1E2D715-E68E-014D-ADBB-F2AF8251E904}" type="presOf" srcId="{950BB16A-A840-E646-ACAA-5E9ED7F5D917}" destId="{59AAADFB-D158-5942-9C3A-E73AA26E7917}" srcOrd="0" destOrd="1" presId="urn:microsoft.com/office/officeart/2005/8/layout/vList5"/>
    <dgm:cxn modelId="{BB71211D-B531-CB43-9794-1045F3193BB7}" type="presOf" srcId="{AD5CEEA9-8072-1E4E-AFAF-3BF3CC8BB2B4}" destId="{05B37072-B7DB-FA40-B6E6-CE0EDB39D1E1}" srcOrd="0" destOrd="1" presId="urn:microsoft.com/office/officeart/2005/8/layout/vList5"/>
    <dgm:cxn modelId="{FE1FBC1E-4616-E94B-B7B5-A2EF0F6804B4}" srcId="{892DE932-7F97-CD41-A15D-BA7DBF45D913}" destId="{A01D9A1E-7B1D-674B-A35F-7DD78C1E8613}" srcOrd="0" destOrd="0" parTransId="{F97A2EE1-D5D9-4344-8F31-7D889D24DB2E}" sibTransId="{73564A76-CEF0-F74D-A4A8-6F18887E28AA}"/>
    <dgm:cxn modelId="{A2A5CD20-80B4-BF4B-92BA-8535902594F5}" type="presOf" srcId="{892DE932-7F97-CD41-A15D-BA7DBF45D913}" destId="{5E1F25F7-DBC9-F041-9F53-D91A57DA17E5}" srcOrd="0" destOrd="0" presId="urn:microsoft.com/office/officeart/2005/8/layout/vList5"/>
    <dgm:cxn modelId="{36E3C227-A360-DE4A-87A1-FB2878BDCC8D}" srcId="{892DE932-7F97-CD41-A15D-BA7DBF45D913}" destId="{5E76A1FF-FDF0-554A-AF13-E4D4F46F6A3E}" srcOrd="2" destOrd="0" parTransId="{BF2BEC13-AF99-254A-8E55-92695B658F43}" sibTransId="{63150436-3609-D24C-858A-3D905A4AF1C1}"/>
    <dgm:cxn modelId="{A120B52E-C989-0D48-AEC1-2A1160392D78}" type="presOf" srcId="{FB4F55C1-A4E4-6F48-8D53-DCE9CFD82F0D}" destId="{FC29AB9D-4235-2546-B7E8-905E3F53EBDE}" srcOrd="0" destOrd="0" presId="urn:microsoft.com/office/officeart/2005/8/layout/vList5"/>
    <dgm:cxn modelId="{E92AD170-86F2-8F4F-A7F2-5B17BB524D04}" srcId="{892DE932-7F97-CD41-A15D-BA7DBF45D913}" destId="{950BB16A-A840-E646-ACAA-5E9ED7F5D917}" srcOrd="1" destOrd="0" parTransId="{E476BA06-2179-CD47-B8E7-CD2E61A3EE65}" sibTransId="{7E342971-2340-CD49-992E-5B7F949F3C1D}"/>
    <dgm:cxn modelId="{16F05686-42A6-024D-AB30-88DE0DFED768}" srcId="{643FAEEA-5D32-9B4C-82CA-9EB352379CA8}" destId="{892DE932-7F97-CD41-A15D-BA7DBF45D913}" srcOrd="1" destOrd="0" parTransId="{B8E9D343-6D87-AF42-8520-70CAAD89D09C}" sibTransId="{0DA998F2-683B-F849-9605-726977C315A9}"/>
    <dgm:cxn modelId="{71CF1C8F-B144-AD42-AF42-72F803D6D952}" srcId="{FB4F55C1-A4E4-6F48-8D53-DCE9CFD82F0D}" destId="{0D0B6FBC-0587-A14A-9878-01804AF6381E}" srcOrd="0" destOrd="0" parTransId="{D570262F-EF30-4543-A49F-2E8B984DA87E}" sibTransId="{FAD5351D-C33B-A94A-96F4-8915DB4222A9}"/>
    <dgm:cxn modelId="{11681BAE-70A7-C340-88FF-EDDC87881CFE}" srcId="{643FAEEA-5D32-9B4C-82CA-9EB352379CA8}" destId="{FB4F55C1-A4E4-6F48-8D53-DCE9CFD82F0D}" srcOrd="0" destOrd="0" parTransId="{6B10A12E-538C-7E4F-A7F8-67764FB72169}" sibTransId="{583A8169-01C0-0D49-BF1F-3DBC76BEFF6C}"/>
    <dgm:cxn modelId="{61F935D0-F2B0-3E41-856E-90C142E92F6E}" type="presOf" srcId="{A01D9A1E-7B1D-674B-A35F-7DD78C1E8613}" destId="{59AAADFB-D158-5942-9C3A-E73AA26E7917}" srcOrd="0" destOrd="0" presId="urn:microsoft.com/office/officeart/2005/8/layout/vList5"/>
    <dgm:cxn modelId="{903472D7-2001-204D-898F-E482A6877333}" srcId="{FB4F55C1-A4E4-6F48-8D53-DCE9CFD82F0D}" destId="{AD5CEEA9-8072-1E4E-AFAF-3BF3CC8BB2B4}" srcOrd="1" destOrd="0" parTransId="{342721DD-09E3-B24C-A44D-856FC14F0BE8}" sibTransId="{D768B102-F131-EA45-BBAD-8892E2E3A19D}"/>
    <dgm:cxn modelId="{E83D93F4-C18D-A148-9B38-35355AD528B6}" type="presOf" srcId="{0D0B6FBC-0587-A14A-9878-01804AF6381E}" destId="{05B37072-B7DB-FA40-B6E6-CE0EDB39D1E1}" srcOrd="0" destOrd="0" presId="urn:microsoft.com/office/officeart/2005/8/layout/vList5"/>
    <dgm:cxn modelId="{7E6B4EE8-54E4-6F42-881B-CC6614478941}" type="presParOf" srcId="{032AECEE-E35A-9647-A947-C22A94F9719D}" destId="{3B68FEF6-31B5-A743-860C-1722DE388AB5}" srcOrd="0" destOrd="0" presId="urn:microsoft.com/office/officeart/2005/8/layout/vList5"/>
    <dgm:cxn modelId="{620694A9-9057-C941-9AE1-3A9664A6FCCC}" type="presParOf" srcId="{3B68FEF6-31B5-A743-860C-1722DE388AB5}" destId="{FC29AB9D-4235-2546-B7E8-905E3F53EBDE}" srcOrd="0" destOrd="0" presId="urn:microsoft.com/office/officeart/2005/8/layout/vList5"/>
    <dgm:cxn modelId="{40A1E3F8-E489-3D4D-B5A7-641D16DB3778}" type="presParOf" srcId="{3B68FEF6-31B5-A743-860C-1722DE388AB5}" destId="{05B37072-B7DB-FA40-B6E6-CE0EDB39D1E1}" srcOrd="1" destOrd="0" presId="urn:microsoft.com/office/officeart/2005/8/layout/vList5"/>
    <dgm:cxn modelId="{9F434CD0-C504-674D-A37C-5061EC92FA55}" type="presParOf" srcId="{032AECEE-E35A-9647-A947-C22A94F9719D}" destId="{185D422F-FF0C-4C43-9B37-92EE10492EE5}" srcOrd="1" destOrd="0" presId="urn:microsoft.com/office/officeart/2005/8/layout/vList5"/>
    <dgm:cxn modelId="{9B0F2388-F02F-CB4B-A12F-B86788C7F3FD}" type="presParOf" srcId="{032AECEE-E35A-9647-A947-C22A94F9719D}" destId="{118712D2-0D07-2F43-9BE4-489C75576AD6}" srcOrd="2" destOrd="0" presId="urn:microsoft.com/office/officeart/2005/8/layout/vList5"/>
    <dgm:cxn modelId="{02D0ADDC-B4BD-0246-9EC9-12D68DE29ECB}" type="presParOf" srcId="{118712D2-0D07-2F43-9BE4-489C75576AD6}" destId="{5E1F25F7-DBC9-F041-9F53-D91A57DA17E5}" srcOrd="0" destOrd="0" presId="urn:microsoft.com/office/officeart/2005/8/layout/vList5"/>
    <dgm:cxn modelId="{73FB6F8E-4C06-8F46-9EDF-6F0EE2D7E682}" type="presParOf" srcId="{118712D2-0D07-2F43-9BE4-489C75576AD6}" destId="{59AAADFB-D158-5942-9C3A-E73AA26E791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3FAEEA-5D32-9B4C-82CA-9EB352379CA8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FB4F55C1-A4E4-6F48-8D53-DCE9CFD82F0D}">
      <dgm:prSet custT="1"/>
      <dgm:spPr/>
      <dgm:t>
        <a:bodyPr/>
        <a:lstStyle/>
        <a:p>
          <a:r>
            <a:rPr lang="en-IN" sz="2000" b="1" i="0" u="none" dirty="0">
              <a:latin typeface="Book Antiqua" panose="02040602050305030304" pitchFamily="18" charset="0"/>
            </a:rPr>
            <a:t>Processing and Analysis </a:t>
          </a:r>
          <a:endParaRPr lang="en-IN" sz="2000" b="1" dirty="0">
            <a:latin typeface="Book Antiqua" panose="02040602050305030304" pitchFamily="18" charset="0"/>
          </a:endParaRPr>
        </a:p>
      </dgm:t>
    </dgm:pt>
    <dgm:pt modelId="{6B10A12E-538C-7E4F-A7F8-67764FB72169}" type="parTrans" cxnId="{11681BAE-70A7-C340-88FF-EDDC87881CFE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583A8169-01C0-0D49-BF1F-3DBC76BEFF6C}" type="sibTrans" cxnId="{11681BAE-70A7-C340-88FF-EDDC87881CFE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6247F175-0937-AB41-8590-6DFE9C5878EE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IN" sz="2000" b="0" i="0" u="none">
              <a:latin typeface="Book Antiqua" panose="02040602050305030304" pitchFamily="18" charset="0"/>
            </a:rPr>
            <a:t>Data is permanently stored in the cloud layer for deeper analysis.</a:t>
          </a:r>
        </a:p>
      </dgm:t>
    </dgm:pt>
    <dgm:pt modelId="{4911308E-171C-E041-AF80-0E8B15313CC0}" type="parTrans" cxnId="{D5F167B5-D8AF-C844-A4A3-9790D65C8AA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AB325A38-8730-B545-86C8-831D57572838}" type="sibTrans" cxnId="{D5F167B5-D8AF-C844-A4A3-9790D65C8AA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9BE4A222-2688-9F4B-B845-2AD85C4EDA92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IN" sz="2000" b="0" i="0" u="none">
              <a:latin typeface="Book Antiqua" panose="02040602050305030304" pitchFamily="18" charset="0"/>
            </a:rPr>
            <a:t>Big data platforms (e.g., HDFS, MapReduce) are used for large-scale processing and analytics.</a:t>
          </a:r>
        </a:p>
      </dgm:t>
    </dgm:pt>
    <dgm:pt modelId="{27A4B52A-9373-6940-85A4-D0EB56F48333}" type="parTrans" cxnId="{64C981B0-43EC-DF48-A05C-F8A9E94449E5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09F17C19-D32E-5245-BE80-7D1B547BD308}" type="sibTrans" cxnId="{64C981B0-43EC-DF48-A05C-F8A9E94449E5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3F139329-D361-B449-BE30-F0AEB73398C7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IN" sz="2000" b="0" i="0" u="none" dirty="0">
              <a:latin typeface="Book Antiqua" panose="02040602050305030304" pitchFamily="18" charset="0"/>
            </a:rPr>
            <a:t>Users can access reports or insights derived from stored data.</a:t>
          </a:r>
        </a:p>
      </dgm:t>
    </dgm:pt>
    <dgm:pt modelId="{29AF3F99-0DEC-FB45-9853-1304D25DD778}" type="parTrans" cxnId="{C27703A2-0A0E-0841-B5DD-218615C50AE6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1D6A49CB-DF19-0344-8475-5E477DB0843C}" type="sibTrans" cxnId="{C27703A2-0A0E-0841-B5DD-218615C50AE6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B2E1B2FF-51A5-974E-8FEA-69A841F69565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IN" sz="2000" b="1" i="0" u="none" dirty="0">
              <a:latin typeface="Book Antiqua" panose="02040602050305030304" pitchFamily="18" charset="0"/>
            </a:rPr>
            <a:t>Sending Feedback </a:t>
          </a:r>
          <a:endParaRPr lang="en-IN" sz="2000" b="0" i="0" u="none" dirty="0">
            <a:latin typeface="Book Antiqua" panose="02040602050305030304" pitchFamily="18" charset="0"/>
          </a:endParaRPr>
        </a:p>
      </dgm:t>
    </dgm:pt>
    <dgm:pt modelId="{A21F95A9-05E1-074E-8469-5DAC2C877725}" type="parTrans" cxnId="{5E3C9582-7F8D-8B43-B81B-A4AC19CB10FB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9211FFB5-66BC-AD4C-AE25-C32F0D7CC85D}" type="sibTrans" cxnId="{5E3C9582-7F8D-8B43-B81B-A4AC19CB10FB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75AAF232-0620-9B4E-B335-472E1D248423}">
      <dgm:prSet custT="1"/>
      <dgm:spPr/>
      <dgm:t>
        <a:bodyPr/>
        <a:lstStyle/>
        <a:p>
          <a:pPr>
            <a:buFont typeface="+mj-lt"/>
            <a:buNone/>
          </a:pPr>
          <a:r>
            <a:rPr lang="en-IN" sz="2000" b="0" i="0" u="none" dirty="0">
              <a:latin typeface="Book Antiqua" panose="02040602050305030304" pitchFamily="18" charset="0"/>
            </a:rPr>
            <a:t>Commands or decisions are generated based on processed data and sent to the fog layer.</a:t>
          </a:r>
        </a:p>
      </dgm:t>
    </dgm:pt>
    <dgm:pt modelId="{4259546A-96CF-734C-963C-D0D2A036ADAB}" type="parTrans" cxnId="{F29B9E33-FE18-6449-8236-7249F4CFCB25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60B0E2D1-0E58-3E47-9FD3-A2E6D9292E1F}" type="sibTrans" cxnId="{F29B9E33-FE18-6449-8236-7249F4CFCB25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288C3605-F40B-E04D-BD7E-99DCEF79D07B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IN" sz="2000" b="1" i="0" u="none" dirty="0">
              <a:latin typeface="Book Antiqua" panose="02040602050305030304" pitchFamily="18" charset="0"/>
            </a:rPr>
            <a:t>Command Execution </a:t>
          </a:r>
          <a:endParaRPr lang="en-IN" sz="2000" b="0" i="0" u="none" dirty="0">
            <a:latin typeface="Book Antiqua" panose="02040602050305030304" pitchFamily="18" charset="0"/>
          </a:endParaRPr>
        </a:p>
      </dgm:t>
    </dgm:pt>
    <dgm:pt modelId="{3D49E824-1D30-5847-AB3B-923DE4D46D26}" type="parTrans" cxnId="{02365B7B-7812-C740-B9C7-043E21EEB2E0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BF564B2E-1ABC-E94C-93FA-2D9A44A03131}" type="sibTrans" cxnId="{02365B7B-7812-C740-B9C7-043E21EEB2E0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96A077F9-8373-ED4F-94DA-B3BD31242906}">
      <dgm:prSet custT="1"/>
      <dgm:spPr/>
      <dgm:t>
        <a:bodyPr/>
        <a:lstStyle/>
        <a:p>
          <a:pPr>
            <a:buFont typeface="+mj-lt"/>
            <a:buNone/>
          </a:pPr>
          <a:r>
            <a:rPr lang="en-IN" sz="2000" b="0" i="0" u="none" dirty="0">
              <a:latin typeface="Book Antiqua" panose="02040602050305030304" pitchFamily="18" charset="0"/>
            </a:rPr>
            <a:t>Actuators execute actions based on feedback received from the fog/cloud layers.</a:t>
          </a:r>
        </a:p>
      </dgm:t>
    </dgm:pt>
    <dgm:pt modelId="{E4B2F4A4-1186-BC48-8657-80F70AD8B8D2}" type="parTrans" cxnId="{F6A5F13C-D936-AB46-930D-CBA7CDEA629B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53F4F53A-F047-0C4E-8E5D-C50C8AB816D0}" type="sibTrans" cxnId="{F6A5F13C-D936-AB46-930D-CBA7CDEA629B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032AECEE-E35A-9647-A947-C22A94F9719D}" type="pres">
      <dgm:prSet presAssocID="{643FAEEA-5D32-9B4C-82CA-9EB352379CA8}" presName="Name0" presStyleCnt="0">
        <dgm:presLayoutVars>
          <dgm:dir/>
          <dgm:animLvl val="lvl"/>
          <dgm:resizeHandles val="exact"/>
        </dgm:presLayoutVars>
      </dgm:prSet>
      <dgm:spPr/>
    </dgm:pt>
    <dgm:pt modelId="{3B68FEF6-31B5-A743-860C-1722DE388AB5}" type="pres">
      <dgm:prSet presAssocID="{FB4F55C1-A4E4-6F48-8D53-DCE9CFD82F0D}" presName="linNode" presStyleCnt="0"/>
      <dgm:spPr/>
    </dgm:pt>
    <dgm:pt modelId="{FC29AB9D-4235-2546-B7E8-905E3F53EBDE}" type="pres">
      <dgm:prSet presAssocID="{FB4F55C1-A4E4-6F48-8D53-DCE9CFD82F0D}" presName="parentText" presStyleLbl="node1" presStyleIdx="0" presStyleCnt="3" custScaleY="23699">
        <dgm:presLayoutVars>
          <dgm:chMax val="1"/>
          <dgm:bulletEnabled val="1"/>
        </dgm:presLayoutVars>
      </dgm:prSet>
      <dgm:spPr/>
    </dgm:pt>
    <dgm:pt modelId="{05B37072-B7DB-FA40-B6E6-CE0EDB39D1E1}" type="pres">
      <dgm:prSet presAssocID="{FB4F55C1-A4E4-6F48-8D53-DCE9CFD82F0D}" presName="descendantText" presStyleLbl="alignAccFollowNode1" presStyleIdx="0" presStyleCnt="3" custScaleY="51857">
        <dgm:presLayoutVars>
          <dgm:bulletEnabled val="1"/>
        </dgm:presLayoutVars>
      </dgm:prSet>
      <dgm:spPr/>
    </dgm:pt>
    <dgm:pt modelId="{185D422F-FF0C-4C43-9B37-92EE10492EE5}" type="pres">
      <dgm:prSet presAssocID="{583A8169-01C0-0D49-BF1F-3DBC76BEFF6C}" presName="sp" presStyleCnt="0"/>
      <dgm:spPr/>
    </dgm:pt>
    <dgm:pt modelId="{D831F509-52F7-4F4C-A09C-2DA8B5770818}" type="pres">
      <dgm:prSet presAssocID="{B2E1B2FF-51A5-974E-8FEA-69A841F69565}" presName="linNode" presStyleCnt="0"/>
      <dgm:spPr/>
    </dgm:pt>
    <dgm:pt modelId="{C34E9653-67AE-334B-9CB6-9C4B21042BB1}" type="pres">
      <dgm:prSet presAssocID="{B2E1B2FF-51A5-974E-8FEA-69A841F69565}" presName="parentText" presStyleLbl="node1" presStyleIdx="1" presStyleCnt="3" custScaleY="27533">
        <dgm:presLayoutVars>
          <dgm:chMax val="1"/>
          <dgm:bulletEnabled val="1"/>
        </dgm:presLayoutVars>
      </dgm:prSet>
      <dgm:spPr/>
    </dgm:pt>
    <dgm:pt modelId="{999E49BA-607B-BB48-A569-90C92406A712}" type="pres">
      <dgm:prSet presAssocID="{B2E1B2FF-51A5-974E-8FEA-69A841F69565}" presName="descendantText" presStyleLbl="alignAccFollowNode1" presStyleIdx="1" presStyleCnt="3" custScaleY="22496">
        <dgm:presLayoutVars>
          <dgm:bulletEnabled val="1"/>
        </dgm:presLayoutVars>
      </dgm:prSet>
      <dgm:spPr/>
    </dgm:pt>
    <dgm:pt modelId="{DCE1DF52-61B9-5E4C-952E-07A6070C1E94}" type="pres">
      <dgm:prSet presAssocID="{9211FFB5-66BC-AD4C-AE25-C32F0D7CC85D}" presName="sp" presStyleCnt="0"/>
      <dgm:spPr/>
    </dgm:pt>
    <dgm:pt modelId="{9611949F-80CB-1042-B895-64E8B4A94997}" type="pres">
      <dgm:prSet presAssocID="{288C3605-F40B-E04D-BD7E-99DCEF79D07B}" presName="linNode" presStyleCnt="0"/>
      <dgm:spPr/>
    </dgm:pt>
    <dgm:pt modelId="{FDA592D7-000B-DD40-8D1A-E26EA5135BD8}" type="pres">
      <dgm:prSet presAssocID="{288C3605-F40B-E04D-BD7E-99DCEF79D07B}" presName="parentText" presStyleLbl="node1" presStyleIdx="2" presStyleCnt="3" custScaleY="27533">
        <dgm:presLayoutVars>
          <dgm:chMax val="1"/>
          <dgm:bulletEnabled val="1"/>
        </dgm:presLayoutVars>
      </dgm:prSet>
      <dgm:spPr/>
    </dgm:pt>
    <dgm:pt modelId="{2549F345-48AA-E94A-BDD3-D8F03D47D1C2}" type="pres">
      <dgm:prSet presAssocID="{288C3605-F40B-E04D-BD7E-99DCEF79D07B}" presName="descendantText" presStyleLbl="alignAccFollowNode1" presStyleIdx="2" presStyleCnt="3" custScaleY="20605">
        <dgm:presLayoutVars>
          <dgm:bulletEnabled val="1"/>
        </dgm:presLayoutVars>
      </dgm:prSet>
      <dgm:spPr/>
    </dgm:pt>
  </dgm:ptLst>
  <dgm:cxnLst>
    <dgm:cxn modelId="{FD441515-7977-6C42-91CC-E1C60A6E15F9}" type="presOf" srcId="{643FAEEA-5D32-9B4C-82CA-9EB352379CA8}" destId="{032AECEE-E35A-9647-A947-C22A94F9719D}" srcOrd="0" destOrd="0" presId="urn:microsoft.com/office/officeart/2005/8/layout/vList5"/>
    <dgm:cxn modelId="{A120B52E-C989-0D48-AEC1-2A1160392D78}" type="presOf" srcId="{FB4F55C1-A4E4-6F48-8D53-DCE9CFD82F0D}" destId="{FC29AB9D-4235-2546-B7E8-905E3F53EBDE}" srcOrd="0" destOrd="0" presId="urn:microsoft.com/office/officeart/2005/8/layout/vList5"/>
    <dgm:cxn modelId="{F29B9E33-FE18-6449-8236-7249F4CFCB25}" srcId="{B2E1B2FF-51A5-974E-8FEA-69A841F69565}" destId="{75AAF232-0620-9B4E-B335-472E1D248423}" srcOrd="0" destOrd="0" parTransId="{4259546A-96CF-734C-963C-D0D2A036ADAB}" sibTransId="{60B0E2D1-0E58-3E47-9FD3-A2E6D9292E1F}"/>
    <dgm:cxn modelId="{F6A5F13C-D936-AB46-930D-CBA7CDEA629B}" srcId="{288C3605-F40B-E04D-BD7E-99DCEF79D07B}" destId="{96A077F9-8373-ED4F-94DA-B3BD31242906}" srcOrd="0" destOrd="0" parTransId="{E4B2F4A4-1186-BC48-8657-80F70AD8B8D2}" sibTransId="{53F4F53A-F047-0C4E-8E5D-C50C8AB816D0}"/>
    <dgm:cxn modelId="{C81D2644-3FE7-4B40-AC79-6D4FD827B2EF}" type="presOf" srcId="{75AAF232-0620-9B4E-B335-472E1D248423}" destId="{999E49BA-607B-BB48-A569-90C92406A712}" srcOrd="0" destOrd="0" presId="urn:microsoft.com/office/officeart/2005/8/layout/vList5"/>
    <dgm:cxn modelId="{3D2F5E50-81EF-F146-AECF-B6AA17B87D98}" type="presOf" srcId="{96A077F9-8373-ED4F-94DA-B3BD31242906}" destId="{2549F345-48AA-E94A-BDD3-D8F03D47D1C2}" srcOrd="0" destOrd="0" presId="urn:microsoft.com/office/officeart/2005/8/layout/vList5"/>
    <dgm:cxn modelId="{3B85D46C-C58D-184E-A69C-350847366451}" type="presOf" srcId="{6247F175-0937-AB41-8590-6DFE9C5878EE}" destId="{05B37072-B7DB-FA40-B6E6-CE0EDB39D1E1}" srcOrd="0" destOrd="0" presId="urn:microsoft.com/office/officeart/2005/8/layout/vList5"/>
    <dgm:cxn modelId="{02365B7B-7812-C740-B9C7-043E21EEB2E0}" srcId="{643FAEEA-5D32-9B4C-82CA-9EB352379CA8}" destId="{288C3605-F40B-E04D-BD7E-99DCEF79D07B}" srcOrd="2" destOrd="0" parTransId="{3D49E824-1D30-5847-AB3B-923DE4D46D26}" sibTransId="{BF564B2E-1ABC-E94C-93FA-2D9A44A03131}"/>
    <dgm:cxn modelId="{5E3C9582-7F8D-8B43-B81B-A4AC19CB10FB}" srcId="{643FAEEA-5D32-9B4C-82CA-9EB352379CA8}" destId="{B2E1B2FF-51A5-974E-8FEA-69A841F69565}" srcOrd="1" destOrd="0" parTransId="{A21F95A9-05E1-074E-8469-5DAC2C877725}" sibTransId="{9211FFB5-66BC-AD4C-AE25-C32F0D7CC85D}"/>
    <dgm:cxn modelId="{8E67B18B-09C1-9048-958B-EF8934D74A5F}" type="presOf" srcId="{9BE4A222-2688-9F4B-B845-2AD85C4EDA92}" destId="{05B37072-B7DB-FA40-B6E6-CE0EDB39D1E1}" srcOrd="0" destOrd="1" presId="urn:microsoft.com/office/officeart/2005/8/layout/vList5"/>
    <dgm:cxn modelId="{A7A6A29F-85B9-A349-831A-ABAB8A580CAB}" type="presOf" srcId="{288C3605-F40B-E04D-BD7E-99DCEF79D07B}" destId="{FDA592D7-000B-DD40-8D1A-E26EA5135BD8}" srcOrd="0" destOrd="0" presId="urn:microsoft.com/office/officeart/2005/8/layout/vList5"/>
    <dgm:cxn modelId="{C27703A2-0A0E-0841-B5DD-218615C50AE6}" srcId="{FB4F55C1-A4E4-6F48-8D53-DCE9CFD82F0D}" destId="{3F139329-D361-B449-BE30-F0AEB73398C7}" srcOrd="2" destOrd="0" parTransId="{29AF3F99-0DEC-FB45-9853-1304D25DD778}" sibTransId="{1D6A49CB-DF19-0344-8475-5E477DB0843C}"/>
    <dgm:cxn modelId="{11681BAE-70A7-C340-88FF-EDDC87881CFE}" srcId="{643FAEEA-5D32-9B4C-82CA-9EB352379CA8}" destId="{FB4F55C1-A4E4-6F48-8D53-DCE9CFD82F0D}" srcOrd="0" destOrd="0" parTransId="{6B10A12E-538C-7E4F-A7F8-67764FB72169}" sibTransId="{583A8169-01C0-0D49-BF1F-3DBC76BEFF6C}"/>
    <dgm:cxn modelId="{DD2D38AF-5FA5-BB4C-886A-DB721C17578B}" type="presOf" srcId="{3F139329-D361-B449-BE30-F0AEB73398C7}" destId="{05B37072-B7DB-FA40-B6E6-CE0EDB39D1E1}" srcOrd="0" destOrd="2" presId="urn:microsoft.com/office/officeart/2005/8/layout/vList5"/>
    <dgm:cxn modelId="{64C981B0-43EC-DF48-A05C-F8A9E94449E5}" srcId="{FB4F55C1-A4E4-6F48-8D53-DCE9CFD82F0D}" destId="{9BE4A222-2688-9F4B-B845-2AD85C4EDA92}" srcOrd="1" destOrd="0" parTransId="{27A4B52A-9373-6940-85A4-D0EB56F48333}" sibTransId="{09F17C19-D32E-5245-BE80-7D1B547BD308}"/>
    <dgm:cxn modelId="{D5F167B5-D8AF-C844-A4A3-9790D65C8AA7}" srcId="{FB4F55C1-A4E4-6F48-8D53-DCE9CFD82F0D}" destId="{6247F175-0937-AB41-8590-6DFE9C5878EE}" srcOrd="0" destOrd="0" parTransId="{4911308E-171C-E041-AF80-0E8B15313CC0}" sibTransId="{AB325A38-8730-B545-86C8-831D57572838}"/>
    <dgm:cxn modelId="{11653AED-2B27-3D4F-AE4D-ECF6FC6B354C}" type="presOf" srcId="{B2E1B2FF-51A5-974E-8FEA-69A841F69565}" destId="{C34E9653-67AE-334B-9CB6-9C4B21042BB1}" srcOrd="0" destOrd="0" presId="urn:microsoft.com/office/officeart/2005/8/layout/vList5"/>
    <dgm:cxn modelId="{7E6B4EE8-54E4-6F42-881B-CC6614478941}" type="presParOf" srcId="{032AECEE-E35A-9647-A947-C22A94F9719D}" destId="{3B68FEF6-31B5-A743-860C-1722DE388AB5}" srcOrd="0" destOrd="0" presId="urn:microsoft.com/office/officeart/2005/8/layout/vList5"/>
    <dgm:cxn modelId="{620694A9-9057-C941-9AE1-3A9664A6FCCC}" type="presParOf" srcId="{3B68FEF6-31B5-A743-860C-1722DE388AB5}" destId="{FC29AB9D-4235-2546-B7E8-905E3F53EBDE}" srcOrd="0" destOrd="0" presId="urn:microsoft.com/office/officeart/2005/8/layout/vList5"/>
    <dgm:cxn modelId="{40A1E3F8-E489-3D4D-B5A7-641D16DB3778}" type="presParOf" srcId="{3B68FEF6-31B5-A743-860C-1722DE388AB5}" destId="{05B37072-B7DB-FA40-B6E6-CE0EDB39D1E1}" srcOrd="1" destOrd="0" presId="urn:microsoft.com/office/officeart/2005/8/layout/vList5"/>
    <dgm:cxn modelId="{9F434CD0-C504-674D-A37C-5061EC92FA55}" type="presParOf" srcId="{032AECEE-E35A-9647-A947-C22A94F9719D}" destId="{185D422F-FF0C-4C43-9B37-92EE10492EE5}" srcOrd="1" destOrd="0" presId="urn:microsoft.com/office/officeart/2005/8/layout/vList5"/>
    <dgm:cxn modelId="{0E6B5133-5663-6947-84C9-51B199DE41BD}" type="presParOf" srcId="{032AECEE-E35A-9647-A947-C22A94F9719D}" destId="{D831F509-52F7-4F4C-A09C-2DA8B5770818}" srcOrd="2" destOrd="0" presId="urn:microsoft.com/office/officeart/2005/8/layout/vList5"/>
    <dgm:cxn modelId="{D2AE404D-FF7C-8348-81EB-951A4CB88858}" type="presParOf" srcId="{D831F509-52F7-4F4C-A09C-2DA8B5770818}" destId="{C34E9653-67AE-334B-9CB6-9C4B21042BB1}" srcOrd="0" destOrd="0" presId="urn:microsoft.com/office/officeart/2005/8/layout/vList5"/>
    <dgm:cxn modelId="{06034FC5-E3BC-8F4D-82D8-920452C7DA99}" type="presParOf" srcId="{D831F509-52F7-4F4C-A09C-2DA8B5770818}" destId="{999E49BA-607B-BB48-A569-90C92406A712}" srcOrd="1" destOrd="0" presId="urn:microsoft.com/office/officeart/2005/8/layout/vList5"/>
    <dgm:cxn modelId="{4613C9FA-4C3B-0D41-B2B7-1EF124193687}" type="presParOf" srcId="{032AECEE-E35A-9647-A947-C22A94F9719D}" destId="{DCE1DF52-61B9-5E4C-952E-07A6070C1E94}" srcOrd="3" destOrd="0" presId="urn:microsoft.com/office/officeart/2005/8/layout/vList5"/>
    <dgm:cxn modelId="{47E5C060-AC69-C549-A185-AB4BE16E09F3}" type="presParOf" srcId="{032AECEE-E35A-9647-A947-C22A94F9719D}" destId="{9611949F-80CB-1042-B895-64E8B4A94997}" srcOrd="4" destOrd="0" presId="urn:microsoft.com/office/officeart/2005/8/layout/vList5"/>
    <dgm:cxn modelId="{A4465D33-6953-7341-841D-CC1726495E01}" type="presParOf" srcId="{9611949F-80CB-1042-B895-64E8B4A94997}" destId="{FDA592D7-000B-DD40-8D1A-E26EA5135BD8}" srcOrd="0" destOrd="0" presId="urn:microsoft.com/office/officeart/2005/8/layout/vList5"/>
    <dgm:cxn modelId="{7C65897A-E6DA-1046-A49E-402F24ABEF00}" type="presParOf" srcId="{9611949F-80CB-1042-B895-64E8B4A94997}" destId="{2549F345-48AA-E94A-BDD3-D8F03D47D1C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E1B4CBB-15F6-9E4F-9A10-2E9AD8711818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GB"/>
        </a:p>
      </dgm:t>
    </dgm:pt>
    <dgm:pt modelId="{1BA9D1FC-D26D-2F46-B2EE-F55338E95A1E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Heterogeneity</a:t>
          </a:r>
          <a:endParaRPr lang="en-IN">
            <a:latin typeface="Book Antiqua" panose="02040602050305030304" pitchFamily="18" charset="0"/>
          </a:endParaRPr>
        </a:p>
      </dgm:t>
    </dgm:pt>
    <dgm:pt modelId="{A2F40EA6-E379-9E4F-B8BB-FAB322E3DB0A}" type="parTrans" cxnId="{22726835-E9A3-5E4B-8543-EF45CBCC70DD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E7C331DB-C6AC-3340-BC8D-2E1A10179579}" type="sibTrans" cxnId="{22726835-E9A3-5E4B-8543-EF45CBCC70DD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51CABB37-C407-9B4F-A5EC-C8A5B4FE3678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End devices generate data in diverse formats and structures.</a:t>
          </a:r>
          <a:endParaRPr lang="en-IN">
            <a:latin typeface="Book Antiqua" panose="02040602050305030304" pitchFamily="18" charset="0"/>
          </a:endParaRPr>
        </a:p>
      </dgm:t>
    </dgm:pt>
    <dgm:pt modelId="{07EE1D41-B7C3-774B-AAFF-FF8F4E58A3FD}" type="parTrans" cxnId="{89B20A9A-F9E8-4444-96B2-2B0834D9A1EA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F6592E4F-F293-494B-B8C6-171794063746}" type="sibTrans" cxnId="{89B20A9A-F9E8-4444-96B2-2B0834D9A1EA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3CB89698-ABC4-5B45-8A21-4778546AF200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Requires standardization and semantic processing for integration.</a:t>
          </a:r>
          <a:endParaRPr lang="en-IN">
            <a:latin typeface="Book Antiqua" panose="02040602050305030304" pitchFamily="18" charset="0"/>
          </a:endParaRPr>
        </a:p>
      </dgm:t>
    </dgm:pt>
    <dgm:pt modelId="{254D9BF1-5DC7-A941-87D4-4AADB6A0DF42}" type="parTrans" cxnId="{B0F6A1C6-6427-8244-985A-00945BDD2B1E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B15AAA7D-1ECE-4F47-9C0F-81A22797A3B8}" type="sibTrans" cxnId="{B0F6A1C6-6427-8244-985A-00945BDD2B1E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A150E40C-D1AA-3D4F-96E7-A782C1653D9F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Inaccuracy</a:t>
          </a:r>
          <a:endParaRPr lang="en-IN">
            <a:latin typeface="Book Antiqua" panose="02040602050305030304" pitchFamily="18" charset="0"/>
          </a:endParaRPr>
        </a:p>
      </dgm:t>
    </dgm:pt>
    <dgm:pt modelId="{3E9D286A-DCAF-7D44-95C6-D8711B6492EE}" type="parTrans" cxnId="{576EF3CB-9A2C-2C46-87E2-5303FEA485D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2510188A-110C-EC40-ADDB-3619E28E30CA}" type="sibTrans" cxnId="{576EF3CB-9A2C-2C46-87E2-5303FEA485D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B7C51E35-3C3E-AA41-87F8-9AC7568CDEB9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Sensor data may have uncertainties due to precision errors or misreading.</a:t>
          </a:r>
          <a:endParaRPr lang="en-IN">
            <a:latin typeface="Book Antiqua" panose="02040602050305030304" pitchFamily="18" charset="0"/>
          </a:endParaRPr>
        </a:p>
      </dgm:t>
    </dgm:pt>
    <dgm:pt modelId="{928834D2-B82E-3E42-8A29-B8FE3A9976DE}" type="parTrans" cxnId="{FF992A31-6633-8F47-B568-DF74B0ABF26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2F1537DE-1434-FC42-BB71-2E9E2BCF46ED}" type="sibTrans" cxnId="{FF992A31-6633-8F47-B568-DF74B0ABF26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7BAD851D-86A6-EC4B-BB68-1567D2B0FD23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Affects data reliability and decision-making.</a:t>
          </a:r>
          <a:endParaRPr lang="en-IN">
            <a:latin typeface="Book Antiqua" panose="02040602050305030304" pitchFamily="18" charset="0"/>
          </a:endParaRPr>
        </a:p>
      </dgm:t>
    </dgm:pt>
    <dgm:pt modelId="{264A06D7-7106-194F-837E-BF2F84EF43B4}" type="parTrans" cxnId="{3E751C2C-158B-894D-99DF-EA038D0298DB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9F75E34A-2737-0644-9593-B4A969512F0D}" type="sibTrans" cxnId="{3E751C2C-158B-894D-99DF-EA038D0298DB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CBE5AEAA-5A45-E740-8E97-5CF24FEA27FC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Weak Semantics</a:t>
          </a:r>
          <a:endParaRPr lang="en-IN">
            <a:latin typeface="Book Antiqua" panose="02040602050305030304" pitchFamily="18" charset="0"/>
          </a:endParaRPr>
        </a:p>
      </dgm:t>
    </dgm:pt>
    <dgm:pt modelId="{B0BBD6AA-09BC-7C4C-83D0-7E4A1FB8EFCD}" type="parTrans" cxnId="{8C6BA63A-6E8B-2147-9913-17E84F01176F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656D52ED-9004-0C46-9182-F7E33FDE39FA}" type="sibTrans" cxnId="{8C6BA63A-6E8B-2147-9913-17E84F01176F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D6C8D1C3-CC80-4240-B462-FCDCAA11BC0C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Raw data often lacks meaningful context or structure.</a:t>
          </a:r>
          <a:endParaRPr lang="en-IN">
            <a:latin typeface="Book Antiqua" panose="02040602050305030304" pitchFamily="18" charset="0"/>
          </a:endParaRPr>
        </a:p>
      </dgm:t>
    </dgm:pt>
    <dgm:pt modelId="{76BC61D4-9964-A44C-829D-3F58C8180394}" type="parTrans" cxnId="{EEF214DE-4CD1-1748-AF08-478D4942BDE4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A28EED56-D8E4-224D-BAFD-2997EDC8806F}" type="sibTrans" cxnId="{EEF214DE-4CD1-1748-AF08-478D4942BDE4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D738B6F8-3AFF-E44B-B221-C65488B1C267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Semantic web technologies can enhance interpretability by enriching raw data with metadata.</a:t>
          </a:r>
          <a:endParaRPr lang="en-IN">
            <a:latin typeface="Book Antiqua" panose="02040602050305030304" pitchFamily="18" charset="0"/>
          </a:endParaRPr>
        </a:p>
      </dgm:t>
    </dgm:pt>
    <dgm:pt modelId="{196ADD1F-EADD-5140-8CC2-85DBD73C4B5C}" type="parTrans" cxnId="{D8838E4E-A530-C74D-B6C6-D37A289FDFE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331D3984-AAF4-A54F-95CD-E7DCECE51C04}" type="sibTrans" cxnId="{D8838E4E-A530-C74D-B6C6-D37A289FDFE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500BCA6B-6412-7B4C-8B56-F4E4443E3ECD}" type="pres">
      <dgm:prSet presAssocID="{2E1B4CBB-15F6-9E4F-9A10-2E9AD8711818}" presName="linear" presStyleCnt="0">
        <dgm:presLayoutVars>
          <dgm:animLvl val="lvl"/>
          <dgm:resizeHandles val="exact"/>
        </dgm:presLayoutVars>
      </dgm:prSet>
      <dgm:spPr/>
    </dgm:pt>
    <dgm:pt modelId="{4C3BA938-0880-8A4A-999B-698666D67EEF}" type="pres">
      <dgm:prSet presAssocID="{1BA9D1FC-D26D-2F46-B2EE-F55338E95A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478344-BE00-DF42-96F5-100DF5219A03}" type="pres">
      <dgm:prSet presAssocID="{1BA9D1FC-D26D-2F46-B2EE-F55338E95A1E}" presName="childText" presStyleLbl="revTx" presStyleIdx="0" presStyleCnt="3">
        <dgm:presLayoutVars>
          <dgm:bulletEnabled val="1"/>
        </dgm:presLayoutVars>
      </dgm:prSet>
      <dgm:spPr/>
    </dgm:pt>
    <dgm:pt modelId="{6E9DAE29-0BB1-DA4D-80E7-8FA25363CBC6}" type="pres">
      <dgm:prSet presAssocID="{A150E40C-D1AA-3D4F-96E7-A782C1653D9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B932F57-8B29-2541-A458-21428A953000}" type="pres">
      <dgm:prSet presAssocID="{A150E40C-D1AA-3D4F-96E7-A782C1653D9F}" presName="childText" presStyleLbl="revTx" presStyleIdx="1" presStyleCnt="3">
        <dgm:presLayoutVars>
          <dgm:bulletEnabled val="1"/>
        </dgm:presLayoutVars>
      </dgm:prSet>
      <dgm:spPr/>
    </dgm:pt>
    <dgm:pt modelId="{E367DB2D-2F54-FA42-9574-0ECDEB408C1A}" type="pres">
      <dgm:prSet presAssocID="{CBE5AEAA-5A45-E740-8E97-5CF24FEA27F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304A4E4-502A-4A42-BD30-0F6387CF7E63}" type="pres">
      <dgm:prSet presAssocID="{CBE5AEAA-5A45-E740-8E97-5CF24FEA27FC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2B97C014-1FB2-144E-9C5A-C98E0D190446}" type="presOf" srcId="{3CB89698-ABC4-5B45-8A21-4778546AF200}" destId="{24478344-BE00-DF42-96F5-100DF5219A03}" srcOrd="0" destOrd="1" presId="urn:microsoft.com/office/officeart/2005/8/layout/vList2"/>
    <dgm:cxn modelId="{3E751C2C-158B-894D-99DF-EA038D0298DB}" srcId="{A150E40C-D1AA-3D4F-96E7-A782C1653D9F}" destId="{7BAD851D-86A6-EC4B-BB68-1567D2B0FD23}" srcOrd="1" destOrd="0" parTransId="{264A06D7-7106-194F-837E-BF2F84EF43B4}" sibTransId="{9F75E34A-2737-0644-9593-B4A969512F0D}"/>
    <dgm:cxn modelId="{047F532E-FCFF-EA4D-B08C-34D3B60FC6D4}" type="presOf" srcId="{51CABB37-C407-9B4F-A5EC-C8A5B4FE3678}" destId="{24478344-BE00-DF42-96F5-100DF5219A03}" srcOrd="0" destOrd="0" presId="urn:microsoft.com/office/officeart/2005/8/layout/vList2"/>
    <dgm:cxn modelId="{FF992A31-6633-8F47-B568-DF74B0ABF267}" srcId="{A150E40C-D1AA-3D4F-96E7-A782C1653D9F}" destId="{B7C51E35-3C3E-AA41-87F8-9AC7568CDEB9}" srcOrd="0" destOrd="0" parTransId="{928834D2-B82E-3E42-8A29-B8FE3A9976DE}" sibTransId="{2F1537DE-1434-FC42-BB71-2E9E2BCF46ED}"/>
    <dgm:cxn modelId="{22726835-E9A3-5E4B-8543-EF45CBCC70DD}" srcId="{2E1B4CBB-15F6-9E4F-9A10-2E9AD8711818}" destId="{1BA9D1FC-D26D-2F46-B2EE-F55338E95A1E}" srcOrd="0" destOrd="0" parTransId="{A2F40EA6-E379-9E4F-B8BB-FAB322E3DB0A}" sibTransId="{E7C331DB-C6AC-3340-BC8D-2E1A10179579}"/>
    <dgm:cxn modelId="{8C6BA63A-6E8B-2147-9913-17E84F01176F}" srcId="{2E1B4CBB-15F6-9E4F-9A10-2E9AD8711818}" destId="{CBE5AEAA-5A45-E740-8E97-5CF24FEA27FC}" srcOrd="2" destOrd="0" parTransId="{B0BBD6AA-09BC-7C4C-83D0-7E4A1FB8EFCD}" sibTransId="{656D52ED-9004-0C46-9182-F7E33FDE39FA}"/>
    <dgm:cxn modelId="{B06D843B-6C38-4748-A8B5-C5BD0072D3F3}" type="presOf" srcId="{A150E40C-D1AA-3D4F-96E7-A782C1653D9F}" destId="{6E9DAE29-0BB1-DA4D-80E7-8FA25363CBC6}" srcOrd="0" destOrd="0" presId="urn:microsoft.com/office/officeart/2005/8/layout/vList2"/>
    <dgm:cxn modelId="{D8838E4E-A530-C74D-B6C6-D37A289FDFE7}" srcId="{CBE5AEAA-5A45-E740-8E97-5CF24FEA27FC}" destId="{D738B6F8-3AFF-E44B-B221-C65488B1C267}" srcOrd="1" destOrd="0" parTransId="{196ADD1F-EADD-5140-8CC2-85DBD73C4B5C}" sibTransId="{331D3984-AAF4-A54F-95CD-E7DCECE51C04}"/>
    <dgm:cxn modelId="{14365454-BB13-704E-9E89-E414201706B4}" type="presOf" srcId="{B7C51E35-3C3E-AA41-87F8-9AC7568CDEB9}" destId="{CB932F57-8B29-2541-A458-21428A953000}" srcOrd="0" destOrd="0" presId="urn:microsoft.com/office/officeart/2005/8/layout/vList2"/>
    <dgm:cxn modelId="{B9DFA868-1AAE-B740-81B4-8EA0CEAD504B}" type="presOf" srcId="{D738B6F8-3AFF-E44B-B221-C65488B1C267}" destId="{D304A4E4-502A-4A42-BD30-0F6387CF7E63}" srcOrd="0" destOrd="1" presId="urn:microsoft.com/office/officeart/2005/8/layout/vList2"/>
    <dgm:cxn modelId="{AAB55C7C-0C73-C74A-A083-1DC230154773}" type="presOf" srcId="{2E1B4CBB-15F6-9E4F-9A10-2E9AD8711818}" destId="{500BCA6B-6412-7B4C-8B56-F4E4443E3ECD}" srcOrd="0" destOrd="0" presId="urn:microsoft.com/office/officeart/2005/8/layout/vList2"/>
    <dgm:cxn modelId="{2A164880-205B-FE46-A378-C9062CA2AB73}" type="presOf" srcId="{1BA9D1FC-D26D-2F46-B2EE-F55338E95A1E}" destId="{4C3BA938-0880-8A4A-999B-698666D67EEF}" srcOrd="0" destOrd="0" presId="urn:microsoft.com/office/officeart/2005/8/layout/vList2"/>
    <dgm:cxn modelId="{89B20A9A-F9E8-4444-96B2-2B0834D9A1EA}" srcId="{1BA9D1FC-D26D-2F46-B2EE-F55338E95A1E}" destId="{51CABB37-C407-9B4F-A5EC-C8A5B4FE3678}" srcOrd="0" destOrd="0" parTransId="{07EE1D41-B7C3-774B-AAFF-FF8F4E58A3FD}" sibTransId="{F6592E4F-F293-494B-B8C6-171794063746}"/>
    <dgm:cxn modelId="{717982B0-813B-8F41-BF47-640E5113AEF1}" type="presOf" srcId="{7BAD851D-86A6-EC4B-BB68-1567D2B0FD23}" destId="{CB932F57-8B29-2541-A458-21428A953000}" srcOrd="0" destOrd="1" presId="urn:microsoft.com/office/officeart/2005/8/layout/vList2"/>
    <dgm:cxn modelId="{B0F6A1C6-6427-8244-985A-00945BDD2B1E}" srcId="{1BA9D1FC-D26D-2F46-B2EE-F55338E95A1E}" destId="{3CB89698-ABC4-5B45-8A21-4778546AF200}" srcOrd="1" destOrd="0" parTransId="{254D9BF1-5DC7-A941-87D4-4AADB6A0DF42}" sibTransId="{B15AAA7D-1ECE-4F47-9C0F-81A22797A3B8}"/>
    <dgm:cxn modelId="{576EF3CB-9A2C-2C46-87E2-5303FEA485D9}" srcId="{2E1B4CBB-15F6-9E4F-9A10-2E9AD8711818}" destId="{A150E40C-D1AA-3D4F-96E7-A782C1653D9F}" srcOrd="1" destOrd="0" parTransId="{3E9D286A-DCAF-7D44-95C6-D8711B6492EE}" sibTransId="{2510188A-110C-EC40-ADDB-3619E28E30CA}"/>
    <dgm:cxn modelId="{052BCED8-BF6E-D247-BB78-93F22FF325FD}" type="presOf" srcId="{CBE5AEAA-5A45-E740-8E97-5CF24FEA27FC}" destId="{E367DB2D-2F54-FA42-9574-0ECDEB408C1A}" srcOrd="0" destOrd="0" presId="urn:microsoft.com/office/officeart/2005/8/layout/vList2"/>
    <dgm:cxn modelId="{EEF214DE-4CD1-1748-AF08-478D4942BDE4}" srcId="{CBE5AEAA-5A45-E740-8E97-5CF24FEA27FC}" destId="{D6C8D1C3-CC80-4240-B462-FCDCAA11BC0C}" srcOrd="0" destOrd="0" parTransId="{76BC61D4-9964-A44C-829D-3F58C8180394}" sibTransId="{A28EED56-D8E4-224D-BAFD-2997EDC8806F}"/>
    <dgm:cxn modelId="{305E04E3-94D8-D54E-8547-D97D035FDE0D}" type="presOf" srcId="{D6C8D1C3-CC80-4240-B462-FCDCAA11BC0C}" destId="{D304A4E4-502A-4A42-BD30-0F6387CF7E63}" srcOrd="0" destOrd="0" presId="urn:microsoft.com/office/officeart/2005/8/layout/vList2"/>
    <dgm:cxn modelId="{6204C410-0F52-ED49-BF77-F130B6298D9B}" type="presParOf" srcId="{500BCA6B-6412-7B4C-8B56-F4E4443E3ECD}" destId="{4C3BA938-0880-8A4A-999B-698666D67EEF}" srcOrd="0" destOrd="0" presId="urn:microsoft.com/office/officeart/2005/8/layout/vList2"/>
    <dgm:cxn modelId="{CBA4784B-5653-8547-9FCF-BCDAD99689DF}" type="presParOf" srcId="{500BCA6B-6412-7B4C-8B56-F4E4443E3ECD}" destId="{24478344-BE00-DF42-96F5-100DF5219A03}" srcOrd="1" destOrd="0" presId="urn:microsoft.com/office/officeart/2005/8/layout/vList2"/>
    <dgm:cxn modelId="{E36D8A02-5921-4045-A76C-41A7287686D9}" type="presParOf" srcId="{500BCA6B-6412-7B4C-8B56-F4E4443E3ECD}" destId="{6E9DAE29-0BB1-DA4D-80E7-8FA25363CBC6}" srcOrd="2" destOrd="0" presId="urn:microsoft.com/office/officeart/2005/8/layout/vList2"/>
    <dgm:cxn modelId="{0FD64199-DB38-EB4E-8BFC-2C99BE008C7A}" type="presParOf" srcId="{500BCA6B-6412-7B4C-8B56-F4E4443E3ECD}" destId="{CB932F57-8B29-2541-A458-21428A953000}" srcOrd="3" destOrd="0" presId="urn:microsoft.com/office/officeart/2005/8/layout/vList2"/>
    <dgm:cxn modelId="{6E52D02F-B20D-0D45-B320-B3A73C371593}" type="presParOf" srcId="{500BCA6B-6412-7B4C-8B56-F4E4443E3ECD}" destId="{E367DB2D-2F54-FA42-9574-0ECDEB408C1A}" srcOrd="4" destOrd="0" presId="urn:microsoft.com/office/officeart/2005/8/layout/vList2"/>
    <dgm:cxn modelId="{1AAAF91A-34B4-D84E-AE04-EBEEEF2B7E29}" type="presParOf" srcId="{500BCA6B-6412-7B4C-8B56-F4E4443E3ECD}" destId="{D304A4E4-502A-4A42-BD30-0F6387CF7E6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3A8EAC2-7308-B042-AB22-F8B7CF4ED06E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33F802D3-8B2F-5C4B-8ACA-44D395245722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Velocity</a:t>
          </a:r>
          <a:endParaRPr lang="en-IN" sz="2400">
            <a:latin typeface="Book Antiqua" panose="02040602050305030304" pitchFamily="18" charset="0"/>
          </a:endParaRPr>
        </a:p>
      </dgm:t>
    </dgm:pt>
    <dgm:pt modelId="{0FD2779A-A035-4343-95DC-AE0E288BDA14}" type="parTrans" cxnId="{3ABDB652-4277-F64F-BA9E-78CF3A8C1A4D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272F7ADF-E7F3-174F-BBC6-C6141D14DF92}" type="sibTrans" cxnId="{3ABDB652-4277-F64F-BA9E-78CF3A8C1A4D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7BA553E2-9D9C-4A42-A369-D234009F7EDB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High data generation rates and varying sampling frequencies challenge real-time processing capabilities.</a:t>
          </a:r>
          <a:endParaRPr lang="en-IN" sz="2400">
            <a:latin typeface="Book Antiqua" panose="02040602050305030304" pitchFamily="18" charset="0"/>
          </a:endParaRPr>
        </a:p>
      </dgm:t>
    </dgm:pt>
    <dgm:pt modelId="{F5DE5FE3-1D98-BB4D-9B60-5CF98AFF1C53}" type="parTrans" cxnId="{44DDC5B4-4450-174E-96AA-8EA137623650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66D7002F-87D1-8B49-9A8F-8FE2B13AD6BD}" type="sibTrans" cxnId="{44DDC5B4-4450-174E-96AA-8EA137623650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E12744B0-10D9-2F49-8B71-FEA04BD653BE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Redundancy</a:t>
          </a:r>
          <a:endParaRPr lang="en-IN" sz="2400">
            <a:latin typeface="Book Antiqua" panose="02040602050305030304" pitchFamily="18" charset="0"/>
          </a:endParaRPr>
        </a:p>
      </dgm:t>
    </dgm:pt>
    <dgm:pt modelId="{2FA69CAA-8229-9847-8486-28EFB9A6A0F0}" type="parTrans" cxnId="{0DDC403C-8F72-BE4A-B278-1C18B7455494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F551D518-3409-5548-AEB2-0780B3A1DA5E}" type="sibTrans" cxnId="{0DDC403C-8F72-BE4A-B278-1C18B7455494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76711A9D-64C7-FC46-8077-0D62DA94BDC4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Repetitive data from multiple devices increases storage and processing overhead.</a:t>
          </a:r>
          <a:endParaRPr lang="en-IN" sz="2400">
            <a:latin typeface="Book Antiqua" panose="02040602050305030304" pitchFamily="18" charset="0"/>
          </a:endParaRPr>
        </a:p>
      </dgm:t>
    </dgm:pt>
    <dgm:pt modelId="{746D2BAB-BDE9-D446-98B8-CE30E5FAB92D}" type="parTrans" cxnId="{9EE98EBC-EA2A-9C46-A40E-F4C3431FD279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48D0833D-A9C9-7542-8989-2E04CD728580}" type="sibTrans" cxnId="{9EE98EBC-EA2A-9C46-A40E-F4C3431FD279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C9398731-AE5F-9446-B8D9-8DBC460A8839}">
      <dgm:prSet custT="1"/>
      <dgm:spPr/>
      <dgm:t>
        <a:bodyPr/>
        <a:lstStyle/>
        <a:p>
          <a:r>
            <a:rPr lang="en-US" sz="2400" dirty="0">
              <a:latin typeface="Book Antiqua" panose="02040602050305030304" pitchFamily="18" charset="0"/>
            </a:rPr>
            <a:t>Scalability</a:t>
          </a:r>
          <a:endParaRPr lang="en-IN" sz="2400" dirty="0">
            <a:latin typeface="Book Antiqua" panose="02040602050305030304" pitchFamily="18" charset="0"/>
          </a:endParaRPr>
        </a:p>
      </dgm:t>
    </dgm:pt>
    <dgm:pt modelId="{A0A35089-1746-F241-91A4-46B93DD71FD4}" type="parTrans" cxnId="{749ABBCD-6ED6-F64A-B044-E82010F26D8C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2B1C6812-F7E2-BD46-8465-21339A619113}" type="sibTrans" cxnId="{749ABBCD-6ED6-F64A-B044-E82010F26D8C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DC1B3E3A-5FD3-A74D-BD30-990DD254DBF7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Large numbers of devices and high sampling rates lead to massive data volumes, requiring scalable solutions.</a:t>
          </a:r>
          <a:endParaRPr lang="en-IN" sz="2400">
            <a:latin typeface="Book Antiqua" panose="02040602050305030304" pitchFamily="18" charset="0"/>
          </a:endParaRPr>
        </a:p>
      </dgm:t>
    </dgm:pt>
    <dgm:pt modelId="{DAC33856-B93E-F04B-9751-7B51F772718F}" type="parTrans" cxnId="{A5DD7063-07C0-584E-A740-67960232A071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0C68AC7C-D602-1E43-A183-31B3C101605D}" type="sibTrans" cxnId="{A5DD7063-07C0-584E-A740-67960232A071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B376E40D-D8F9-4543-A6FF-430FC2E38ECC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Inconsistency</a:t>
          </a:r>
          <a:endParaRPr lang="en-IN" sz="2400">
            <a:latin typeface="Book Antiqua" panose="02040602050305030304" pitchFamily="18" charset="0"/>
          </a:endParaRPr>
        </a:p>
      </dgm:t>
    </dgm:pt>
    <dgm:pt modelId="{A6949699-B0FA-AA41-A54E-8C6F887CA77A}" type="parTrans" cxnId="{314D7474-0098-984F-B0E1-637B1DA22A0E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04E90EDB-CDEA-464C-AB1F-7E6EB1E3FE8E}" type="sibTrans" cxnId="{314D7474-0098-984F-B0E1-637B1DA22A0E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5259F473-15DB-214D-8F2A-095BD3473DD0}">
      <dgm:prSet custT="1"/>
      <dgm:spPr/>
      <dgm:t>
        <a:bodyPr/>
        <a:lstStyle/>
        <a:p>
          <a:r>
            <a:rPr lang="en-US" sz="2400">
              <a:latin typeface="Book Antiqua" panose="02040602050305030304" pitchFamily="18" charset="0"/>
            </a:rPr>
            <a:t>Low precision or misreading in sensor data causes inconsistencies in the dataset.</a:t>
          </a:r>
          <a:endParaRPr lang="en-IN" sz="2400">
            <a:latin typeface="Book Antiqua" panose="02040602050305030304" pitchFamily="18" charset="0"/>
          </a:endParaRPr>
        </a:p>
      </dgm:t>
    </dgm:pt>
    <dgm:pt modelId="{815F748B-7FCE-F34D-B7C5-DC2A3FBA48F8}" type="parTrans" cxnId="{24BC82BB-313A-8E42-9E51-9C213762E494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A6AD1429-7412-9849-9943-B4539130A69B}" type="sibTrans" cxnId="{24BC82BB-313A-8E42-9E51-9C213762E494}">
      <dgm:prSet/>
      <dgm:spPr/>
      <dgm:t>
        <a:bodyPr/>
        <a:lstStyle/>
        <a:p>
          <a:endParaRPr lang="en-GB" sz="2400">
            <a:latin typeface="Book Antiqua" panose="02040602050305030304" pitchFamily="18" charset="0"/>
          </a:endParaRPr>
        </a:p>
      </dgm:t>
    </dgm:pt>
    <dgm:pt modelId="{9D2E92BC-7771-DE41-BA08-FFB7F75FEAEA}" type="pres">
      <dgm:prSet presAssocID="{D3A8EAC2-7308-B042-AB22-F8B7CF4ED06E}" presName="linear" presStyleCnt="0">
        <dgm:presLayoutVars>
          <dgm:animLvl val="lvl"/>
          <dgm:resizeHandles val="exact"/>
        </dgm:presLayoutVars>
      </dgm:prSet>
      <dgm:spPr/>
    </dgm:pt>
    <dgm:pt modelId="{43DC5819-E2A2-EE46-B028-2DEBE2BBC0EF}" type="pres">
      <dgm:prSet presAssocID="{33F802D3-8B2F-5C4B-8ACA-44D3952457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AC51D3-1105-0147-B073-089CF4582757}" type="pres">
      <dgm:prSet presAssocID="{33F802D3-8B2F-5C4B-8ACA-44D395245722}" presName="childText" presStyleLbl="revTx" presStyleIdx="0" presStyleCnt="4">
        <dgm:presLayoutVars>
          <dgm:bulletEnabled val="1"/>
        </dgm:presLayoutVars>
      </dgm:prSet>
      <dgm:spPr/>
    </dgm:pt>
    <dgm:pt modelId="{1ED14216-DFA4-EA40-AA09-DF70519031CF}" type="pres">
      <dgm:prSet presAssocID="{E12744B0-10D9-2F49-8B71-FEA04BD653B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CCB7E0E-9F6D-124D-9BDC-C6ECFAB3A954}" type="pres">
      <dgm:prSet presAssocID="{E12744B0-10D9-2F49-8B71-FEA04BD653BE}" presName="childText" presStyleLbl="revTx" presStyleIdx="1" presStyleCnt="4">
        <dgm:presLayoutVars>
          <dgm:bulletEnabled val="1"/>
        </dgm:presLayoutVars>
      </dgm:prSet>
      <dgm:spPr/>
    </dgm:pt>
    <dgm:pt modelId="{EDEB47BC-0372-4049-8448-EEC4ABAA72F3}" type="pres">
      <dgm:prSet presAssocID="{C9398731-AE5F-9446-B8D9-8DBC460A88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785906-0140-FB4E-936B-892BE5E1E81F}" type="pres">
      <dgm:prSet presAssocID="{C9398731-AE5F-9446-B8D9-8DBC460A8839}" presName="childText" presStyleLbl="revTx" presStyleIdx="2" presStyleCnt="4">
        <dgm:presLayoutVars>
          <dgm:bulletEnabled val="1"/>
        </dgm:presLayoutVars>
      </dgm:prSet>
      <dgm:spPr/>
    </dgm:pt>
    <dgm:pt modelId="{FE240DB9-5336-0449-AE6C-D0894DBACB91}" type="pres">
      <dgm:prSet presAssocID="{B376E40D-D8F9-4543-A6FF-430FC2E38EC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F0D9755-A7F4-534A-9680-552173C9DCFD}" type="pres">
      <dgm:prSet presAssocID="{B376E40D-D8F9-4543-A6FF-430FC2E38ECC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6E730B00-1DA2-F040-A66A-9770E0DE0D3B}" type="presOf" srcId="{5259F473-15DB-214D-8F2A-095BD3473DD0}" destId="{8F0D9755-A7F4-534A-9680-552173C9DCFD}" srcOrd="0" destOrd="0" presId="urn:microsoft.com/office/officeart/2005/8/layout/vList2"/>
    <dgm:cxn modelId="{0748C102-4ED2-3740-980F-A92362426322}" type="presOf" srcId="{E12744B0-10D9-2F49-8B71-FEA04BD653BE}" destId="{1ED14216-DFA4-EA40-AA09-DF70519031CF}" srcOrd="0" destOrd="0" presId="urn:microsoft.com/office/officeart/2005/8/layout/vList2"/>
    <dgm:cxn modelId="{0DDC403C-8F72-BE4A-B278-1C18B7455494}" srcId="{D3A8EAC2-7308-B042-AB22-F8B7CF4ED06E}" destId="{E12744B0-10D9-2F49-8B71-FEA04BD653BE}" srcOrd="1" destOrd="0" parTransId="{2FA69CAA-8229-9847-8486-28EFB9A6A0F0}" sibTransId="{F551D518-3409-5548-AEB2-0780B3A1DA5E}"/>
    <dgm:cxn modelId="{A753F33D-CEFB-3A47-9423-F1ECD599B9CC}" type="presOf" srcId="{C9398731-AE5F-9446-B8D9-8DBC460A8839}" destId="{EDEB47BC-0372-4049-8448-EEC4ABAA72F3}" srcOrd="0" destOrd="0" presId="urn:microsoft.com/office/officeart/2005/8/layout/vList2"/>
    <dgm:cxn modelId="{3ABDB652-4277-F64F-BA9E-78CF3A8C1A4D}" srcId="{D3A8EAC2-7308-B042-AB22-F8B7CF4ED06E}" destId="{33F802D3-8B2F-5C4B-8ACA-44D395245722}" srcOrd="0" destOrd="0" parTransId="{0FD2779A-A035-4343-95DC-AE0E288BDA14}" sibTransId="{272F7ADF-E7F3-174F-BBC6-C6141D14DF92}"/>
    <dgm:cxn modelId="{A5DD7063-07C0-584E-A740-67960232A071}" srcId="{C9398731-AE5F-9446-B8D9-8DBC460A8839}" destId="{DC1B3E3A-5FD3-A74D-BD30-990DD254DBF7}" srcOrd="0" destOrd="0" parTransId="{DAC33856-B93E-F04B-9751-7B51F772718F}" sibTransId="{0C68AC7C-D602-1E43-A183-31B3C101605D}"/>
    <dgm:cxn modelId="{314D7474-0098-984F-B0E1-637B1DA22A0E}" srcId="{D3A8EAC2-7308-B042-AB22-F8B7CF4ED06E}" destId="{B376E40D-D8F9-4543-A6FF-430FC2E38ECC}" srcOrd="3" destOrd="0" parTransId="{A6949699-B0FA-AA41-A54E-8C6F887CA77A}" sibTransId="{04E90EDB-CDEA-464C-AB1F-7E6EB1E3FE8E}"/>
    <dgm:cxn modelId="{B1B3DD75-69C3-1C46-8006-12187EEF5026}" type="presOf" srcId="{B376E40D-D8F9-4543-A6FF-430FC2E38ECC}" destId="{FE240DB9-5336-0449-AE6C-D0894DBACB91}" srcOrd="0" destOrd="0" presId="urn:microsoft.com/office/officeart/2005/8/layout/vList2"/>
    <dgm:cxn modelId="{D450E7A2-568C-5A48-9A7B-3B741093EBD6}" type="presOf" srcId="{76711A9D-64C7-FC46-8077-0D62DA94BDC4}" destId="{0CCB7E0E-9F6D-124D-9BDC-C6ECFAB3A954}" srcOrd="0" destOrd="0" presId="urn:microsoft.com/office/officeart/2005/8/layout/vList2"/>
    <dgm:cxn modelId="{AB9E48AC-F6F4-D544-BC3D-75CE0A80B73A}" type="presOf" srcId="{DC1B3E3A-5FD3-A74D-BD30-990DD254DBF7}" destId="{7C785906-0140-FB4E-936B-892BE5E1E81F}" srcOrd="0" destOrd="0" presId="urn:microsoft.com/office/officeart/2005/8/layout/vList2"/>
    <dgm:cxn modelId="{44DDC5B4-4450-174E-96AA-8EA137623650}" srcId="{33F802D3-8B2F-5C4B-8ACA-44D395245722}" destId="{7BA553E2-9D9C-4A42-A369-D234009F7EDB}" srcOrd="0" destOrd="0" parTransId="{F5DE5FE3-1D98-BB4D-9B60-5CF98AFF1C53}" sibTransId="{66D7002F-87D1-8B49-9A8F-8FE2B13AD6BD}"/>
    <dgm:cxn modelId="{24BC82BB-313A-8E42-9E51-9C213762E494}" srcId="{B376E40D-D8F9-4543-A6FF-430FC2E38ECC}" destId="{5259F473-15DB-214D-8F2A-095BD3473DD0}" srcOrd="0" destOrd="0" parTransId="{815F748B-7FCE-F34D-B7C5-DC2A3FBA48F8}" sibTransId="{A6AD1429-7412-9849-9943-B4539130A69B}"/>
    <dgm:cxn modelId="{9EE98EBC-EA2A-9C46-A40E-F4C3431FD279}" srcId="{E12744B0-10D9-2F49-8B71-FEA04BD653BE}" destId="{76711A9D-64C7-FC46-8077-0D62DA94BDC4}" srcOrd="0" destOrd="0" parTransId="{746D2BAB-BDE9-D446-98B8-CE30E5FAB92D}" sibTransId="{48D0833D-A9C9-7542-8989-2E04CD728580}"/>
    <dgm:cxn modelId="{E3CB00C2-210B-0144-BFD3-80B28AE1893B}" type="presOf" srcId="{7BA553E2-9D9C-4A42-A369-D234009F7EDB}" destId="{21AC51D3-1105-0147-B073-089CF4582757}" srcOrd="0" destOrd="0" presId="urn:microsoft.com/office/officeart/2005/8/layout/vList2"/>
    <dgm:cxn modelId="{56B217C7-30EA-C348-B5DF-C31C72A1B6DE}" type="presOf" srcId="{D3A8EAC2-7308-B042-AB22-F8B7CF4ED06E}" destId="{9D2E92BC-7771-DE41-BA08-FFB7F75FEAEA}" srcOrd="0" destOrd="0" presId="urn:microsoft.com/office/officeart/2005/8/layout/vList2"/>
    <dgm:cxn modelId="{749ABBCD-6ED6-F64A-B044-E82010F26D8C}" srcId="{D3A8EAC2-7308-B042-AB22-F8B7CF4ED06E}" destId="{C9398731-AE5F-9446-B8D9-8DBC460A8839}" srcOrd="2" destOrd="0" parTransId="{A0A35089-1746-F241-91A4-46B93DD71FD4}" sibTransId="{2B1C6812-F7E2-BD46-8465-21339A619113}"/>
    <dgm:cxn modelId="{D8828DE7-5390-7A41-B38F-B77329FD2868}" type="presOf" srcId="{33F802D3-8B2F-5C4B-8ACA-44D395245722}" destId="{43DC5819-E2A2-EE46-B028-2DEBE2BBC0EF}" srcOrd="0" destOrd="0" presId="urn:microsoft.com/office/officeart/2005/8/layout/vList2"/>
    <dgm:cxn modelId="{5C87E378-B7BF-0047-B8B0-491A75039921}" type="presParOf" srcId="{9D2E92BC-7771-DE41-BA08-FFB7F75FEAEA}" destId="{43DC5819-E2A2-EE46-B028-2DEBE2BBC0EF}" srcOrd="0" destOrd="0" presId="urn:microsoft.com/office/officeart/2005/8/layout/vList2"/>
    <dgm:cxn modelId="{8D71B067-6588-E448-9FAA-ACB57EF15A1D}" type="presParOf" srcId="{9D2E92BC-7771-DE41-BA08-FFB7F75FEAEA}" destId="{21AC51D3-1105-0147-B073-089CF4582757}" srcOrd="1" destOrd="0" presId="urn:microsoft.com/office/officeart/2005/8/layout/vList2"/>
    <dgm:cxn modelId="{CE1D82F3-F6F8-CE47-AD3C-07BEACA1F86C}" type="presParOf" srcId="{9D2E92BC-7771-DE41-BA08-FFB7F75FEAEA}" destId="{1ED14216-DFA4-EA40-AA09-DF70519031CF}" srcOrd="2" destOrd="0" presId="urn:microsoft.com/office/officeart/2005/8/layout/vList2"/>
    <dgm:cxn modelId="{E33154FA-6B96-394B-A22F-36C729F908CB}" type="presParOf" srcId="{9D2E92BC-7771-DE41-BA08-FFB7F75FEAEA}" destId="{0CCB7E0E-9F6D-124D-9BDC-C6ECFAB3A954}" srcOrd="3" destOrd="0" presId="urn:microsoft.com/office/officeart/2005/8/layout/vList2"/>
    <dgm:cxn modelId="{CD349F18-3315-B242-BE6E-2D598C2BBB36}" type="presParOf" srcId="{9D2E92BC-7771-DE41-BA08-FFB7F75FEAEA}" destId="{EDEB47BC-0372-4049-8448-EEC4ABAA72F3}" srcOrd="4" destOrd="0" presId="urn:microsoft.com/office/officeart/2005/8/layout/vList2"/>
    <dgm:cxn modelId="{0135A8BD-F75F-7C4D-AF49-AF5DF731C2B5}" type="presParOf" srcId="{9D2E92BC-7771-DE41-BA08-FFB7F75FEAEA}" destId="{7C785906-0140-FB4E-936B-892BE5E1E81F}" srcOrd="5" destOrd="0" presId="urn:microsoft.com/office/officeart/2005/8/layout/vList2"/>
    <dgm:cxn modelId="{165017D2-8E39-EF42-82AA-29F54D89DBB5}" type="presParOf" srcId="{9D2E92BC-7771-DE41-BA08-FFB7F75FEAEA}" destId="{FE240DB9-5336-0449-AE6C-D0894DBACB91}" srcOrd="6" destOrd="0" presId="urn:microsoft.com/office/officeart/2005/8/layout/vList2"/>
    <dgm:cxn modelId="{E492149A-5B4F-9347-8CD8-4A3CF97571E5}" type="presParOf" srcId="{9D2E92BC-7771-DE41-BA08-FFB7F75FEAEA}" destId="{8F0D9755-A7F4-534A-9680-552173C9DCFD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F5A834-681F-F04A-9AB6-B44B14F255F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EB943F02-04AA-E141-9D6D-01B683565597}">
      <dgm:prSet/>
      <dgm:spPr/>
      <dgm:t>
        <a:bodyPr/>
        <a:lstStyle/>
        <a:p>
          <a:r>
            <a:rPr lang="en-US" b="1">
              <a:latin typeface="Book Antiqua" panose="02040602050305030304" pitchFamily="18" charset="0"/>
            </a:rPr>
            <a:t>Step 1: Preprocessing</a:t>
          </a:r>
          <a:endParaRPr lang="en-IN">
            <a:latin typeface="Book Antiqua" panose="02040602050305030304" pitchFamily="18" charset="0"/>
          </a:endParaRPr>
        </a:p>
      </dgm:t>
    </dgm:pt>
    <dgm:pt modelId="{F4B0DB22-05E0-D240-A7A7-B5D3A786D5B7}" type="parTrans" cxnId="{8F1C31E2-6F3B-DA4F-8F87-11767303F48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3B08BB4-0D4F-5F42-91D2-E57FDB6C696F}" type="sibTrans" cxnId="{8F1C31E2-6F3B-DA4F-8F87-11767303F48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DE154F3-0D35-904F-A162-A6B739410E02}">
      <dgm:prSet/>
      <dgm:spPr/>
      <dgm:t>
        <a:bodyPr/>
        <a:lstStyle/>
        <a:p>
          <a:pPr algn="just">
            <a:buFont typeface="Wingdings" pitchFamily="2" charset="2"/>
            <a:buChar char="Ø"/>
          </a:pPr>
          <a:r>
            <a:rPr lang="en-US" dirty="0">
              <a:latin typeface="Book Antiqua" panose="02040602050305030304" pitchFamily="18" charset="0"/>
            </a:rPr>
            <a:t>Before searching for deployments, </a:t>
          </a:r>
          <a:r>
            <a:rPr lang="en-US" dirty="0" err="1">
              <a:latin typeface="Book Antiqua" panose="02040602050305030304" pitchFamily="18" charset="0"/>
            </a:rPr>
            <a:t>FogTorch</a:t>
          </a:r>
          <a:r>
            <a:rPr lang="el-GR" dirty="0">
              <a:latin typeface="Book Antiqua" panose="02040602050305030304" pitchFamily="18" charset="0"/>
            </a:rPr>
            <a:t>Π </a:t>
          </a:r>
          <a:r>
            <a:rPr lang="en-US" dirty="0">
              <a:latin typeface="Book Antiqua" panose="02040602050305030304" pitchFamily="18" charset="0"/>
            </a:rPr>
            <a:t>checks </a:t>
          </a:r>
          <a:r>
            <a:rPr lang="en-US" dirty="0">
              <a:solidFill>
                <a:srgbClr val="FF0000"/>
              </a:solidFill>
              <a:latin typeface="Book Antiqua" panose="02040602050305030304" pitchFamily="18" charset="0"/>
            </a:rPr>
            <a:t>which cloud or fog nodes can host each component</a:t>
          </a:r>
          <a:r>
            <a:rPr lang="en-US" dirty="0">
              <a:latin typeface="Book Antiqua" panose="02040602050305030304" pitchFamily="18" charset="0"/>
            </a:rPr>
            <a:t> based on:</a:t>
          </a:r>
          <a:endParaRPr lang="en-IN" dirty="0">
            <a:latin typeface="Book Antiqua" panose="02040602050305030304" pitchFamily="18" charset="0"/>
          </a:endParaRPr>
        </a:p>
      </dgm:t>
    </dgm:pt>
    <dgm:pt modelId="{412403D2-A30E-2047-8CE7-2143C96311B2}" type="parTrans" cxnId="{74A42E96-D9C5-1349-87E3-1A7731C0D5A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A9BFA44-2799-F240-81CD-661EAF9E6673}" type="sibTrans" cxnId="{74A42E96-D9C5-1349-87E3-1A7731C0D5A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C35B2957-741A-3A41-93BC-728FE302C4B6}">
      <dgm:prSet/>
      <dgm:spPr/>
      <dgm:t>
        <a:bodyPr/>
        <a:lstStyle/>
        <a:p>
          <a:pPr algn="just">
            <a:buFont typeface="Wingdings" pitchFamily="2" charset="2"/>
            <a:buChar char="Ø"/>
          </a:pPr>
          <a:r>
            <a:rPr lang="en-US" dirty="0">
              <a:latin typeface="Book Antiqua" panose="02040602050305030304" pitchFamily="18" charset="0"/>
            </a:rPr>
            <a:t>Deployment rules.</a:t>
          </a:r>
          <a:endParaRPr lang="en-IN" dirty="0">
            <a:latin typeface="Book Antiqua" panose="02040602050305030304" pitchFamily="18" charset="0"/>
          </a:endParaRPr>
        </a:p>
      </dgm:t>
    </dgm:pt>
    <dgm:pt modelId="{F4EC650B-FB31-4143-A9BF-E12BD5F8EE43}" type="parTrans" cxnId="{4D41213C-8CAA-024E-8549-D81606D553D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9F09712-DDE0-D64F-8C61-01E8E9679809}" type="sibTrans" cxnId="{4D41213C-8CAA-024E-8549-D81606D553D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D6ECB60-667A-F547-866D-89C0A28611AA}">
      <dgm:prSet/>
      <dgm:spPr/>
      <dgm:t>
        <a:bodyPr/>
        <a:lstStyle/>
        <a:p>
          <a:pPr algn="just">
            <a:buFont typeface="Wingdings" pitchFamily="2" charset="2"/>
            <a:buChar char="Ø"/>
          </a:pPr>
          <a:r>
            <a:rPr lang="en-US" dirty="0">
              <a:solidFill>
                <a:srgbClr val="FF0000"/>
              </a:solidFill>
              <a:latin typeface="Book Antiqua" panose="02040602050305030304" pitchFamily="18" charset="0"/>
            </a:rPr>
            <a:t>Hardware/software needs</a:t>
          </a:r>
          <a:r>
            <a:rPr lang="en-US" dirty="0">
              <a:latin typeface="Book Antiqua" panose="02040602050305030304" pitchFamily="18" charset="0"/>
            </a:rPr>
            <a:t>.</a:t>
          </a:r>
          <a:endParaRPr lang="en-IN" dirty="0">
            <a:latin typeface="Book Antiqua" panose="02040602050305030304" pitchFamily="18" charset="0"/>
          </a:endParaRPr>
        </a:p>
      </dgm:t>
    </dgm:pt>
    <dgm:pt modelId="{933369C7-F791-004E-B160-79296A7DC8BC}" type="parTrans" cxnId="{B8C22F1A-7D00-6D41-8391-9DC8A4E5D3E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C0E8CBF-B084-B74D-B081-8BBFB13A86FD}" type="sibTrans" cxnId="{B8C22F1A-7D00-6D41-8391-9DC8A4E5D3E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FC3CD12-DE10-764B-83AC-D13A129DD815}">
      <dgm:prSet/>
      <dgm:spPr/>
      <dgm:t>
        <a:bodyPr/>
        <a:lstStyle/>
        <a:p>
          <a:pPr algn="just">
            <a:buFont typeface="Wingdings" pitchFamily="2" charset="2"/>
            <a:buChar char="Ø"/>
          </a:pPr>
          <a:r>
            <a:rPr lang="en-US" dirty="0">
              <a:solidFill>
                <a:srgbClr val="FF0000"/>
              </a:solidFill>
              <a:latin typeface="Book Antiqua" panose="02040602050305030304" pitchFamily="18" charset="0"/>
            </a:rPr>
            <a:t>Latency requirements for connecting to IoT devices</a:t>
          </a:r>
          <a:r>
            <a:rPr lang="en-US" dirty="0">
              <a:latin typeface="Book Antiqua" panose="02040602050305030304" pitchFamily="18" charset="0"/>
            </a:rPr>
            <a:t>.</a:t>
          </a:r>
          <a:endParaRPr lang="en-IN" dirty="0">
            <a:latin typeface="Book Antiqua" panose="02040602050305030304" pitchFamily="18" charset="0"/>
          </a:endParaRPr>
        </a:p>
      </dgm:t>
    </dgm:pt>
    <dgm:pt modelId="{65D07747-E784-AE4E-AD1F-EFDDF4918520}" type="parTrans" cxnId="{4436AC09-9DEF-4C4A-A0DB-9751A2A3871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DBF6FFC-7EFD-394D-B15F-E65B03D8F093}" type="sibTrans" cxnId="{4436AC09-9DEF-4C4A-A0DB-9751A2A3871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70D7B1F5-6714-1B42-AAE5-40E5E13097D8}">
      <dgm:prSet/>
      <dgm:spPr/>
      <dgm:t>
        <a:bodyPr/>
        <a:lstStyle/>
        <a:p>
          <a:pPr algn="just">
            <a:buFont typeface="Wingdings" pitchFamily="2" charset="2"/>
            <a:buChar char="Ø"/>
          </a:pPr>
          <a:r>
            <a:rPr lang="en-US" dirty="0">
              <a:latin typeface="Book Antiqua" panose="02040602050305030304" pitchFamily="18" charset="0"/>
            </a:rPr>
            <a:t>If </a:t>
          </a:r>
          <a:r>
            <a:rPr lang="en-US" dirty="0">
              <a:solidFill>
                <a:srgbClr val="FF0000"/>
              </a:solidFill>
              <a:latin typeface="Book Antiqua" panose="02040602050305030304" pitchFamily="18" charset="0"/>
            </a:rPr>
            <a:t>no suitable node is found for even one component, the process stops immediately</a:t>
          </a:r>
          <a:r>
            <a:rPr lang="en-US" dirty="0">
              <a:latin typeface="Book Antiqua" panose="02040602050305030304" pitchFamily="18" charset="0"/>
            </a:rPr>
            <a:t> because there’s no valid deployment.</a:t>
          </a:r>
          <a:endParaRPr lang="en-IN" dirty="0">
            <a:latin typeface="Book Antiqua" panose="02040602050305030304" pitchFamily="18" charset="0"/>
          </a:endParaRPr>
        </a:p>
      </dgm:t>
    </dgm:pt>
    <dgm:pt modelId="{03AA69F5-990D-414C-8BE0-87EF4F2CFF83}" type="parTrans" cxnId="{19DFC807-3C11-5E41-A1AC-934ABC85A97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B8DD2CE-01EE-024B-B46C-E15810140613}" type="sibTrans" cxnId="{19DFC807-3C11-5E41-A1AC-934ABC85A97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8AB1B149-57D1-6D44-ADFE-EA221CAEFFD9}" type="pres">
      <dgm:prSet presAssocID="{7CF5A834-681F-F04A-9AB6-B44B14F255F8}" presName="linear" presStyleCnt="0">
        <dgm:presLayoutVars>
          <dgm:animLvl val="lvl"/>
          <dgm:resizeHandles val="exact"/>
        </dgm:presLayoutVars>
      </dgm:prSet>
      <dgm:spPr/>
    </dgm:pt>
    <dgm:pt modelId="{1F6BCA40-658D-D14A-8D93-357EF9E43538}" type="pres">
      <dgm:prSet presAssocID="{EB943F02-04AA-E141-9D6D-01B683565597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D5731FE7-B3F2-3449-8A59-3E25B1204C2D}" type="pres">
      <dgm:prSet presAssocID="{EB943F02-04AA-E141-9D6D-01B68356559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9DFC807-3C11-5E41-A1AC-934ABC85A97E}" srcId="{EB943F02-04AA-E141-9D6D-01B683565597}" destId="{70D7B1F5-6714-1B42-AAE5-40E5E13097D8}" srcOrd="2" destOrd="0" parTransId="{03AA69F5-990D-414C-8BE0-87EF4F2CFF83}" sibTransId="{1B8DD2CE-01EE-024B-B46C-E15810140613}"/>
    <dgm:cxn modelId="{4436AC09-9DEF-4C4A-A0DB-9751A2A3871A}" srcId="{C35B2957-741A-3A41-93BC-728FE302C4B6}" destId="{4FC3CD12-DE10-764B-83AC-D13A129DD815}" srcOrd="1" destOrd="0" parTransId="{65D07747-E784-AE4E-AD1F-EFDDF4918520}" sibTransId="{3DBF6FFC-7EFD-394D-B15F-E65B03D8F093}"/>
    <dgm:cxn modelId="{B8C22F1A-7D00-6D41-8391-9DC8A4E5D3EE}" srcId="{C35B2957-741A-3A41-93BC-728FE302C4B6}" destId="{AD6ECB60-667A-F547-866D-89C0A28611AA}" srcOrd="0" destOrd="0" parTransId="{933369C7-F791-004E-B160-79296A7DC8BC}" sibTransId="{AC0E8CBF-B084-B74D-B081-8BBFB13A86FD}"/>
    <dgm:cxn modelId="{34EA1725-1E30-DB48-9BA1-C0DAFF34C6A7}" type="presOf" srcId="{C35B2957-741A-3A41-93BC-728FE302C4B6}" destId="{D5731FE7-B3F2-3449-8A59-3E25B1204C2D}" srcOrd="0" destOrd="1" presId="urn:microsoft.com/office/officeart/2005/8/layout/vList2"/>
    <dgm:cxn modelId="{98CFA231-0AF8-D145-8B37-20EC8BB18761}" type="presOf" srcId="{EB943F02-04AA-E141-9D6D-01B683565597}" destId="{1F6BCA40-658D-D14A-8D93-357EF9E43538}" srcOrd="0" destOrd="0" presId="urn:microsoft.com/office/officeart/2005/8/layout/vList2"/>
    <dgm:cxn modelId="{B49B3833-C711-AD46-9699-D244E9DE8EDE}" type="presOf" srcId="{DDE154F3-0D35-904F-A162-A6B739410E02}" destId="{D5731FE7-B3F2-3449-8A59-3E25B1204C2D}" srcOrd="0" destOrd="0" presId="urn:microsoft.com/office/officeart/2005/8/layout/vList2"/>
    <dgm:cxn modelId="{0B3BDF34-2A0B-474A-B5AD-90C196E71A3A}" type="presOf" srcId="{70D7B1F5-6714-1B42-AAE5-40E5E13097D8}" destId="{D5731FE7-B3F2-3449-8A59-3E25B1204C2D}" srcOrd="0" destOrd="4" presId="urn:microsoft.com/office/officeart/2005/8/layout/vList2"/>
    <dgm:cxn modelId="{E642FE39-31E3-5045-81BC-52E219D827C7}" type="presOf" srcId="{7CF5A834-681F-F04A-9AB6-B44B14F255F8}" destId="{8AB1B149-57D1-6D44-ADFE-EA221CAEFFD9}" srcOrd="0" destOrd="0" presId="urn:microsoft.com/office/officeart/2005/8/layout/vList2"/>
    <dgm:cxn modelId="{4D41213C-8CAA-024E-8549-D81606D553D3}" srcId="{EB943F02-04AA-E141-9D6D-01B683565597}" destId="{C35B2957-741A-3A41-93BC-728FE302C4B6}" srcOrd="1" destOrd="0" parTransId="{F4EC650B-FB31-4143-A9BF-E12BD5F8EE43}" sibTransId="{09F09712-DDE0-D64F-8C61-01E8E9679809}"/>
    <dgm:cxn modelId="{74A42E96-D9C5-1349-87E3-1A7731C0D5A1}" srcId="{EB943F02-04AA-E141-9D6D-01B683565597}" destId="{DDE154F3-0D35-904F-A162-A6B739410E02}" srcOrd="0" destOrd="0" parTransId="{412403D2-A30E-2047-8CE7-2143C96311B2}" sibTransId="{1A9BFA44-2799-F240-81CD-661EAF9E6673}"/>
    <dgm:cxn modelId="{01AC5598-A1D9-F742-B356-8738022DE58C}" type="presOf" srcId="{AD6ECB60-667A-F547-866D-89C0A28611AA}" destId="{D5731FE7-B3F2-3449-8A59-3E25B1204C2D}" srcOrd="0" destOrd="2" presId="urn:microsoft.com/office/officeart/2005/8/layout/vList2"/>
    <dgm:cxn modelId="{8E5E83CE-7CEF-5541-9F21-00C9EDF6C453}" type="presOf" srcId="{4FC3CD12-DE10-764B-83AC-D13A129DD815}" destId="{D5731FE7-B3F2-3449-8A59-3E25B1204C2D}" srcOrd="0" destOrd="3" presId="urn:microsoft.com/office/officeart/2005/8/layout/vList2"/>
    <dgm:cxn modelId="{8F1C31E2-6F3B-DA4F-8F87-11767303F486}" srcId="{7CF5A834-681F-F04A-9AB6-B44B14F255F8}" destId="{EB943F02-04AA-E141-9D6D-01B683565597}" srcOrd="0" destOrd="0" parTransId="{F4B0DB22-05E0-D240-A7A7-B5D3A786D5B7}" sibTransId="{43B08BB4-0D4F-5F42-91D2-E57FDB6C696F}"/>
    <dgm:cxn modelId="{84A2E371-974C-6D43-86A4-46E1C9BB6FAC}" type="presParOf" srcId="{8AB1B149-57D1-6D44-ADFE-EA221CAEFFD9}" destId="{1F6BCA40-658D-D14A-8D93-357EF9E43538}" srcOrd="0" destOrd="0" presId="urn:microsoft.com/office/officeart/2005/8/layout/vList2"/>
    <dgm:cxn modelId="{7696AE5A-618C-9245-BC7D-11E9CF5D06DE}" type="presParOf" srcId="{8AB1B149-57D1-6D44-ADFE-EA221CAEFFD9}" destId="{D5731FE7-B3F2-3449-8A59-3E25B1204C2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CC43C6-2447-FD44-8AA5-45CAE634088F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GB"/>
        </a:p>
      </dgm:t>
    </dgm:pt>
    <dgm:pt modelId="{6E2C61C9-6022-C44F-AF6A-0BD5FD613E3E}">
      <dgm:prSet custT="1"/>
      <dgm:spPr/>
      <dgm:t>
        <a:bodyPr/>
        <a:lstStyle/>
        <a:p>
          <a:r>
            <a:rPr lang="en-US" sz="2800" b="1" dirty="0">
              <a:latin typeface="Book Antiqua" panose="02040602050305030304" pitchFamily="18" charset="0"/>
            </a:rPr>
            <a:t>Step 2: Backtracking Search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A1F17CEB-8355-BE41-8F11-33B9581EE50C}" type="parTrans" cxnId="{DBFB5947-9C94-6E4C-910A-89C27D078A3C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2285ABE4-497D-DF48-AB57-5C82678434AB}" type="sibTrans" cxnId="{DBFB5947-9C94-6E4C-910A-89C27D078A3C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1EC5182A-3351-674D-BE1D-80DBEA65E3F8}">
      <dgm:prSet custT="1"/>
      <dgm:spPr/>
      <dgm:t>
        <a:bodyPr/>
        <a:lstStyle/>
        <a:p>
          <a:pPr algn="just"/>
          <a:r>
            <a:rPr lang="en-US" sz="2800" dirty="0" err="1">
              <a:latin typeface="Book Antiqua" panose="02040602050305030304" pitchFamily="18" charset="0"/>
            </a:rPr>
            <a:t>FogTorch</a:t>
          </a:r>
          <a:r>
            <a:rPr lang="el-GR" sz="2800" dirty="0">
              <a:latin typeface="Book Antiqua" panose="02040602050305030304" pitchFamily="18" charset="0"/>
            </a:rPr>
            <a:t>Π </a:t>
          </a:r>
          <a:r>
            <a:rPr lang="en-US" sz="2800" dirty="0">
              <a:latin typeface="Book Antiqua" panose="02040602050305030304" pitchFamily="18" charset="0"/>
            </a:rPr>
            <a:t>uses a method called backtracking search to </a:t>
          </a:r>
          <a:r>
            <a:rPr lang="en-US" sz="280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rPr>
            <a:t>explore all possible ways to deploy the components</a:t>
          </a:r>
          <a:r>
            <a:rPr lang="en-US" sz="2800" dirty="0">
              <a:latin typeface="Book Antiqua" panose="02040602050305030304" pitchFamily="18" charset="0"/>
            </a:rPr>
            <a:t>.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25E9462B-E25C-184A-A6DB-461EF05172FA}" type="parTrans" cxnId="{1A3647E6-9DA1-5841-83CB-54EC1BA3632B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5D92958C-E004-7143-A6D3-58D7CB75691E}" type="sibTrans" cxnId="{1A3647E6-9DA1-5841-83CB-54EC1BA3632B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74B09050-EB5C-5A4A-B7DB-7BF786687D66}">
      <dgm:prSet custT="1"/>
      <dgm:spPr/>
      <dgm:t>
        <a:bodyPr/>
        <a:lstStyle/>
        <a:p>
          <a:pPr algn="just"/>
          <a:r>
            <a:rPr lang="en-US" sz="2800" dirty="0">
              <a:latin typeface="Book Antiqua" panose="02040602050305030304" pitchFamily="18" charset="0"/>
            </a:rPr>
            <a:t>Imagine a tree where: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73FA7F9D-B24F-4A42-9834-F3A21F995DAB}" type="parTrans" cxnId="{A61DAAF4-AA18-2C4C-A8A7-873927B10FDE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5581A039-421B-3A44-B667-DA248595F409}" type="sibTrans" cxnId="{A61DAAF4-AA18-2C4C-A8A7-873927B10FDE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F265DFC0-850D-4F4A-B3DE-733659AAA27F}">
      <dgm:prSet custT="1"/>
      <dgm:spPr/>
      <dgm:t>
        <a:bodyPr/>
        <a:lstStyle/>
        <a:p>
          <a:pPr algn="just"/>
          <a:r>
            <a:rPr lang="en-US" sz="2800" dirty="0">
              <a:latin typeface="Book Antiqua" panose="02040602050305030304" pitchFamily="18" charset="0"/>
            </a:rPr>
            <a:t>Each level represents deploying one component.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F59231F5-05D0-6C4F-9FDA-FAEFCA449330}" type="parTrans" cxnId="{0CC2443A-9D45-9448-A8BD-54DBFF012EA7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BCF4CB18-DFA1-1F4F-8429-5CD9BC67CFDD}" type="sibTrans" cxnId="{0CC2443A-9D45-9448-A8BD-54DBFF012EA7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1E755B6F-48E9-F446-887E-535D8CE41CE3}">
      <dgm:prSet custT="1"/>
      <dgm:spPr/>
      <dgm:t>
        <a:bodyPr/>
        <a:lstStyle/>
        <a:p>
          <a:pPr algn="just"/>
          <a:r>
            <a:rPr lang="en-US" sz="2800" dirty="0">
              <a:latin typeface="Book Antiqua" panose="02040602050305030304" pitchFamily="18" charset="0"/>
            </a:rPr>
            <a:t>The root (top) is an empty deployment (nothing deployed yet).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D239E0E7-01CC-B94D-94C4-39719E09702E}" type="parTrans" cxnId="{233E1422-EDFF-0748-9ED7-419E5C460705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6F8BAA39-8AC5-1846-80FD-DEA168692852}" type="sibTrans" cxnId="{233E1422-EDFF-0748-9ED7-419E5C460705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1CC0D72A-246A-0840-A0FD-D24BB59CC0B5}">
      <dgm:prSet custT="1"/>
      <dgm:spPr/>
      <dgm:t>
        <a:bodyPr/>
        <a:lstStyle/>
        <a:p>
          <a:pPr algn="just"/>
          <a:r>
            <a:rPr lang="en-US" sz="2800" dirty="0">
              <a:latin typeface="Book Antiqua" panose="02040602050305030304" pitchFamily="18" charset="0"/>
            </a:rPr>
            <a:t>Leaves (bottom) represent complete deployments where all components are placed.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9031714E-6737-B84B-9929-60BE652C40FD}" type="parTrans" cxnId="{3C751914-0370-B443-A431-1E6CF7225D5A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27A468DC-2727-2B48-93F8-68463C6B5B55}" type="sibTrans" cxnId="{3C751914-0370-B443-A431-1E6CF7225D5A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8E54ADEF-2A15-0644-A98F-463F47659B4A}">
      <dgm:prSet custT="1"/>
      <dgm:spPr/>
      <dgm:t>
        <a:bodyPr/>
        <a:lstStyle/>
        <a:p>
          <a:pPr algn="just"/>
          <a:r>
            <a:rPr lang="en-US" sz="2800" dirty="0">
              <a:latin typeface="Book Antiqua" panose="02040602050305030304" pitchFamily="18" charset="0"/>
            </a:rPr>
            <a:t>Each branch explores placing a component on a specific node.</a:t>
          </a:r>
          <a:endParaRPr lang="en-IN" sz="2800" dirty="0">
            <a:latin typeface="Book Antiqua" panose="02040602050305030304" pitchFamily="18" charset="0"/>
          </a:endParaRPr>
        </a:p>
      </dgm:t>
    </dgm:pt>
    <dgm:pt modelId="{A02048C3-CDE3-DE4A-A3DD-E822B3AE0D25}" type="parTrans" cxnId="{641E667F-4D1C-034C-B08A-C3AA8AA5318F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92517739-755F-D54E-9E74-A0CD5EED9D5A}" type="sibTrans" cxnId="{641E667F-4D1C-034C-B08A-C3AA8AA5318F}">
      <dgm:prSet/>
      <dgm:spPr/>
      <dgm:t>
        <a:bodyPr/>
        <a:lstStyle/>
        <a:p>
          <a:endParaRPr lang="en-GB" sz="1800">
            <a:latin typeface="Book Antiqua" panose="02040602050305030304" pitchFamily="18" charset="0"/>
          </a:endParaRPr>
        </a:p>
      </dgm:t>
    </dgm:pt>
    <dgm:pt modelId="{70D592CE-6CEA-FA4C-8A56-28B2387057FF}" type="pres">
      <dgm:prSet presAssocID="{36CC43C6-2447-FD44-8AA5-45CAE634088F}" presName="Name0" presStyleCnt="0">
        <dgm:presLayoutVars>
          <dgm:dir/>
          <dgm:animLvl val="lvl"/>
          <dgm:resizeHandles val="exact"/>
        </dgm:presLayoutVars>
      </dgm:prSet>
      <dgm:spPr/>
    </dgm:pt>
    <dgm:pt modelId="{1D543723-E243-2840-A1B7-C87740E6D25B}" type="pres">
      <dgm:prSet presAssocID="{6E2C61C9-6022-C44F-AF6A-0BD5FD613E3E}" presName="composite" presStyleCnt="0"/>
      <dgm:spPr/>
    </dgm:pt>
    <dgm:pt modelId="{D938EFD7-5AEE-A141-AA6D-11E0760A11A0}" type="pres">
      <dgm:prSet presAssocID="{6E2C61C9-6022-C44F-AF6A-0BD5FD613E3E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EEEE3BC7-597D-9446-9D03-24C88E112EAF}" type="pres">
      <dgm:prSet presAssocID="{6E2C61C9-6022-C44F-AF6A-0BD5FD613E3E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2B0E4D0F-05CB-E94A-A8AF-48A3FE3B3B62}" type="presOf" srcId="{1CC0D72A-246A-0840-A0FD-D24BB59CC0B5}" destId="{EEEE3BC7-597D-9446-9D03-24C88E112EAF}" srcOrd="0" destOrd="4" presId="urn:microsoft.com/office/officeart/2005/8/layout/hList1"/>
    <dgm:cxn modelId="{3C751914-0370-B443-A431-1E6CF7225D5A}" srcId="{74B09050-EB5C-5A4A-B7DB-7BF786687D66}" destId="{1CC0D72A-246A-0840-A0FD-D24BB59CC0B5}" srcOrd="2" destOrd="0" parTransId="{9031714E-6737-B84B-9929-60BE652C40FD}" sibTransId="{27A468DC-2727-2B48-93F8-68463C6B5B55}"/>
    <dgm:cxn modelId="{4EB69514-753A-F845-845E-DE77E0CC0D86}" type="presOf" srcId="{36CC43C6-2447-FD44-8AA5-45CAE634088F}" destId="{70D592CE-6CEA-FA4C-8A56-28B2387057FF}" srcOrd="0" destOrd="0" presId="urn:microsoft.com/office/officeart/2005/8/layout/hList1"/>
    <dgm:cxn modelId="{233E1422-EDFF-0748-9ED7-419E5C460705}" srcId="{74B09050-EB5C-5A4A-B7DB-7BF786687D66}" destId="{1E755B6F-48E9-F446-887E-535D8CE41CE3}" srcOrd="1" destOrd="0" parTransId="{D239E0E7-01CC-B94D-94C4-39719E09702E}" sibTransId="{6F8BAA39-8AC5-1846-80FD-DEA168692852}"/>
    <dgm:cxn modelId="{0CC2443A-9D45-9448-A8BD-54DBFF012EA7}" srcId="{74B09050-EB5C-5A4A-B7DB-7BF786687D66}" destId="{F265DFC0-850D-4F4A-B3DE-733659AAA27F}" srcOrd="0" destOrd="0" parTransId="{F59231F5-05D0-6C4F-9FDA-FAEFCA449330}" sibTransId="{BCF4CB18-DFA1-1F4F-8429-5CD9BC67CFDD}"/>
    <dgm:cxn modelId="{DBFB5947-9C94-6E4C-910A-89C27D078A3C}" srcId="{36CC43C6-2447-FD44-8AA5-45CAE634088F}" destId="{6E2C61C9-6022-C44F-AF6A-0BD5FD613E3E}" srcOrd="0" destOrd="0" parTransId="{A1F17CEB-8355-BE41-8F11-33B9581EE50C}" sibTransId="{2285ABE4-497D-DF48-AB57-5C82678434AB}"/>
    <dgm:cxn modelId="{CEE5294E-F1A6-CD4D-84D4-2C6A154A17E1}" type="presOf" srcId="{F265DFC0-850D-4F4A-B3DE-733659AAA27F}" destId="{EEEE3BC7-597D-9446-9D03-24C88E112EAF}" srcOrd="0" destOrd="2" presId="urn:microsoft.com/office/officeart/2005/8/layout/hList1"/>
    <dgm:cxn modelId="{19F7BC5C-21A4-5848-9726-5A75F5FB6432}" type="presOf" srcId="{1E755B6F-48E9-F446-887E-535D8CE41CE3}" destId="{EEEE3BC7-597D-9446-9D03-24C88E112EAF}" srcOrd="0" destOrd="3" presId="urn:microsoft.com/office/officeart/2005/8/layout/hList1"/>
    <dgm:cxn modelId="{641E667F-4D1C-034C-B08A-C3AA8AA5318F}" srcId="{74B09050-EB5C-5A4A-B7DB-7BF786687D66}" destId="{8E54ADEF-2A15-0644-A98F-463F47659B4A}" srcOrd="3" destOrd="0" parTransId="{A02048C3-CDE3-DE4A-A3DD-E822B3AE0D25}" sibTransId="{92517739-755F-D54E-9E74-A0CD5EED9D5A}"/>
    <dgm:cxn modelId="{49116C8F-DA4B-5B46-A505-84F26D5170BF}" type="presOf" srcId="{8E54ADEF-2A15-0644-A98F-463F47659B4A}" destId="{EEEE3BC7-597D-9446-9D03-24C88E112EAF}" srcOrd="0" destOrd="5" presId="urn:microsoft.com/office/officeart/2005/8/layout/hList1"/>
    <dgm:cxn modelId="{B3C778A1-4D22-1945-9DFC-AF7139877C68}" type="presOf" srcId="{74B09050-EB5C-5A4A-B7DB-7BF786687D66}" destId="{EEEE3BC7-597D-9446-9D03-24C88E112EAF}" srcOrd="0" destOrd="1" presId="urn:microsoft.com/office/officeart/2005/8/layout/hList1"/>
    <dgm:cxn modelId="{BD17BCC0-F2C6-A246-8427-275960871660}" type="presOf" srcId="{6E2C61C9-6022-C44F-AF6A-0BD5FD613E3E}" destId="{D938EFD7-5AEE-A141-AA6D-11E0760A11A0}" srcOrd="0" destOrd="0" presId="urn:microsoft.com/office/officeart/2005/8/layout/hList1"/>
    <dgm:cxn modelId="{1A3647E6-9DA1-5841-83CB-54EC1BA3632B}" srcId="{6E2C61C9-6022-C44F-AF6A-0BD5FD613E3E}" destId="{1EC5182A-3351-674D-BE1D-80DBEA65E3F8}" srcOrd="0" destOrd="0" parTransId="{25E9462B-E25C-184A-A6DB-461EF05172FA}" sibTransId="{5D92958C-E004-7143-A6D3-58D7CB75691E}"/>
    <dgm:cxn modelId="{A61DAAF4-AA18-2C4C-A8A7-873927B10FDE}" srcId="{6E2C61C9-6022-C44F-AF6A-0BD5FD613E3E}" destId="{74B09050-EB5C-5A4A-B7DB-7BF786687D66}" srcOrd="1" destOrd="0" parTransId="{73FA7F9D-B24F-4A42-9834-F3A21F995DAB}" sibTransId="{5581A039-421B-3A44-B667-DA248595F409}"/>
    <dgm:cxn modelId="{06EE7DFC-AEF9-5F40-8D07-745154A2D053}" type="presOf" srcId="{1EC5182A-3351-674D-BE1D-80DBEA65E3F8}" destId="{EEEE3BC7-597D-9446-9D03-24C88E112EAF}" srcOrd="0" destOrd="0" presId="urn:microsoft.com/office/officeart/2005/8/layout/hList1"/>
    <dgm:cxn modelId="{ED68863B-36B8-0141-87F6-395F4E5C534C}" type="presParOf" srcId="{70D592CE-6CEA-FA4C-8A56-28B2387057FF}" destId="{1D543723-E243-2840-A1B7-C87740E6D25B}" srcOrd="0" destOrd="0" presId="urn:microsoft.com/office/officeart/2005/8/layout/hList1"/>
    <dgm:cxn modelId="{6A0888E2-AEB8-7E4A-94CF-3045DB627612}" type="presParOf" srcId="{1D543723-E243-2840-A1B7-C87740E6D25B}" destId="{D938EFD7-5AEE-A141-AA6D-11E0760A11A0}" srcOrd="0" destOrd="0" presId="urn:microsoft.com/office/officeart/2005/8/layout/hList1"/>
    <dgm:cxn modelId="{1D501633-9CD3-6D4D-A670-A2AE90226F2B}" type="presParOf" srcId="{1D543723-E243-2840-A1B7-C87740E6D25B}" destId="{EEEE3BC7-597D-9446-9D03-24C88E112EA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D1F8FEA-6D02-0246-911C-C6CA73DA75BE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D2B6567D-3835-464A-9B22-4A5A538E9459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Start with an Empty Deployment</a:t>
          </a:r>
          <a:endParaRPr lang="en-IN" dirty="0">
            <a:latin typeface="Book Antiqua" panose="02040602050305030304" pitchFamily="18" charset="0"/>
          </a:endParaRPr>
        </a:p>
      </dgm:t>
    </dgm:pt>
    <dgm:pt modelId="{B44A48C5-232E-954A-88C0-9CF344A71400}" type="parTrans" cxnId="{3CCB106E-9B15-7D4F-8889-A417763CC0B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5F1AFA8B-7B84-CD44-A3F2-8583D2DB6CCC}" type="sibTrans" cxnId="{3CCB106E-9B15-7D4F-8889-A417763CC0B4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CFD56CF-3652-6E43-8DA0-977135E8B5B7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Try Placing Components One by One</a:t>
          </a:r>
          <a:endParaRPr lang="en-IN" dirty="0">
            <a:latin typeface="Book Antiqua" panose="02040602050305030304" pitchFamily="18" charset="0"/>
          </a:endParaRPr>
        </a:p>
      </dgm:t>
    </dgm:pt>
    <dgm:pt modelId="{2A9E9FEE-5B21-0641-89C6-0582E29A7652}" type="parTrans" cxnId="{D63CDBE0-90C6-E74F-95D4-023D3DC76415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CDD5FACB-F706-A744-A32F-8CDA99FAF961}" type="sibTrans" cxnId="{D63CDBE0-90C6-E74F-95D4-023D3DC76415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A7A97D7-A42F-004F-B1E4-88DE37B337C6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Check if the Placement is Valid</a:t>
          </a:r>
          <a:endParaRPr lang="en-IN" dirty="0">
            <a:latin typeface="Book Antiqua" panose="02040602050305030304" pitchFamily="18" charset="0"/>
          </a:endParaRPr>
        </a:p>
      </dgm:t>
    </dgm:pt>
    <dgm:pt modelId="{6451D953-A346-4645-AF46-E18D0FD5881B}" type="parTrans" cxnId="{D72A74FB-19C3-CD4D-A1C0-A97C9E12DED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DF874E7-A064-C84B-836E-C8911CCF35DD}" type="sibTrans" cxnId="{D72A74FB-19C3-CD4D-A1C0-A97C9E12DEDE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CB00CFCA-62DF-4243-9A7F-DF405D91839A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If Valid, Continue</a:t>
          </a:r>
          <a:endParaRPr lang="en-IN" dirty="0">
            <a:latin typeface="Book Antiqua" panose="02040602050305030304" pitchFamily="18" charset="0"/>
          </a:endParaRPr>
        </a:p>
      </dgm:t>
    </dgm:pt>
    <dgm:pt modelId="{5170EE4B-AFD9-B94B-AB1C-D8E09D6AAAD7}" type="parTrans" cxnId="{7B9F5871-B957-4A49-8D4B-ECE6B6A4805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B3B203D7-D2F7-7F4B-8EBB-8FFEEF531EDE}" type="sibTrans" cxnId="{7B9F5871-B957-4A49-8D4B-ECE6B6A4805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5FFABE9-AF96-0C46-832A-F87D5B879F20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If Not Valid, Undo and Try Another Node.</a:t>
          </a:r>
          <a:endParaRPr lang="en-IN" dirty="0">
            <a:latin typeface="Book Antiqua" panose="02040602050305030304" pitchFamily="18" charset="0"/>
          </a:endParaRPr>
        </a:p>
      </dgm:t>
    </dgm:pt>
    <dgm:pt modelId="{E59A50FF-3134-764D-947D-19D174921958}" type="parTrans" cxnId="{096955D9-DAC7-A244-B9DE-1E0DD1829E90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979D6A5-AC86-B84B-BCD1-87F2ADB1A9F3}" type="sibTrans" cxnId="{096955D9-DAC7-A244-B9DE-1E0DD1829E90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D9AECD3-889A-2D4F-91F6-9916D22468F4}">
      <dgm:prSet/>
      <dgm:spPr/>
      <dgm:t>
        <a:bodyPr/>
        <a:lstStyle/>
        <a:p>
          <a:r>
            <a:rPr lang="en-US" dirty="0">
              <a:latin typeface="Book Antiqua" panose="02040602050305030304" pitchFamily="18" charset="0"/>
            </a:rPr>
            <a:t>Finish When All Components Are Placed</a:t>
          </a:r>
          <a:endParaRPr lang="en-IN" dirty="0">
            <a:latin typeface="Book Antiqua" panose="02040602050305030304" pitchFamily="18" charset="0"/>
          </a:endParaRPr>
        </a:p>
      </dgm:t>
    </dgm:pt>
    <dgm:pt modelId="{A5375CE5-DCDB-2740-8BD7-989806491585}" type="parTrans" cxnId="{C55D0CA6-55F4-E340-90D2-FEFE8FFAD17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D5B1409-F50F-B64C-9715-4F4CE2445904}" type="sibTrans" cxnId="{C55D0CA6-55F4-E340-90D2-FEFE8FFAD17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B27334F2-715A-CA49-AB24-71BD3F2B839D}" type="pres">
      <dgm:prSet presAssocID="{BD1F8FEA-6D02-0246-911C-C6CA73DA75BE}" presName="CompostProcess" presStyleCnt="0">
        <dgm:presLayoutVars>
          <dgm:dir/>
          <dgm:resizeHandles val="exact"/>
        </dgm:presLayoutVars>
      </dgm:prSet>
      <dgm:spPr/>
    </dgm:pt>
    <dgm:pt modelId="{E5729A78-1813-EF4B-B8B8-971611F98BE0}" type="pres">
      <dgm:prSet presAssocID="{BD1F8FEA-6D02-0246-911C-C6CA73DA75BE}" presName="arrow" presStyleLbl="bgShp" presStyleIdx="0" presStyleCnt="1"/>
      <dgm:spPr/>
    </dgm:pt>
    <dgm:pt modelId="{503AF698-AA0D-2247-B0D3-82C763BCADB4}" type="pres">
      <dgm:prSet presAssocID="{BD1F8FEA-6D02-0246-911C-C6CA73DA75BE}" presName="linearProcess" presStyleCnt="0"/>
      <dgm:spPr/>
    </dgm:pt>
    <dgm:pt modelId="{7D1AFE5F-81A3-7D49-A6AF-EAF55610DFDA}" type="pres">
      <dgm:prSet presAssocID="{D2B6567D-3835-464A-9B22-4A5A538E9459}" presName="textNode" presStyleLbl="node1" presStyleIdx="0" presStyleCnt="6">
        <dgm:presLayoutVars>
          <dgm:bulletEnabled val="1"/>
        </dgm:presLayoutVars>
      </dgm:prSet>
      <dgm:spPr/>
    </dgm:pt>
    <dgm:pt modelId="{E1F824CC-A11A-D149-8FAC-A716C7805D6D}" type="pres">
      <dgm:prSet presAssocID="{5F1AFA8B-7B84-CD44-A3F2-8583D2DB6CCC}" presName="sibTrans" presStyleCnt="0"/>
      <dgm:spPr/>
    </dgm:pt>
    <dgm:pt modelId="{198D885D-5A31-D749-B566-885CFF1346AB}" type="pres">
      <dgm:prSet presAssocID="{3CFD56CF-3652-6E43-8DA0-977135E8B5B7}" presName="textNode" presStyleLbl="node1" presStyleIdx="1" presStyleCnt="6">
        <dgm:presLayoutVars>
          <dgm:bulletEnabled val="1"/>
        </dgm:presLayoutVars>
      </dgm:prSet>
      <dgm:spPr/>
    </dgm:pt>
    <dgm:pt modelId="{9EB6F4F5-8D16-D942-926C-EB3C854B25CA}" type="pres">
      <dgm:prSet presAssocID="{CDD5FACB-F706-A744-A32F-8CDA99FAF961}" presName="sibTrans" presStyleCnt="0"/>
      <dgm:spPr/>
    </dgm:pt>
    <dgm:pt modelId="{17B09664-B720-9947-9512-D0E0D13FBE4E}" type="pres">
      <dgm:prSet presAssocID="{3A7A97D7-A42F-004F-B1E4-88DE37B337C6}" presName="textNode" presStyleLbl="node1" presStyleIdx="2" presStyleCnt="6">
        <dgm:presLayoutVars>
          <dgm:bulletEnabled val="1"/>
        </dgm:presLayoutVars>
      </dgm:prSet>
      <dgm:spPr/>
    </dgm:pt>
    <dgm:pt modelId="{954625A2-9D7A-4141-9114-9A930C176912}" type="pres">
      <dgm:prSet presAssocID="{1DF874E7-A064-C84B-836E-C8911CCF35DD}" presName="sibTrans" presStyleCnt="0"/>
      <dgm:spPr/>
    </dgm:pt>
    <dgm:pt modelId="{C16307A9-A08B-CF4A-8D4F-F008569D4F5D}" type="pres">
      <dgm:prSet presAssocID="{CB00CFCA-62DF-4243-9A7F-DF405D91839A}" presName="textNode" presStyleLbl="node1" presStyleIdx="3" presStyleCnt="6">
        <dgm:presLayoutVars>
          <dgm:bulletEnabled val="1"/>
        </dgm:presLayoutVars>
      </dgm:prSet>
      <dgm:spPr/>
    </dgm:pt>
    <dgm:pt modelId="{29B73533-4F71-F14C-9CFA-AAB872703D78}" type="pres">
      <dgm:prSet presAssocID="{B3B203D7-D2F7-7F4B-8EBB-8FFEEF531EDE}" presName="sibTrans" presStyleCnt="0"/>
      <dgm:spPr/>
    </dgm:pt>
    <dgm:pt modelId="{559C4CE9-63AD-AB41-A5AA-A67ED24BADD4}" type="pres">
      <dgm:prSet presAssocID="{15FFABE9-AF96-0C46-832A-F87D5B879F20}" presName="textNode" presStyleLbl="node1" presStyleIdx="4" presStyleCnt="6">
        <dgm:presLayoutVars>
          <dgm:bulletEnabled val="1"/>
        </dgm:presLayoutVars>
      </dgm:prSet>
      <dgm:spPr/>
    </dgm:pt>
    <dgm:pt modelId="{C42F4C55-C3B8-044B-B3E0-C5D7DACDD2D7}" type="pres">
      <dgm:prSet presAssocID="{1979D6A5-AC86-B84B-BCD1-87F2ADB1A9F3}" presName="sibTrans" presStyleCnt="0"/>
      <dgm:spPr/>
    </dgm:pt>
    <dgm:pt modelId="{78FFD688-0311-FF4C-97D8-482328F52153}" type="pres">
      <dgm:prSet presAssocID="{0D9AECD3-889A-2D4F-91F6-9916D22468F4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F630B830-B54E-9A4B-94C2-CB8E85298FBB}" type="presOf" srcId="{15FFABE9-AF96-0C46-832A-F87D5B879F20}" destId="{559C4CE9-63AD-AB41-A5AA-A67ED24BADD4}" srcOrd="0" destOrd="0" presId="urn:microsoft.com/office/officeart/2005/8/layout/hProcess9"/>
    <dgm:cxn modelId="{E3786531-A4D5-1342-9BC9-61F9C50F2BEE}" type="presOf" srcId="{3CFD56CF-3652-6E43-8DA0-977135E8B5B7}" destId="{198D885D-5A31-D749-B566-885CFF1346AB}" srcOrd="0" destOrd="0" presId="urn:microsoft.com/office/officeart/2005/8/layout/hProcess9"/>
    <dgm:cxn modelId="{CE62EA33-7B5F-3D45-A124-8DE0589C0F48}" type="presOf" srcId="{CB00CFCA-62DF-4243-9A7F-DF405D91839A}" destId="{C16307A9-A08B-CF4A-8D4F-F008569D4F5D}" srcOrd="0" destOrd="0" presId="urn:microsoft.com/office/officeart/2005/8/layout/hProcess9"/>
    <dgm:cxn modelId="{BE5F564F-0B5D-B641-8E2D-C75DF7D45EE6}" type="presOf" srcId="{BD1F8FEA-6D02-0246-911C-C6CA73DA75BE}" destId="{B27334F2-715A-CA49-AB24-71BD3F2B839D}" srcOrd="0" destOrd="0" presId="urn:microsoft.com/office/officeart/2005/8/layout/hProcess9"/>
    <dgm:cxn modelId="{3CCB106E-9B15-7D4F-8889-A417763CC0B4}" srcId="{BD1F8FEA-6D02-0246-911C-C6CA73DA75BE}" destId="{D2B6567D-3835-464A-9B22-4A5A538E9459}" srcOrd="0" destOrd="0" parTransId="{B44A48C5-232E-954A-88C0-9CF344A71400}" sibTransId="{5F1AFA8B-7B84-CD44-A3F2-8583D2DB6CCC}"/>
    <dgm:cxn modelId="{7B9F5871-B957-4A49-8D4B-ECE6B6A48058}" srcId="{BD1F8FEA-6D02-0246-911C-C6CA73DA75BE}" destId="{CB00CFCA-62DF-4243-9A7F-DF405D91839A}" srcOrd="3" destOrd="0" parTransId="{5170EE4B-AFD9-B94B-AB1C-D8E09D6AAAD7}" sibTransId="{B3B203D7-D2F7-7F4B-8EBB-8FFEEF531EDE}"/>
    <dgm:cxn modelId="{0E95A384-E8AC-494A-87E0-64DA942A91E6}" type="presOf" srcId="{D2B6567D-3835-464A-9B22-4A5A538E9459}" destId="{7D1AFE5F-81A3-7D49-A6AF-EAF55610DFDA}" srcOrd="0" destOrd="0" presId="urn:microsoft.com/office/officeart/2005/8/layout/hProcess9"/>
    <dgm:cxn modelId="{0F403D9A-8093-994E-92D4-389B43482BD6}" type="presOf" srcId="{3A7A97D7-A42F-004F-B1E4-88DE37B337C6}" destId="{17B09664-B720-9947-9512-D0E0D13FBE4E}" srcOrd="0" destOrd="0" presId="urn:microsoft.com/office/officeart/2005/8/layout/hProcess9"/>
    <dgm:cxn modelId="{C55D0CA6-55F4-E340-90D2-FEFE8FFAD171}" srcId="{BD1F8FEA-6D02-0246-911C-C6CA73DA75BE}" destId="{0D9AECD3-889A-2D4F-91F6-9916D22468F4}" srcOrd="5" destOrd="0" parTransId="{A5375CE5-DCDB-2740-8BD7-989806491585}" sibTransId="{4D5B1409-F50F-B64C-9715-4F4CE2445904}"/>
    <dgm:cxn modelId="{75D740B9-8EED-334B-922B-2777CDCB7133}" type="presOf" srcId="{0D9AECD3-889A-2D4F-91F6-9916D22468F4}" destId="{78FFD688-0311-FF4C-97D8-482328F52153}" srcOrd="0" destOrd="0" presId="urn:microsoft.com/office/officeart/2005/8/layout/hProcess9"/>
    <dgm:cxn modelId="{096955D9-DAC7-A244-B9DE-1E0DD1829E90}" srcId="{BD1F8FEA-6D02-0246-911C-C6CA73DA75BE}" destId="{15FFABE9-AF96-0C46-832A-F87D5B879F20}" srcOrd="4" destOrd="0" parTransId="{E59A50FF-3134-764D-947D-19D174921958}" sibTransId="{1979D6A5-AC86-B84B-BCD1-87F2ADB1A9F3}"/>
    <dgm:cxn modelId="{D63CDBE0-90C6-E74F-95D4-023D3DC76415}" srcId="{BD1F8FEA-6D02-0246-911C-C6CA73DA75BE}" destId="{3CFD56CF-3652-6E43-8DA0-977135E8B5B7}" srcOrd="1" destOrd="0" parTransId="{2A9E9FEE-5B21-0641-89C6-0582E29A7652}" sibTransId="{CDD5FACB-F706-A744-A32F-8CDA99FAF961}"/>
    <dgm:cxn modelId="{D72A74FB-19C3-CD4D-A1C0-A97C9E12DEDE}" srcId="{BD1F8FEA-6D02-0246-911C-C6CA73DA75BE}" destId="{3A7A97D7-A42F-004F-B1E4-88DE37B337C6}" srcOrd="2" destOrd="0" parTransId="{6451D953-A346-4645-AF46-E18D0FD5881B}" sibTransId="{1DF874E7-A064-C84B-836E-C8911CCF35DD}"/>
    <dgm:cxn modelId="{BE798265-FDAB-8E4F-8395-8B491A0A268A}" type="presParOf" srcId="{B27334F2-715A-CA49-AB24-71BD3F2B839D}" destId="{E5729A78-1813-EF4B-B8B8-971611F98BE0}" srcOrd="0" destOrd="0" presId="urn:microsoft.com/office/officeart/2005/8/layout/hProcess9"/>
    <dgm:cxn modelId="{46152CA5-E407-974C-8FF2-DD40F9B2CCAF}" type="presParOf" srcId="{B27334F2-715A-CA49-AB24-71BD3F2B839D}" destId="{503AF698-AA0D-2247-B0D3-82C763BCADB4}" srcOrd="1" destOrd="0" presId="urn:microsoft.com/office/officeart/2005/8/layout/hProcess9"/>
    <dgm:cxn modelId="{7EC20050-3748-7D43-BC23-2F52AAC2F7DA}" type="presParOf" srcId="{503AF698-AA0D-2247-B0D3-82C763BCADB4}" destId="{7D1AFE5F-81A3-7D49-A6AF-EAF55610DFDA}" srcOrd="0" destOrd="0" presId="urn:microsoft.com/office/officeart/2005/8/layout/hProcess9"/>
    <dgm:cxn modelId="{E066FBB5-34DE-C543-A1CD-35667FFFBF2C}" type="presParOf" srcId="{503AF698-AA0D-2247-B0D3-82C763BCADB4}" destId="{E1F824CC-A11A-D149-8FAC-A716C7805D6D}" srcOrd="1" destOrd="0" presId="urn:microsoft.com/office/officeart/2005/8/layout/hProcess9"/>
    <dgm:cxn modelId="{32348FC8-5E22-8742-BC08-1066847097A5}" type="presParOf" srcId="{503AF698-AA0D-2247-B0D3-82C763BCADB4}" destId="{198D885D-5A31-D749-B566-885CFF1346AB}" srcOrd="2" destOrd="0" presId="urn:microsoft.com/office/officeart/2005/8/layout/hProcess9"/>
    <dgm:cxn modelId="{654F3C22-DC8B-6D40-84B3-31374CB81345}" type="presParOf" srcId="{503AF698-AA0D-2247-B0D3-82C763BCADB4}" destId="{9EB6F4F5-8D16-D942-926C-EB3C854B25CA}" srcOrd="3" destOrd="0" presId="urn:microsoft.com/office/officeart/2005/8/layout/hProcess9"/>
    <dgm:cxn modelId="{7B1E6D3F-7E70-0B49-89B0-56B083FD873D}" type="presParOf" srcId="{503AF698-AA0D-2247-B0D3-82C763BCADB4}" destId="{17B09664-B720-9947-9512-D0E0D13FBE4E}" srcOrd="4" destOrd="0" presId="urn:microsoft.com/office/officeart/2005/8/layout/hProcess9"/>
    <dgm:cxn modelId="{B1C6E04C-EA38-4C43-A4D0-A45A5E9483DC}" type="presParOf" srcId="{503AF698-AA0D-2247-B0D3-82C763BCADB4}" destId="{954625A2-9D7A-4141-9114-9A930C176912}" srcOrd="5" destOrd="0" presId="urn:microsoft.com/office/officeart/2005/8/layout/hProcess9"/>
    <dgm:cxn modelId="{1C9060C6-97E4-B947-B9C5-983B65D3E128}" type="presParOf" srcId="{503AF698-AA0D-2247-B0D3-82C763BCADB4}" destId="{C16307A9-A08B-CF4A-8D4F-F008569D4F5D}" srcOrd="6" destOrd="0" presId="urn:microsoft.com/office/officeart/2005/8/layout/hProcess9"/>
    <dgm:cxn modelId="{CDC6910B-6596-EA40-92DD-732D7FD29853}" type="presParOf" srcId="{503AF698-AA0D-2247-B0D3-82C763BCADB4}" destId="{29B73533-4F71-F14C-9CFA-AAB872703D78}" srcOrd="7" destOrd="0" presId="urn:microsoft.com/office/officeart/2005/8/layout/hProcess9"/>
    <dgm:cxn modelId="{1492734F-4749-414A-B3DA-4DB638D8CB1B}" type="presParOf" srcId="{503AF698-AA0D-2247-B0D3-82C763BCADB4}" destId="{559C4CE9-63AD-AB41-A5AA-A67ED24BADD4}" srcOrd="8" destOrd="0" presId="urn:microsoft.com/office/officeart/2005/8/layout/hProcess9"/>
    <dgm:cxn modelId="{A8347221-93F1-7246-A909-AA722022D0E9}" type="presParOf" srcId="{503AF698-AA0D-2247-B0D3-82C763BCADB4}" destId="{C42F4C55-C3B8-044B-B3E0-C5D7DACDD2D7}" srcOrd="9" destOrd="0" presId="urn:microsoft.com/office/officeart/2005/8/layout/hProcess9"/>
    <dgm:cxn modelId="{2AB75579-C42C-EC44-A36D-06A25403F759}" type="presParOf" srcId="{503AF698-AA0D-2247-B0D3-82C763BCADB4}" destId="{78FFD688-0311-FF4C-97D8-482328F52153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D1F8FEA-6D02-0246-911C-C6CA73DA75BE}" type="doc">
      <dgm:prSet loTypeId="urn:microsoft.com/office/officeart/2005/8/layout/process4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D2B6567D-3835-464A-9B22-4A5A538E9459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Start with an Empty Deployment:</a:t>
          </a:r>
          <a:endParaRPr lang="en-IN" sz="1200">
            <a:latin typeface="Book Antiqua" panose="02040602050305030304" pitchFamily="18" charset="0"/>
          </a:endParaRPr>
        </a:p>
      </dgm:t>
    </dgm:pt>
    <dgm:pt modelId="{B44A48C5-232E-954A-88C0-9CF344A71400}" type="parTrans" cxnId="{3CCB106E-9B15-7D4F-8889-A417763CC0B4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5F1AFA8B-7B84-CD44-A3F2-8583D2DB6CCC}" type="sibTrans" cxnId="{3CCB106E-9B15-7D4F-8889-A417763CC0B4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B603653D-9FAC-D74B-B55A-BD6EC966D415}">
      <dgm:prSet custT="1"/>
      <dgm:spPr/>
      <dgm:t>
        <a:bodyPr/>
        <a:lstStyle/>
        <a:p>
          <a:r>
            <a:rPr lang="en-US" sz="1200" dirty="0">
              <a:latin typeface="Book Antiqua" panose="02040602050305030304" pitchFamily="18" charset="0"/>
            </a:rPr>
            <a:t>Begin with no components deployed.</a:t>
          </a:r>
          <a:endParaRPr lang="en-IN" sz="1200" dirty="0">
            <a:latin typeface="Book Antiqua" panose="02040602050305030304" pitchFamily="18" charset="0"/>
          </a:endParaRPr>
        </a:p>
      </dgm:t>
    </dgm:pt>
    <dgm:pt modelId="{FFEFC257-3F29-8446-95EB-C1BAC3677010}" type="parTrans" cxnId="{54628ECC-EAA7-AA42-9FF4-0C2BC286BD32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293BCD6D-3601-904E-B5E4-202013087D5D}" type="sibTrans" cxnId="{54628ECC-EAA7-AA42-9FF4-0C2BC286BD32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3CFD56CF-3652-6E43-8DA0-977135E8B5B7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Try Placing Components One by One:</a:t>
          </a:r>
          <a:endParaRPr lang="en-IN" sz="1200">
            <a:latin typeface="Book Antiqua" panose="02040602050305030304" pitchFamily="18" charset="0"/>
          </a:endParaRPr>
        </a:p>
      </dgm:t>
    </dgm:pt>
    <dgm:pt modelId="{2A9E9FEE-5B21-0641-89C6-0582E29A7652}" type="parTrans" cxnId="{D63CDBE0-90C6-E74F-95D4-023D3DC76415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CDD5FACB-F706-A744-A32F-8CDA99FAF961}" type="sibTrans" cxnId="{D63CDBE0-90C6-E74F-95D4-023D3DC76415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04694413-9B7B-EA49-B531-38FB7D73B299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Pick a component that hasn’t been deployed yet.</a:t>
          </a:r>
          <a:endParaRPr lang="en-IN" sz="1200">
            <a:latin typeface="Book Antiqua" panose="02040602050305030304" pitchFamily="18" charset="0"/>
          </a:endParaRPr>
        </a:p>
      </dgm:t>
    </dgm:pt>
    <dgm:pt modelId="{7B143BFB-A2CF-D74A-9F11-5660EA949C5F}" type="parTrans" cxnId="{06702F47-5410-4B4D-A470-04382ACC97B5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ACCD31C2-C6DB-CD47-948E-3F712F4A13E8}" type="sibTrans" cxnId="{06702F47-5410-4B4D-A470-04382ACC97B5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730B9651-CE65-9041-A6C0-59B5395411CE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Try placing it on a suitable node (from the preprocessed list).</a:t>
          </a:r>
          <a:endParaRPr lang="en-IN" sz="1200">
            <a:latin typeface="Book Antiqua" panose="02040602050305030304" pitchFamily="18" charset="0"/>
          </a:endParaRPr>
        </a:p>
      </dgm:t>
    </dgm:pt>
    <dgm:pt modelId="{3B0C2D4D-02CF-7346-BBB5-038420223502}" type="parTrans" cxnId="{63DC6127-D628-9A4E-A8A1-C82155E2E2FE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8E43A83C-6023-004B-809E-CE0503850EFF}" type="sibTrans" cxnId="{63DC6127-D628-9A4E-A8A1-C82155E2E2FE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3A7A97D7-A42F-004F-B1E4-88DE37B337C6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Check if the Placement is Valid:</a:t>
          </a:r>
          <a:endParaRPr lang="en-IN" sz="1200">
            <a:latin typeface="Book Antiqua" panose="02040602050305030304" pitchFamily="18" charset="0"/>
          </a:endParaRPr>
        </a:p>
      </dgm:t>
    </dgm:pt>
    <dgm:pt modelId="{6451D953-A346-4645-AF46-E18D0FD5881B}" type="parTrans" cxnId="{D72A74FB-19C3-CD4D-A1C0-A97C9E12DEDE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1DF874E7-A064-C84B-836E-C8911CCF35DD}" type="sibTrans" cxnId="{D72A74FB-19C3-CD4D-A1C0-A97C9E12DEDE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CCB06973-AC53-0C41-89EC-060E7137C11C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Ensure the node has enough resources (CPU, memory, bandwidth).</a:t>
          </a:r>
          <a:endParaRPr lang="en-IN" sz="1200">
            <a:latin typeface="Book Antiqua" panose="02040602050305030304" pitchFamily="18" charset="0"/>
          </a:endParaRPr>
        </a:p>
      </dgm:t>
    </dgm:pt>
    <dgm:pt modelId="{93D82FFE-3E70-224F-9F82-E7D1CD03D34A}" type="parTrans" cxnId="{8710B9D8-629F-2947-BF96-53ECF03D934A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FF0CC7E7-5827-0F49-B942-8898739B49A7}" type="sibTrans" cxnId="{8710B9D8-629F-2947-BF96-53ECF03D934A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E7F53BCD-E12B-8142-B538-694329672064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Check if the placement meets latency and bandwidth requirements.</a:t>
          </a:r>
          <a:endParaRPr lang="en-IN" sz="1200">
            <a:latin typeface="Book Antiqua" panose="02040602050305030304" pitchFamily="18" charset="0"/>
          </a:endParaRPr>
        </a:p>
      </dgm:t>
    </dgm:pt>
    <dgm:pt modelId="{5BD69CAD-52D9-CD4A-98AD-F80EBB4F18FD}" type="parTrans" cxnId="{9A46CFC9-F19D-C042-BF69-62DCF73040AD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CEBF5462-4FD4-944A-9ECA-FC15413043B6}" type="sibTrans" cxnId="{9A46CFC9-F19D-C042-BF69-62DCF73040AD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CB00CFCA-62DF-4243-9A7F-DF405D91839A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If Valid, Continue:</a:t>
          </a:r>
          <a:endParaRPr lang="en-IN" sz="1200">
            <a:latin typeface="Book Antiqua" panose="02040602050305030304" pitchFamily="18" charset="0"/>
          </a:endParaRPr>
        </a:p>
      </dgm:t>
    </dgm:pt>
    <dgm:pt modelId="{5170EE4B-AFD9-B94B-AB1C-D8E09D6AAAD7}" type="parTrans" cxnId="{7B9F5871-B957-4A49-8D4B-ECE6B6A48058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B3B203D7-D2F7-7F4B-8EBB-8FFEEF531EDE}" type="sibTrans" cxnId="{7B9F5871-B957-4A49-8D4B-ECE6B6A48058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789492DF-4E20-E248-90F7-471FE998F656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Update the available resources on the node (subtract what the component uses).</a:t>
          </a:r>
          <a:endParaRPr lang="en-IN" sz="1200">
            <a:latin typeface="Book Antiqua" panose="02040602050305030304" pitchFamily="18" charset="0"/>
          </a:endParaRPr>
        </a:p>
      </dgm:t>
    </dgm:pt>
    <dgm:pt modelId="{A9112FC3-38D2-F14F-BF15-ED6775625DD1}" type="parTrans" cxnId="{0394A42C-1173-944D-8B69-B305FA728C6F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7B8D1BF9-3F56-CC41-8981-E4BDD6A64940}" type="sibTrans" cxnId="{0394A42C-1173-944D-8B69-B305FA728C6F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8C906D65-570D-D94B-8DAE-A52449300BBF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Move to the next component and repeat.</a:t>
          </a:r>
          <a:endParaRPr lang="en-IN" sz="1200">
            <a:latin typeface="Book Antiqua" panose="02040602050305030304" pitchFamily="18" charset="0"/>
          </a:endParaRPr>
        </a:p>
      </dgm:t>
    </dgm:pt>
    <dgm:pt modelId="{67220A02-F96A-144C-AF69-C995D0816795}" type="parTrans" cxnId="{D44280D3-F56E-DB43-BB28-0556FA61E746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71562F33-692E-904A-89C3-DB473CF7BDA5}" type="sibTrans" cxnId="{D44280D3-F56E-DB43-BB28-0556FA61E746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15FFABE9-AF96-0C46-832A-F87D5B879F20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If Not Valid, Undo and Try Another Node:</a:t>
          </a:r>
          <a:endParaRPr lang="en-IN" sz="1200">
            <a:latin typeface="Book Antiqua" panose="02040602050305030304" pitchFamily="18" charset="0"/>
          </a:endParaRPr>
        </a:p>
      </dgm:t>
    </dgm:pt>
    <dgm:pt modelId="{E59A50FF-3134-764D-947D-19D174921958}" type="parTrans" cxnId="{096955D9-DAC7-A244-B9DE-1E0DD1829E90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1979D6A5-AC86-B84B-BCD1-87F2ADB1A9F3}" type="sibTrans" cxnId="{096955D9-DAC7-A244-B9DE-1E0DD1829E90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0BFDD99D-605D-FD44-969D-3E7827BE17D4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If the placement doesn’t work, "undo" it (release resources) and try another node.</a:t>
          </a:r>
          <a:endParaRPr lang="en-IN" sz="1200">
            <a:latin typeface="Book Antiqua" panose="02040602050305030304" pitchFamily="18" charset="0"/>
          </a:endParaRPr>
        </a:p>
      </dgm:t>
    </dgm:pt>
    <dgm:pt modelId="{01FFC0F4-3922-D244-A914-B9C73AE1CE41}" type="parTrans" cxnId="{34724704-7235-4C4C-A650-1A9CD27582E1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3360E668-A5B5-B24D-A771-AA7AEBD743E6}" type="sibTrans" cxnId="{34724704-7235-4C4C-A650-1A9CD27582E1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0D9AECD3-889A-2D4F-91F6-9916D22468F4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Finish When All Components Are Placed:</a:t>
          </a:r>
          <a:endParaRPr lang="en-IN" sz="1200">
            <a:latin typeface="Book Antiqua" panose="02040602050305030304" pitchFamily="18" charset="0"/>
          </a:endParaRPr>
        </a:p>
      </dgm:t>
    </dgm:pt>
    <dgm:pt modelId="{A5375CE5-DCDB-2740-8BD7-989806491585}" type="parTrans" cxnId="{C55D0CA6-55F4-E340-90D2-FEFE8FFAD171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4D5B1409-F50F-B64C-9715-4F4CE2445904}" type="sibTrans" cxnId="{C55D0CA6-55F4-E340-90D2-FEFE8FFAD171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962D8DCA-6692-544F-A07B-FB2C1BBD5141}">
      <dgm:prSet custT="1"/>
      <dgm:spPr/>
      <dgm:t>
        <a:bodyPr/>
        <a:lstStyle/>
        <a:p>
          <a:r>
            <a:rPr lang="en-US" sz="1200">
              <a:latin typeface="Book Antiqua" panose="02040602050305030304" pitchFamily="18" charset="0"/>
            </a:rPr>
            <a:t>Once all components are successfully placed, save the deployment as a valid option.</a:t>
          </a:r>
          <a:endParaRPr lang="en-IN" sz="1200">
            <a:latin typeface="Book Antiqua" panose="02040602050305030304" pitchFamily="18" charset="0"/>
          </a:endParaRPr>
        </a:p>
      </dgm:t>
    </dgm:pt>
    <dgm:pt modelId="{6CB2C562-E2CC-EA44-9488-40FEB1463EE2}" type="parTrans" cxnId="{2B45B716-858F-6B42-89B9-A18200CDE97A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67E8850E-2B7D-8542-B53B-296EDEEDDB69}" type="sibTrans" cxnId="{2B45B716-858F-6B42-89B9-A18200CDE97A}">
      <dgm:prSet/>
      <dgm:spPr/>
      <dgm:t>
        <a:bodyPr/>
        <a:lstStyle/>
        <a:p>
          <a:endParaRPr lang="en-GB" sz="1200">
            <a:latin typeface="Book Antiqua" panose="02040602050305030304" pitchFamily="18" charset="0"/>
          </a:endParaRPr>
        </a:p>
      </dgm:t>
    </dgm:pt>
    <dgm:pt modelId="{A152AACB-05A1-284F-936D-D705D7C7AC6F}" type="pres">
      <dgm:prSet presAssocID="{BD1F8FEA-6D02-0246-911C-C6CA73DA75BE}" presName="Name0" presStyleCnt="0">
        <dgm:presLayoutVars>
          <dgm:dir/>
          <dgm:animLvl val="lvl"/>
          <dgm:resizeHandles val="exact"/>
        </dgm:presLayoutVars>
      </dgm:prSet>
      <dgm:spPr/>
    </dgm:pt>
    <dgm:pt modelId="{3DF615EC-E043-5D47-ABAE-A60EAA090BFD}" type="pres">
      <dgm:prSet presAssocID="{0D9AECD3-889A-2D4F-91F6-9916D22468F4}" presName="boxAndChildren" presStyleCnt="0"/>
      <dgm:spPr/>
    </dgm:pt>
    <dgm:pt modelId="{E9D223D0-B8D5-6E4F-A0E8-36C5570B0163}" type="pres">
      <dgm:prSet presAssocID="{0D9AECD3-889A-2D4F-91F6-9916D22468F4}" presName="parentTextBox" presStyleLbl="node1" presStyleIdx="0" presStyleCnt="6"/>
      <dgm:spPr/>
    </dgm:pt>
    <dgm:pt modelId="{D8029B41-AE20-C041-A968-3136167D391B}" type="pres">
      <dgm:prSet presAssocID="{0D9AECD3-889A-2D4F-91F6-9916D22468F4}" presName="entireBox" presStyleLbl="node1" presStyleIdx="0" presStyleCnt="6"/>
      <dgm:spPr/>
    </dgm:pt>
    <dgm:pt modelId="{698326C0-A74A-E540-99BF-26A5210E967E}" type="pres">
      <dgm:prSet presAssocID="{0D9AECD3-889A-2D4F-91F6-9916D22468F4}" presName="descendantBox" presStyleCnt="0"/>
      <dgm:spPr/>
    </dgm:pt>
    <dgm:pt modelId="{36637F4B-9ACF-714C-A6DB-D91033875A8A}" type="pres">
      <dgm:prSet presAssocID="{962D8DCA-6692-544F-A07B-FB2C1BBD5141}" presName="childTextBox" presStyleLbl="fgAccFollowNode1" presStyleIdx="0" presStyleCnt="9">
        <dgm:presLayoutVars>
          <dgm:bulletEnabled val="1"/>
        </dgm:presLayoutVars>
      </dgm:prSet>
      <dgm:spPr/>
    </dgm:pt>
    <dgm:pt modelId="{8BF92C81-5D78-BC49-B9DC-1670C8D964F6}" type="pres">
      <dgm:prSet presAssocID="{1979D6A5-AC86-B84B-BCD1-87F2ADB1A9F3}" presName="sp" presStyleCnt="0"/>
      <dgm:spPr/>
    </dgm:pt>
    <dgm:pt modelId="{FD3AD229-7F3C-A546-B2E2-24E6E1921DB6}" type="pres">
      <dgm:prSet presAssocID="{15FFABE9-AF96-0C46-832A-F87D5B879F20}" presName="arrowAndChildren" presStyleCnt="0"/>
      <dgm:spPr/>
    </dgm:pt>
    <dgm:pt modelId="{A18C63B6-164F-8347-90E1-64ED611DB5DD}" type="pres">
      <dgm:prSet presAssocID="{15FFABE9-AF96-0C46-832A-F87D5B879F20}" presName="parentTextArrow" presStyleLbl="node1" presStyleIdx="0" presStyleCnt="6"/>
      <dgm:spPr/>
    </dgm:pt>
    <dgm:pt modelId="{6FB88DE9-66B9-854A-A36C-928E280B4512}" type="pres">
      <dgm:prSet presAssocID="{15FFABE9-AF96-0C46-832A-F87D5B879F20}" presName="arrow" presStyleLbl="node1" presStyleIdx="1" presStyleCnt="6"/>
      <dgm:spPr/>
    </dgm:pt>
    <dgm:pt modelId="{4E478A0A-E484-E946-99FB-84AFD74A5490}" type="pres">
      <dgm:prSet presAssocID="{15FFABE9-AF96-0C46-832A-F87D5B879F20}" presName="descendantArrow" presStyleCnt="0"/>
      <dgm:spPr/>
    </dgm:pt>
    <dgm:pt modelId="{631EC385-BDCE-EA44-8C54-92FC5F6CC84D}" type="pres">
      <dgm:prSet presAssocID="{0BFDD99D-605D-FD44-969D-3E7827BE17D4}" presName="childTextArrow" presStyleLbl="fgAccFollowNode1" presStyleIdx="1" presStyleCnt="9">
        <dgm:presLayoutVars>
          <dgm:bulletEnabled val="1"/>
        </dgm:presLayoutVars>
      </dgm:prSet>
      <dgm:spPr/>
    </dgm:pt>
    <dgm:pt modelId="{6EB36357-862A-AF4E-A414-42317B6C33B8}" type="pres">
      <dgm:prSet presAssocID="{B3B203D7-D2F7-7F4B-8EBB-8FFEEF531EDE}" presName="sp" presStyleCnt="0"/>
      <dgm:spPr/>
    </dgm:pt>
    <dgm:pt modelId="{E1A1428C-215B-7C44-A5BA-59B6CCB2267E}" type="pres">
      <dgm:prSet presAssocID="{CB00CFCA-62DF-4243-9A7F-DF405D91839A}" presName="arrowAndChildren" presStyleCnt="0"/>
      <dgm:spPr/>
    </dgm:pt>
    <dgm:pt modelId="{3CF98AF0-374F-B646-BC32-819CDF8934E1}" type="pres">
      <dgm:prSet presAssocID="{CB00CFCA-62DF-4243-9A7F-DF405D91839A}" presName="parentTextArrow" presStyleLbl="node1" presStyleIdx="1" presStyleCnt="6"/>
      <dgm:spPr/>
    </dgm:pt>
    <dgm:pt modelId="{60BA6D87-9E61-4C4D-BEA1-9CA48E919785}" type="pres">
      <dgm:prSet presAssocID="{CB00CFCA-62DF-4243-9A7F-DF405D91839A}" presName="arrow" presStyleLbl="node1" presStyleIdx="2" presStyleCnt="6"/>
      <dgm:spPr/>
    </dgm:pt>
    <dgm:pt modelId="{25064A0A-F59C-DD4B-A642-D163154228C6}" type="pres">
      <dgm:prSet presAssocID="{CB00CFCA-62DF-4243-9A7F-DF405D91839A}" presName="descendantArrow" presStyleCnt="0"/>
      <dgm:spPr/>
    </dgm:pt>
    <dgm:pt modelId="{97341DDF-5490-A147-BE06-CDA3E29AAD44}" type="pres">
      <dgm:prSet presAssocID="{789492DF-4E20-E248-90F7-471FE998F656}" presName="childTextArrow" presStyleLbl="fgAccFollowNode1" presStyleIdx="2" presStyleCnt="9">
        <dgm:presLayoutVars>
          <dgm:bulletEnabled val="1"/>
        </dgm:presLayoutVars>
      </dgm:prSet>
      <dgm:spPr/>
    </dgm:pt>
    <dgm:pt modelId="{8DEB49C1-F477-844D-962E-29A8749890A6}" type="pres">
      <dgm:prSet presAssocID="{8C906D65-570D-D94B-8DAE-A52449300BBF}" presName="childTextArrow" presStyleLbl="fgAccFollowNode1" presStyleIdx="3" presStyleCnt="9">
        <dgm:presLayoutVars>
          <dgm:bulletEnabled val="1"/>
        </dgm:presLayoutVars>
      </dgm:prSet>
      <dgm:spPr/>
    </dgm:pt>
    <dgm:pt modelId="{4B8304EB-3D77-BE49-9A34-2AF7A8BD2CE8}" type="pres">
      <dgm:prSet presAssocID="{1DF874E7-A064-C84B-836E-C8911CCF35DD}" presName="sp" presStyleCnt="0"/>
      <dgm:spPr/>
    </dgm:pt>
    <dgm:pt modelId="{44F61D52-4208-5146-9F4A-1A12D9712875}" type="pres">
      <dgm:prSet presAssocID="{3A7A97D7-A42F-004F-B1E4-88DE37B337C6}" presName="arrowAndChildren" presStyleCnt="0"/>
      <dgm:spPr/>
    </dgm:pt>
    <dgm:pt modelId="{4D2E9188-6096-1D40-A0A5-6CE92293C24B}" type="pres">
      <dgm:prSet presAssocID="{3A7A97D7-A42F-004F-B1E4-88DE37B337C6}" presName="parentTextArrow" presStyleLbl="node1" presStyleIdx="2" presStyleCnt="6"/>
      <dgm:spPr/>
    </dgm:pt>
    <dgm:pt modelId="{6DCE1914-726F-2D4A-80D6-ADF416C55B05}" type="pres">
      <dgm:prSet presAssocID="{3A7A97D7-A42F-004F-B1E4-88DE37B337C6}" presName="arrow" presStyleLbl="node1" presStyleIdx="3" presStyleCnt="6"/>
      <dgm:spPr/>
    </dgm:pt>
    <dgm:pt modelId="{BE75C08E-9BFA-344F-9753-CF7B5E34C4E4}" type="pres">
      <dgm:prSet presAssocID="{3A7A97D7-A42F-004F-B1E4-88DE37B337C6}" presName="descendantArrow" presStyleCnt="0"/>
      <dgm:spPr/>
    </dgm:pt>
    <dgm:pt modelId="{941D06FB-99E4-DC44-BEC2-F1785920872B}" type="pres">
      <dgm:prSet presAssocID="{CCB06973-AC53-0C41-89EC-060E7137C11C}" presName="childTextArrow" presStyleLbl="fgAccFollowNode1" presStyleIdx="4" presStyleCnt="9">
        <dgm:presLayoutVars>
          <dgm:bulletEnabled val="1"/>
        </dgm:presLayoutVars>
      </dgm:prSet>
      <dgm:spPr/>
    </dgm:pt>
    <dgm:pt modelId="{37646820-EF76-5B4C-A5B1-80B323727758}" type="pres">
      <dgm:prSet presAssocID="{E7F53BCD-E12B-8142-B538-694329672064}" presName="childTextArrow" presStyleLbl="fgAccFollowNode1" presStyleIdx="5" presStyleCnt="9">
        <dgm:presLayoutVars>
          <dgm:bulletEnabled val="1"/>
        </dgm:presLayoutVars>
      </dgm:prSet>
      <dgm:spPr/>
    </dgm:pt>
    <dgm:pt modelId="{470F7A4A-9628-6343-8373-BD7397319D08}" type="pres">
      <dgm:prSet presAssocID="{CDD5FACB-F706-A744-A32F-8CDA99FAF961}" presName="sp" presStyleCnt="0"/>
      <dgm:spPr/>
    </dgm:pt>
    <dgm:pt modelId="{DB0130C7-1F31-4D42-B0E7-D14245DA21C7}" type="pres">
      <dgm:prSet presAssocID="{3CFD56CF-3652-6E43-8DA0-977135E8B5B7}" presName="arrowAndChildren" presStyleCnt="0"/>
      <dgm:spPr/>
    </dgm:pt>
    <dgm:pt modelId="{102BB31A-1C8C-C044-B85B-363F6887B216}" type="pres">
      <dgm:prSet presAssocID="{3CFD56CF-3652-6E43-8DA0-977135E8B5B7}" presName="parentTextArrow" presStyleLbl="node1" presStyleIdx="3" presStyleCnt="6"/>
      <dgm:spPr/>
    </dgm:pt>
    <dgm:pt modelId="{9DA0221C-35DF-FE49-9B25-3EACDFCD1DAD}" type="pres">
      <dgm:prSet presAssocID="{3CFD56CF-3652-6E43-8DA0-977135E8B5B7}" presName="arrow" presStyleLbl="node1" presStyleIdx="4" presStyleCnt="6"/>
      <dgm:spPr/>
    </dgm:pt>
    <dgm:pt modelId="{BB7F7312-749D-E844-AFE0-B4B84A6680D4}" type="pres">
      <dgm:prSet presAssocID="{3CFD56CF-3652-6E43-8DA0-977135E8B5B7}" presName="descendantArrow" presStyleCnt="0"/>
      <dgm:spPr/>
    </dgm:pt>
    <dgm:pt modelId="{47C99A96-2FBE-4E4F-A738-1D896D5CEC47}" type="pres">
      <dgm:prSet presAssocID="{04694413-9B7B-EA49-B531-38FB7D73B299}" presName="childTextArrow" presStyleLbl="fgAccFollowNode1" presStyleIdx="6" presStyleCnt="9">
        <dgm:presLayoutVars>
          <dgm:bulletEnabled val="1"/>
        </dgm:presLayoutVars>
      </dgm:prSet>
      <dgm:spPr/>
    </dgm:pt>
    <dgm:pt modelId="{80341E7D-5EF7-C04B-8C75-ADFD76CA2546}" type="pres">
      <dgm:prSet presAssocID="{730B9651-CE65-9041-A6C0-59B5395411CE}" presName="childTextArrow" presStyleLbl="fgAccFollowNode1" presStyleIdx="7" presStyleCnt="9">
        <dgm:presLayoutVars>
          <dgm:bulletEnabled val="1"/>
        </dgm:presLayoutVars>
      </dgm:prSet>
      <dgm:spPr/>
    </dgm:pt>
    <dgm:pt modelId="{E6B58126-C17A-2540-9841-729F83635738}" type="pres">
      <dgm:prSet presAssocID="{5F1AFA8B-7B84-CD44-A3F2-8583D2DB6CCC}" presName="sp" presStyleCnt="0"/>
      <dgm:spPr/>
    </dgm:pt>
    <dgm:pt modelId="{A35195DB-7F75-5D4C-A48F-85D769CA5C7F}" type="pres">
      <dgm:prSet presAssocID="{D2B6567D-3835-464A-9B22-4A5A538E9459}" presName="arrowAndChildren" presStyleCnt="0"/>
      <dgm:spPr/>
    </dgm:pt>
    <dgm:pt modelId="{54FED651-057C-A948-8106-A53D537525E1}" type="pres">
      <dgm:prSet presAssocID="{D2B6567D-3835-464A-9B22-4A5A538E9459}" presName="parentTextArrow" presStyleLbl="node1" presStyleIdx="4" presStyleCnt="6"/>
      <dgm:spPr/>
    </dgm:pt>
    <dgm:pt modelId="{192940EC-F7EF-C448-B612-A547A52E7DB4}" type="pres">
      <dgm:prSet presAssocID="{D2B6567D-3835-464A-9B22-4A5A538E9459}" presName="arrow" presStyleLbl="node1" presStyleIdx="5" presStyleCnt="6"/>
      <dgm:spPr/>
    </dgm:pt>
    <dgm:pt modelId="{F8594578-293C-C540-8346-BCACF567B9F8}" type="pres">
      <dgm:prSet presAssocID="{D2B6567D-3835-464A-9B22-4A5A538E9459}" presName="descendantArrow" presStyleCnt="0"/>
      <dgm:spPr/>
    </dgm:pt>
    <dgm:pt modelId="{39C6DD2B-4D7E-7B43-AF88-CBB09B3F0178}" type="pres">
      <dgm:prSet presAssocID="{B603653D-9FAC-D74B-B55A-BD6EC966D415}" presName="childTextArrow" presStyleLbl="fgAccFollowNode1" presStyleIdx="8" presStyleCnt="9">
        <dgm:presLayoutVars>
          <dgm:bulletEnabled val="1"/>
        </dgm:presLayoutVars>
      </dgm:prSet>
      <dgm:spPr/>
    </dgm:pt>
  </dgm:ptLst>
  <dgm:cxnLst>
    <dgm:cxn modelId="{A6574402-B560-5B42-A60B-5A5885764C34}" type="presOf" srcId="{730B9651-CE65-9041-A6C0-59B5395411CE}" destId="{80341E7D-5EF7-C04B-8C75-ADFD76CA2546}" srcOrd="0" destOrd="0" presId="urn:microsoft.com/office/officeart/2005/8/layout/process4"/>
    <dgm:cxn modelId="{E1336C03-1F8C-F44E-A13F-470E97F57F3C}" type="presOf" srcId="{0BFDD99D-605D-FD44-969D-3E7827BE17D4}" destId="{631EC385-BDCE-EA44-8C54-92FC5F6CC84D}" srcOrd="0" destOrd="0" presId="urn:microsoft.com/office/officeart/2005/8/layout/process4"/>
    <dgm:cxn modelId="{34724704-7235-4C4C-A650-1A9CD27582E1}" srcId="{15FFABE9-AF96-0C46-832A-F87D5B879F20}" destId="{0BFDD99D-605D-FD44-969D-3E7827BE17D4}" srcOrd="0" destOrd="0" parTransId="{01FFC0F4-3922-D244-A914-B9C73AE1CE41}" sibTransId="{3360E668-A5B5-B24D-A771-AA7AEBD743E6}"/>
    <dgm:cxn modelId="{17396D08-5288-1A46-B567-2005EF7994EF}" type="presOf" srcId="{3CFD56CF-3652-6E43-8DA0-977135E8B5B7}" destId="{102BB31A-1C8C-C044-B85B-363F6887B216}" srcOrd="0" destOrd="0" presId="urn:microsoft.com/office/officeart/2005/8/layout/process4"/>
    <dgm:cxn modelId="{2B45B716-858F-6B42-89B9-A18200CDE97A}" srcId="{0D9AECD3-889A-2D4F-91F6-9916D22468F4}" destId="{962D8DCA-6692-544F-A07B-FB2C1BBD5141}" srcOrd="0" destOrd="0" parTransId="{6CB2C562-E2CC-EA44-9488-40FEB1463EE2}" sibTransId="{67E8850E-2B7D-8542-B53B-296EDEEDDB69}"/>
    <dgm:cxn modelId="{63DC6127-D628-9A4E-A8A1-C82155E2E2FE}" srcId="{3CFD56CF-3652-6E43-8DA0-977135E8B5B7}" destId="{730B9651-CE65-9041-A6C0-59B5395411CE}" srcOrd="1" destOrd="0" parTransId="{3B0C2D4D-02CF-7346-BBB5-038420223502}" sibTransId="{8E43A83C-6023-004B-809E-CE0503850EFF}"/>
    <dgm:cxn modelId="{B5F8452A-5737-0145-B0B3-718EE80E5EAC}" type="presOf" srcId="{D2B6567D-3835-464A-9B22-4A5A538E9459}" destId="{54FED651-057C-A948-8106-A53D537525E1}" srcOrd="0" destOrd="0" presId="urn:microsoft.com/office/officeart/2005/8/layout/process4"/>
    <dgm:cxn modelId="{0394A42C-1173-944D-8B69-B305FA728C6F}" srcId="{CB00CFCA-62DF-4243-9A7F-DF405D91839A}" destId="{789492DF-4E20-E248-90F7-471FE998F656}" srcOrd="0" destOrd="0" parTransId="{A9112FC3-38D2-F14F-BF15-ED6775625DD1}" sibTransId="{7B8D1BF9-3F56-CC41-8981-E4BDD6A64940}"/>
    <dgm:cxn modelId="{942F0945-99AC-D449-9F73-6CFFAF22E40B}" type="presOf" srcId="{962D8DCA-6692-544F-A07B-FB2C1BBD5141}" destId="{36637F4B-9ACF-714C-A6DB-D91033875A8A}" srcOrd="0" destOrd="0" presId="urn:microsoft.com/office/officeart/2005/8/layout/process4"/>
    <dgm:cxn modelId="{92991E47-DC7B-FF4D-8356-63FCA8C2BFE3}" type="presOf" srcId="{0D9AECD3-889A-2D4F-91F6-9916D22468F4}" destId="{D8029B41-AE20-C041-A968-3136167D391B}" srcOrd="1" destOrd="0" presId="urn:microsoft.com/office/officeart/2005/8/layout/process4"/>
    <dgm:cxn modelId="{06702F47-5410-4B4D-A470-04382ACC97B5}" srcId="{3CFD56CF-3652-6E43-8DA0-977135E8B5B7}" destId="{04694413-9B7B-EA49-B531-38FB7D73B299}" srcOrd="0" destOrd="0" parTransId="{7B143BFB-A2CF-D74A-9F11-5660EA949C5F}" sibTransId="{ACCD31C2-C6DB-CD47-948E-3F712F4A13E8}"/>
    <dgm:cxn modelId="{2C81AF4F-5A1F-8A4B-B407-C6B22BA8B309}" type="presOf" srcId="{BD1F8FEA-6D02-0246-911C-C6CA73DA75BE}" destId="{A152AACB-05A1-284F-936D-D705D7C7AC6F}" srcOrd="0" destOrd="0" presId="urn:microsoft.com/office/officeart/2005/8/layout/process4"/>
    <dgm:cxn modelId="{F014FC51-F33C-624B-9026-221CF83D0541}" type="presOf" srcId="{0D9AECD3-889A-2D4F-91F6-9916D22468F4}" destId="{E9D223D0-B8D5-6E4F-A0E8-36C5570B0163}" srcOrd="0" destOrd="0" presId="urn:microsoft.com/office/officeart/2005/8/layout/process4"/>
    <dgm:cxn modelId="{AE256253-1A2D-5B4D-AF1D-9A3C26E5A025}" type="presOf" srcId="{B603653D-9FAC-D74B-B55A-BD6EC966D415}" destId="{39C6DD2B-4D7E-7B43-AF88-CBB09B3F0178}" srcOrd="0" destOrd="0" presId="urn:microsoft.com/office/officeart/2005/8/layout/process4"/>
    <dgm:cxn modelId="{C10B5467-56C4-D540-8A5F-057240006FD9}" type="presOf" srcId="{8C906D65-570D-D94B-8DAE-A52449300BBF}" destId="{8DEB49C1-F477-844D-962E-29A8749890A6}" srcOrd="0" destOrd="0" presId="urn:microsoft.com/office/officeart/2005/8/layout/process4"/>
    <dgm:cxn modelId="{DE95FA69-C911-CF44-BF72-6F010D83DAD0}" type="presOf" srcId="{789492DF-4E20-E248-90F7-471FE998F656}" destId="{97341DDF-5490-A147-BE06-CDA3E29AAD44}" srcOrd="0" destOrd="0" presId="urn:microsoft.com/office/officeart/2005/8/layout/process4"/>
    <dgm:cxn modelId="{A92FC66A-497B-7F49-B439-16F86230054D}" type="presOf" srcId="{CB00CFCA-62DF-4243-9A7F-DF405D91839A}" destId="{60BA6D87-9E61-4C4D-BEA1-9CA48E919785}" srcOrd="1" destOrd="0" presId="urn:microsoft.com/office/officeart/2005/8/layout/process4"/>
    <dgm:cxn modelId="{3CCB106E-9B15-7D4F-8889-A417763CC0B4}" srcId="{BD1F8FEA-6D02-0246-911C-C6CA73DA75BE}" destId="{D2B6567D-3835-464A-9B22-4A5A538E9459}" srcOrd="0" destOrd="0" parTransId="{B44A48C5-232E-954A-88C0-9CF344A71400}" sibTransId="{5F1AFA8B-7B84-CD44-A3F2-8583D2DB6CCC}"/>
    <dgm:cxn modelId="{7B9F5871-B957-4A49-8D4B-ECE6B6A48058}" srcId="{BD1F8FEA-6D02-0246-911C-C6CA73DA75BE}" destId="{CB00CFCA-62DF-4243-9A7F-DF405D91839A}" srcOrd="3" destOrd="0" parTransId="{5170EE4B-AFD9-B94B-AB1C-D8E09D6AAAD7}" sibTransId="{B3B203D7-D2F7-7F4B-8EBB-8FFEEF531EDE}"/>
    <dgm:cxn modelId="{7D47CC72-68F2-C447-A804-97525FF0E465}" type="presOf" srcId="{3A7A97D7-A42F-004F-B1E4-88DE37B337C6}" destId="{6DCE1914-726F-2D4A-80D6-ADF416C55B05}" srcOrd="1" destOrd="0" presId="urn:microsoft.com/office/officeart/2005/8/layout/process4"/>
    <dgm:cxn modelId="{C5B8C876-485B-C44D-8FAC-47706ABF5F8B}" type="presOf" srcId="{04694413-9B7B-EA49-B531-38FB7D73B299}" destId="{47C99A96-2FBE-4E4F-A738-1D896D5CEC47}" srcOrd="0" destOrd="0" presId="urn:microsoft.com/office/officeart/2005/8/layout/process4"/>
    <dgm:cxn modelId="{0F26D088-366E-D74A-B1B5-52D262EC6ABD}" type="presOf" srcId="{CCB06973-AC53-0C41-89EC-060E7137C11C}" destId="{941D06FB-99E4-DC44-BEC2-F1785920872B}" srcOrd="0" destOrd="0" presId="urn:microsoft.com/office/officeart/2005/8/layout/process4"/>
    <dgm:cxn modelId="{C55D0CA6-55F4-E340-90D2-FEFE8FFAD171}" srcId="{BD1F8FEA-6D02-0246-911C-C6CA73DA75BE}" destId="{0D9AECD3-889A-2D4F-91F6-9916D22468F4}" srcOrd="5" destOrd="0" parTransId="{A5375CE5-DCDB-2740-8BD7-989806491585}" sibTransId="{4D5B1409-F50F-B64C-9715-4F4CE2445904}"/>
    <dgm:cxn modelId="{A47E76A6-5A7F-1F4A-AD36-A3ABD2D4D6B4}" type="presOf" srcId="{15FFABE9-AF96-0C46-832A-F87D5B879F20}" destId="{A18C63B6-164F-8347-90E1-64ED611DB5DD}" srcOrd="0" destOrd="0" presId="urn:microsoft.com/office/officeart/2005/8/layout/process4"/>
    <dgm:cxn modelId="{4C6EB2A9-901C-884F-87E3-194049D824D7}" type="presOf" srcId="{E7F53BCD-E12B-8142-B538-694329672064}" destId="{37646820-EF76-5B4C-A5B1-80B323727758}" srcOrd="0" destOrd="0" presId="urn:microsoft.com/office/officeart/2005/8/layout/process4"/>
    <dgm:cxn modelId="{4B0638BA-7F7A-BF44-891B-BF6453A88F7E}" type="presOf" srcId="{15FFABE9-AF96-0C46-832A-F87D5B879F20}" destId="{6FB88DE9-66B9-854A-A36C-928E280B4512}" srcOrd="1" destOrd="0" presId="urn:microsoft.com/office/officeart/2005/8/layout/process4"/>
    <dgm:cxn modelId="{447B5BBA-2163-4049-937E-4C4575F71C9A}" type="presOf" srcId="{CB00CFCA-62DF-4243-9A7F-DF405D91839A}" destId="{3CF98AF0-374F-B646-BC32-819CDF8934E1}" srcOrd="0" destOrd="0" presId="urn:microsoft.com/office/officeart/2005/8/layout/process4"/>
    <dgm:cxn modelId="{988028BC-4D67-424C-BDA4-8DC01DE13412}" type="presOf" srcId="{3A7A97D7-A42F-004F-B1E4-88DE37B337C6}" destId="{4D2E9188-6096-1D40-A0A5-6CE92293C24B}" srcOrd="0" destOrd="0" presId="urn:microsoft.com/office/officeart/2005/8/layout/process4"/>
    <dgm:cxn modelId="{33DC7BC6-2FB2-4341-8C77-78A4020944E1}" type="presOf" srcId="{D2B6567D-3835-464A-9B22-4A5A538E9459}" destId="{192940EC-F7EF-C448-B612-A547A52E7DB4}" srcOrd="1" destOrd="0" presId="urn:microsoft.com/office/officeart/2005/8/layout/process4"/>
    <dgm:cxn modelId="{9A46CFC9-F19D-C042-BF69-62DCF73040AD}" srcId="{3A7A97D7-A42F-004F-B1E4-88DE37B337C6}" destId="{E7F53BCD-E12B-8142-B538-694329672064}" srcOrd="1" destOrd="0" parTransId="{5BD69CAD-52D9-CD4A-98AD-F80EBB4F18FD}" sibTransId="{CEBF5462-4FD4-944A-9ECA-FC15413043B6}"/>
    <dgm:cxn modelId="{54628ECC-EAA7-AA42-9FF4-0C2BC286BD32}" srcId="{D2B6567D-3835-464A-9B22-4A5A538E9459}" destId="{B603653D-9FAC-D74B-B55A-BD6EC966D415}" srcOrd="0" destOrd="0" parTransId="{FFEFC257-3F29-8446-95EB-C1BAC3677010}" sibTransId="{293BCD6D-3601-904E-B5E4-202013087D5D}"/>
    <dgm:cxn modelId="{D44280D3-F56E-DB43-BB28-0556FA61E746}" srcId="{CB00CFCA-62DF-4243-9A7F-DF405D91839A}" destId="{8C906D65-570D-D94B-8DAE-A52449300BBF}" srcOrd="1" destOrd="0" parTransId="{67220A02-F96A-144C-AF69-C995D0816795}" sibTransId="{71562F33-692E-904A-89C3-DB473CF7BDA5}"/>
    <dgm:cxn modelId="{8710B9D8-629F-2947-BF96-53ECF03D934A}" srcId="{3A7A97D7-A42F-004F-B1E4-88DE37B337C6}" destId="{CCB06973-AC53-0C41-89EC-060E7137C11C}" srcOrd="0" destOrd="0" parTransId="{93D82FFE-3E70-224F-9F82-E7D1CD03D34A}" sibTransId="{FF0CC7E7-5827-0F49-B942-8898739B49A7}"/>
    <dgm:cxn modelId="{096955D9-DAC7-A244-B9DE-1E0DD1829E90}" srcId="{BD1F8FEA-6D02-0246-911C-C6CA73DA75BE}" destId="{15FFABE9-AF96-0C46-832A-F87D5B879F20}" srcOrd="4" destOrd="0" parTransId="{E59A50FF-3134-764D-947D-19D174921958}" sibTransId="{1979D6A5-AC86-B84B-BCD1-87F2ADB1A9F3}"/>
    <dgm:cxn modelId="{FB53EDD9-E30D-0949-A132-BD8F7C674FEF}" type="presOf" srcId="{3CFD56CF-3652-6E43-8DA0-977135E8B5B7}" destId="{9DA0221C-35DF-FE49-9B25-3EACDFCD1DAD}" srcOrd="1" destOrd="0" presId="urn:microsoft.com/office/officeart/2005/8/layout/process4"/>
    <dgm:cxn modelId="{D63CDBE0-90C6-E74F-95D4-023D3DC76415}" srcId="{BD1F8FEA-6D02-0246-911C-C6CA73DA75BE}" destId="{3CFD56CF-3652-6E43-8DA0-977135E8B5B7}" srcOrd="1" destOrd="0" parTransId="{2A9E9FEE-5B21-0641-89C6-0582E29A7652}" sibTransId="{CDD5FACB-F706-A744-A32F-8CDA99FAF961}"/>
    <dgm:cxn modelId="{D72A74FB-19C3-CD4D-A1C0-A97C9E12DEDE}" srcId="{BD1F8FEA-6D02-0246-911C-C6CA73DA75BE}" destId="{3A7A97D7-A42F-004F-B1E4-88DE37B337C6}" srcOrd="2" destOrd="0" parTransId="{6451D953-A346-4645-AF46-E18D0FD5881B}" sibTransId="{1DF874E7-A064-C84B-836E-C8911CCF35DD}"/>
    <dgm:cxn modelId="{64B130A4-4A11-9A4F-AC08-362BF333C9F0}" type="presParOf" srcId="{A152AACB-05A1-284F-936D-D705D7C7AC6F}" destId="{3DF615EC-E043-5D47-ABAE-A60EAA090BFD}" srcOrd="0" destOrd="0" presId="urn:microsoft.com/office/officeart/2005/8/layout/process4"/>
    <dgm:cxn modelId="{0042E071-BF53-264E-B774-224A9125CF89}" type="presParOf" srcId="{3DF615EC-E043-5D47-ABAE-A60EAA090BFD}" destId="{E9D223D0-B8D5-6E4F-A0E8-36C5570B0163}" srcOrd="0" destOrd="0" presId="urn:microsoft.com/office/officeart/2005/8/layout/process4"/>
    <dgm:cxn modelId="{63DFBDDF-6F0F-A349-B571-34119A14E661}" type="presParOf" srcId="{3DF615EC-E043-5D47-ABAE-A60EAA090BFD}" destId="{D8029B41-AE20-C041-A968-3136167D391B}" srcOrd="1" destOrd="0" presId="urn:microsoft.com/office/officeart/2005/8/layout/process4"/>
    <dgm:cxn modelId="{70ECA489-F3C1-004C-80DD-771B7CE76589}" type="presParOf" srcId="{3DF615EC-E043-5D47-ABAE-A60EAA090BFD}" destId="{698326C0-A74A-E540-99BF-26A5210E967E}" srcOrd="2" destOrd="0" presId="urn:microsoft.com/office/officeart/2005/8/layout/process4"/>
    <dgm:cxn modelId="{3A50AACD-1163-B44D-9E40-670B30E47FD0}" type="presParOf" srcId="{698326C0-A74A-E540-99BF-26A5210E967E}" destId="{36637F4B-9ACF-714C-A6DB-D91033875A8A}" srcOrd="0" destOrd="0" presId="urn:microsoft.com/office/officeart/2005/8/layout/process4"/>
    <dgm:cxn modelId="{995E3C9F-A8CB-0347-B2F8-2C27170F89DC}" type="presParOf" srcId="{A152AACB-05A1-284F-936D-D705D7C7AC6F}" destId="{8BF92C81-5D78-BC49-B9DC-1670C8D964F6}" srcOrd="1" destOrd="0" presId="urn:microsoft.com/office/officeart/2005/8/layout/process4"/>
    <dgm:cxn modelId="{DD976998-728C-A643-89CC-29FE03768EA7}" type="presParOf" srcId="{A152AACB-05A1-284F-936D-D705D7C7AC6F}" destId="{FD3AD229-7F3C-A546-B2E2-24E6E1921DB6}" srcOrd="2" destOrd="0" presId="urn:microsoft.com/office/officeart/2005/8/layout/process4"/>
    <dgm:cxn modelId="{8CD495A5-C3D9-6A42-8F7E-AE38D00EF171}" type="presParOf" srcId="{FD3AD229-7F3C-A546-B2E2-24E6E1921DB6}" destId="{A18C63B6-164F-8347-90E1-64ED611DB5DD}" srcOrd="0" destOrd="0" presId="urn:microsoft.com/office/officeart/2005/8/layout/process4"/>
    <dgm:cxn modelId="{0DA862BD-D53E-DD4C-A5A9-73ACC99FE037}" type="presParOf" srcId="{FD3AD229-7F3C-A546-B2E2-24E6E1921DB6}" destId="{6FB88DE9-66B9-854A-A36C-928E280B4512}" srcOrd="1" destOrd="0" presId="urn:microsoft.com/office/officeart/2005/8/layout/process4"/>
    <dgm:cxn modelId="{60FF17DB-20BB-C145-A8A7-40F2D7DBE541}" type="presParOf" srcId="{FD3AD229-7F3C-A546-B2E2-24E6E1921DB6}" destId="{4E478A0A-E484-E946-99FB-84AFD74A5490}" srcOrd="2" destOrd="0" presId="urn:microsoft.com/office/officeart/2005/8/layout/process4"/>
    <dgm:cxn modelId="{C166EB8D-7FE0-274A-B5FE-80929468AD1A}" type="presParOf" srcId="{4E478A0A-E484-E946-99FB-84AFD74A5490}" destId="{631EC385-BDCE-EA44-8C54-92FC5F6CC84D}" srcOrd="0" destOrd="0" presId="urn:microsoft.com/office/officeart/2005/8/layout/process4"/>
    <dgm:cxn modelId="{2DAE8BE7-07F3-8A4D-84F0-E320011C7CEA}" type="presParOf" srcId="{A152AACB-05A1-284F-936D-D705D7C7AC6F}" destId="{6EB36357-862A-AF4E-A414-42317B6C33B8}" srcOrd="3" destOrd="0" presId="urn:microsoft.com/office/officeart/2005/8/layout/process4"/>
    <dgm:cxn modelId="{F7AE0439-5908-4141-88E1-7445613C1E69}" type="presParOf" srcId="{A152AACB-05A1-284F-936D-D705D7C7AC6F}" destId="{E1A1428C-215B-7C44-A5BA-59B6CCB2267E}" srcOrd="4" destOrd="0" presId="urn:microsoft.com/office/officeart/2005/8/layout/process4"/>
    <dgm:cxn modelId="{0ED4D38F-03C8-CE47-B38C-E06B96CE672C}" type="presParOf" srcId="{E1A1428C-215B-7C44-A5BA-59B6CCB2267E}" destId="{3CF98AF0-374F-B646-BC32-819CDF8934E1}" srcOrd="0" destOrd="0" presId="urn:microsoft.com/office/officeart/2005/8/layout/process4"/>
    <dgm:cxn modelId="{27EC96A3-CAA8-974E-A96D-93E36B806096}" type="presParOf" srcId="{E1A1428C-215B-7C44-A5BA-59B6CCB2267E}" destId="{60BA6D87-9E61-4C4D-BEA1-9CA48E919785}" srcOrd="1" destOrd="0" presId="urn:microsoft.com/office/officeart/2005/8/layout/process4"/>
    <dgm:cxn modelId="{A165697E-41D9-364C-AA0C-C315AFA15594}" type="presParOf" srcId="{E1A1428C-215B-7C44-A5BA-59B6CCB2267E}" destId="{25064A0A-F59C-DD4B-A642-D163154228C6}" srcOrd="2" destOrd="0" presId="urn:microsoft.com/office/officeart/2005/8/layout/process4"/>
    <dgm:cxn modelId="{48148EA8-E92E-B64E-AD2A-6380995ADD30}" type="presParOf" srcId="{25064A0A-F59C-DD4B-A642-D163154228C6}" destId="{97341DDF-5490-A147-BE06-CDA3E29AAD44}" srcOrd="0" destOrd="0" presId="urn:microsoft.com/office/officeart/2005/8/layout/process4"/>
    <dgm:cxn modelId="{02A59CDF-541D-4041-B9D1-0DAC79AD4EFD}" type="presParOf" srcId="{25064A0A-F59C-DD4B-A642-D163154228C6}" destId="{8DEB49C1-F477-844D-962E-29A8749890A6}" srcOrd="1" destOrd="0" presId="urn:microsoft.com/office/officeart/2005/8/layout/process4"/>
    <dgm:cxn modelId="{9C7614EC-D1B9-7E48-9C75-4E5FD6A54860}" type="presParOf" srcId="{A152AACB-05A1-284F-936D-D705D7C7AC6F}" destId="{4B8304EB-3D77-BE49-9A34-2AF7A8BD2CE8}" srcOrd="5" destOrd="0" presId="urn:microsoft.com/office/officeart/2005/8/layout/process4"/>
    <dgm:cxn modelId="{E9A9737E-5647-4C4D-A3D3-6393FF6FED21}" type="presParOf" srcId="{A152AACB-05A1-284F-936D-D705D7C7AC6F}" destId="{44F61D52-4208-5146-9F4A-1A12D9712875}" srcOrd="6" destOrd="0" presId="urn:microsoft.com/office/officeart/2005/8/layout/process4"/>
    <dgm:cxn modelId="{DEE8041C-CEE0-084B-BA31-190B45FC3142}" type="presParOf" srcId="{44F61D52-4208-5146-9F4A-1A12D9712875}" destId="{4D2E9188-6096-1D40-A0A5-6CE92293C24B}" srcOrd="0" destOrd="0" presId="urn:microsoft.com/office/officeart/2005/8/layout/process4"/>
    <dgm:cxn modelId="{7BCBBF5E-EF41-454E-A99A-1BB470B39FA4}" type="presParOf" srcId="{44F61D52-4208-5146-9F4A-1A12D9712875}" destId="{6DCE1914-726F-2D4A-80D6-ADF416C55B05}" srcOrd="1" destOrd="0" presId="urn:microsoft.com/office/officeart/2005/8/layout/process4"/>
    <dgm:cxn modelId="{0EFA816B-EB5F-E043-9199-BEA6DC6C0EB6}" type="presParOf" srcId="{44F61D52-4208-5146-9F4A-1A12D9712875}" destId="{BE75C08E-9BFA-344F-9753-CF7B5E34C4E4}" srcOrd="2" destOrd="0" presId="urn:microsoft.com/office/officeart/2005/8/layout/process4"/>
    <dgm:cxn modelId="{7567C3C0-34E5-FD44-86DF-59F8996B74CD}" type="presParOf" srcId="{BE75C08E-9BFA-344F-9753-CF7B5E34C4E4}" destId="{941D06FB-99E4-DC44-BEC2-F1785920872B}" srcOrd="0" destOrd="0" presId="urn:microsoft.com/office/officeart/2005/8/layout/process4"/>
    <dgm:cxn modelId="{0E404A7F-5F8E-984A-943F-C404C57BB5F3}" type="presParOf" srcId="{BE75C08E-9BFA-344F-9753-CF7B5E34C4E4}" destId="{37646820-EF76-5B4C-A5B1-80B323727758}" srcOrd="1" destOrd="0" presId="urn:microsoft.com/office/officeart/2005/8/layout/process4"/>
    <dgm:cxn modelId="{BC316327-8B74-3445-A315-4479A7455A05}" type="presParOf" srcId="{A152AACB-05A1-284F-936D-D705D7C7AC6F}" destId="{470F7A4A-9628-6343-8373-BD7397319D08}" srcOrd="7" destOrd="0" presId="urn:microsoft.com/office/officeart/2005/8/layout/process4"/>
    <dgm:cxn modelId="{26274BD8-8087-B44B-8D24-4AF0E5E0D82E}" type="presParOf" srcId="{A152AACB-05A1-284F-936D-D705D7C7AC6F}" destId="{DB0130C7-1F31-4D42-B0E7-D14245DA21C7}" srcOrd="8" destOrd="0" presId="urn:microsoft.com/office/officeart/2005/8/layout/process4"/>
    <dgm:cxn modelId="{9450A70D-7E3C-124C-BEB9-4AE028A092BA}" type="presParOf" srcId="{DB0130C7-1F31-4D42-B0E7-D14245DA21C7}" destId="{102BB31A-1C8C-C044-B85B-363F6887B216}" srcOrd="0" destOrd="0" presId="urn:microsoft.com/office/officeart/2005/8/layout/process4"/>
    <dgm:cxn modelId="{671FDB0D-869A-5143-91A3-69383ABF4B79}" type="presParOf" srcId="{DB0130C7-1F31-4D42-B0E7-D14245DA21C7}" destId="{9DA0221C-35DF-FE49-9B25-3EACDFCD1DAD}" srcOrd="1" destOrd="0" presId="urn:microsoft.com/office/officeart/2005/8/layout/process4"/>
    <dgm:cxn modelId="{AA7D9817-F6A0-E943-92AC-50358663495E}" type="presParOf" srcId="{DB0130C7-1F31-4D42-B0E7-D14245DA21C7}" destId="{BB7F7312-749D-E844-AFE0-B4B84A6680D4}" srcOrd="2" destOrd="0" presId="urn:microsoft.com/office/officeart/2005/8/layout/process4"/>
    <dgm:cxn modelId="{609D777E-B719-EA42-8943-AC1E339F3F16}" type="presParOf" srcId="{BB7F7312-749D-E844-AFE0-B4B84A6680D4}" destId="{47C99A96-2FBE-4E4F-A738-1D896D5CEC47}" srcOrd="0" destOrd="0" presId="urn:microsoft.com/office/officeart/2005/8/layout/process4"/>
    <dgm:cxn modelId="{198053C6-1ACC-4C46-ABFC-6D95CF3C08F8}" type="presParOf" srcId="{BB7F7312-749D-E844-AFE0-B4B84A6680D4}" destId="{80341E7D-5EF7-C04B-8C75-ADFD76CA2546}" srcOrd="1" destOrd="0" presId="urn:microsoft.com/office/officeart/2005/8/layout/process4"/>
    <dgm:cxn modelId="{86620DE1-23BE-9048-AAAA-B1DB7855C8AC}" type="presParOf" srcId="{A152AACB-05A1-284F-936D-D705D7C7AC6F}" destId="{E6B58126-C17A-2540-9841-729F83635738}" srcOrd="9" destOrd="0" presId="urn:microsoft.com/office/officeart/2005/8/layout/process4"/>
    <dgm:cxn modelId="{19762AD8-BE05-5A44-AE56-C98C5B7DCED1}" type="presParOf" srcId="{A152AACB-05A1-284F-936D-D705D7C7AC6F}" destId="{A35195DB-7F75-5D4C-A48F-85D769CA5C7F}" srcOrd="10" destOrd="0" presId="urn:microsoft.com/office/officeart/2005/8/layout/process4"/>
    <dgm:cxn modelId="{0EFE2EB4-A154-D341-B7E6-499AFBA00857}" type="presParOf" srcId="{A35195DB-7F75-5D4C-A48F-85D769CA5C7F}" destId="{54FED651-057C-A948-8106-A53D537525E1}" srcOrd="0" destOrd="0" presId="urn:microsoft.com/office/officeart/2005/8/layout/process4"/>
    <dgm:cxn modelId="{22D09523-E55D-1648-B886-27046AF41010}" type="presParOf" srcId="{A35195DB-7F75-5D4C-A48F-85D769CA5C7F}" destId="{192940EC-F7EF-C448-B612-A547A52E7DB4}" srcOrd="1" destOrd="0" presId="urn:microsoft.com/office/officeart/2005/8/layout/process4"/>
    <dgm:cxn modelId="{164F8917-E419-CB42-90FE-7CE31339E3B3}" type="presParOf" srcId="{A35195DB-7F75-5D4C-A48F-85D769CA5C7F}" destId="{F8594578-293C-C540-8346-BCACF567B9F8}" srcOrd="2" destOrd="0" presId="urn:microsoft.com/office/officeart/2005/8/layout/process4"/>
    <dgm:cxn modelId="{A328D149-AFF8-4B48-BBB0-92ECB7D2BC46}" type="presParOf" srcId="{F8594578-293C-C540-8346-BCACF567B9F8}" destId="{39C6DD2B-4D7E-7B43-AF88-CBB09B3F017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B3BE95D-084F-024E-BC50-C4BE0A5A70E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43D3B61-D9B5-3E47-85A9-B7FD626A95C8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Monte Carlo Simulations </a:t>
          </a:r>
          <a:endParaRPr lang="en-IN">
            <a:latin typeface="Book Antiqua" panose="02040602050305030304" pitchFamily="18" charset="0"/>
          </a:endParaRPr>
        </a:p>
      </dgm:t>
    </dgm:pt>
    <dgm:pt modelId="{10EA25DA-355A-9B45-BD3C-014878612CFD}" type="parTrans" cxnId="{F7DD8F97-751F-DE47-BC32-9FC14DDE71BD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0127984D-A053-6E47-AF35-B74BC48A86ED}" type="sibTrans" cxnId="{F7DD8F97-751F-DE47-BC32-9FC14DDE71BD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30EC7F55-BDF6-9D41-B511-FDD6865EE407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Allow FogTorch</a:t>
          </a:r>
          <a:r>
            <a:rPr lang="el-GR">
              <a:latin typeface="Book Antiqua" panose="02040602050305030304" pitchFamily="18" charset="0"/>
            </a:rPr>
            <a:t>Π </a:t>
          </a:r>
          <a:r>
            <a:rPr lang="en-US">
              <a:latin typeface="Book Antiqua" panose="02040602050305030304" pitchFamily="18" charset="0"/>
            </a:rPr>
            <a:t>to dynamically simulate changes in network conditions and assess deployment robustness.</a:t>
          </a:r>
          <a:endParaRPr lang="en-IN">
            <a:latin typeface="Book Antiqua" panose="02040602050305030304" pitchFamily="18" charset="0"/>
          </a:endParaRPr>
        </a:p>
      </dgm:t>
    </dgm:pt>
    <dgm:pt modelId="{0FF63338-BEE3-1345-9475-EBF26788A17A}" type="parTrans" cxnId="{F5C7FC60-330F-CB4A-96F9-8622325D380C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BBF97CEF-3718-7E46-AD15-45B6697CE1AD}" type="sibTrans" cxnId="{F5C7FC60-330F-CB4A-96F9-8622325D380C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8EB335AB-D954-3640-B7CA-8830D1D3CC2F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Probability Distributions </a:t>
          </a:r>
          <a:r>
            <a:rPr lang="en-US">
              <a:latin typeface="Book Antiqua" panose="02040602050305030304" pitchFamily="18" charset="0"/>
            </a:rPr>
            <a:t>: </a:t>
          </a:r>
          <a:endParaRPr lang="en-IN">
            <a:latin typeface="Book Antiqua" panose="02040602050305030304" pitchFamily="18" charset="0"/>
          </a:endParaRPr>
        </a:p>
      </dgm:t>
    </dgm:pt>
    <dgm:pt modelId="{48BD3063-8E9B-8A42-B69E-263F64DD8C83}" type="parTrans" cxnId="{259D3953-2090-B64D-9FAC-268F5C9F1CE2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3E449701-74EE-0A47-8A72-DB8AFCB6401B}" type="sibTrans" cxnId="{259D3953-2090-B64D-9FAC-268F5C9F1CE2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BB51B272-4B63-1F48-8832-4958AFA944E6}">
      <dgm:prSet/>
      <dgm:spPr/>
      <dgm:t>
        <a:bodyPr/>
        <a:lstStyle/>
        <a:p>
          <a:pPr algn="just"/>
          <a:r>
            <a:rPr lang="en-US" dirty="0">
              <a:latin typeface="Book Antiqua" panose="02040602050305030304" pitchFamily="18" charset="0"/>
            </a:rPr>
            <a:t>Ensure realistic variations in QoS metrics (e.g., latency, bandwidth) based on historical behavior of the infrastructure.</a:t>
          </a:r>
          <a:endParaRPr lang="en-IN" dirty="0">
            <a:latin typeface="Book Antiqua" panose="02040602050305030304" pitchFamily="18" charset="0"/>
          </a:endParaRPr>
        </a:p>
      </dgm:t>
    </dgm:pt>
    <dgm:pt modelId="{6B32E173-533D-9B42-B023-5F4891FE10B1}" type="parTrans" cxnId="{0A0B729A-5D49-B44B-8573-918A88423C4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84CF94E3-EFED-E643-9947-3217F5CF38D0}" type="sibTrans" cxnId="{0A0B729A-5D49-B44B-8573-918A88423C47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DEF3A939-9F2C-0243-89F7-CBFBF67D8FC0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Parallel Execution </a:t>
          </a:r>
          <a:r>
            <a:rPr lang="en-US">
              <a:latin typeface="Book Antiqua" panose="02040602050305030304" pitchFamily="18" charset="0"/>
            </a:rPr>
            <a:t>: </a:t>
          </a:r>
          <a:endParaRPr lang="en-IN">
            <a:latin typeface="Book Antiqua" panose="02040602050305030304" pitchFamily="18" charset="0"/>
          </a:endParaRPr>
        </a:p>
      </dgm:t>
    </dgm:pt>
    <dgm:pt modelId="{5974CFDB-AE17-CB41-A37E-1D382516E1E3}" type="parTrans" cxnId="{05C0D6A6-56C5-A544-98E1-87528D742D9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4CEFB434-2929-514D-AD10-7B52EB0C3D98}" type="sibTrans" cxnId="{05C0D6A6-56C5-A544-98E1-87528D742D9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55E8BB97-BA18-284F-8F56-138467A48618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Speeds up the simulation by dividing work among multiple threads.</a:t>
          </a:r>
          <a:endParaRPr lang="en-IN">
            <a:latin typeface="Book Antiqua" panose="02040602050305030304" pitchFamily="18" charset="0"/>
          </a:endParaRPr>
        </a:p>
      </dgm:t>
    </dgm:pt>
    <dgm:pt modelId="{131BCDE9-8730-DE43-8B71-614BADB834B6}" type="parTrans" cxnId="{BFFE8B55-99B1-7F41-B271-90C1FEE5228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D2FF7026-B2DE-3A47-AF0B-A11B88BFA0FC}" type="sibTrans" cxnId="{BFFE8B55-99B1-7F41-B271-90C1FEE52289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B68D722A-493B-604C-A482-B05E1639378D}">
      <dgm:prSet/>
      <dgm:spPr/>
      <dgm:t>
        <a:bodyPr/>
        <a:lstStyle/>
        <a:p>
          <a:pPr algn="just"/>
          <a:r>
            <a:rPr lang="en-US" b="1">
              <a:latin typeface="Book Antiqua" panose="02040602050305030304" pitchFamily="18" charset="0"/>
            </a:rPr>
            <a:t>QoS-Assurance Metric </a:t>
          </a:r>
          <a:r>
            <a:rPr lang="en-US">
              <a:latin typeface="Book Antiqua" panose="02040602050305030304" pitchFamily="18" charset="0"/>
            </a:rPr>
            <a:t>:</a:t>
          </a:r>
          <a:endParaRPr lang="en-IN">
            <a:latin typeface="Book Antiqua" panose="02040602050305030304" pitchFamily="18" charset="0"/>
          </a:endParaRPr>
        </a:p>
      </dgm:t>
    </dgm:pt>
    <dgm:pt modelId="{E6C522F0-FC0B-0443-A2D6-BB266EB6E5A9}" type="parTrans" cxnId="{0797B47D-9EC2-9D4C-B910-975685EDBC85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61FD5CE2-CA91-4A44-B47F-2DF5659AC494}" type="sibTrans" cxnId="{0797B47D-9EC2-9D4C-B910-975685EDBC85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918B4201-FFF5-FA48-93B4-4FCDA357D85A}">
      <dgm:prSet/>
      <dgm:spPr/>
      <dgm:t>
        <a:bodyPr/>
        <a:lstStyle/>
        <a:p>
          <a:pPr algn="just"/>
          <a:r>
            <a:rPr lang="en-US">
              <a:latin typeface="Book Antiqua" panose="02040602050305030304" pitchFamily="18" charset="0"/>
            </a:rPr>
            <a:t>Provides a probabilistic measure of how well a deployment will perform in real-world scenarios.</a:t>
          </a:r>
          <a:endParaRPr lang="en-IN">
            <a:latin typeface="Book Antiqua" panose="02040602050305030304" pitchFamily="18" charset="0"/>
          </a:endParaRPr>
        </a:p>
      </dgm:t>
    </dgm:pt>
    <dgm:pt modelId="{4F1AD9E2-D9E4-1E47-8DA1-AFAE5381E40C}" type="parTrans" cxnId="{1B9FB0C2-3C48-2348-B4E0-1DB9BB81B4A6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2BA32C6A-2244-8843-872E-26DAF947BCBC}" type="sibTrans" cxnId="{1B9FB0C2-3C48-2348-B4E0-1DB9BB81B4A6}">
      <dgm:prSet/>
      <dgm:spPr/>
      <dgm:t>
        <a:bodyPr/>
        <a:lstStyle/>
        <a:p>
          <a:pPr algn="just"/>
          <a:endParaRPr lang="en-GB">
            <a:latin typeface="Book Antiqua" panose="02040602050305030304" pitchFamily="18" charset="0"/>
          </a:endParaRPr>
        </a:p>
      </dgm:t>
    </dgm:pt>
    <dgm:pt modelId="{F530B99F-63A8-C545-8ACD-653DC4570D2C}" type="pres">
      <dgm:prSet presAssocID="{1B3BE95D-084F-024E-BC50-C4BE0A5A70E9}" presName="Name0" presStyleCnt="0">
        <dgm:presLayoutVars>
          <dgm:dir/>
          <dgm:animLvl val="lvl"/>
          <dgm:resizeHandles val="exact"/>
        </dgm:presLayoutVars>
      </dgm:prSet>
      <dgm:spPr/>
    </dgm:pt>
    <dgm:pt modelId="{9E09C904-932A-8941-B598-DBA917BD7F79}" type="pres">
      <dgm:prSet presAssocID="{643D3B61-D9B5-3E47-85A9-B7FD626A95C8}" presName="linNode" presStyleCnt="0"/>
      <dgm:spPr/>
    </dgm:pt>
    <dgm:pt modelId="{67CA74F2-DE6C-2A48-B1C8-D0C75714F8B8}" type="pres">
      <dgm:prSet presAssocID="{643D3B61-D9B5-3E47-85A9-B7FD626A95C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E1DF0E-30E9-E041-887F-B31A14084BA4}" type="pres">
      <dgm:prSet presAssocID="{643D3B61-D9B5-3E47-85A9-B7FD626A95C8}" presName="descendantText" presStyleLbl="alignAccFollowNode1" presStyleIdx="0" presStyleCnt="4">
        <dgm:presLayoutVars>
          <dgm:bulletEnabled val="1"/>
        </dgm:presLayoutVars>
      </dgm:prSet>
      <dgm:spPr/>
    </dgm:pt>
    <dgm:pt modelId="{86B5A4CC-7F08-2442-B11E-DF56BFD2F9F7}" type="pres">
      <dgm:prSet presAssocID="{0127984D-A053-6E47-AF35-B74BC48A86ED}" presName="sp" presStyleCnt="0"/>
      <dgm:spPr/>
    </dgm:pt>
    <dgm:pt modelId="{B0D8EDEE-D5BC-E441-9068-A55154F25FB1}" type="pres">
      <dgm:prSet presAssocID="{8EB335AB-D954-3640-B7CA-8830D1D3CC2F}" presName="linNode" presStyleCnt="0"/>
      <dgm:spPr/>
    </dgm:pt>
    <dgm:pt modelId="{FEF2A193-34F5-ED44-9DFE-B8D2D3445248}" type="pres">
      <dgm:prSet presAssocID="{8EB335AB-D954-3640-B7CA-8830D1D3CC2F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89829B6E-6218-0541-9C4D-7F82867ACCBA}" type="pres">
      <dgm:prSet presAssocID="{8EB335AB-D954-3640-B7CA-8830D1D3CC2F}" presName="descendantText" presStyleLbl="alignAccFollowNode1" presStyleIdx="1" presStyleCnt="4">
        <dgm:presLayoutVars>
          <dgm:bulletEnabled val="1"/>
        </dgm:presLayoutVars>
      </dgm:prSet>
      <dgm:spPr/>
    </dgm:pt>
    <dgm:pt modelId="{129D0032-672D-ED4D-A615-7A63F425E1C9}" type="pres">
      <dgm:prSet presAssocID="{3E449701-74EE-0A47-8A72-DB8AFCB6401B}" presName="sp" presStyleCnt="0"/>
      <dgm:spPr/>
    </dgm:pt>
    <dgm:pt modelId="{3944A5D8-7D72-384E-8131-9312CA30BE0F}" type="pres">
      <dgm:prSet presAssocID="{DEF3A939-9F2C-0243-89F7-CBFBF67D8FC0}" presName="linNode" presStyleCnt="0"/>
      <dgm:spPr/>
    </dgm:pt>
    <dgm:pt modelId="{0D415A68-BA99-0D4F-8BA5-1D2A261A3B67}" type="pres">
      <dgm:prSet presAssocID="{DEF3A939-9F2C-0243-89F7-CBFBF67D8FC0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3925678-4612-1742-B9D9-623351AD5AAD}" type="pres">
      <dgm:prSet presAssocID="{DEF3A939-9F2C-0243-89F7-CBFBF67D8FC0}" presName="descendantText" presStyleLbl="alignAccFollowNode1" presStyleIdx="2" presStyleCnt="4">
        <dgm:presLayoutVars>
          <dgm:bulletEnabled val="1"/>
        </dgm:presLayoutVars>
      </dgm:prSet>
      <dgm:spPr/>
    </dgm:pt>
    <dgm:pt modelId="{4A7413C2-2EDD-1B4D-9EA9-E71A7C0AE8F4}" type="pres">
      <dgm:prSet presAssocID="{4CEFB434-2929-514D-AD10-7B52EB0C3D98}" presName="sp" presStyleCnt="0"/>
      <dgm:spPr/>
    </dgm:pt>
    <dgm:pt modelId="{F912D02C-B5E9-AC43-A47F-6715DD59338D}" type="pres">
      <dgm:prSet presAssocID="{B68D722A-493B-604C-A482-B05E1639378D}" presName="linNode" presStyleCnt="0"/>
      <dgm:spPr/>
    </dgm:pt>
    <dgm:pt modelId="{A89E5CCC-0106-624A-A2AB-3553D506A7A3}" type="pres">
      <dgm:prSet presAssocID="{B68D722A-493B-604C-A482-B05E1639378D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8A07DEBF-6722-8346-8169-C45E1237B8FC}" type="pres">
      <dgm:prSet presAssocID="{B68D722A-493B-604C-A482-B05E1639378D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18E0ED01-8B19-6F41-A482-9AF50ABAC107}" type="presOf" srcId="{918B4201-FFF5-FA48-93B4-4FCDA357D85A}" destId="{8A07DEBF-6722-8346-8169-C45E1237B8FC}" srcOrd="0" destOrd="0" presId="urn:microsoft.com/office/officeart/2005/8/layout/vList5"/>
    <dgm:cxn modelId="{3EDF3B16-D07A-3449-8E32-B7185FD58E86}" type="presOf" srcId="{DEF3A939-9F2C-0243-89F7-CBFBF67D8FC0}" destId="{0D415A68-BA99-0D4F-8BA5-1D2A261A3B67}" srcOrd="0" destOrd="0" presId="urn:microsoft.com/office/officeart/2005/8/layout/vList5"/>
    <dgm:cxn modelId="{4082681B-25E6-4D4D-B358-17DFD31BD849}" type="presOf" srcId="{8EB335AB-D954-3640-B7CA-8830D1D3CC2F}" destId="{FEF2A193-34F5-ED44-9DFE-B8D2D3445248}" srcOrd="0" destOrd="0" presId="urn:microsoft.com/office/officeart/2005/8/layout/vList5"/>
    <dgm:cxn modelId="{4C926927-CC82-7A47-A1B9-790BD178F011}" type="presOf" srcId="{643D3B61-D9B5-3E47-85A9-B7FD626A95C8}" destId="{67CA74F2-DE6C-2A48-B1C8-D0C75714F8B8}" srcOrd="0" destOrd="0" presId="urn:microsoft.com/office/officeart/2005/8/layout/vList5"/>
    <dgm:cxn modelId="{259D3953-2090-B64D-9FAC-268F5C9F1CE2}" srcId="{1B3BE95D-084F-024E-BC50-C4BE0A5A70E9}" destId="{8EB335AB-D954-3640-B7CA-8830D1D3CC2F}" srcOrd="1" destOrd="0" parTransId="{48BD3063-8E9B-8A42-B69E-263F64DD8C83}" sibTransId="{3E449701-74EE-0A47-8A72-DB8AFCB6401B}"/>
    <dgm:cxn modelId="{BFFE8B55-99B1-7F41-B271-90C1FEE52289}" srcId="{DEF3A939-9F2C-0243-89F7-CBFBF67D8FC0}" destId="{55E8BB97-BA18-284F-8F56-138467A48618}" srcOrd="0" destOrd="0" parTransId="{131BCDE9-8730-DE43-8B71-614BADB834B6}" sibTransId="{D2FF7026-B2DE-3A47-AF0B-A11B88BFA0FC}"/>
    <dgm:cxn modelId="{F5C7FC60-330F-CB4A-96F9-8622325D380C}" srcId="{643D3B61-D9B5-3E47-85A9-B7FD626A95C8}" destId="{30EC7F55-BDF6-9D41-B511-FDD6865EE407}" srcOrd="0" destOrd="0" parTransId="{0FF63338-BEE3-1345-9475-EBF26788A17A}" sibTransId="{BBF97CEF-3718-7E46-AD15-45B6697CE1AD}"/>
    <dgm:cxn modelId="{58CB5C6A-AF29-8F49-9690-C55C70CE74D4}" type="presOf" srcId="{55E8BB97-BA18-284F-8F56-138467A48618}" destId="{73925678-4612-1742-B9D9-623351AD5AAD}" srcOrd="0" destOrd="0" presId="urn:microsoft.com/office/officeart/2005/8/layout/vList5"/>
    <dgm:cxn modelId="{0797B47D-9EC2-9D4C-B910-975685EDBC85}" srcId="{1B3BE95D-084F-024E-BC50-C4BE0A5A70E9}" destId="{B68D722A-493B-604C-A482-B05E1639378D}" srcOrd="3" destOrd="0" parTransId="{E6C522F0-FC0B-0443-A2D6-BB266EB6E5A9}" sibTransId="{61FD5CE2-CA91-4A44-B47F-2DF5659AC494}"/>
    <dgm:cxn modelId="{F7DD8F97-751F-DE47-BC32-9FC14DDE71BD}" srcId="{1B3BE95D-084F-024E-BC50-C4BE0A5A70E9}" destId="{643D3B61-D9B5-3E47-85A9-B7FD626A95C8}" srcOrd="0" destOrd="0" parTransId="{10EA25DA-355A-9B45-BD3C-014878612CFD}" sibTransId="{0127984D-A053-6E47-AF35-B74BC48A86ED}"/>
    <dgm:cxn modelId="{0A0B729A-5D49-B44B-8573-918A88423C47}" srcId="{8EB335AB-D954-3640-B7CA-8830D1D3CC2F}" destId="{BB51B272-4B63-1F48-8832-4958AFA944E6}" srcOrd="0" destOrd="0" parTransId="{6B32E173-533D-9B42-B023-5F4891FE10B1}" sibTransId="{84CF94E3-EFED-E643-9947-3217F5CF38D0}"/>
    <dgm:cxn modelId="{05C0D6A6-56C5-A544-98E1-87528D742D99}" srcId="{1B3BE95D-084F-024E-BC50-C4BE0A5A70E9}" destId="{DEF3A939-9F2C-0243-89F7-CBFBF67D8FC0}" srcOrd="2" destOrd="0" parTransId="{5974CFDB-AE17-CB41-A37E-1D382516E1E3}" sibTransId="{4CEFB434-2929-514D-AD10-7B52EB0C3D98}"/>
    <dgm:cxn modelId="{F3CBAFB2-39B4-5644-9B2B-93A6DEEB5BDC}" type="presOf" srcId="{BB51B272-4B63-1F48-8832-4958AFA944E6}" destId="{89829B6E-6218-0541-9C4D-7F82867ACCBA}" srcOrd="0" destOrd="0" presId="urn:microsoft.com/office/officeart/2005/8/layout/vList5"/>
    <dgm:cxn modelId="{1B9FB0C2-3C48-2348-B4E0-1DB9BB81B4A6}" srcId="{B68D722A-493B-604C-A482-B05E1639378D}" destId="{918B4201-FFF5-FA48-93B4-4FCDA357D85A}" srcOrd="0" destOrd="0" parTransId="{4F1AD9E2-D9E4-1E47-8DA1-AFAE5381E40C}" sibTransId="{2BA32C6A-2244-8843-872E-26DAF947BCBC}"/>
    <dgm:cxn modelId="{C69F0ED1-452F-C94A-B572-BA044AFA6151}" type="presOf" srcId="{30EC7F55-BDF6-9D41-B511-FDD6865EE407}" destId="{44E1DF0E-30E9-E041-887F-B31A14084BA4}" srcOrd="0" destOrd="0" presId="urn:microsoft.com/office/officeart/2005/8/layout/vList5"/>
    <dgm:cxn modelId="{5A3564E8-9F9B-9048-8B0B-FEE791E77FED}" type="presOf" srcId="{B68D722A-493B-604C-A482-B05E1639378D}" destId="{A89E5CCC-0106-624A-A2AB-3553D506A7A3}" srcOrd="0" destOrd="0" presId="urn:microsoft.com/office/officeart/2005/8/layout/vList5"/>
    <dgm:cxn modelId="{423638FD-4F42-DB49-9032-CD0439C67B39}" type="presOf" srcId="{1B3BE95D-084F-024E-BC50-C4BE0A5A70E9}" destId="{F530B99F-63A8-C545-8ACD-653DC4570D2C}" srcOrd="0" destOrd="0" presId="urn:microsoft.com/office/officeart/2005/8/layout/vList5"/>
    <dgm:cxn modelId="{7E312B2E-A783-1B46-BBA8-C1178D53A6A4}" type="presParOf" srcId="{F530B99F-63A8-C545-8ACD-653DC4570D2C}" destId="{9E09C904-932A-8941-B598-DBA917BD7F79}" srcOrd="0" destOrd="0" presId="urn:microsoft.com/office/officeart/2005/8/layout/vList5"/>
    <dgm:cxn modelId="{BFFD8114-44E2-AF43-BFEF-C89AE2E39EA1}" type="presParOf" srcId="{9E09C904-932A-8941-B598-DBA917BD7F79}" destId="{67CA74F2-DE6C-2A48-B1C8-D0C75714F8B8}" srcOrd="0" destOrd="0" presId="urn:microsoft.com/office/officeart/2005/8/layout/vList5"/>
    <dgm:cxn modelId="{5FA7CECB-15FE-B243-A7B1-1FED6BF851EC}" type="presParOf" srcId="{9E09C904-932A-8941-B598-DBA917BD7F79}" destId="{44E1DF0E-30E9-E041-887F-B31A14084BA4}" srcOrd="1" destOrd="0" presId="urn:microsoft.com/office/officeart/2005/8/layout/vList5"/>
    <dgm:cxn modelId="{D7E1875B-83AB-0549-8281-8AD7B60DE35A}" type="presParOf" srcId="{F530B99F-63A8-C545-8ACD-653DC4570D2C}" destId="{86B5A4CC-7F08-2442-B11E-DF56BFD2F9F7}" srcOrd="1" destOrd="0" presId="urn:microsoft.com/office/officeart/2005/8/layout/vList5"/>
    <dgm:cxn modelId="{E90FED27-B16A-D74C-813B-7D8E0B2800B4}" type="presParOf" srcId="{F530B99F-63A8-C545-8ACD-653DC4570D2C}" destId="{B0D8EDEE-D5BC-E441-9068-A55154F25FB1}" srcOrd="2" destOrd="0" presId="urn:microsoft.com/office/officeart/2005/8/layout/vList5"/>
    <dgm:cxn modelId="{EC201184-D858-6B45-B7A5-1D39A772E3EE}" type="presParOf" srcId="{B0D8EDEE-D5BC-E441-9068-A55154F25FB1}" destId="{FEF2A193-34F5-ED44-9DFE-B8D2D3445248}" srcOrd="0" destOrd="0" presId="urn:microsoft.com/office/officeart/2005/8/layout/vList5"/>
    <dgm:cxn modelId="{A24815F5-E2A4-094C-A199-8646D1226251}" type="presParOf" srcId="{B0D8EDEE-D5BC-E441-9068-A55154F25FB1}" destId="{89829B6E-6218-0541-9C4D-7F82867ACCBA}" srcOrd="1" destOrd="0" presId="urn:microsoft.com/office/officeart/2005/8/layout/vList5"/>
    <dgm:cxn modelId="{787CC1D6-3086-3742-920C-26E79C8A4AA4}" type="presParOf" srcId="{F530B99F-63A8-C545-8ACD-653DC4570D2C}" destId="{129D0032-672D-ED4D-A615-7A63F425E1C9}" srcOrd="3" destOrd="0" presId="urn:microsoft.com/office/officeart/2005/8/layout/vList5"/>
    <dgm:cxn modelId="{E01F66F4-81A4-4841-91FC-B6C37E7300C6}" type="presParOf" srcId="{F530B99F-63A8-C545-8ACD-653DC4570D2C}" destId="{3944A5D8-7D72-384E-8131-9312CA30BE0F}" srcOrd="4" destOrd="0" presId="urn:microsoft.com/office/officeart/2005/8/layout/vList5"/>
    <dgm:cxn modelId="{14A86CE5-0D2B-DA44-BF4D-A15E60594874}" type="presParOf" srcId="{3944A5D8-7D72-384E-8131-9312CA30BE0F}" destId="{0D415A68-BA99-0D4F-8BA5-1D2A261A3B67}" srcOrd="0" destOrd="0" presId="urn:microsoft.com/office/officeart/2005/8/layout/vList5"/>
    <dgm:cxn modelId="{1A8EB39C-074A-7041-A84D-B42397A32A66}" type="presParOf" srcId="{3944A5D8-7D72-384E-8131-9312CA30BE0F}" destId="{73925678-4612-1742-B9D9-623351AD5AAD}" srcOrd="1" destOrd="0" presId="urn:microsoft.com/office/officeart/2005/8/layout/vList5"/>
    <dgm:cxn modelId="{89290C9F-18D4-3B4E-922D-4BD430F4B8E2}" type="presParOf" srcId="{F530B99F-63A8-C545-8ACD-653DC4570D2C}" destId="{4A7413C2-2EDD-1B4D-9EA9-E71A7C0AE8F4}" srcOrd="5" destOrd="0" presId="urn:microsoft.com/office/officeart/2005/8/layout/vList5"/>
    <dgm:cxn modelId="{A90B192E-AAE0-5D42-833F-CC1F267F3BF3}" type="presParOf" srcId="{F530B99F-63A8-C545-8ACD-653DC4570D2C}" destId="{F912D02C-B5E9-AC43-A47F-6715DD59338D}" srcOrd="6" destOrd="0" presId="urn:microsoft.com/office/officeart/2005/8/layout/vList5"/>
    <dgm:cxn modelId="{D5C84732-0FBF-C441-B76B-DFA0F08D449C}" type="presParOf" srcId="{F912D02C-B5E9-AC43-A47F-6715DD59338D}" destId="{A89E5CCC-0106-624A-A2AB-3553D506A7A3}" srcOrd="0" destOrd="0" presId="urn:microsoft.com/office/officeart/2005/8/layout/vList5"/>
    <dgm:cxn modelId="{7C06100B-FF14-7645-87DB-397D87FDA0F7}" type="presParOf" srcId="{F912D02C-B5E9-AC43-A47F-6715DD59338D}" destId="{8A07DEBF-6722-8346-8169-C45E1237B8F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913AA83-EB0A-0545-810F-A30B615DA087}" type="doc">
      <dgm:prSet loTypeId="urn:microsoft.com/office/officeart/2005/8/layout/cycle8" loCatId="" qsTypeId="urn:microsoft.com/office/officeart/2005/8/quickstyle/simple1" qsCatId="simple" csTypeId="urn:microsoft.com/office/officeart/2005/8/colors/colorful4" csCatId="colorful" phldr="1"/>
      <dgm:spPr/>
    </dgm:pt>
    <dgm:pt modelId="{CD934E0B-2426-2D4C-AE56-1F090A10D981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Network Traffic Congestion</a:t>
          </a:r>
          <a:endParaRPr lang="en-GB" dirty="0">
            <a:latin typeface="Book Antiqua" panose="02040602050305030304" pitchFamily="18" charset="0"/>
          </a:endParaRPr>
        </a:p>
      </dgm:t>
    </dgm:pt>
    <dgm:pt modelId="{BAA8BE4E-7285-6B4C-8949-99C82413B1E2}" type="parTrans" cxnId="{A50EF70E-93CC-CE4F-916F-B01A4C57706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8426C71-5652-3E4C-9D48-FB2E989B5983}" type="sibTrans" cxnId="{A50EF70E-93CC-CE4F-916F-B01A4C57706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F1234314-2EF6-E74E-A3BB-B0C2D71D9007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Security Issues</a:t>
          </a:r>
          <a:endParaRPr lang="en-GB" dirty="0">
            <a:latin typeface="Book Antiqua" panose="02040602050305030304" pitchFamily="18" charset="0"/>
          </a:endParaRPr>
        </a:p>
      </dgm:t>
    </dgm:pt>
    <dgm:pt modelId="{A960414A-B133-DC41-B53A-95748B848517}" type="parTrans" cxnId="{880B3F7C-7F94-9241-ABFA-BDC688B07AEC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5124062-84B9-E34C-9DF5-A9CF74605878}" type="sibTrans" cxnId="{880B3F7C-7F94-9241-ABFA-BDC688B07AEC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42BBA56-62D8-3147-A5C1-C5FE9BB980FB}">
      <dgm:prSet phldrT="[Text]"/>
      <dgm:spPr/>
      <dgm:t>
        <a:bodyPr/>
        <a:lstStyle/>
        <a:p>
          <a:r>
            <a:rPr lang="en-IN" b="0" i="0" u="none">
              <a:latin typeface="Book Antiqua" panose="02040602050305030304" pitchFamily="18" charset="0"/>
            </a:rPr>
            <a:t>Data Staleness</a:t>
          </a:r>
          <a:endParaRPr lang="en-GB" dirty="0">
            <a:latin typeface="Book Antiqua" panose="02040602050305030304" pitchFamily="18" charset="0"/>
          </a:endParaRPr>
        </a:p>
      </dgm:t>
    </dgm:pt>
    <dgm:pt modelId="{DC226036-CE87-0A44-9583-1B129006F639}" type="parTrans" cxnId="{EAD24BEE-3E39-234F-B47B-B833F1A3B5C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35D59950-F173-5940-9234-EE61A9CC1D11}" type="sibTrans" cxnId="{EAD24BEE-3E39-234F-B47B-B833F1A3B5CA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95D6FC5-9994-DF41-B18C-AA67DBA86D9A}">
      <dgm:prSet phldrT="[Text]"/>
      <dgm:spPr/>
      <dgm:t>
        <a:bodyPr/>
        <a:lstStyle/>
        <a:p>
          <a:r>
            <a:rPr lang="en-IN" b="0" i="0" u="none">
              <a:latin typeface="Book Antiqua" panose="02040602050305030304" pitchFamily="18" charset="0"/>
            </a:rPr>
            <a:t>Data Bottleneck</a:t>
          </a:r>
          <a:endParaRPr lang="en-GB" dirty="0">
            <a:latin typeface="Book Antiqua" panose="02040602050305030304" pitchFamily="18" charset="0"/>
          </a:endParaRPr>
        </a:p>
      </dgm:t>
    </dgm:pt>
    <dgm:pt modelId="{6F0D95C3-DB81-6B45-8AE7-FB9F76E664D4}" type="parTrans" cxnId="{E55D34E5-2CD7-C94C-8055-95164E99ECB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6A0DF9FA-F1DC-A44D-A207-816FBA920FFD}" type="sibTrans" cxnId="{E55D34E5-2CD7-C94C-8055-95164E99ECB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EBAD2CD1-C760-734E-B045-4728E97E5152}" type="pres">
      <dgm:prSet presAssocID="{E913AA83-EB0A-0545-810F-A30B615DA087}" presName="compositeShape" presStyleCnt="0">
        <dgm:presLayoutVars>
          <dgm:chMax val="7"/>
          <dgm:dir/>
          <dgm:resizeHandles val="exact"/>
        </dgm:presLayoutVars>
      </dgm:prSet>
      <dgm:spPr/>
    </dgm:pt>
    <dgm:pt modelId="{39CEEF5F-F93D-1748-9CC6-0C19860D0F9D}" type="pres">
      <dgm:prSet presAssocID="{E913AA83-EB0A-0545-810F-A30B615DA087}" presName="wedge1" presStyleLbl="node1" presStyleIdx="0" presStyleCnt="4"/>
      <dgm:spPr/>
    </dgm:pt>
    <dgm:pt modelId="{0F7EB776-C9B0-BB4C-AF9A-7EB004285FF3}" type="pres">
      <dgm:prSet presAssocID="{E913AA83-EB0A-0545-810F-A30B615DA087}" presName="dummy1a" presStyleCnt="0"/>
      <dgm:spPr/>
    </dgm:pt>
    <dgm:pt modelId="{4749033D-52CA-A748-85E7-D5998C0E0896}" type="pres">
      <dgm:prSet presAssocID="{E913AA83-EB0A-0545-810F-A30B615DA087}" presName="dummy1b" presStyleCnt="0"/>
      <dgm:spPr/>
    </dgm:pt>
    <dgm:pt modelId="{060F8F5C-0A1F-6640-8F82-4BC9DE6C702C}" type="pres">
      <dgm:prSet presAssocID="{E913AA83-EB0A-0545-810F-A30B615DA087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C96E242-8391-0F41-8019-65837FE9D9F2}" type="pres">
      <dgm:prSet presAssocID="{E913AA83-EB0A-0545-810F-A30B615DA087}" presName="wedge2" presStyleLbl="node1" presStyleIdx="1" presStyleCnt="4" custLinFactNeighborY="550"/>
      <dgm:spPr/>
    </dgm:pt>
    <dgm:pt modelId="{22288E8C-1EA0-9147-8889-CAC430B3F06F}" type="pres">
      <dgm:prSet presAssocID="{E913AA83-EB0A-0545-810F-A30B615DA087}" presName="dummy2a" presStyleCnt="0"/>
      <dgm:spPr/>
    </dgm:pt>
    <dgm:pt modelId="{40099FFF-586B-7A40-A5CE-2293D7BAE51C}" type="pres">
      <dgm:prSet presAssocID="{E913AA83-EB0A-0545-810F-A30B615DA087}" presName="dummy2b" presStyleCnt="0"/>
      <dgm:spPr/>
    </dgm:pt>
    <dgm:pt modelId="{48EB21D1-F9F8-554E-86F3-7F791305162C}" type="pres">
      <dgm:prSet presAssocID="{E913AA83-EB0A-0545-810F-A30B615DA087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BBA89B7-914D-074C-A418-042D0982F1BA}" type="pres">
      <dgm:prSet presAssocID="{E913AA83-EB0A-0545-810F-A30B615DA087}" presName="wedge3" presStyleLbl="node1" presStyleIdx="2" presStyleCnt="4"/>
      <dgm:spPr/>
    </dgm:pt>
    <dgm:pt modelId="{55217D03-5B6F-7042-9E67-33BCCC9A0580}" type="pres">
      <dgm:prSet presAssocID="{E913AA83-EB0A-0545-810F-A30B615DA087}" presName="dummy3a" presStyleCnt="0"/>
      <dgm:spPr/>
    </dgm:pt>
    <dgm:pt modelId="{9E4D55CB-F99E-8945-B2A8-91809B38FA44}" type="pres">
      <dgm:prSet presAssocID="{E913AA83-EB0A-0545-810F-A30B615DA087}" presName="dummy3b" presStyleCnt="0"/>
      <dgm:spPr/>
    </dgm:pt>
    <dgm:pt modelId="{F748DD30-5956-7D42-B045-52941B2C9D37}" type="pres">
      <dgm:prSet presAssocID="{E913AA83-EB0A-0545-810F-A30B615DA087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2965C74-655B-7049-9379-DC93699A193F}" type="pres">
      <dgm:prSet presAssocID="{E913AA83-EB0A-0545-810F-A30B615DA087}" presName="wedge4" presStyleLbl="node1" presStyleIdx="3" presStyleCnt="4"/>
      <dgm:spPr/>
    </dgm:pt>
    <dgm:pt modelId="{A81AE88B-DB64-8848-8FEB-2582411331B1}" type="pres">
      <dgm:prSet presAssocID="{E913AA83-EB0A-0545-810F-A30B615DA087}" presName="dummy4a" presStyleCnt="0"/>
      <dgm:spPr/>
    </dgm:pt>
    <dgm:pt modelId="{607F2428-A12D-7146-B60D-83EA3495F32C}" type="pres">
      <dgm:prSet presAssocID="{E913AA83-EB0A-0545-810F-A30B615DA087}" presName="dummy4b" presStyleCnt="0"/>
      <dgm:spPr/>
    </dgm:pt>
    <dgm:pt modelId="{20D46A82-6FDC-F74F-85B7-31DF550D1EFE}" type="pres">
      <dgm:prSet presAssocID="{E913AA83-EB0A-0545-810F-A30B615DA087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2CE6B876-84CC-1E45-B9F1-F9FC6E02F939}" type="pres">
      <dgm:prSet presAssocID="{A8426C71-5652-3E4C-9D48-FB2E989B5983}" presName="arrowWedge1" presStyleLbl="fgSibTrans2D1" presStyleIdx="0" presStyleCnt="4"/>
      <dgm:spPr/>
    </dgm:pt>
    <dgm:pt modelId="{3D740185-4417-344D-9718-6F2E37960396}" type="pres">
      <dgm:prSet presAssocID="{6A0DF9FA-F1DC-A44D-A207-816FBA920FFD}" presName="arrowWedge2" presStyleLbl="fgSibTrans2D1" presStyleIdx="1" presStyleCnt="4"/>
      <dgm:spPr/>
    </dgm:pt>
    <dgm:pt modelId="{2EF68DEE-3941-0247-A9C9-29C9A98B8C7F}" type="pres">
      <dgm:prSet presAssocID="{45124062-84B9-E34C-9DF5-A9CF74605878}" presName="arrowWedge3" presStyleLbl="fgSibTrans2D1" presStyleIdx="2" presStyleCnt="4"/>
      <dgm:spPr/>
    </dgm:pt>
    <dgm:pt modelId="{D88CBE62-12F1-534A-AF84-B1D3F75C5896}" type="pres">
      <dgm:prSet presAssocID="{35D59950-F173-5940-9234-EE61A9CC1D11}" presName="arrowWedge4" presStyleLbl="fgSibTrans2D1" presStyleIdx="3" presStyleCnt="4"/>
      <dgm:spPr/>
    </dgm:pt>
  </dgm:ptLst>
  <dgm:cxnLst>
    <dgm:cxn modelId="{A50EF70E-93CC-CE4F-916F-B01A4C577062}" srcId="{E913AA83-EB0A-0545-810F-A30B615DA087}" destId="{CD934E0B-2426-2D4C-AE56-1F090A10D981}" srcOrd="0" destOrd="0" parTransId="{BAA8BE4E-7285-6B4C-8949-99C82413B1E2}" sibTransId="{A8426C71-5652-3E4C-9D48-FB2E989B5983}"/>
    <dgm:cxn modelId="{E4977B22-B27C-374F-A48B-8AABC5E27150}" type="presOf" srcId="{F1234314-2EF6-E74E-A3BB-B0C2D71D9007}" destId="{F748DD30-5956-7D42-B045-52941B2C9D37}" srcOrd="1" destOrd="0" presId="urn:microsoft.com/office/officeart/2005/8/layout/cycle8"/>
    <dgm:cxn modelId="{41260231-2111-BE4E-81C1-6059DBC6EF51}" type="presOf" srcId="{042BBA56-62D8-3147-A5C1-C5FE9BB980FB}" destId="{52965C74-655B-7049-9379-DC93699A193F}" srcOrd="0" destOrd="0" presId="urn:microsoft.com/office/officeart/2005/8/layout/cycle8"/>
    <dgm:cxn modelId="{C2D06E3C-F271-8B4A-B97A-65A45FDAA4AB}" type="presOf" srcId="{D95D6FC5-9994-DF41-B18C-AA67DBA86D9A}" destId="{48EB21D1-F9F8-554E-86F3-7F791305162C}" srcOrd="1" destOrd="0" presId="urn:microsoft.com/office/officeart/2005/8/layout/cycle8"/>
    <dgm:cxn modelId="{1DDACD61-6887-1D4A-B13E-8EDBD38FA544}" type="presOf" srcId="{042BBA56-62D8-3147-A5C1-C5FE9BB980FB}" destId="{20D46A82-6FDC-F74F-85B7-31DF550D1EFE}" srcOrd="1" destOrd="0" presId="urn:microsoft.com/office/officeart/2005/8/layout/cycle8"/>
    <dgm:cxn modelId="{880B3F7C-7F94-9241-ABFA-BDC688B07AEC}" srcId="{E913AA83-EB0A-0545-810F-A30B615DA087}" destId="{F1234314-2EF6-E74E-A3BB-B0C2D71D9007}" srcOrd="2" destOrd="0" parTransId="{A960414A-B133-DC41-B53A-95748B848517}" sibTransId="{45124062-84B9-E34C-9DF5-A9CF74605878}"/>
    <dgm:cxn modelId="{848BC687-2ECB-114B-8CFF-D17F9B684D45}" type="presOf" srcId="{CD934E0B-2426-2D4C-AE56-1F090A10D981}" destId="{060F8F5C-0A1F-6640-8F82-4BC9DE6C702C}" srcOrd="1" destOrd="0" presId="urn:microsoft.com/office/officeart/2005/8/layout/cycle8"/>
    <dgm:cxn modelId="{0BA46EAD-F5C9-3B4A-897B-FC6CB3C2F76E}" type="presOf" srcId="{D95D6FC5-9994-DF41-B18C-AA67DBA86D9A}" destId="{3C96E242-8391-0F41-8019-65837FE9D9F2}" srcOrd="0" destOrd="0" presId="urn:microsoft.com/office/officeart/2005/8/layout/cycle8"/>
    <dgm:cxn modelId="{4B9399C1-0110-D040-B3C9-DB02BC0428D3}" type="presOf" srcId="{CD934E0B-2426-2D4C-AE56-1F090A10D981}" destId="{39CEEF5F-F93D-1748-9CC6-0C19860D0F9D}" srcOrd="0" destOrd="0" presId="urn:microsoft.com/office/officeart/2005/8/layout/cycle8"/>
    <dgm:cxn modelId="{4A0505DA-E0F3-894D-8C79-030FE29D18E9}" type="presOf" srcId="{E913AA83-EB0A-0545-810F-A30B615DA087}" destId="{EBAD2CD1-C760-734E-B045-4728E97E5152}" srcOrd="0" destOrd="0" presId="urn:microsoft.com/office/officeart/2005/8/layout/cycle8"/>
    <dgm:cxn modelId="{A7AE2AE5-E140-6445-9B64-5F84240C8AAD}" type="presOf" srcId="{F1234314-2EF6-E74E-A3BB-B0C2D71D9007}" destId="{6BBA89B7-914D-074C-A418-042D0982F1BA}" srcOrd="0" destOrd="0" presId="urn:microsoft.com/office/officeart/2005/8/layout/cycle8"/>
    <dgm:cxn modelId="{E55D34E5-2CD7-C94C-8055-95164E99ECB3}" srcId="{E913AA83-EB0A-0545-810F-A30B615DA087}" destId="{D95D6FC5-9994-DF41-B18C-AA67DBA86D9A}" srcOrd="1" destOrd="0" parTransId="{6F0D95C3-DB81-6B45-8AE7-FB9F76E664D4}" sibTransId="{6A0DF9FA-F1DC-A44D-A207-816FBA920FFD}"/>
    <dgm:cxn modelId="{EAD24BEE-3E39-234F-B47B-B833F1A3B5CA}" srcId="{E913AA83-EB0A-0545-810F-A30B615DA087}" destId="{042BBA56-62D8-3147-A5C1-C5FE9BB980FB}" srcOrd="3" destOrd="0" parTransId="{DC226036-CE87-0A44-9583-1B129006F639}" sibTransId="{35D59950-F173-5940-9234-EE61A9CC1D11}"/>
    <dgm:cxn modelId="{D7B2C09A-D8A1-DA48-88C5-B41B91F5A104}" type="presParOf" srcId="{EBAD2CD1-C760-734E-B045-4728E97E5152}" destId="{39CEEF5F-F93D-1748-9CC6-0C19860D0F9D}" srcOrd="0" destOrd="0" presId="urn:microsoft.com/office/officeart/2005/8/layout/cycle8"/>
    <dgm:cxn modelId="{345470EB-2184-F14C-935D-C84403FAF33B}" type="presParOf" srcId="{EBAD2CD1-C760-734E-B045-4728E97E5152}" destId="{0F7EB776-C9B0-BB4C-AF9A-7EB004285FF3}" srcOrd="1" destOrd="0" presId="urn:microsoft.com/office/officeart/2005/8/layout/cycle8"/>
    <dgm:cxn modelId="{AE9BF0B4-BFD9-FE46-B176-400E72EA038D}" type="presParOf" srcId="{EBAD2CD1-C760-734E-B045-4728E97E5152}" destId="{4749033D-52CA-A748-85E7-D5998C0E0896}" srcOrd="2" destOrd="0" presId="urn:microsoft.com/office/officeart/2005/8/layout/cycle8"/>
    <dgm:cxn modelId="{A52FC123-1947-634C-8B5C-6330DDA69032}" type="presParOf" srcId="{EBAD2CD1-C760-734E-B045-4728E97E5152}" destId="{060F8F5C-0A1F-6640-8F82-4BC9DE6C702C}" srcOrd="3" destOrd="0" presId="urn:microsoft.com/office/officeart/2005/8/layout/cycle8"/>
    <dgm:cxn modelId="{88A574A5-9688-2B4C-8EDA-C04B68549386}" type="presParOf" srcId="{EBAD2CD1-C760-734E-B045-4728E97E5152}" destId="{3C96E242-8391-0F41-8019-65837FE9D9F2}" srcOrd="4" destOrd="0" presId="urn:microsoft.com/office/officeart/2005/8/layout/cycle8"/>
    <dgm:cxn modelId="{23B9C45D-D897-D347-9EF2-13654AC2D767}" type="presParOf" srcId="{EBAD2CD1-C760-734E-B045-4728E97E5152}" destId="{22288E8C-1EA0-9147-8889-CAC430B3F06F}" srcOrd="5" destOrd="0" presId="urn:microsoft.com/office/officeart/2005/8/layout/cycle8"/>
    <dgm:cxn modelId="{598F30A7-91BF-E940-B7FA-E06E7AC5D68C}" type="presParOf" srcId="{EBAD2CD1-C760-734E-B045-4728E97E5152}" destId="{40099FFF-586B-7A40-A5CE-2293D7BAE51C}" srcOrd="6" destOrd="0" presId="urn:microsoft.com/office/officeart/2005/8/layout/cycle8"/>
    <dgm:cxn modelId="{B12F5CAF-214B-284A-A9CB-8ECCAD7E78CE}" type="presParOf" srcId="{EBAD2CD1-C760-734E-B045-4728E97E5152}" destId="{48EB21D1-F9F8-554E-86F3-7F791305162C}" srcOrd="7" destOrd="0" presId="urn:microsoft.com/office/officeart/2005/8/layout/cycle8"/>
    <dgm:cxn modelId="{BD368C28-362E-9F4B-BD71-7989CB94548C}" type="presParOf" srcId="{EBAD2CD1-C760-734E-B045-4728E97E5152}" destId="{6BBA89B7-914D-074C-A418-042D0982F1BA}" srcOrd="8" destOrd="0" presId="urn:microsoft.com/office/officeart/2005/8/layout/cycle8"/>
    <dgm:cxn modelId="{FCB8298A-431C-C84F-AB61-FDED71EDD0D3}" type="presParOf" srcId="{EBAD2CD1-C760-734E-B045-4728E97E5152}" destId="{55217D03-5B6F-7042-9E67-33BCCC9A0580}" srcOrd="9" destOrd="0" presId="urn:microsoft.com/office/officeart/2005/8/layout/cycle8"/>
    <dgm:cxn modelId="{5AF06CA5-CC34-9048-95F9-6118222499BE}" type="presParOf" srcId="{EBAD2CD1-C760-734E-B045-4728E97E5152}" destId="{9E4D55CB-F99E-8945-B2A8-91809B38FA44}" srcOrd="10" destOrd="0" presId="urn:microsoft.com/office/officeart/2005/8/layout/cycle8"/>
    <dgm:cxn modelId="{0C31F0E5-7328-D44F-B68A-057A32256757}" type="presParOf" srcId="{EBAD2CD1-C760-734E-B045-4728E97E5152}" destId="{F748DD30-5956-7D42-B045-52941B2C9D37}" srcOrd="11" destOrd="0" presId="urn:microsoft.com/office/officeart/2005/8/layout/cycle8"/>
    <dgm:cxn modelId="{85C4E160-FA23-834B-AEBE-F290A4DF157E}" type="presParOf" srcId="{EBAD2CD1-C760-734E-B045-4728E97E5152}" destId="{52965C74-655B-7049-9379-DC93699A193F}" srcOrd="12" destOrd="0" presId="urn:microsoft.com/office/officeart/2005/8/layout/cycle8"/>
    <dgm:cxn modelId="{9C8E6D3F-9266-8A47-979A-3A1484A58AB6}" type="presParOf" srcId="{EBAD2CD1-C760-734E-B045-4728E97E5152}" destId="{A81AE88B-DB64-8848-8FEB-2582411331B1}" srcOrd="13" destOrd="0" presId="urn:microsoft.com/office/officeart/2005/8/layout/cycle8"/>
    <dgm:cxn modelId="{1B5ACDA6-B75D-F54D-97B7-49A74ECB0201}" type="presParOf" srcId="{EBAD2CD1-C760-734E-B045-4728E97E5152}" destId="{607F2428-A12D-7146-B60D-83EA3495F32C}" srcOrd="14" destOrd="0" presId="urn:microsoft.com/office/officeart/2005/8/layout/cycle8"/>
    <dgm:cxn modelId="{4F14312C-95BE-DB48-B294-1AB1356E8E29}" type="presParOf" srcId="{EBAD2CD1-C760-734E-B045-4728E97E5152}" destId="{20D46A82-6FDC-F74F-85B7-31DF550D1EFE}" srcOrd="15" destOrd="0" presId="urn:microsoft.com/office/officeart/2005/8/layout/cycle8"/>
    <dgm:cxn modelId="{0E9A3760-FC7E-D54C-9AD2-BFEAD7EAF98C}" type="presParOf" srcId="{EBAD2CD1-C760-734E-B045-4728E97E5152}" destId="{2CE6B876-84CC-1E45-B9F1-F9FC6E02F939}" srcOrd="16" destOrd="0" presId="urn:microsoft.com/office/officeart/2005/8/layout/cycle8"/>
    <dgm:cxn modelId="{379AB614-F6C1-554D-9E59-1F6830EC31B3}" type="presParOf" srcId="{EBAD2CD1-C760-734E-B045-4728E97E5152}" destId="{3D740185-4417-344D-9718-6F2E37960396}" srcOrd="17" destOrd="0" presId="urn:microsoft.com/office/officeart/2005/8/layout/cycle8"/>
    <dgm:cxn modelId="{5152DC09-36FB-0849-B0F8-36FC4F324F04}" type="presParOf" srcId="{EBAD2CD1-C760-734E-B045-4728E97E5152}" destId="{2EF68DEE-3941-0247-A9C9-29C9A98B8C7F}" srcOrd="18" destOrd="0" presId="urn:microsoft.com/office/officeart/2005/8/layout/cycle8"/>
    <dgm:cxn modelId="{91FF0173-3139-CA4A-8719-19C32B23C721}" type="presParOf" srcId="{EBAD2CD1-C760-734E-B045-4728E97E5152}" destId="{D88CBE62-12F1-534A-AF84-B1D3F75C5896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609CAC6-0F44-4944-82F5-AD0F25AF6B81}" type="doc">
      <dgm:prSet loTypeId="urn:microsoft.com/office/officeart/2005/8/layout/vList5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F09A8086-BF6D-2E41-A5D5-BB27D7600BE9}">
      <dgm:prSet phldrT="[Text]" custT="1"/>
      <dgm:spPr/>
      <dgm:t>
        <a:bodyPr/>
        <a:lstStyle/>
        <a:p>
          <a:pPr algn="just"/>
          <a:r>
            <a:rPr lang="en-GB" sz="2000" dirty="0">
              <a:latin typeface="Book Antiqua" panose="02040602050305030304" pitchFamily="18" charset="0"/>
            </a:rPr>
            <a:t>Network Traffic Congestion</a:t>
          </a:r>
        </a:p>
      </dgm:t>
    </dgm:pt>
    <dgm:pt modelId="{417F14A4-F834-734E-82AC-66508BEF73BB}" type="parTrans" cxnId="{789ED4DC-B787-FC43-B832-78CFD39888EC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355BB501-4820-B144-AD4D-52FCB86E9EC2}" type="sibTrans" cxnId="{789ED4DC-B787-FC43-B832-78CFD39888EC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533ADF8E-E2C6-CE4D-8E3C-85B143766275}">
      <dgm:prSet phldrT="[Text]" custT="1"/>
      <dgm:spPr/>
      <dgm:t>
        <a:bodyPr/>
        <a:lstStyle/>
        <a:p>
          <a:pPr algn="just"/>
          <a:r>
            <a:rPr lang="en-GB" sz="1500" dirty="0">
              <a:latin typeface="Book Antiqua" panose="02040602050305030304" pitchFamily="18" charset="0"/>
            </a:rPr>
            <a:t>By 2020, over 50 billion IoT devices were expected to generate massive amounts of data</a:t>
          </a:r>
        </a:p>
      </dgm:t>
    </dgm:pt>
    <dgm:pt modelId="{25999DAF-EC83-EF4F-BF8D-F33570008328}" type="parTrans" cxnId="{903BD76C-7E34-8043-B96C-865BB840C756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34007AFE-FC0A-F34A-B352-50BA752CF5CD}" type="sibTrans" cxnId="{903BD76C-7E34-8043-B96C-865BB840C756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6A408BD0-5FE7-1345-8E66-971554F0C925}">
      <dgm:prSet phldrT="[Text]" custT="1"/>
      <dgm:spPr/>
      <dgm:t>
        <a:bodyPr/>
        <a:lstStyle/>
        <a:p>
          <a:pPr algn="just"/>
          <a:r>
            <a:rPr lang="en-GB" sz="1500" dirty="0">
              <a:latin typeface="Book Antiqua" panose="02040602050305030304" pitchFamily="18" charset="0"/>
            </a:rPr>
            <a:t>Centralized cloud processing leads to network congestion, delaying data transmission</a:t>
          </a:r>
        </a:p>
      </dgm:t>
    </dgm:pt>
    <dgm:pt modelId="{395BF753-1224-4744-B5EB-7BEA79F0A0C5}" type="parTrans" cxnId="{0E90157B-A8D7-8847-A067-D9BA2EEF920E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4A0B0A5E-FDDD-4A46-B117-EA9B6E4F64EF}" type="sibTrans" cxnId="{0E90157B-A8D7-8847-A067-D9BA2EEF920E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B2F57768-74A2-9A40-962A-28F04CF9ACBE}">
      <dgm:prSet phldrT="[Text]" custT="1"/>
      <dgm:spPr/>
      <dgm:t>
        <a:bodyPr/>
        <a:lstStyle/>
        <a:p>
          <a:pPr algn="just"/>
          <a:r>
            <a:rPr lang="en-GB" sz="2000" dirty="0">
              <a:latin typeface="Book Antiqua" panose="02040602050305030304" pitchFamily="18" charset="0"/>
            </a:rPr>
            <a:t>Data Bottleneck</a:t>
          </a:r>
        </a:p>
      </dgm:t>
    </dgm:pt>
    <dgm:pt modelId="{8C59ED64-9EE9-C741-BEA1-4B32DD4C49EE}" type="parTrans" cxnId="{CECE87F9-C030-834F-96C9-17E1136AC3EC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F300011B-6576-864E-B903-35596BE84504}" type="sibTrans" cxnId="{CECE87F9-C030-834F-96C9-17E1136AC3EC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8C5818D5-D60F-B048-B93D-E1E0B9862A85}">
      <dgm:prSet phldrT="[Text]" custT="1"/>
      <dgm:spPr/>
      <dgm:t>
        <a:bodyPr/>
        <a:lstStyle/>
        <a:p>
          <a:pPr algn="just"/>
          <a:r>
            <a:rPr lang="en-GB" sz="1500" dirty="0">
              <a:latin typeface="Book Antiqua" panose="02040602050305030304" pitchFamily="18" charset="0"/>
            </a:rPr>
            <a:t>Centralized data storage and analysis can cause bottlenecks due to high data volumes or server inefficiency</a:t>
          </a:r>
        </a:p>
      </dgm:t>
    </dgm:pt>
    <dgm:pt modelId="{CF91304A-7411-7C4B-836A-8D62F6889099}" type="parTrans" cxnId="{0448DDA8-3F3F-514C-8362-DB15C3C2DF01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78AC8DF3-8EF6-8648-8DFE-F7AEBB42B855}" type="sibTrans" cxnId="{0448DDA8-3F3F-514C-8362-DB15C3C2DF01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A1175991-A87C-CA4F-8752-6EDAA1B46556}">
      <dgm:prSet phldrT="[Text]" custT="1"/>
      <dgm:spPr/>
      <dgm:t>
        <a:bodyPr/>
        <a:lstStyle/>
        <a:p>
          <a:pPr algn="just"/>
          <a:r>
            <a:rPr lang="en-GB" sz="2000" dirty="0">
              <a:latin typeface="Book Antiqua" panose="02040602050305030304" pitchFamily="18" charset="0"/>
            </a:rPr>
            <a:t>Security Issues</a:t>
          </a:r>
        </a:p>
      </dgm:t>
    </dgm:pt>
    <dgm:pt modelId="{EE59036A-F5B0-0B49-9DF5-8F16B98E3404}" type="parTrans" cxnId="{ED01060F-D2AA-BE4A-B0EF-7DB109CC09FD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BB8A5BCB-FB7D-6A48-8CD1-FDB7C88F622B}" type="sibTrans" cxnId="{ED01060F-D2AA-BE4A-B0EF-7DB109CC09FD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A58B3DC3-5BE2-084C-A257-46B21AFA97A9}">
      <dgm:prSet phldrT="[Text]" custT="1"/>
      <dgm:spPr/>
      <dgm:t>
        <a:bodyPr/>
        <a:lstStyle/>
        <a:p>
          <a:pPr algn="just"/>
          <a:r>
            <a:rPr lang="en-GB" sz="1500" dirty="0">
              <a:latin typeface="Book Antiqua" panose="02040602050305030304" pitchFamily="18" charset="0"/>
            </a:rPr>
            <a:t>Data passing through multiple layers (sensors → gateways → cloud) increases vulnerability to breaches.
Cloud-based security solutions may not address edge-specific threats</a:t>
          </a:r>
        </a:p>
      </dgm:t>
    </dgm:pt>
    <dgm:pt modelId="{E1A246A0-3E42-C644-8F0B-9127FB6AE542}" type="parTrans" cxnId="{F14337BE-759E-4E43-8439-76EC9BAB421B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F65FEB17-501B-A94A-A35E-55E3ACD3E4C2}" type="sibTrans" cxnId="{F14337BE-759E-4E43-8439-76EC9BAB421B}">
      <dgm:prSet/>
      <dgm:spPr/>
      <dgm:t>
        <a:bodyPr/>
        <a:lstStyle/>
        <a:p>
          <a:pPr algn="just"/>
          <a:endParaRPr lang="en-GB" sz="2000">
            <a:latin typeface="Book Antiqua" panose="02040602050305030304" pitchFamily="18" charset="0"/>
          </a:endParaRPr>
        </a:p>
      </dgm:t>
    </dgm:pt>
    <dgm:pt modelId="{C2E6C12A-32FB-B441-BE00-0DE140D07D8B}">
      <dgm:prSet phldrT="[Text]" custT="1"/>
      <dgm:spPr/>
      <dgm:t>
        <a:bodyPr/>
        <a:lstStyle/>
        <a:p>
          <a:pPr algn="just"/>
          <a:r>
            <a:rPr lang="en-GB" sz="2000" dirty="0">
              <a:latin typeface="Book Antiqua" panose="02040602050305030304" pitchFamily="18" charset="0"/>
            </a:rPr>
            <a:t>Data Staleness</a:t>
          </a:r>
        </a:p>
      </dgm:t>
    </dgm:pt>
    <dgm:pt modelId="{995CFDE2-25D2-B941-97A4-7CAB64ED635B}" type="parTrans" cxnId="{5EF2B6FE-5913-1A44-BDD4-8FF9FEB0C558}">
      <dgm:prSet/>
      <dgm:spPr/>
      <dgm:t>
        <a:bodyPr/>
        <a:lstStyle/>
        <a:p>
          <a:endParaRPr lang="en-GB"/>
        </a:p>
      </dgm:t>
    </dgm:pt>
    <dgm:pt modelId="{231C9C9B-93DE-A54F-A130-A72DD7AAE93D}" type="sibTrans" cxnId="{5EF2B6FE-5913-1A44-BDD4-8FF9FEB0C558}">
      <dgm:prSet/>
      <dgm:spPr/>
      <dgm:t>
        <a:bodyPr/>
        <a:lstStyle/>
        <a:p>
          <a:endParaRPr lang="en-GB"/>
        </a:p>
      </dgm:t>
    </dgm:pt>
    <dgm:pt modelId="{301BBDAF-78F3-254B-84E2-0AB332851902}">
      <dgm:prSet phldrT="[Text]" custT="1"/>
      <dgm:spPr/>
      <dgm:t>
        <a:bodyPr/>
        <a:lstStyle/>
        <a:p>
          <a:pPr algn="just"/>
          <a:r>
            <a:rPr lang="en-GB" sz="1500" dirty="0">
              <a:latin typeface="Book Antiqua" panose="02040602050305030304" pitchFamily="18" charset="0"/>
            </a:rPr>
            <a:t>Delayed analysis in the cloud renders time-sensitive data (e.g., security cameras, fraud detection) irrelevant</a:t>
          </a:r>
        </a:p>
      </dgm:t>
    </dgm:pt>
    <dgm:pt modelId="{3A12DB05-A68E-044D-9A38-C2CD8E1E5FEA}" type="parTrans" cxnId="{36FF6C58-F7A5-E346-AA03-381585C8B41C}">
      <dgm:prSet/>
      <dgm:spPr/>
      <dgm:t>
        <a:bodyPr/>
        <a:lstStyle/>
        <a:p>
          <a:endParaRPr lang="en-GB"/>
        </a:p>
      </dgm:t>
    </dgm:pt>
    <dgm:pt modelId="{1981DC7B-AA6E-124F-A77B-52456E01D32E}" type="sibTrans" cxnId="{36FF6C58-F7A5-E346-AA03-381585C8B41C}">
      <dgm:prSet/>
      <dgm:spPr/>
      <dgm:t>
        <a:bodyPr/>
        <a:lstStyle/>
        <a:p>
          <a:endParaRPr lang="en-GB"/>
        </a:p>
      </dgm:t>
    </dgm:pt>
    <dgm:pt modelId="{57CFCD84-C757-2C40-AB7E-8C677A590B8E}" type="pres">
      <dgm:prSet presAssocID="{4609CAC6-0F44-4944-82F5-AD0F25AF6B81}" presName="Name0" presStyleCnt="0">
        <dgm:presLayoutVars>
          <dgm:dir/>
          <dgm:animLvl val="lvl"/>
          <dgm:resizeHandles val="exact"/>
        </dgm:presLayoutVars>
      </dgm:prSet>
      <dgm:spPr/>
    </dgm:pt>
    <dgm:pt modelId="{16AA51E2-723F-CB44-B8AD-44B2E55DAA42}" type="pres">
      <dgm:prSet presAssocID="{F09A8086-BF6D-2E41-A5D5-BB27D7600BE9}" presName="linNode" presStyleCnt="0"/>
      <dgm:spPr/>
    </dgm:pt>
    <dgm:pt modelId="{97697692-0295-5C44-8ACB-E84CC4F2414C}" type="pres">
      <dgm:prSet presAssocID="{F09A8086-BF6D-2E41-A5D5-BB27D7600BE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6536375-4E09-0549-933F-1CAEC478C5D6}" type="pres">
      <dgm:prSet presAssocID="{F09A8086-BF6D-2E41-A5D5-BB27D7600BE9}" presName="descendantText" presStyleLbl="alignAccFollowNode1" presStyleIdx="0" presStyleCnt="4">
        <dgm:presLayoutVars>
          <dgm:bulletEnabled val="1"/>
        </dgm:presLayoutVars>
      </dgm:prSet>
      <dgm:spPr/>
    </dgm:pt>
    <dgm:pt modelId="{8FC3D221-C14A-BC43-81F0-4FCA8D9637C8}" type="pres">
      <dgm:prSet presAssocID="{355BB501-4820-B144-AD4D-52FCB86E9EC2}" presName="sp" presStyleCnt="0"/>
      <dgm:spPr/>
    </dgm:pt>
    <dgm:pt modelId="{05F3AD8A-55EF-A247-BCE3-3F7CEA50E296}" type="pres">
      <dgm:prSet presAssocID="{B2F57768-74A2-9A40-962A-28F04CF9ACBE}" presName="linNode" presStyleCnt="0"/>
      <dgm:spPr/>
    </dgm:pt>
    <dgm:pt modelId="{E0FA26DC-E6C6-644C-A195-F7E07E29A62E}" type="pres">
      <dgm:prSet presAssocID="{B2F57768-74A2-9A40-962A-28F04CF9ACBE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95123C64-2016-E440-B9D4-C75B4F1EE00C}" type="pres">
      <dgm:prSet presAssocID="{B2F57768-74A2-9A40-962A-28F04CF9ACBE}" presName="descendantText" presStyleLbl="alignAccFollowNode1" presStyleIdx="1" presStyleCnt="4">
        <dgm:presLayoutVars>
          <dgm:bulletEnabled val="1"/>
        </dgm:presLayoutVars>
      </dgm:prSet>
      <dgm:spPr/>
    </dgm:pt>
    <dgm:pt modelId="{928EF0AC-BFD2-284A-AAE6-A17DC392FC5B}" type="pres">
      <dgm:prSet presAssocID="{F300011B-6576-864E-B903-35596BE84504}" presName="sp" presStyleCnt="0"/>
      <dgm:spPr/>
    </dgm:pt>
    <dgm:pt modelId="{38615ED5-1599-6A4E-87BB-1B96FA3D7CC0}" type="pres">
      <dgm:prSet presAssocID="{A1175991-A87C-CA4F-8752-6EDAA1B46556}" presName="linNode" presStyleCnt="0"/>
      <dgm:spPr/>
    </dgm:pt>
    <dgm:pt modelId="{9E0FCBF5-E177-6D4F-BE74-888A3FF38932}" type="pres">
      <dgm:prSet presAssocID="{A1175991-A87C-CA4F-8752-6EDAA1B46556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0884B34-E105-3045-8388-2F694B1E1CD3}" type="pres">
      <dgm:prSet presAssocID="{A1175991-A87C-CA4F-8752-6EDAA1B46556}" presName="descendantText" presStyleLbl="alignAccFollowNode1" presStyleIdx="2" presStyleCnt="4">
        <dgm:presLayoutVars>
          <dgm:bulletEnabled val="1"/>
        </dgm:presLayoutVars>
      </dgm:prSet>
      <dgm:spPr/>
    </dgm:pt>
    <dgm:pt modelId="{87560DF2-5F57-6047-9CA5-BE3B070B9FDC}" type="pres">
      <dgm:prSet presAssocID="{BB8A5BCB-FB7D-6A48-8CD1-FDB7C88F622B}" presName="sp" presStyleCnt="0"/>
      <dgm:spPr/>
    </dgm:pt>
    <dgm:pt modelId="{B20D5E1E-CCF9-E14F-ACB8-4CD44F267192}" type="pres">
      <dgm:prSet presAssocID="{C2E6C12A-32FB-B441-BE00-0DE140D07D8B}" presName="linNode" presStyleCnt="0"/>
      <dgm:spPr/>
    </dgm:pt>
    <dgm:pt modelId="{38C26DCF-0C41-FD40-B9AF-485C03298E77}" type="pres">
      <dgm:prSet presAssocID="{C2E6C12A-32FB-B441-BE00-0DE140D07D8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A52D8E48-1A3F-C847-AEA0-83968906A4BE}" type="pres">
      <dgm:prSet presAssocID="{C2E6C12A-32FB-B441-BE00-0DE140D07D8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222A40E-61FB-E343-81B8-6D5570954EAC}" type="presOf" srcId="{F09A8086-BF6D-2E41-A5D5-BB27D7600BE9}" destId="{97697692-0295-5C44-8ACB-E84CC4F2414C}" srcOrd="0" destOrd="0" presId="urn:microsoft.com/office/officeart/2005/8/layout/vList5"/>
    <dgm:cxn modelId="{ED01060F-D2AA-BE4A-B0EF-7DB109CC09FD}" srcId="{4609CAC6-0F44-4944-82F5-AD0F25AF6B81}" destId="{A1175991-A87C-CA4F-8752-6EDAA1B46556}" srcOrd="2" destOrd="0" parTransId="{EE59036A-F5B0-0B49-9DF5-8F16B98E3404}" sibTransId="{BB8A5BCB-FB7D-6A48-8CD1-FDB7C88F622B}"/>
    <dgm:cxn modelId="{FAE8FE16-BD4C-3A43-A047-96A1631DA5C2}" type="presOf" srcId="{C2E6C12A-32FB-B441-BE00-0DE140D07D8B}" destId="{38C26DCF-0C41-FD40-B9AF-485C03298E77}" srcOrd="0" destOrd="0" presId="urn:microsoft.com/office/officeart/2005/8/layout/vList5"/>
    <dgm:cxn modelId="{36FF6C58-F7A5-E346-AA03-381585C8B41C}" srcId="{C2E6C12A-32FB-B441-BE00-0DE140D07D8B}" destId="{301BBDAF-78F3-254B-84E2-0AB332851902}" srcOrd="0" destOrd="0" parTransId="{3A12DB05-A68E-044D-9A38-C2CD8E1E5FEA}" sibTransId="{1981DC7B-AA6E-124F-A77B-52456E01D32E}"/>
    <dgm:cxn modelId="{903BD76C-7E34-8043-B96C-865BB840C756}" srcId="{F09A8086-BF6D-2E41-A5D5-BB27D7600BE9}" destId="{533ADF8E-E2C6-CE4D-8E3C-85B143766275}" srcOrd="0" destOrd="0" parTransId="{25999DAF-EC83-EF4F-BF8D-F33570008328}" sibTransId="{34007AFE-FC0A-F34A-B352-50BA752CF5CD}"/>
    <dgm:cxn modelId="{D721DB73-BCC9-284B-8E28-D4873D2BBE0C}" type="presOf" srcId="{8C5818D5-D60F-B048-B93D-E1E0B9862A85}" destId="{95123C64-2016-E440-B9D4-C75B4F1EE00C}" srcOrd="0" destOrd="0" presId="urn:microsoft.com/office/officeart/2005/8/layout/vList5"/>
    <dgm:cxn modelId="{0E90157B-A8D7-8847-A067-D9BA2EEF920E}" srcId="{F09A8086-BF6D-2E41-A5D5-BB27D7600BE9}" destId="{6A408BD0-5FE7-1345-8E66-971554F0C925}" srcOrd="1" destOrd="0" parTransId="{395BF753-1224-4744-B5EB-7BEA79F0A0C5}" sibTransId="{4A0B0A5E-FDDD-4A46-B117-EA9B6E4F64EF}"/>
    <dgm:cxn modelId="{C5A55993-4A30-F04C-8C81-9371D9037EC0}" type="presOf" srcId="{4609CAC6-0F44-4944-82F5-AD0F25AF6B81}" destId="{57CFCD84-C757-2C40-AB7E-8C677A590B8E}" srcOrd="0" destOrd="0" presId="urn:microsoft.com/office/officeart/2005/8/layout/vList5"/>
    <dgm:cxn modelId="{B5F5359A-1BA1-534B-AFDF-811F2C8979DE}" type="presOf" srcId="{301BBDAF-78F3-254B-84E2-0AB332851902}" destId="{A52D8E48-1A3F-C847-AEA0-83968906A4BE}" srcOrd="0" destOrd="0" presId="urn:microsoft.com/office/officeart/2005/8/layout/vList5"/>
    <dgm:cxn modelId="{C91CDFA2-62FC-B041-A09A-F00459F3053A}" type="presOf" srcId="{B2F57768-74A2-9A40-962A-28F04CF9ACBE}" destId="{E0FA26DC-E6C6-644C-A195-F7E07E29A62E}" srcOrd="0" destOrd="0" presId="urn:microsoft.com/office/officeart/2005/8/layout/vList5"/>
    <dgm:cxn modelId="{0448DDA8-3F3F-514C-8362-DB15C3C2DF01}" srcId="{B2F57768-74A2-9A40-962A-28F04CF9ACBE}" destId="{8C5818D5-D60F-B048-B93D-E1E0B9862A85}" srcOrd="0" destOrd="0" parTransId="{CF91304A-7411-7C4B-836A-8D62F6889099}" sibTransId="{78AC8DF3-8EF6-8648-8DFE-F7AEBB42B855}"/>
    <dgm:cxn modelId="{F14337BE-759E-4E43-8439-76EC9BAB421B}" srcId="{A1175991-A87C-CA4F-8752-6EDAA1B46556}" destId="{A58B3DC3-5BE2-084C-A257-46B21AFA97A9}" srcOrd="0" destOrd="0" parTransId="{E1A246A0-3E42-C644-8F0B-9127FB6AE542}" sibTransId="{F65FEB17-501B-A94A-A35E-55E3ACD3E4C2}"/>
    <dgm:cxn modelId="{2D6BB2C7-F3BC-3C4E-8C0F-054A65A4F09E}" type="presOf" srcId="{A1175991-A87C-CA4F-8752-6EDAA1B46556}" destId="{9E0FCBF5-E177-6D4F-BE74-888A3FF38932}" srcOrd="0" destOrd="0" presId="urn:microsoft.com/office/officeart/2005/8/layout/vList5"/>
    <dgm:cxn modelId="{789ED4DC-B787-FC43-B832-78CFD39888EC}" srcId="{4609CAC6-0F44-4944-82F5-AD0F25AF6B81}" destId="{F09A8086-BF6D-2E41-A5D5-BB27D7600BE9}" srcOrd="0" destOrd="0" parTransId="{417F14A4-F834-734E-82AC-66508BEF73BB}" sibTransId="{355BB501-4820-B144-AD4D-52FCB86E9EC2}"/>
    <dgm:cxn modelId="{97BDC8EC-5E59-CE4B-822F-F2234AA9668E}" type="presOf" srcId="{A58B3DC3-5BE2-084C-A257-46B21AFA97A9}" destId="{00884B34-E105-3045-8388-2F694B1E1CD3}" srcOrd="0" destOrd="0" presId="urn:microsoft.com/office/officeart/2005/8/layout/vList5"/>
    <dgm:cxn modelId="{520C11F2-DFBD-0E4A-817B-30E81206516E}" type="presOf" srcId="{6A408BD0-5FE7-1345-8E66-971554F0C925}" destId="{36536375-4E09-0549-933F-1CAEC478C5D6}" srcOrd="0" destOrd="1" presId="urn:microsoft.com/office/officeart/2005/8/layout/vList5"/>
    <dgm:cxn modelId="{CECE87F9-C030-834F-96C9-17E1136AC3EC}" srcId="{4609CAC6-0F44-4944-82F5-AD0F25AF6B81}" destId="{B2F57768-74A2-9A40-962A-28F04CF9ACBE}" srcOrd="1" destOrd="0" parTransId="{8C59ED64-9EE9-C741-BEA1-4B32DD4C49EE}" sibTransId="{F300011B-6576-864E-B903-35596BE84504}"/>
    <dgm:cxn modelId="{2BF5F4FC-9C9C-C94B-94AF-B5FDF29E4EB5}" type="presOf" srcId="{533ADF8E-E2C6-CE4D-8E3C-85B143766275}" destId="{36536375-4E09-0549-933F-1CAEC478C5D6}" srcOrd="0" destOrd="0" presId="urn:microsoft.com/office/officeart/2005/8/layout/vList5"/>
    <dgm:cxn modelId="{5EF2B6FE-5913-1A44-BDD4-8FF9FEB0C558}" srcId="{4609CAC6-0F44-4944-82F5-AD0F25AF6B81}" destId="{C2E6C12A-32FB-B441-BE00-0DE140D07D8B}" srcOrd="3" destOrd="0" parTransId="{995CFDE2-25D2-B941-97A4-7CAB64ED635B}" sibTransId="{231C9C9B-93DE-A54F-A130-A72DD7AAE93D}"/>
    <dgm:cxn modelId="{42B0D6A7-2870-4B47-9680-245F978043A1}" type="presParOf" srcId="{57CFCD84-C757-2C40-AB7E-8C677A590B8E}" destId="{16AA51E2-723F-CB44-B8AD-44B2E55DAA42}" srcOrd="0" destOrd="0" presId="urn:microsoft.com/office/officeart/2005/8/layout/vList5"/>
    <dgm:cxn modelId="{2EE3D1B2-43F3-CB43-A743-831F1CEBCD83}" type="presParOf" srcId="{16AA51E2-723F-CB44-B8AD-44B2E55DAA42}" destId="{97697692-0295-5C44-8ACB-E84CC4F2414C}" srcOrd="0" destOrd="0" presId="urn:microsoft.com/office/officeart/2005/8/layout/vList5"/>
    <dgm:cxn modelId="{0853C20F-9A5A-AD4D-8C45-2C2A9AA7AB19}" type="presParOf" srcId="{16AA51E2-723F-CB44-B8AD-44B2E55DAA42}" destId="{36536375-4E09-0549-933F-1CAEC478C5D6}" srcOrd="1" destOrd="0" presId="urn:microsoft.com/office/officeart/2005/8/layout/vList5"/>
    <dgm:cxn modelId="{08738655-6447-FD43-9AE1-AC27322C5F82}" type="presParOf" srcId="{57CFCD84-C757-2C40-AB7E-8C677A590B8E}" destId="{8FC3D221-C14A-BC43-81F0-4FCA8D9637C8}" srcOrd="1" destOrd="0" presId="urn:microsoft.com/office/officeart/2005/8/layout/vList5"/>
    <dgm:cxn modelId="{12648AFE-3F8E-7142-93AB-A2FB6B50D5A5}" type="presParOf" srcId="{57CFCD84-C757-2C40-AB7E-8C677A590B8E}" destId="{05F3AD8A-55EF-A247-BCE3-3F7CEA50E296}" srcOrd="2" destOrd="0" presId="urn:microsoft.com/office/officeart/2005/8/layout/vList5"/>
    <dgm:cxn modelId="{E53C274F-AE57-2D4B-94B8-0830C87AC435}" type="presParOf" srcId="{05F3AD8A-55EF-A247-BCE3-3F7CEA50E296}" destId="{E0FA26DC-E6C6-644C-A195-F7E07E29A62E}" srcOrd="0" destOrd="0" presId="urn:microsoft.com/office/officeart/2005/8/layout/vList5"/>
    <dgm:cxn modelId="{379F4D82-39C2-424F-97B0-6200F0524956}" type="presParOf" srcId="{05F3AD8A-55EF-A247-BCE3-3F7CEA50E296}" destId="{95123C64-2016-E440-B9D4-C75B4F1EE00C}" srcOrd="1" destOrd="0" presId="urn:microsoft.com/office/officeart/2005/8/layout/vList5"/>
    <dgm:cxn modelId="{DD12385F-DDA8-B24C-8B2D-60EE572ECC0D}" type="presParOf" srcId="{57CFCD84-C757-2C40-AB7E-8C677A590B8E}" destId="{928EF0AC-BFD2-284A-AAE6-A17DC392FC5B}" srcOrd="3" destOrd="0" presId="urn:microsoft.com/office/officeart/2005/8/layout/vList5"/>
    <dgm:cxn modelId="{D2BA87C1-F8AB-1445-AD88-6A0A87DD6AF8}" type="presParOf" srcId="{57CFCD84-C757-2C40-AB7E-8C677A590B8E}" destId="{38615ED5-1599-6A4E-87BB-1B96FA3D7CC0}" srcOrd="4" destOrd="0" presId="urn:microsoft.com/office/officeart/2005/8/layout/vList5"/>
    <dgm:cxn modelId="{6AD59998-8537-9844-825B-9E547848AF93}" type="presParOf" srcId="{38615ED5-1599-6A4E-87BB-1B96FA3D7CC0}" destId="{9E0FCBF5-E177-6D4F-BE74-888A3FF38932}" srcOrd="0" destOrd="0" presId="urn:microsoft.com/office/officeart/2005/8/layout/vList5"/>
    <dgm:cxn modelId="{D823F49A-F5CA-F34D-8C35-E27E5C7B4E8A}" type="presParOf" srcId="{38615ED5-1599-6A4E-87BB-1B96FA3D7CC0}" destId="{00884B34-E105-3045-8388-2F694B1E1CD3}" srcOrd="1" destOrd="0" presId="urn:microsoft.com/office/officeart/2005/8/layout/vList5"/>
    <dgm:cxn modelId="{71992CF0-72D2-E246-ADD3-FF145F05F5ED}" type="presParOf" srcId="{57CFCD84-C757-2C40-AB7E-8C677A590B8E}" destId="{87560DF2-5F57-6047-9CA5-BE3B070B9FDC}" srcOrd="5" destOrd="0" presId="urn:microsoft.com/office/officeart/2005/8/layout/vList5"/>
    <dgm:cxn modelId="{0AC15A8C-CF42-F14B-ACE2-790042611E79}" type="presParOf" srcId="{57CFCD84-C757-2C40-AB7E-8C677A590B8E}" destId="{B20D5E1E-CCF9-E14F-ACB8-4CD44F267192}" srcOrd="6" destOrd="0" presId="urn:microsoft.com/office/officeart/2005/8/layout/vList5"/>
    <dgm:cxn modelId="{2BBCB085-C786-0346-BB52-4F171AB7E30D}" type="presParOf" srcId="{B20D5E1E-CCF9-E14F-ACB8-4CD44F267192}" destId="{38C26DCF-0C41-FD40-B9AF-485C03298E77}" srcOrd="0" destOrd="0" presId="urn:microsoft.com/office/officeart/2005/8/layout/vList5"/>
    <dgm:cxn modelId="{D609C899-D5A4-8B42-B3F0-B6681642E402}" type="presParOf" srcId="{B20D5E1E-CCF9-E14F-ACB8-4CD44F267192}" destId="{A52D8E48-1A3F-C847-AEA0-83968906A4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6EC1E89-C85C-4E48-948C-5B4AD68F2455}" type="doc">
      <dgm:prSet loTypeId="urn:microsoft.com/office/officeart/2005/8/layout/vList5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GB"/>
        </a:p>
      </dgm:t>
    </dgm:pt>
    <dgm:pt modelId="{AC67EEFA-5679-164C-87AA-51C3707CFAF5}">
      <dgm:prSet phldrT="[Text]" custT="1"/>
      <dgm:spPr/>
      <dgm:t>
        <a:bodyPr/>
        <a:lstStyle/>
        <a:p>
          <a:pPr algn="just"/>
          <a:r>
            <a:rPr lang="en-US" sz="2100" b="1">
              <a:latin typeface="Book Antiqua" panose="02040602050305030304" pitchFamily="18" charset="0"/>
            </a:rPr>
            <a:t>Near Real-Time Analytics</a:t>
          </a:r>
          <a:endParaRPr lang="en-GB" sz="2100">
            <a:latin typeface="Book Antiqua" panose="02040602050305030304" pitchFamily="18" charset="0"/>
          </a:endParaRPr>
        </a:p>
      </dgm:t>
    </dgm:pt>
    <dgm:pt modelId="{3B092019-7FCD-8D45-A1E7-7DB6217001FD}" type="parTrans" cxnId="{8F3B730B-4FD0-D740-A7D0-9876432ECA15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A6ABB779-3228-E04D-BB3A-34F2C6532742}" type="sibTrans" cxnId="{8F3B730B-4FD0-D740-A7D0-9876432ECA15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07D681B3-98C9-1B49-B145-B3BAD6C6C9A1}">
      <dgm:prSet custT="1"/>
      <dgm:spPr/>
      <dgm:t>
        <a:bodyPr/>
        <a:lstStyle/>
        <a:p>
          <a:pPr algn="just"/>
          <a:r>
            <a:rPr lang="en-US" sz="2100">
              <a:latin typeface="Book Antiqua" panose="02040602050305030304" pitchFamily="18" charset="0"/>
            </a:rPr>
            <a:t>Enables instant decision-making at fog nodes, especially for IoT use cases requiring rapid responses.</a:t>
          </a:r>
          <a:endParaRPr lang="en-US" sz="2100" dirty="0">
            <a:latin typeface="Book Antiqua" panose="02040602050305030304" pitchFamily="18" charset="0"/>
          </a:endParaRPr>
        </a:p>
      </dgm:t>
    </dgm:pt>
    <dgm:pt modelId="{C99D941F-AEB8-3B47-9D14-EBB267C8F2B9}" type="parTrans" cxnId="{719DC002-233D-254A-B450-59793844BB8A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7D76D46B-A517-C24C-A595-F64852920912}" type="sibTrans" cxnId="{719DC002-233D-254A-B450-59793844BB8A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2CBF324B-444C-7E46-80BB-52A94F79DA6E}">
      <dgm:prSet custT="1"/>
      <dgm:spPr/>
      <dgm:t>
        <a:bodyPr/>
        <a:lstStyle/>
        <a:p>
          <a:pPr algn="just"/>
          <a:r>
            <a:rPr lang="en-US" sz="2100" b="1">
              <a:latin typeface="Book Antiqua" panose="02040602050305030304" pitchFamily="18" charset="0"/>
            </a:rPr>
            <a:t>Distributed ML Execution</a:t>
          </a:r>
          <a:endParaRPr lang="en-US" sz="2100" b="1" dirty="0">
            <a:latin typeface="Book Antiqua" panose="02040602050305030304" pitchFamily="18" charset="0"/>
          </a:endParaRPr>
        </a:p>
      </dgm:t>
    </dgm:pt>
    <dgm:pt modelId="{77B99A82-5A31-5C4A-A8AA-346237013D9C}" type="parTrans" cxnId="{2EF171C6-4752-F44B-9D66-88714BBEA4A4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0B9A55B5-0F75-0546-94AB-D1575BE6ADCD}" type="sibTrans" cxnId="{2EF171C6-4752-F44B-9D66-88714BBEA4A4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C4F0E25B-BC54-E24C-8500-4811F8403FFA}">
      <dgm:prSet custT="1"/>
      <dgm:spPr/>
      <dgm:t>
        <a:bodyPr/>
        <a:lstStyle/>
        <a:p>
          <a:pPr algn="just"/>
          <a:r>
            <a:rPr lang="en-US" sz="2100">
              <a:latin typeface="Book Antiqua" panose="02040602050305030304" pitchFamily="18" charset="0"/>
            </a:rPr>
            <a:t>ML algorithms run on fog nodes with sufficient processing power, creating models near the cloud or downloading them to mid-tier nodes for execution.</a:t>
          </a:r>
          <a:endParaRPr lang="en-US" sz="2100" dirty="0">
            <a:latin typeface="Book Antiqua" panose="02040602050305030304" pitchFamily="18" charset="0"/>
          </a:endParaRPr>
        </a:p>
      </dgm:t>
    </dgm:pt>
    <dgm:pt modelId="{1E468E32-F5DD-404C-8E43-9992792E81B0}" type="parTrans" cxnId="{515D1952-04CC-0440-812E-771FEE653968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CE982ACC-6077-E94F-8192-ECE6637174A4}" type="sibTrans" cxnId="{515D1952-04CC-0440-812E-771FEE653968}">
      <dgm:prSet/>
      <dgm:spPr/>
      <dgm:t>
        <a:bodyPr/>
        <a:lstStyle/>
        <a:p>
          <a:pPr algn="just"/>
          <a:endParaRPr lang="en-GB" sz="2100">
            <a:latin typeface="Book Antiqua" panose="02040602050305030304" pitchFamily="18" charset="0"/>
          </a:endParaRPr>
        </a:p>
      </dgm:t>
    </dgm:pt>
    <dgm:pt modelId="{9A0629F4-8E64-B040-9F34-69C6A2F44626}" type="pres">
      <dgm:prSet presAssocID="{66EC1E89-C85C-4E48-948C-5B4AD68F2455}" presName="Name0" presStyleCnt="0">
        <dgm:presLayoutVars>
          <dgm:dir/>
          <dgm:animLvl val="lvl"/>
          <dgm:resizeHandles val="exact"/>
        </dgm:presLayoutVars>
      </dgm:prSet>
      <dgm:spPr/>
    </dgm:pt>
    <dgm:pt modelId="{8EB673B7-F419-7F43-ACD0-6949EDEC641F}" type="pres">
      <dgm:prSet presAssocID="{AC67EEFA-5679-164C-87AA-51C3707CFAF5}" presName="linNode" presStyleCnt="0"/>
      <dgm:spPr/>
    </dgm:pt>
    <dgm:pt modelId="{702A23BA-B92C-BC44-9DB4-DEC37277D90A}" type="pres">
      <dgm:prSet presAssocID="{AC67EEFA-5679-164C-87AA-51C3707CFAF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12427B7-95FD-E744-91F8-05A6771AEABB}" type="pres">
      <dgm:prSet presAssocID="{AC67EEFA-5679-164C-87AA-51C3707CFAF5}" presName="descendantText" presStyleLbl="alignAccFollowNode1" presStyleIdx="0" presStyleCnt="2">
        <dgm:presLayoutVars>
          <dgm:bulletEnabled val="1"/>
        </dgm:presLayoutVars>
      </dgm:prSet>
      <dgm:spPr/>
    </dgm:pt>
    <dgm:pt modelId="{49FE7FE2-EC93-EE4B-809F-0E7FCD68C7E4}" type="pres">
      <dgm:prSet presAssocID="{A6ABB779-3228-E04D-BB3A-34F2C6532742}" presName="sp" presStyleCnt="0"/>
      <dgm:spPr/>
    </dgm:pt>
    <dgm:pt modelId="{C240ADBF-1EF0-5148-A1A4-FC1BB5D8383E}" type="pres">
      <dgm:prSet presAssocID="{2CBF324B-444C-7E46-80BB-52A94F79DA6E}" presName="linNode" presStyleCnt="0"/>
      <dgm:spPr/>
    </dgm:pt>
    <dgm:pt modelId="{A4D14B46-8126-814C-B597-833776D637E0}" type="pres">
      <dgm:prSet presAssocID="{2CBF324B-444C-7E46-80BB-52A94F79DA6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3E29FEF-F2F4-F44A-A59B-E622AEC7A385}" type="pres">
      <dgm:prSet presAssocID="{2CBF324B-444C-7E46-80BB-52A94F79DA6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19DC002-233D-254A-B450-59793844BB8A}" srcId="{AC67EEFA-5679-164C-87AA-51C3707CFAF5}" destId="{07D681B3-98C9-1B49-B145-B3BAD6C6C9A1}" srcOrd="0" destOrd="0" parTransId="{C99D941F-AEB8-3B47-9D14-EBB267C8F2B9}" sibTransId="{7D76D46B-A517-C24C-A595-F64852920912}"/>
    <dgm:cxn modelId="{8F3B730B-4FD0-D740-A7D0-9876432ECA15}" srcId="{66EC1E89-C85C-4E48-948C-5B4AD68F2455}" destId="{AC67EEFA-5679-164C-87AA-51C3707CFAF5}" srcOrd="0" destOrd="0" parTransId="{3B092019-7FCD-8D45-A1E7-7DB6217001FD}" sibTransId="{A6ABB779-3228-E04D-BB3A-34F2C6532742}"/>
    <dgm:cxn modelId="{C9AFBA25-CFA7-D04D-A76D-5A9D4E0BE263}" type="presOf" srcId="{C4F0E25B-BC54-E24C-8500-4811F8403FFA}" destId="{53E29FEF-F2F4-F44A-A59B-E622AEC7A385}" srcOrd="0" destOrd="0" presId="urn:microsoft.com/office/officeart/2005/8/layout/vList5"/>
    <dgm:cxn modelId="{428C493A-E89C-0844-9C91-3989773A7205}" type="presOf" srcId="{07D681B3-98C9-1B49-B145-B3BAD6C6C9A1}" destId="{A12427B7-95FD-E744-91F8-05A6771AEABB}" srcOrd="0" destOrd="0" presId="urn:microsoft.com/office/officeart/2005/8/layout/vList5"/>
    <dgm:cxn modelId="{06FF174B-1C21-B248-94E9-FCACCE24DC4C}" type="presOf" srcId="{AC67EEFA-5679-164C-87AA-51C3707CFAF5}" destId="{702A23BA-B92C-BC44-9DB4-DEC37277D90A}" srcOrd="0" destOrd="0" presId="urn:microsoft.com/office/officeart/2005/8/layout/vList5"/>
    <dgm:cxn modelId="{515D1952-04CC-0440-812E-771FEE653968}" srcId="{2CBF324B-444C-7E46-80BB-52A94F79DA6E}" destId="{C4F0E25B-BC54-E24C-8500-4811F8403FFA}" srcOrd="0" destOrd="0" parTransId="{1E468E32-F5DD-404C-8E43-9992792E81B0}" sibTransId="{CE982ACC-6077-E94F-8192-ECE6637174A4}"/>
    <dgm:cxn modelId="{AAE0DA6B-CDFF-0D41-8D89-ACA946B0A8DF}" type="presOf" srcId="{2CBF324B-444C-7E46-80BB-52A94F79DA6E}" destId="{A4D14B46-8126-814C-B597-833776D637E0}" srcOrd="0" destOrd="0" presId="urn:microsoft.com/office/officeart/2005/8/layout/vList5"/>
    <dgm:cxn modelId="{127631A6-0E46-2647-9EB0-E4C4D1197487}" type="presOf" srcId="{66EC1E89-C85C-4E48-948C-5B4AD68F2455}" destId="{9A0629F4-8E64-B040-9F34-69C6A2F44626}" srcOrd="0" destOrd="0" presId="urn:microsoft.com/office/officeart/2005/8/layout/vList5"/>
    <dgm:cxn modelId="{2EF171C6-4752-F44B-9D66-88714BBEA4A4}" srcId="{66EC1E89-C85C-4E48-948C-5B4AD68F2455}" destId="{2CBF324B-444C-7E46-80BB-52A94F79DA6E}" srcOrd="1" destOrd="0" parTransId="{77B99A82-5A31-5C4A-A8AA-346237013D9C}" sibTransId="{0B9A55B5-0F75-0546-94AB-D1575BE6ADCD}"/>
    <dgm:cxn modelId="{FB09AC38-3716-C349-85B6-EBFC84C55E55}" type="presParOf" srcId="{9A0629F4-8E64-B040-9F34-69C6A2F44626}" destId="{8EB673B7-F419-7F43-ACD0-6949EDEC641F}" srcOrd="0" destOrd="0" presId="urn:microsoft.com/office/officeart/2005/8/layout/vList5"/>
    <dgm:cxn modelId="{9354B611-C407-0546-BBD9-D83E7E1113E9}" type="presParOf" srcId="{8EB673B7-F419-7F43-ACD0-6949EDEC641F}" destId="{702A23BA-B92C-BC44-9DB4-DEC37277D90A}" srcOrd="0" destOrd="0" presId="urn:microsoft.com/office/officeart/2005/8/layout/vList5"/>
    <dgm:cxn modelId="{91F58E04-82F2-A141-BCE8-BEA57E1F638E}" type="presParOf" srcId="{8EB673B7-F419-7F43-ACD0-6949EDEC641F}" destId="{A12427B7-95FD-E744-91F8-05A6771AEABB}" srcOrd="1" destOrd="0" presId="urn:microsoft.com/office/officeart/2005/8/layout/vList5"/>
    <dgm:cxn modelId="{6AC67419-A8F9-A649-B3A4-FF904E8432D0}" type="presParOf" srcId="{9A0629F4-8E64-B040-9F34-69C6A2F44626}" destId="{49FE7FE2-EC93-EE4B-809F-0E7FCD68C7E4}" srcOrd="1" destOrd="0" presId="urn:microsoft.com/office/officeart/2005/8/layout/vList5"/>
    <dgm:cxn modelId="{221DF0F8-E524-D24B-A040-3F798073F7F5}" type="presParOf" srcId="{9A0629F4-8E64-B040-9F34-69C6A2F44626}" destId="{C240ADBF-1EF0-5148-A1A4-FC1BB5D8383E}" srcOrd="2" destOrd="0" presId="urn:microsoft.com/office/officeart/2005/8/layout/vList5"/>
    <dgm:cxn modelId="{B137B50A-4E8D-9547-BFF6-E10E4F8F530F}" type="presParOf" srcId="{C240ADBF-1EF0-5148-A1A4-FC1BB5D8383E}" destId="{A4D14B46-8126-814C-B597-833776D637E0}" srcOrd="0" destOrd="0" presId="urn:microsoft.com/office/officeart/2005/8/layout/vList5"/>
    <dgm:cxn modelId="{28A955D3-D2C5-6C48-809F-BF90033E70F2}" type="presParOf" srcId="{C240ADBF-1EF0-5148-A1A4-FC1BB5D8383E}" destId="{53E29FEF-F2F4-F44A-A59B-E622AEC7A38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BFF9BAF-E840-A540-BDC4-4E6C86D1F94F}" type="doc">
      <dgm:prSet loTypeId="urn:microsoft.com/office/officeart/2005/8/layout/hierarchy1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764172C9-EDE7-094A-8514-D90DD2B78AC3}">
      <dgm:prSet phldrT="[Text]"/>
      <dgm:spPr/>
      <dgm:t>
        <a:bodyPr/>
        <a:lstStyle/>
        <a:p>
          <a:r>
            <a:rPr lang="en-GB" b="0" dirty="0">
              <a:latin typeface="Book Antiqua" panose="02040602050305030304" pitchFamily="18" charset="0"/>
            </a:rPr>
            <a:t>Example of ML in Fog</a:t>
          </a:r>
        </a:p>
      </dgm:t>
    </dgm:pt>
    <dgm:pt modelId="{474A84D5-B172-B647-A3EB-2D48E404FD05}" type="parTrans" cxnId="{0CE5C7A8-ACFC-ED44-B832-9391893C8577}">
      <dgm:prSet/>
      <dgm:spPr/>
      <dgm:t>
        <a:bodyPr/>
        <a:lstStyle/>
        <a:p>
          <a:endParaRPr lang="en-GB"/>
        </a:p>
      </dgm:t>
    </dgm:pt>
    <dgm:pt modelId="{B96F4EDE-7E19-BD4D-9927-5A8D794AF212}" type="sibTrans" cxnId="{0CE5C7A8-ACFC-ED44-B832-9391893C8577}">
      <dgm:prSet/>
      <dgm:spPr/>
      <dgm:t>
        <a:bodyPr/>
        <a:lstStyle/>
        <a:p>
          <a:endParaRPr lang="en-GB"/>
        </a:p>
      </dgm:t>
    </dgm:pt>
    <dgm:pt modelId="{884D8E06-DD93-9F45-8693-B7C7B018F274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Industry </a:t>
          </a:r>
          <a:endParaRPr lang="en-GB" b="0" dirty="0">
            <a:latin typeface="Book Antiqua" panose="02040602050305030304" pitchFamily="18" charset="0"/>
          </a:endParaRPr>
        </a:p>
      </dgm:t>
    </dgm:pt>
    <dgm:pt modelId="{D68B3CF4-3855-B643-A39F-76F49913400E}" type="parTrans" cxnId="{8E0444A6-5418-3D4C-9AD0-4D81A832CE01}">
      <dgm:prSet/>
      <dgm:spPr/>
      <dgm:t>
        <a:bodyPr/>
        <a:lstStyle/>
        <a:p>
          <a:endParaRPr lang="en-GB"/>
        </a:p>
      </dgm:t>
    </dgm:pt>
    <dgm:pt modelId="{E085279F-F866-1247-A94B-08BE64980D43}" type="sibTrans" cxnId="{8E0444A6-5418-3D4C-9AD0-4D81A832CE01}">
      <dgm:prSet/>
      <dgm:spPr/>
      <dgm:t>
        <a:bodyPr/>
        <a:lstStyle/>
        <a:p>
          <a:endParaRPr lang="en-GB"/>
        </a:p>
      </dgm:t>
    </dgm:pt>
    <dgm:pt modelId="{1A58EF49-78DE-6246-8C83-62B73B969ED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 dirty="0">
              <a:latin typeface="Book Antiqua" panose="02040602050305030304" pitchFamily="18" charset="0"/>
            </a:rPr>
            <a:t>Anomaly detection</a:t>
          </a:r>
          <a:endParaRPr lang="en-GB" b="0" dirty="0">
            <a:latin typeface="Book Antiqua" panose="02040602050305030304" pitchFamily="18" charset="0"/>
          </a:endParaRPr>
        </a:p>
      </dgm:t>
    </dgm:pt>
    <dgm:pt modelId="{0C016107-641A-3140-9126-4AA00CC9BDDE}" type="parTrans" cxnId="{66057700-A186-7D44-A31B-036DE3EBCDCF}">
      <dgm:prSet/>
      <dgm:spPr/>
      <dgm:t>
        <a:bodyPr/>
        <a:lstStyle/>
        <a:p>
          <a:endParaRPr lang="en-GB"/>
        </a:p>
      </dgm:t>
    </dgm:pt>
    <dgm:pt modelId="{D519BF71-04C9-A44A-8D25-B7CF1A138319}" type="sibTrans" cxnId="{66057700-A186-7D44-A31B-036DE3EBCDCF}">
      <dgm:prSet/>
      <dgm:spPr/>
      <dgm:t>
        <a:bodyPr/>
        <a:lstStyle/>
        <a:p>
          <a:endParaRPr lang="en-GB"/>
        </a:p>
      </dgm:t>
    </dgm:pt>
    <dgm:pt modelId="{8CE78F5A-32E8-EE4F-B546-F192E42A6972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Retail</a:t>
          </a:r>
          <a:endParaRPr lang="en-GB" b="0" dirty="0">
            <a:latin typeface="Book Antiqua" panose="02040602050305030304" pitchFamily="18" charset="0"/>
          </a:endParaRPr>
        </a:p>
      </dgm:t>
    </dgm:pt>
    <dgm:pt modelId="{A15E846E-A265-1748-A576-2507DC888AB4}" type="parTrans" cxnId="{B996C078-7D59-004A-A067-D3AEB531E134}">
      <dgm:prSet/>
      <dgm:spPr/>
      <dgm:t>
        <a:bodyPr/>
        <a:lstStyle/>
        <a:p>
          <a:endParaRPr lang="en-GB"/>
        </a:p>
      </dgm:t>
    </dgm:pt>
    <dgm:pt modelId="{8E969442-B26D-8143-8A10-CAF9A8B9C75E}" type="sibTrans" cxnId="{B996C078-7D59-004A-A067-D3AEB531E134}">
      <dgm:prSet/>
      <dgm:spPr/>
      <dgm:t>
        <a:bodyPr/>
        <a:lstStyle/>
        <a:p>
          <a:endParaRPr lang="en-GB"/>
        </a:p>
      </dgm:t>
    </dgm:pt>
    <dgm:pt modelId="{A6FC6FAE-D11F-154B-9BD2-E6B6E3093B16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Self-Driving Cars</a:t>
          </a:r>
          <a:endParaRPr lang="en-GB" b="0" dirty="0">
            <a:latin typeface="Book Antiqua" panose="02040602050305030304" pitchFamily="18" charset="0"/>
          </a:endParaRPr>
        </a:p>
      </dgm:t>
    </dgm:pt>
    <dgm:pt modelId="{E3474C94-B19F-3A48-AD70-D8E178047CB9}" type="parTrans" cxnId="{F9E646BA-C172-AB4D-BF90-2AA28091FF2F}">
      <dgm:prSet/>
      <dgm:spPr/>
      <dgm:t>
        <a:bodyPr/>
        <a:lstStyle/>
        <a:p>
          <a:endParaRPr lang="en-GB"/>
        </a:p>
      </dgm:t>
    </dgm:pt>
    <dgm:pt modelId="{719A63C5-6789-E04E-AB07-3614F3314C5B}" type="sibTrans" cxnId="{F9E646BA-C172-AB4D-BF90-2AA28091FF2F}">
      <dgm:prSet/>
      <dgm:spPr/>
      <dgm:t>
        <a:bodyPr/>
        <a:lstStyle/>
        <a:p>
          <a:endParaRPr lang="en-GB"/>
        </a:p>
      </dgm:t>
    </dgm:pt>
    <dgm:pt modelId="{194FD1A4-A9F1-554A-BEA6-891996DD80C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 dirty="0">
              <a:latin typeface="Book Antiqua" panose="02040602050305030304" pitchFamily="18" charset="0"/>
            </a:rPr>
            <a:t>Artificial Neural Networks (ANN) for image processing</a:t>
          </a:r>
          <a:endParaRPr lang="en-GB" b="0" dirty="0">
            <a:latin typeface="Book Antiqua" panose="02040602050305030304" pitchFamily="18" charset="0"/>
          </a:endParaRPr>
        </a:p>
      </dgm:t>
    </dgm:pt>
    <dgm:pt modelId="{03FFBEF7-3C7C-EF41-AD16-D086A512ED37}" type="parTrans" cxnId="{5968D4CA-0E55-5846-B46B-4045A24ABD3F}">
      <dgm:prSet/>
      <dgm:spPr/>
      <dgm:t>
        <a:bodyPr/>
        <a:lstStyle/>
        <a:p>
          <a:endParaRPr lang="en-GB"/>
        </a:p>
      </dgm:t>
    </dgm:pt>
    <dgm:pt modelId="{1C5A1B61-05EC-A348-9FAB-19E013865D85}" type="sibTrans" cxnId="{5968D4CA-0E55-5846-B46B-4045A24ABD3F}">
      <dgm:prSet/>
      <dgm:spPr/>
      <dgm:t>
        <a:bodyPr/>
        <a:lstStyle/>
        <a:p>
          <a:endParaRPr lang="en-GB"/>
        </a:p>
      </dgm:t>
    </dgm:pt>
    <dgm:pt modelId="{FF573BA4-E384-4847-9B23-F655B9B666D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>
              <a:latin typeface="Book Antiqua" panose="02040602050305030304" pitchFamily="18" charset="0"/>
            </a:rPr>
            <a:t>Predictive models</a:t>
          </a:r>
        </a:p>
      </dgm:t>
    </dgm:pt>
    <dgm:pt modelId="{28428CF2-3661-0543-AD08-C03E79687241}" type="parTrans" cxnId="{151B3200-7E67-2F46-BDFF-D9208047C5CD}">
      <dgm:prSet/>
      <dgm:spPr/>
      <dgm:t>
        <a:bodyPr/>
        <a:lstStyle/>
        <a:p>
          <a:endParaRPr lang="en-GB"/>
        </a:p>
      </dgm:t>
    </dgm:pt>
    <dgm:pt modelId="{C06BF06D-8C2E-6C44-B7AC-C3D474ED1251}" type="sibTrans" cxnId="{151B3200-7E67-2F46-BDFF-D9208047C5CD}">
      <dgm:prSet/>
      <dgm:spPr/>
      <dgm:t>
        <a:bodyPr/>
        <a:lstStyle/>
        <a:p>
          <a:endParaRPr lang="en-GB"/>
        </a:p>
      </dgm:t>
    </dgm:pt>
    <dgm:pt modelId="{F7125193-E52E-A94B-BE67-80E2CAFC0C0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>
              <a:latin typeface="Book Antiqua" panose="02040602050305030304" pitchFamily="18" charset="0"/>
            </a:rPr>
            <a:t>Optimization methods</a:t>
          </a:r>
        </a:p>
      </dgm:t>
    </dgm:pt>
    <dgm:pt modelId="{9F37BF20-4912-DB45-BCC1-CE99E49980F9}" type="parTrans" cxnId="{E36BE2D8-7174-D643-93F6-2D47E7D01884}">
      <dgm:prSet/>
      <dgm:spPr/>
      <dgm:t>
        <a:bodyPr/>
        <a:lstStyle/>
        <a:p>
          <a:endParaRPr lang="en-GB"/>
        </a:p>
      </dgm:t>
    </dgm:pt>
    <dgm:pt modelId="{3730972D-916F-4C47-B7F3-560B16F6DE61}" type="sibTrans" cxnId="{E36BE2D8-7174-D643-93F6-2D47E7D01884}">
      <dgm:prSet/>
      <dgm:spPr/>
      <dgm:t>
        <a:bodyPr/>
        <a:lstStyle/>
        <a:p>
          <a:endParaRPr lang="en-GB"/>
        </a:p>
      </dgm:t>
    </dgm:pt>
    <dgm:pt modelId="{CA9847EA-7494-8048-B0FF-D22BD0B137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>
              <a:latin typeface="Book Antiqua" panose="02040602050305030304" pitchFamily="18" charset="0"/>
            </a:rPr>
            <a:t>Statistical methods</a:t>
          </a:r>
        </a:p>
      </dgm:t>
    </dgm:pt>
    <dgm:pt modelId="{CBCC69CA-766C-D44F-A238-D2B6AD031AA0}" type="parTrans" cxnId="{0CE17687-89E9-9A46-A3F4-FFAFA67BD2AB}">
      <dgm:prSet/>
      <dgm:spPr/>
      <dgm:t>
        <a:bodyPr/>
        <a:lstStyle/>
        <a:p>
          <a:endParaRPr lang="en-GB"/>
        </a:p>
      </dgm:t>
    </dgm:pt>
    <dgm:pt modelId="{E7F1E7C6-A16B-0F4B-BB0F-42A7F0D34989}" type="sibTrans" cxnId="{0CE17687-89E9-9A46-A3F4-FFAFA67BD2AB}">
      <dgm:prSet/>
      <dgm:spPr/>
      <dgm:t>
        <a:bodyPr/>
        <a:lstStyle/>
        <a:p>
          <a:endParaRPr lang="en-GB"/>
        </a:p>
      </dgm:t>
    </dgm:pt>
    <dgm:pt modelId="{62A60660-DD03-D046-AB11-A27BA117D9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>
              <a:latin typeface="Book Antiqua" panose="02040602050305030304" pitchFamily="18" charset="0"/>
            </a:rPr>
            <a:t>Time-series clustering</a:t>
          </a:r>
        </a:p>
      </dgm:t>
    </dgm:pt>
    <dgm:pt modelId="{372A25E5-3AD5-D447-A610-EB18554E8098}" type="parTrans" cxnId="{AB5B0A7E-4439-E84D-8466-495A3CEE7B1E}">
      <dgm:prSet/>
      <dgm:spPr/>
      <dgm:t>
        <a:bodyPr/>
        <a:lstStyle/>
        <a:p>
          <a:endParaRPr lang="en-GB"/>
        </a:p>
      </dgm:t>
    </dgm:pt>
    <dgm:pt modelId="{809CEEDD-4FD8-7F4E-802B-950AFEECBD56}" type="sibTrans" cxnId="{AB5B0A7E-4439-E84D-8466-495A3CEE7B1E}">
      <dgm:prSet/>
      <dgm:spPr/>
      <dgm:t>
        <a:bodyPr/>
        <a:lstStyle/>
        <a:p>
          <a:endParaRPr lang="en-GB"/>
        </a:p>
      </dgm:t>
    </dgm:pt>
    <dgm:pt modelId="{CEF10D44-0124-4E40-8AB2-4F2A53B0767C}">
      <dgm:prSet phldrT="[Text]"/>
      <dgm:spPr/>
      <dgm:t>
        <a:bodyPr/>
        <a:lstStyle/>
        <a:p>
          <a:r>
            <a:rPr lang="en-IN" b="0" i="0" u="none" dirty="0">
              <a:latin typeface="Book Antiqua" panose="02040602050305030304" pitchFamily="18" charset="0"/>
            </a:rPr>
            <a:t>Customer Behaviour Analysis</a:t>
          </a:r>
          <a:endParaRPr lang="en-GB" b="0" dirty="0">
            <a:latin typeface="Book Antiqua" panose="02040602050305030304" pitchFamily="18" charset="0"/>
          </a:endParaRPr>
        </a:p>
      </dgm:t>
    </dgm:pt>
    <dgm:pt modelId="{89EB012C-35AC-024E-9604-F3BAD5CACD87}" type="parTrans" cxnId="{0DBDF9AB-80A7-524E-B417-0605BCF71655}">
      <dgm:prSet/>
      <dgm:spPr/>
      <dgm:t>
        <a:bodyPr/>
        <a:lstStyle/>
        <a:p>
          <a:endParaRPr lang="en-GB"/>
        </a:p>
      </dgm:t>
    </dgm:pt>
    <dgm:pt modelId="{0C8CF6C7-E57E-034B-9341-D4C6A342C39F}" type="sibTrans" cxnId="{0DBDF9AB-80A7-524E-B417-0605BCF71655}">
      <dgm:prSet/>
      <dgm:spPr/>
      <dgm:t>
        <a:bodyPr/>
        <a:lstStyle/>
        <a:p>
          <a:endParaRPr lang="en-GB"/>
        </a:p>
      </dgm:t>
    </dgm:pt>
    <dgm:pt modelId="{AF612384-6217-444D-B5AA-23A43D6708A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>
              <a:latin typeface="Book Antiqua" panose="02040602050305030304" pitchFamily="18" charset="0"/>
            </a:rPr>
            <a:t>Naïve Bayes or similar algorithms for anomaly detection</a:t>
          </a:r>
        </a:p>
      </dgm:t>
    </dgm:pt>
    <dgm:pt modelId="{1EF26A18-023B-0443-B127-DC9EF08C9680}" type="parTrans" cxnId="{A1428819-A209-F14C-BF6E-BAE49B3C8725}">
      <dgm:prSet/>
      <dgm:spPr/>
      <dgm:t>
        <a:bodyPr/>
        <a:lstStyle/>
        <a:p>
          <a:endParaRPr lang="en-GB"/>
        </a:p>
      </dgm:t>
    </dgm:pt>
    <dgm:pt modelId="{6FDD4F4B-72FF-554A-9C44-315B7D4D04C5}" type="sibTrans" cxnId="{A1428819-A209-F14C-BF6E-BAE49B3C8725}">
      <dgm:prSet/>
      <dgm:spPr/>
      <dgm:t>
        <a:bodyPr/>
        <a:lstStyle/>
        <a:p>
          <a:endParaRPr lang="en-GB"/>
        </a:p>
      </dgm:t>
    </dgm:pt>
    <dgm:pt modelId="{CA89B157-B8B0-E640-8953-CCE8352DF09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0" i="0" u="none" dirty="0">
              <a:latin typeface="Book Antiqua" panose="02040602050305030304" pitchFamily="18" charset="0"/>
            </a:rPr>
            <a:t>Reinforcement learning</a:t>
          </a:r>
        </a:p>
      </dgm:t>
    </dgm:pt>
    <dgm:pt modelId="{4CEB901C-5D4E-BD43-8CC9-2C32AA2A2508}" type="parTrans" cxnId="{B27BC172-298B-C843-8369-C0B6D6FE016A}">
      <dgm:prSet/>
      <dgm:spPr/>
      <dgm:t>
        <a:bodyPr/>
        <a:lstStyle/>
        <a:p>
          <a:endParaRPr lang="en-GB"/>
        </a:p>
      </dgm:t>
    </dgm:pt>
    <dgm:pt modelId="{697008B7-3CBC-2C45-BF2A-92AE90B504EE}" type="sibTrans" cxnId="{B27BC172-298B-C843-8369-C0B6D6FE016A}">
      <dgm:prSet/>
      <dgm:spPr/>
      <dgm:t>
        <a:bodyPr/>
        <a:lstStyle/>
        <a:p>
          <a:endParaRPr lang="en-GB"/>
        </a:p>
      </dgm:t>
    </dgm:pt>
    <dgm:pt modelId="{3E001D1D-3778-3940-9506-D54C6E784B0A}" type="pres">
      <dgm:prSet presAssocID="{8BFF9BAF-E840-A540-BDC4-4E6C86D1F9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33EF118-A91D-0F4F-89D8-8D06098EF1BF}" type="pres">
      <dgm:prSet presAssocID="{764172C9-EDE7-094A-8514-D90DD2B78AC3}" presName="hierRoot1" presStyleCnt="0"/>
      <dgm:spPr/>
    </dgm:pt>
    <dgm:pt modelId="{17F68353-5E62-8141-9B1E-297056948D21}" type="pres">
      <dgm:prSet presAssocID="{764172C9-EDE7-094A-8514-D90DD2B78AC3}" presName="composite" presStyleCnt="0"/>
      <dgm:spPr/>
    </dgm:pt>
    <dgm:pt modelId="{7C67472E-BD1E-8D47-8EA2-28D87C28801D}" type="pres">
      <dgm:prSet presAssocID="{764172C9-EDE7-094A-8514-D90DD2B78AC3}" presName="background" presStyleLbl="node0" presStyleIdx="0" presStyleCnt="1"/>
      <dgm:spPr/>
    </dgm:pt>
    <dgm:pt modelId="{D2392DC2-9EE4-FD4F-A365-B83689DA1677}" type="pres">
      <dgm:prSet presAssocID="{764172C9-EDE7-094A-8514-D90DD2B78AC3}" presName="text" presStyleLbl="fgAcc0" presStyleIdx="0" presStyleCnt="1">
        <dgm:presLayoutVars>
          <dgm:chPref val="3"/>
        </dgm:presLayoutVars>
      </dgm:prSet>
      <dgm:spPr/>
    </dgm:pt>
    <dgm:pt modelId="{FEE7F672-CFC9-8E4B-8922-1F3E8EDC9C9E}" type="pres">
      <dgm:prSet presAssocID="{764172C9-EDE7-094A-8514-D90DD2B78AC3}" presName="hierChild2" presStyleCnt="0"/>
      <dgm:spPr/>
    </dgm:pt>
    <dgm:pt modelId="{5A33F42C-537D-4B4D-99FE-E19DDD01660F}" type="pres">
      <dgm:prSet presAssocID="{D68B3CF4-3855-B643-A39F-76F49913400E}" presName="Name10" presStyleLbl="parChTrans1D2" presStyleIdx="0" presStyleCnt="3"/>
      <dgm:spPr/>
    </dgm:pt>
    <dgm:pt modelId="{9F4BADC6-996F-EF48-BEBA-A078EE54622B}" type="pres">
      <dgm:prSet presAssocID="{884D8E06-DD93-9F45-8693-B7C7B018F274}" presName="hierRoot2" presStyleCnt="0"/>
      <dgm:spPr/>
    </dgm:pt>
    <dgm:pt modelId="{FEA055C7-423C-E140-9212-AD2D075117BE}" type="pres">
      <dgm:prSet presAssocID="{884D8E06-DD93-9F45-8693-B7C7B018F274}" presName="composite2" presStyleCnt="0"/>
      <dgm:spPr/>
    </dgm:pt>
    <dgm:pt modelId="{5E80D9BF-9184-B64D-92F4-7DB8EA75AFD8}" type="pres">
      <dgm:prSet presAssocID="{884D8E06-DD93-9F45-8693-B7C7B018F274}" presName="background2" presStyleLbl="node2" presStyleIdx="0" presStyleCnt="3"/>
      <dgm:spPr/>
    </dgm:pt>
    <dgm:pt modelId="{243B69FC-4CFB-7F4F-ACB7-4CB8E647FCBA}" type="pres">
      <dgm:prSet presAssocID="{884D8E06-DD93-9F45-8693-B7C7B018F274}" presName="text2" presStyleLbl="fgAcc2" presStyleIdx="0" presStyleCnt="3">
        <dgm:presLayoutVars>
          <dgm:chPref val="3"/>
        </dgm:presLayoutVars>
      </dgm:prSet>
      <dgm:spPr/>
    </dgm:pt>
    <dgm:pt modelId="{FE4D346C-33B9-944E-B4A7-3D8F9F99BE8B}" type="pres">
      <dgm:prSet presAssocID="{884D8E06-DD93-9F45-8693-B7C7B018F274}" presName="hierChild3" presStyleCnt="0"/>
      <dgm:spPr/>
    </dgm:pt>
    <dgm:pt modelId="{ADC6B1F0-C170-704A-8136-98F6D9949D21}" type="pres">
      <dgm:prSet presAssocID="{0C016107-641A-3140-9126-4AA00CC9BDDE}" presName="Name17" presStyleLbl="parChTrans1D3" presStyleIdx="0" presStyleCnt="9"/>
      <dgm:spPr/>
    </dgm:pt>
    <dgm:pt modelId="{2D9BA54D-E738-0E4A-8E3D-065BCD4046B4}" type="pres">
      <dgm:prSet presAssocID="{1A58EF49-78DE-6246-8C83-62B73B969EDF}" presName="hierRoot3" presStyleCnt="0"/>
      <dgm:spPr/>
    </dgm:pt>
    <dgm:pt modelId="{4C14C290-C2DA-0F4D-8EEE-D02F93310716}" type="pres">
      <dgm:prSet presAssocID="{1A58EF49-78DE-6246-8C83-62B73B969EDF}" presName="composite3" presStyleCnt="0"/>
      <dgm:spPr/>
    </dgm:pt>
    <dgm:pt modelId="{77249CA1-287A-9F43-AE4F-5F5AB3C9DEDE}" type="pres">
      <dgm:prSet presAssocID="{1A58EF49-78DE-6246-8C83-62B73B969EDF}" presName="background3" presStyleLbl="node3" presStyleIdx="0" presStyleCnt="9"/>
      <dgm:spPr/>
    </dgm:pt>
    <dgm:pt modelId="{0629DBCF-340A-C041-BC91-B224C45D1707}" type="pres">
      <dgm:prSet presAssocID="{1A58EF49-78DE-6246-8C83-62B73B969EDF}" presName="text3" presStyleLbl="fgAcc3" presStyleIdx="0" presStyleCnt="9">
        <dgm:presLayoutVars>
          <dgm:chPref val="3"/>
        </dgm:presLayoutVars>
      </dgm:prSet>
      <dgm:spPr/>
    </dgm:pt>
    <dgm:pt modelId="{E5590F66-8FAA-484D-A27A-507823A6BA7D}" type="pres">
      <dgm:prSet presAssocID="{1A58EF49-78DE-6246-8C83-62B73B969EDF}" presName="hierChild4" presStyleCnt="0"/>
      <dgm:spPr/>
    </dgm:pt>
    <dgm:pt modelId="{12507714-121C-A54A-BCCD-8CB8B5057239}" type="pres">
      <dgm:prSet presAssocID="{28428CF2-3661-0543-AD08-C03E79687241}" presName="Name17" presStyleLbl="parChTrans1D3" presStyleIdx="1" presStyleCnt="9"/>
      <dgm:spPr/>
    </dgm:pt>
    <dgm:pt modelId="{EEFB88D6-5538-CC4F-BB8C-CE2E27AD4BBC}" type="pres">
      <dgm:prSet presAssocID="{FF573BA4-E384-4847-9B23-F655B9B666D7}" presName="hierRoot3" presStyleCnt="0"/>
      <dgm:spPr/>
    </dgm:pt>
    <dgm:pt modelId="{D743DAE7-3287-4448-B255-BF1582363DD5}" type="pres">
      <dgm:prSet presAssocID="{FF573BA4-E384-4847-9B23-F655B9B666D7}" presName="composite3" presStyleCnt="0"/>
      <dgm:spPr/>
    </dgm:pt>
    <dgm:pt modelId="{305F7577-F4AA-2E41-B7D7-E3CD203F45D0}" type="pres">
      <dgm:prSet presAssocID="{FF573BA4-E384-4847-9B23-F655B9B666D7}" presName="background3" presStyleLbl="node3" presStyleIdx="1" presStyleCnt="9"/>
      <dgm:spPr/>
    </dgm:pt>
    <dgm:pt modelId="{74D3362D-3EEB-6546-A37C-5E9189E832BA}" type="pres">
      <dgm:prSet presAssocID="{FF573BA4-E384-4847-9B23-F655B9B666D7}" presName="text3" presStyleLbl="fgAcc3" presStyleIdx="1" presStyleCnt="9">
        <dgm:presLayoutVars>
          <dgm:chPref val="3"/>
        </dgm:presLayoutVars>
      </dgm:prSet>
      <dgm:spPr/>
    </dgm:pt>
    <dgm:pt modelId="{183C2428-81FC-8E4F-A9F9-E7AF0D0037D7}" type="pres">
      <dgm:prSet presAssocID="{FF573BA4-E384-4847-9B23-F655B9B666D7}" presName="hierChild4" presStyleCnt="0"/>
      <dgm:spPr/>
    </dgm:pt>
    <dgm:pt modelId="{0695037B-B749-2441-A818-7D6650474C08}" type="pres">
      <dgm:prSet presAssocID="{9F37BF20-4912-DB45-BCC1-CE99E49980F9}" presName="Name17" presStyleLbl="parChTrans1D3" presStyleIdx="2" presStyleCnt="9"/>
      <dgm:spPr/>
    </dgm:pt>
    <dgm:pt modelId="{B5B028AF-7120-E441-83FE-982E1D41BD7D}" type="pres">
      <dgm:prSet presAssocID="{F7125193-E52E-A94B-BE67-80E2CAFC0C0A}" presName="hierRoot3" presStyleCnt="0"/>
      <dgm:spPr/>
    </dgm:pt>
    <dgm:pt modelId="{2C0D8140-B8B7-1145-8F6B-B5BD38181579}" type="pres">
      <dgm:prSet presAssocID="{F7125193-E52E-A94B-BE67-80E2CAFC0C0A}" presName="composite3" presStyleCnt="0"/>
      <dgm:spPr/>
    </dgm:pt>
    <dgm:pt modelId="{DA4EE1DD-1A0C-5541-8094-222CC6CCF154}" type="pres">
      <dgm:prSet presAssocID="{F7125193-E52E-A94B-BE67-80E2CAFC0C0A}" presName="background3" presStyleLbl="node3" presStyleIdx="2" presStyleCnt="9"/>
      <dgm:spPr/>
    </dgm:pt>
    <dgm:pt modelId="{73D88396-3B34-8746-9FBD-20187CE399C0}" type="pres">
      <dgm:prSet presAssocID="{F7125193-E52E-A94B-BE67-80E2CAFC0C0A}" presName="text3" presStyleLbl="fgAcc3" presStyleIdx="2" presStyleCnt="9">
        <dgm:presLayoutVars>
          <dgm:chPref val="3"/>
        </dgm:presLayoutVars>
      </dgm:prSet>
      <dgm:spPr/>
    </dgm:pt>
    <dgm:pt modelId="{061B0B0E-6A52-0E46-9372-D8726CB68AF6}" type="pres">
      <dgm:prSet presAssocID="{F7125193-E52E-A94B-BE67-80E2CAFC0C0A}" presName="hierChild4" presStyleCnt="0"/>
      <dgm:spPr/>
    </dgm:pt>
    <dgm:pt modelId="{F7963057-354A-FD48-8566-63B240915C38}" type="pres">
      <dgm:prSet presAssocID="{CBCC69CA-766C-D44F-A238-D2B6AD031AA0}" presName="Name17" presStyleLbl="parChTrans1D3" presStyleIdx="3" presStyleCnt="9"/>
      <dgm:spPr/>
    </dgm:pt>
    <dgm:pt modelId="{FB438C44-8952-2740-8B52-94C0792DECDD}" type="pres">
      <dgm:prSet presAssocID="{CA9847EA-7494-8048-B0FF-D22BD0B13798}" presName="hierRoot3" presStyleCnt="0"/>
      <dgm:spPr/>
    </dgm:pt>
    <dgm:pt modelId="{3CBB991B-BA0E-2540-ABCF-E8CF5E593F0D}" type="pres">
      <dgm:prSet presAssocID="{CA9847EA-7494-8048-B0FF-D22BD0B13798}" presName="composite3" presStyleCnt="0"/>
      <dgm:spPr/>
    </dgm:pt>
    <dgm:pt modelId="{39A05FD4-E7B5-AC4B-8ECC-AD8F62B922DE}" type="pres">
      <dgm:prSet presAssocID="{CA9847EA-7494-8048-B0FF-D22BD0B13798}" presName="background3" presStyleLbl="node3" presStyleIdx="3" presStyleCnt="9"/>
      <dgm:spPr/>
    </dgm:pt>
    <dgm:pt modelId="{7E5C1BB7-84CD-F042-876E-190220BB71EC}" type="pres">
      <dgm:prSet presAssocID="{CA9847EA-7494-8048-B0FF-D22BD0B13798}" presName="text3" presStyleLbl="fgAcc3" presStyleIdx="3" presStyleCnt="9">
        <dgm:presLayoutVars>
          <dgm:chPref val="3"/>
        </dgm:presLayoutVars>
      </dgm:prSet>
      <dgm:spPr/>
    </dgm:pt>
    <dgm:pt modelId="{1689467F-676C-8E4C-9A31-F5C06B5230F3}" type="pres">
      <dgm:prSet presAssocID="{CA9847EA-7494-8048-B0FF-D22BD0B13798}" presName="hierChild4" presStyleCnt="0"/>
      <dgm:spPr/>
    </dgm:pt>
    <dgm:pt modelId="{E65B2408-498B-894F-8F2E-639D96730F18}" type="pres">
      <dgm:prSet presAssocID="{372A25E5-3AD5-D447-A610-EB18554E8098}" presName="Name17" presStyleLbl="parChTrans1D3" presStyleIdx="4" presStyleCnt="9"/>
      <dgm:spPr/>
    </dgm:pt>
    <dgm:pt modelId="{30404057-EC30-7846-9DE4-4E6628420CEA}" type="pres">
      <dgm:prSet presAssocID="{62A60660-DD03-D046-AB11-A27BA117D9F3}" presName="hierRoot3" presStyleCnt="0"/>
      <dgm:spPr/>
    </dgm:pt>
    <dgm:pt modelId="{C60CEB81-627B-E44A-B5B6-937ACBCE09B4}" type="pres">
      <dgm:prSet presAssocID="{62A60660-DD03-D046-AB11-A27BA117D9F3}" presName="composite3" presStyleCnt="0"/>
      <dgm:spPr/>
    </dgm:pt>
    <dgm:pt modelId="{FD8E8031-339B-634B-9C54-382D5DAB6157}" type="pres">
      <dgm:prSet presAssocID="{62A60660-DD03-D046-AB11-A27BA117D9F3}" presName="background3" presStyleLbl="node3" presStyleIdx="4" presStyleCnt="9"/>
      <dgm:spPr/>
    </dgm:pt>
    <dgm:pt modelId="{D1E8A0D8-10B6-EE4A-B122-7702250B102D}" type="pres">
      <dgm:prSet presAssocID="{62A60660-DD03-D046-AB11-A27BA117D9F3}" presName="text3" presStyleLbl="fgAcc3" presStyleIdx="4" presStyleCnt="9">
        <dgm:presLayoutVars>
          <dgm:chPref val="3"/>
        </dgm:presLayoutVars>
      </dgm:prSet>
      <dgm:spPr/>
    </dgm:pt>
    <dgm:pt modelId="{7F3135E0-F444-2F4B-8A68-C76FAAEB47B4}" type="pres">
      <dgm:prSet presAssocID="{62A60660-DD03-D046-AB11-A27BA117D9F3}" presName="hierChild4" presStyleCnt="0"/>
      <dgm:spPr/>
    </dgm:pt>
    <dgm:pt modelId="{7C87716D-98FA-F94F-9437-9EDE463864C2}" type="pres">
      <dgm:prSet presAssocID="{A15E846E-A265-1748-A576-2507DC888AB4}" presName="Name10" presStyleLbl="parChTrans1D2" presStyleIdx="1" presStyleCnt="3"/>
      <dgm:spPr/>
    </dgm:pt>
    <dgm:pt modelId="{0FB0B605-0294-A349-A991-55FFB1AE8C86}" type="pres">
      <dgm:prSet presAssocID="{8CE78F5A-32E8-EE4F-B546-F192E42A6972}" presName="hierRoot2" presStyleCnt="0"/>
      <dgm:spPr/>
    </dgm:pt>
    <dgm:pt modelId="{2965D93E-BC4F-7D4F-93F1-2AB09C1B983F}" type="pres">
      <dgm:prSet presAssocID="{8CE78F5A-32E8-EE4F-B546-F192E42A6972}" presName="composite2" presStyleCnt="0"/>
      <dgm:spPr/>
    </dgm:pt>
    <dgm:pt modelId="{5647FCA3-CC49-6E47-9CEB-F9EE7406C200}" type="pres">
      <dgm:prSet presAssocID="{8CE78F5A-32E8-EE4F-B546-F192E42A6972}" presName="background2" presStyleLbl="node2" presStyleIdx="1" presStyleCnt="3"/>
      <dgm:spPr/>
    </dgm:pt>
    <dgm:pt modelId="{C20A67AC-A285-7748-915D-82EA730354CB}" type="pres">
      <dgm:prSet presAssocID="{8CE78F5A-32E8-EE4F-B546-F192E42A6972}" presName="text2" presStyleLbl="fgAcc2" presStyleIdx="1" presStyleCnt="3">
        <dgm:presLayoutVars>
          <dgm:chPref val="3"/>
        </dgm:presLayoutVars>
      </dgm:prSet>
      <dgm:spPr/>
    </dgm:pt>
    <dgm:pt modelId="{8BBE0D26-F60D-CA4D-ACD4-E29DF1DB2EB7}" type="pres">
      <dgm:prSet presAssocID="{8CE78F5A-32E8-EE4F-B546-F192E42A6972}" presName="hierChild3" presStyleCnt="0"/>
      <dgm:spPr/>
    </dgm:pt>
    <dgm:pt modelId="{50A906F3-0016-C54F-A278-F7EB7ED41B25}" type="pres">
      <dgm:prSet presAssocID="{89EB012C-35AC-024E-9604-F3BAD5CACD87}" presName="Name17" presStyleLbl="parChTrans1D3" presStyleIdx="5" presStyleCnt="9"/>
      <dgm:spPr/>
    </dgm:pt>
    <dgm:pt modelId="{AFFB3680-A7BC-D141-A57D-4B757480D5A1}" type="pres">
      <dgm:prSet presAssocID="{CEF10D44-0124-4E40-8AB2-4F2A53B0767C}" presName="hierRoot3" presStyleCnt="0"/>
      <dgm:spPr/>
    </dgm:pt>
    <dgm:pt modelId="{8B90F727-C7B4-E34E-BF41-83C4EE63F093}" type="pres">
      <dgm:prSet presAssocID="{CEF10D44-0124-4E40-8AB2-4F2A53B0767C}" presName="composite3" presStyleCnt="0"/>
      <dgm:spPr/>
    </dgm:pt>
    <dgm:pt modelId="{54CADA94-8025-FD45-B327-08DA120580DE}" type="pres">
      <dgm:prSet presAssocID="{CEF10D44-0124-4E40-8AB2-4F2A53B0767C}" presName="background3" presStyleLbl="node3" presStyleIdx="5" presStyleCnt="9"/>
      <dgm:spPr/>
    </dgm:pt>
    <dgm:pt modelId="{68F5C5C2-6013-FE45-A2A5-5D74BB5F0D2A}" type="pres">
      <dgm:prSet presAssocID="{CEF10D44-0124-4E40-8AB2-4F2A53B0767C}" presName="text3" presStyleLbl="fgAcc3" presStyleIdx="5" presStyleCnt="9">
        <dgm:presLayoutVars>
          <dgm:chPref val="3"/>
        </dgm:presLayoutVars>
      </dgm:prSet>
      <dgm:spPr/>
    </dgm:pt>
    <dgm:pt modelId="{D856BB1C-FA9E-C448-810D-BE81F59192FB}" type="pres">
      <dgm:prSet presAssocID="{CEF10D44-0124-4E40-8AB2-4F2A53B0767C}" presName="hierChild4" presStyleCnt="0"/>
      <dgm:spPr/>
    </dgm:pt>
    <dgm:pt modelId="{5375B930-39A3-924B-8CE8-14E265182175}" type="pres">
      <dgm:prSet presAssocID="{E3474C94-B19F-3A48-AD70-D8E178047CB9}" presName="Name10" presStyleLbl="parChTrans1D2" presStyleIdx="2" presStyleCnt="3"/>
      <dgm:spPr/>
    </dgm:pt>
    <dgm:pt modelId="{D3195EF9-29E1-1F48-8BE5-FAAF8B4DFA93}" type="pres">
      <dgm:prSet presAssocID="{A6FC6FAE-D11F-154B-9BD2-E6B6E3093B16}" presName="hierRoot2" presStyleCnt="0"/>
      <dgm:spPr/>
    </dgm:pt>
    <dgm:pt modelId="{9CCE4BA7-6D9C-E94F-B7F6-359828073361}" type="pres">
      <dgm:prSet presAssocID="{A6FC6FAE-D11F-154B-9BD2-E6B6E3093B16}" presName="composite2" presStyleCnt="0"/>
      <dgm:spPr/>
    </dgm:pt>
    <dgm:pt modelId="{5B53F92C-4D10-6540-A4E9-74C39B8325C3}" type="pres">
      <dgm:prSet presAssocID="{A6FC6FAE-D11F-154B-9BD2-E6B6E3093B16}" presName="background2" presStyleLbl="node2" presStyleIdx="2" presStyleCnt="3"/>
      <dgm:spPr/>
    </dgm:pt>
    <dgm:pt modelId="{3AA196B4-B396-3449-A50C-F0BEA341577F}" type="pres">
      <dgm:prSet presAssocID="{A6FC6FAE-D11F-154B-9BD2-E6B6E3093B16}" presName="text2" presStyleLbl="fgAcc2" presStyleIdx="2" presStyleCnt="3">
        <dgm:presLayoutVars>
          <dgm:chPref val="3"/>
        </dgm:presLayoutVars>
      </dgm:prSet>
      <dgm:spPr/>
    </dgm:pt>
    <dgm:pt modelId="{4F3417B3-2BB7-9A4F-B2B9-39E5F8CAFB5E}" type="pres">
      <dgm:prSet presAssocID="{A6FC6FAE-D11F-154B-9BD2-E6B6E3093B16}" presName="hierChild3" presStyleCnt="0"/>
      <dgm:spPr/>
    </dgm:pt>
    <dgm:pt modelId="{AC481A3A-611F-C546-9CEB-E2CA82A2BCCA}" type="pres">
      <dgm:prSet presAssocID="{03FFBEF7-3C7C-EF41-AD16-D086A512ED37}" presName="Name17" presStyleLbl="parChTrans1D3" presStyleIdx="6" presStyleCnt="9"/>
      <dgm:spPr/>
    </dgm:pt>
    <dgm:pt modelId="{6218366B-0F0E-6F4F-96AB-9072BAFEB37E}" type="pres">
      <dgm:prSet presAssocID="{194FD1A4-A9F1-554A-BEA6-891996DD80CE}" presName="hierRoot3" presStyleCnt="0"/>
      <dgm:spPr/>
    </dgm:pt>
    <dgm:pt modelId="{0F2E487C-532F-2A4F-BC85-766A96B63F0E}" type="pres">
      <dgm:prSet presAssocID="{194FD1A4-A9F1-554A-BEA6-891996DD80CE}" presName="composite3" presStyleCnt="0"/>
      <dgm:spPr/>
    </dgm:pt>
    <dgm:pt modelId="{11E46067-01A2-784B-B56F-8B6BACA00D36}" type="pres">
      <dgm:prSet presAssocID="{194FD1A4-A9F1-554A-BEA6-891996DD80CE}" presName="background3" presStyleLbl="node3" presStyleIdx="6" presStyleCnt="9"/>
      <dgm:spPr/>
    </dgm:pt>
    <dgm:pt modelId="{42D2CD03-89A1-4848-BCDF-FAE928E72FE6}" type="pres">
      <dgm:prSet presAssocID="{194FD1A4-A9F1-554A-BEA6-891996DD80CE}" presName="text3" presStyleLbl="fgAcc3" presStyleIdx="6" presStyleCnt="9">
        <dgm:presLayoutVars>
          <dgm:chPref val="3"/>
        </dgm:presLayoutVars>
      </dgm:prSet>
      <dgm:spPr/>
    </dgm:pt>
    <dgm:pt modelId="{4834EF1E-F1E3-B446-9547-6369CD61924E}" type="pres">
      <dgm:prSet presAssocID="{194FD1A4-A9F1-554A-BEA6-891996DD80CE}" presName="hierChild4" presStyleCnt="0"/>
      <dgm:spPr/>
    </dgm:pt>
    <dgm:pt modelId="{24E82B17-F02C-A046-885E-FE0C0E0FDB25}" type="pres">
      <dgm:prSet presAssocID="{1EF26A18-023B-0443-B127-DC9EF08C9680}" presName="Name17" presStyleLbl="parChTrans1D3" presStyleIdx="7" presStyleCnt="9"/>
      <dgm:spPr/>
    </dgm:pt>
    <dgm:pt modelId="{1FE32F19-0629-E94E-85EC-1DF264EEB873}" type="pres">
      <dgm:prSet presAssocID="{AF612384-6217-444D-B5AA-23A43D6708A0}" presName="hierRoot3" presStyleCnt="0"/>
      <dgm:spPr/>
    </dgm:pt>
    <dgm:pt modelId="{AC29AB0A-B096-6943-A14F-AC43EDB1EA6B}" type="pres">
      <dgm:prSet presAssocID="{AF612384-6217-444D-B5AA-23A43D6708A0}" presName="composite3" presStyleCnt="0"/>
      <dgm:spPr/>
    </dgm:pt>
    <dgm:pt modelId="{CD064D62-F5D8-2947-A39F-DEA5105A4207}" type="pres">
      <dgm:prSet presAssocID="{AF612384-6217-444D-B5AA-23A43D6708A0}" presName="background3" presStyleLbl="node3" presStyleIdx="7" presStyleCnt="9"/>
      <dgm:spPr/>
    </dgm:pt>
    <dgm:pt modelId="{BB1FBC20-3A35-324E-A64F-EFE3F44CC494}" type="pres">
      <dgm:prSet presAssocID="{AF612384-6217-444D-B5AA-23A43D6708A0}" presName="text3" presStyleLbl="fgAcc3" presStyleIdx="7" presStyleCnt="9">
        <dgm:presLayoutVars>
          <dgm:chPref val="3"/>
        </dgm:presLayoutVars>
      </dgm:prSet>
      <dgm:spPr/>
    </dgm:pt>
    <dgm:pt modelId="{A53E0824-1924-6A43-9A7B-F6017F91DBC6}" type="pres">
      <dgm:prSet presAssocID="{AF612384-6217-444D-B5AA-23A43D6708A0}" presName="hierChild4" presStyleCnt="0"/>
      <dgm:spPr/>
    </dgm:pt>
    <dgm:pt modelId="{A6214265-EC52-B046-BE74-66A731455D19}" type="pres">
      <dgm:prSet presAssocID="{4CEB901C-5D4E-BD43-8CC9-2C32AA2A2508}" presName="Name17" presStyleLbl="parChTrans1D3" presStyleIdx="8" presStyleCnt="9"/>
      <dgm:spPr/>
    </dgm:pt>
    <dgm:pt modelId="{AADBED1C-AA13-1E46-A22E-C39A6C1F13E9}" type="pres">
      <dgm:prSet presAssocID="{CA89B157-B8B0-E640-8953-CCE8352DF090}" presName="hierRoot3" presStyleCnt="0"/>
      <dgm:spPr/>
    </dgm:pt>
    <dgm:pt modelId="{6EEC41AB-1EF7-D34F-B460-BD5A6B083E2E}" type="pres">
      <dgm:prSet presAssocID="{CA89B157-B8B0-E640-8953-CCE8352DF090}" presName="composite3" presStyleCnt="0"/>
      <dgm:spPr/>
    </dgm:pt>
    <dgm:pt modelId="{7A8D57D7-D3E8-B54E-ADB0-6881221B90AE}" type="pres">
      <dgm:prSet presAssocID="{CA89B157-B8B0-E640-8953-CCE8352DF090}" presName="background3" presStyleLbl="node3" presStyleIdx="8" presStyleCnt="9"/>
      <dgm:spPr/>
    </dgm:pt>
    <dgm:pt modelId="{04938C9E-CEF7-2C4A-9AEF-B9E95FC01C5D}" type="pres">
      <dgm:prSet presAssocID="{CA89B157-B8B0-E640-8953-CCE8352DF090}" presName="text3" presStyleLbl="fgAcc3" presStyleIdx="8" presStyleCnt="9">
        <dgm:presLayoutVars>
          <dgm:chPref val="3"/>
        </dgm:presLayoutVars>
      </dgm:prSet>
      <dgm:spPr/>
    </dgm:pt>
    <dgm:pt modelId="{BB52FD04-9EBB-3448-BDAB-C286E2923FAE}" type="pres">
      <dgm:prSet presAssocID="{CA89B157-B8B0-E640-8953-CCE8352DF090}" presName="hierChild4" presStyleCnt="0"/>
      <dgm:spPr/>
    </dgm:pt>
  </dgm:ptLst>
  <dgm:cxnLst>
    <dgm:cxn modelId="{151B3200-7E67-2F46-BDFF-D9208047C5CD}" srcId="{884D8E06-DD93-9F45-8693-B7C7B018F274}" destId="{FF573BA4-E384-4847-9B23-F655B9B666D7}" srcOrd="1" destOrd="0" parTransId="{28428CF2-3661-0543-AD08-C03E79687241}" sibTransId="{C06BF06D-8C2E-6C44-B7AC-C3D474ED1251}"/>
    <dgm:cxn modelId="{66057700-A186-7D44-A31B-036DE3EBCDCF}" srcId="{884D8E06-DD93-9F45-8693-B7C7B018F274}" destId="{1A58EF49-78DE-6246-8C83-62B73B969EDF}" srcOrd="0" destOrd="0" parTransId="{0C016107-641A-3140-9126-4AA00CC9BDDE}" sibTransId="{D519BF71-04C9-A44A-8D25-B7CF1A138319}"/>
    <dgm:cxn modelId="{01428703-C7EC-B641-9997-2AF05600E913}" type="presOf" srcId="{1A58EF49-78DE-6246-8C83-62B73B969EDF}" destId="{0629DBCF-340A-C041-BC91-B224C45D1707}" srcOrd="0" destOrd="0" presId="urn:microsoft.com/office/officeart/2005/8/layout/hierarchy1"/>
    <dgm:cxn modelId="{24AF090B-4554-AE43-BFC8-CC012176EC39}" type="presOf" srcId="{03FFBEF7-3C7C-EF41-AD16-D086A512ED37}" destId="{AC481A3A-611F-C546-9CEB-E2CA82A2BCCA}" srcOrd="0" destOrd="0" presId="urn:microsoft.com/office/officeart/2005/8/layout/hierarchy1"/>
    <dgm:cxn modelId="{05FD0212-4B7C-BE4D-BE6F-6A43F46F5301}" type="presOf" srcId="{8CE78F5A-32E8-EE4F-B546-F192E42A6972}" destId="{C20A67AC-A285-7748-915D-82EA730354CB}" srcOrd="0" destOrd="0" presId="urn:microsoft.com/office/officeart/2005/8/layout/hierarchy1"/>
    <dgm:cxn modelId="{693A7B17-6180-8A47-9627-AF83DA13FA33}" type="presOf" srcId="{FF573BA4-E384-4847-9B23-F655B9B666D7}" destId="{74D3362D-3EEB-6546-A37C-5E9189E832BA}" srcOrd="0" destOrd="0" presId="urn:microsoft.com/office/officeart/2005/8/layout/hierarchy1"/>
    <dgm:cxn modelId="{A1428819-A209-F14C-BF6E-BAE49B3C8725}" srcId="{A6FC6FAE-D11F-154B-9BD2-E6B6E3093B16}" destId="{AF612384-6217-444D-B5AA-23A43D6708A0}" srcOrd="1" destOrd="0" parTransId="{1EF26A18-023B-0443-B127-DC9EF08C9680}" sibTransId="{6FDD4F4B-72FF-554A-9C44-315B7D4D04C5}"/>
    <dgm:cxn modelId="{3A127526-930C-3245-A1F3-7DDDB0ECA9D9}" type="presOf" srcId="{764172C9-EDE7-094A-8514-D90DD2B78AC3}" destId="{D2392DC2-9EE4-FD4F-A365-B83689DA1677}" srcOrd="0" destOrd="0" presId="urn:microsoft.com/office/officeart/2005/8/layout/hierarchy1"/>
    <dgm:cxn modelId="{D75BA82B-2158-B24C-8ED0-4FF73C789D1A}" type="presOf" srcId="{CBCC69CA-766C-D44F-A238-D2B6AD031AA0}" destId="{F7963057-354A-FD48-8566-63B240915C38}" srcOrd="0" destOrd="0" presId="urn:microsoft.com/office/officeart/2005/8/layout/hierarchy1"/>
    <dgm:cxn modelId="{C2DC7041-DCE4-DC45-8075-C4A4C1359EEA}" type="presOf" srcId="{D68B3CF4-3855-B643-A39F-76F49913400E}" destId="{5A33F42C-537D-4B4D-99FE-E19DDD01660F}" srcOrd="0" destOrd="0" presId="urn:microsoft.com/office/officeart/2005/8/layout/hierarchy1"/>
    <dgm:cxn modelId="{FCC4B34E-2A33-2643-86FD-53897082565C}" type="presOf" srcId="{AF612384-6217-444D-B5AA-23A43D6708A0}" destId="{BB1FBC20-3A35-324E-A64F-EFE3F44CC494}" srcOrd="0" destOrd="0" presId="urn:microsoft.com/office/officeart/2005/8/layout/hierarchy1"/>
    <dgm:cxn modelId="{47F46364-BFC1-964E-A3A8-75547F54CFF2}" type="presOf" srcId="{8BFF9BAF-E840-A540-BDC4-4E6C86D1F94F}" destId="{3E001D1D-3778-3940-9506-D54C6E784B0A}" srcOrd="0" destOrd="0" presId="urn:microsoft.com/office/officeart/2005/8/layout/hierarchy1"/>
    <dgm:cxn modelId="{5FB2E667-55B2-E246-BC12-E82C16B1E9DE}" type="presOf" srcId="{A15E846E-A265-1748-A576-2507DC888AB4}" destId="{7C87716D-98FA-F94F-9437-9EDE463864C2}" srcOrd="0" destOrd="0" presId="urn:microsoft.com/office/officeart/2005/8/layout/hierarchy1"/>
    <dgm:cxn modelId="{B27BC172-298B-C843-8369-C0B6D6FE016A}" srcId="{A6FC6FAE-D11F-154B-9BD2-E6B6E3093B16}" destId="{CA89B157-B8B0-E640-8953-CCE8352DF090}" srcOrd="2" destOrd="0" parTransId="{4CEB901C-5D4E-BD43-8CC9-2C32AA2A2508}" sibTransId="{697008B7-3CBC-2C45-BF2A-92AE90B504EE}"/>
    <dgm:cxn modelId="{F4433776-980D-B04B-9045-2AFF62729139}" type="presOf" srcId="{1EF26A18-023B-0443-B127-DC9EF08C9680}" destId="{24E82B17-F02C-A046-885E-FE0C0E0FDB25}" srcOrd="0" destOrd="0" presId="urn:microsoft.com/office/officeart/2005/8/layout/hierarchy1"/>
    <dgm:cxn modelId="{83925978-CB2F-8243-A5E0-FFACDD98F143}" type="presOf" srcId="{CEF10D44-0124-4E40-8AB2-4F2A53B0767C}" destId="{68F5C5C2-6013-FE45-A2A5-5D74BB5F0D2A}" srcOrd="0" destOrd="0" presId="urn:microsoft.com/office/officeart/2005/8/layout/hierarchy1"/>
    <dgm:cxn modelId="{B996C078-7D59-004A-A067-D3AEB531E134}" srcId="{764172C9-EDE7-094A-8514-D90DD2B78AC3}" destId="{8CE78F5A-32E8-EE4F-B546-F192E42A6972}" srcOrd="1" destOrd="0" parTransId="{A15E846E-A265-1748-A576-2507DC888AB4}" sibTransId="{8E969442-B26D-8143-8A10-CAF9A8B9C75E}"/>
    <dgm:cxn modelId="{AB5B0A7E-4439-E84D-8466-495A3CEE7B1E}" srcId="{884D8E06-DD93-9F45-8693-B7C7B018F274}" destId="{62A60660-DD03-D046-AB11-A27BA117D9F3}" srcOrd="4" destOrd="0" parTransId="{372A25E5-3AD5-D447-A610-EB18554E8098}" sibTransId="{809CEEDD-4FD8-7F4E-802B-950AFEECBD56}"/>
    <dgm:cxn modelId="{3BFBC984-4CDC-E146-861C-C1ADF067A68A}" type="presOf" srcId="{4CEB901C-5D4E-BD43-8CC9-2C32AA2A2508}" destId="{A6214265-EC52-B046-BE74-66A731455D19}" srcOrd="0" destOrd="0" presId="urn:microsoft.com/office/officeart/2005/8/layout/hierarchy1"/>
    <dgm:cxn modelId="{0CE17687-89E9-9A46-A3F4-FFAFA67BD2AB}" srcId="{884D8E06-DD93-9F45-8693-B7C7B018F274}" destId="{CA9847EA-7494-8048-B0FF-D22BD0B13798}" srcOrd="3" destOrd="0" parTransId="{CBCC69CA-766C-D44F-A238-D2B6AD031AA0}" sibTransId="{E7F1E7C6-A16B-0F4B-BB0F-42A7F0D34989}"/>
    <dgm:cxn modelId="{99267A9D-BBA5-1446-97C3-F302E432902F}" type="presOf" srcId="{9F37BF20-4912-DB45-BCC1-CE99E49980F9}" destId="{0695037B-B749-2441-A818-7D6650474C08}" srcOrd="0" destOrd="0" presId="urn:microsoft.com/office/officeart/2005/8/layout/hierarchy1"/>
    <dgm:cxn modelId="{8E0444A6-5418-3D4C-9AD0-4D81A832CE01}" srcId="{764172C9-EDE7-094A-8514-D90DD2B78AC3}" destId="{884D8E06-DD93-9F45-8693-B7C7B018F274}" srcOrd="0" destOrd="0" parTransId="{D68B3CF4-3855-B643-A39F-76F49913400E}" sibTransId="{E085279F-F866-1247-A94B-08BE64980D43}"/>
    <dgm:cxn modelId="{0CE5C7A8-ACFC-ED44-B832-9391893C8577}" srcId="{8BFF9BAF-E840-A540-BDC4-4E6C86D1F94F}" destId="{764172C9-EDE7-094A-8514-D90DD2B78AC3}" srcOrd="0" destOrd="0" parTransId="{474A84D5-B172-B647-A3EB-2D48E404FD05}" sibTransId="{B96F4EDE-7E19-BD4D-9927-5A8D794AF212}"/>
    <dgm:cxn modelId="{0DBDF9AB-80A7-524E-B417-0605BCF71655}" srcId="{8CE78F5A-32E8-EE4F-B546-F192E42A6972}" destId="{CEF10D44-0124-4E40-8AB2-4F2A53B0767C}" srcOrd="0" destOrd="0" parTransId="{89EB012C-35AC-024E-9604-F3BAD5CACD87}" sibTransId="{0C8CF6C7-E57E-034B-9341-D4C6A342C39F}"/>
    <dgm:cxn modelId="{C864E5B3-3661-AE4C-97EB-D5F09EC09872}" type="presOf" srcId="{E3474C94-B19F-3A48-AD70-D8E178047CB9}" destId="{5375B930-39A3-924B-8CE8-14E265182175}" srcOrd="0" destOrd="0" presId="urn:microsoft.com/office/officeart/2005/8/layout/hierarchy1"/>
    <dgm:cxn modelId="{F9E646BA-C172-AB4D-BF90-2AA28091FF2F}" srcId="{764172C9-EDE7-094A-8514-D90DD2B78AC3}" destId="{A6FC6FAE-D11F-154B-9BD2-E6B6E3093B16}" srcOrd="2" destOrd="0" parTransId="{E3474C94-B19F-3A48-AD70-D8E178047CB9}" sibTransId="{719A63C5-6789-E04E-AB07-3614F3314C5B}"/>
    <dgm:cxn modelId="{9DD77BC0-5451-C94E-80D9-B5D60F9B4E73}" type="presOf" srcId="{194FD1A4-A9F1-554A-BEA6-891996DD80CE}" destId="{42D2CD03-89A1-4848-BCDF-FAE928E72FE6}" srcOrd="0" destOrd="0" presId="urn:microsoft.com/office/officeart/2005/8/layout/hierarchy1"/>
    <dgm:cxn modelId="{5968D4CA-0E55-5846-B46B-4045A24ABD3F}" srcId="{A6FC6FAE-D11F-154B-9BD2-E6B6E3093B16}" destId="{194FD1A4-A9F1-554A-BEA6-891996DD80CE}" srcOrd="0" destOrd="0" parTransId="{03FFBEF7-3C7C-EF41-AD16-D086A512ED37}" sibTransId="{1C5A1B61-05EC-A348-9FAB-19E013865D85}"/>
    <dgm:cxn modelId="{C9D7E7CD-45CF-E342-9F51-B9AF71AA176E}" type="presOf" srcId="{CA9847EA-7494-8048-B0FF-D22BD0B13798}" destId="{7E5C1BB7-84CD-F042-876E-190220BB71EC}" srcOrd="0" destOrd="0" presId="urn:microsoft.com/office/officeart/2005/8/layout/hierarchy1"/>
    <dgm:cxn modelId="{3760ADCE-9F51-C943-A433-FD00CF7E4CE4}" type="presOf" srcId="{89EB012C-35AC-024E-9604-F3BAD5CACD87}" destId="{50A906F3-0016-C54F-A278-F7EB7ED41B25}" srcOrd="0" destOrd="0" presId="urn:microsoft.com/office/officeart/2005/8/layout/hierarchy1"/>
    <dgm:cxn modelId="{1CE463D2-1E4D-474F-B922-6B2B5A230CE1}" type="presOf" srcId="{F7125193-E52E-A94B-BE67-80E2CAFC0C0A}" destId="{73D88396-3B34-8746-9FBD-20187CE399C0}" srcOrd="0" destOrd="0" presId="urn:microsoft.com/office/officeart/2005/8/layout/hierarchy1"/>
    <dgm:cxn modelId="{E36BE2D8-7174-D643-93F6-2D47E7D01884}" srcId="{884D8E06-DD93-9F45-8693-B7C7B018F274}" destId="{F7125193-E52E-A94B-BE67-80E2CAFC0C0A}" srcOrd="2" destOrd="0" parTransId="{9F37BF20-4912-DB45-BCC1-CE99E49980F9}" sibTransId="{3730972D-916F-4C47-B7F3-560B16F6DE61}"/>
    <dgm:cxn modelId="{A3CB9CD9-68AC-E344-BFF8-7A137B46314A}" type="presOf" srcId="{28428CF2-3661-0543-AD08-C03E79687241}" destId="{12507714-121C-A54A-BCCD-8CB8B5057239}" srcOrd="0" destOrd="0" presId="urn:microsoft.com/office/officeart/2005/8/layout/hierarchy1"/>
    <dgm:cxn modelId="{EEC911DD-C9D0-6146-9B0E-5963D34ED812}" type="presOf" srcId="{CA89B157-B8B0-E640-8953-CCE8352DF090}" destId="{04938C9E-CEF7-2C4A-9AEF-B9E95FC01C5D}" srcOrd="0" destOrd="0" presId="urn:microsoft.com/office/officeart/2005/8/layout/hierarchy1"/>
    <dgm:cxn modelId="{D8A6ECE1-72A5-394C-B576-F90F4C14D6EB}" type="presOf" srcId="{0C016107-641A-3140-9126-4AA00CC9BDDE}" destId="{ADC6B1F0-C170-704A-8136-98F6D9949D21}" srcOrd="0" destOrd="0" presId="urn:microsoft.com/office/officeart/2005/8/layout/hierarchy1"/>
    <dgm:cxn modelId="{FD6678E4-C803-1047-9C3D-D3218386ACF7}" type="presOf" srcId="{62A60660-DD03-D046-AB11-A27BA117D9F3}" destId="{D1E8A0D8-10B6-EE4A-B122-7702250B102D}" srcOrd="0" destOrd="0" presId="urn:microsoft.com/office/officeart/2005/8/layout/hierarchy1"/>
    <dgm:cxn modelId="{733041E7-8EB5-114C-937E-F0D175D2513B}" type="presOf" srcId="{884D8E06-DD93-9F45-8693-B7C7B018F274}" destId="{243B69FC-4CFB-7F4F-ACB7-4CB8E647FCBA}" srcOrd="0" destOrd="0" presId="urn:microsoft.com/office/officeart/2005/8/layout/hierarchy1"/>
    <dgm:cxn modelId="{A0E6EAE9-077A-1C4E-8F98-F450EFE86880}" type="presOf" srcId="{A6FC6FAE-D11F-154B-9BD2-E6B6E3093B16}" destId="{3AA196B4-B396-3449-A50C-F0BEA341577F}" srcOrd="0" destOrd="0" presId="urn:microsoft.com/office/officeart/2005/8/layout/hierarchy1"/>
    <dgm:cxn modelId="{345F68F1-4443-F247-B8C3-6E3347E78F5A}" type="presOf" srcId="{372A25E5-3AD5-D447-A610-EB18554E8098}" destId="{E65B2408-498B-894F-8F2E-639D96730F18}" srcOrd="0" destOrd="0" presId="urn:microsoft.com/office/officeart/2005/8/layout/hierarchy1"/>
    <dgm:cxn modelId="{5E1B7949-27D2-DA43-B900-F7539591F429}" type="presParOf" srcId="{3E001D1D-3778-3940-9506-D54C6E784B0A}" destId="{833EF118-A91D-0F4F-89D8-8D06098EF1BF}" srcOrd="0" destOrd="0" presId="urn:microsoft.com/office/officeart/2005/8/layout/hierarchy1"/>
    <dgm:cxn modelId="{6B497AA2-B75C-7B43-89DD-DFBBA47F20DC}" type="presParOf" srcId="{833EF118-A91D-0F4F-89D8-8D06098EF1BF}" destId="{17F68353-5E62-8141-9B1E-297056948D21}" srcOrd="0" destOrd="0" presId="urn:microsoft.com/office/officeart/2005/8/layout/hierarchy1"/>
    <dgm:cxn modelId="{FA613370-2B43-CC42-9CF9-E2044302442F}" type="presParOf" srcId="{17F68353-5E62-8141-9B1E-297056948D21}" destId="{7C67472E-BD1E-8D47-8EA2-28D87C28801D}" srcOrd="0" destOrd="0" presId="urn:microsoft.com/office/officeart/2005/8/layout/hierarchy1"/>
    <dgm:cxn modelId="{905DEE41-ADE1-4D46-B69F-4634F7E0A291}" type="presParOf" srcId="{17F68353-5E62-8141-9B1E-297056948D21}" destId="{D2392DC2-9EE4-FD4F-A365-B83689DA1677}" srcOrd="1" destOrd="0" presId="urn:microsoft.com/office/officeart/2005/8/layout/hierarchy1"/>
    <dgm:cxn modelId="{A9DB5EFD-73C9-EF41-AEEC-42407AAE2664}" type="presParOf" srcId="{833EF118-A91D-0F4F-89D8-8D06098EF1BF}" destId="{FEE7F672-CFC9-8E4B-8922-1F3E8EDC9C9E}" srcOrd="1" destOrd="0" presId="urn:microsoft.com/office/officeart/2005/8/layout/hierarchy1"/>
    <dgm:cxn modelId="{19BFCC6F-B37A-4A47-B7C2-CD292729DBF9}" type="presParOf" srcId="{FEE7F672-CFC9-8E4B-8922-1F3E8EDC9C9E}" destId="{5A33F42C-537D-4B4D-99FE-E19DDD01660F}" srcOrd="0" destOrd="0" presId="urn:microsoft.com/office/officeart/2005/8/layout/hierarchy1"/>
    <dgm:cxn modelId="{BF49D0B5-40A3-374F-9733-3FA0827577BF}" type="presParOf" srcId="{FEE7F672-CFC9-8E4B-8922-1F3E8EDC9C9E}" destId="{9F4BADC6-996F-EF48-BEBA-A078EE54622B}" srcOrd="1" destOrd="0" presId="urn:microsoft.com/office/officeart/2005/8/layout/hierarchy1"/>
    <dgm:cxn modelId="{779E4A67-011E-A14F-B398-145FCF43EDE5}" type="presParOf" srcId="{9F4BADC6-996F-EF48-BEBA-A078EE54622B}" destId="{FEA055C7-423C-E140-9212-AD2D075117BE}" srcOrd="0" destOrd="0" presId="urn:microsoft.com/office/officeart/2005/8/layout/hierarchy1"/>
    <dgm:cxn modelId="{35BC5FAD-7AFC-744F-A44E-35573513CB72}" type="presParOf" srcId="{FEA055C7-423C-E140-9212-AD2D075117BE}" destId="{5E80D9BF-9184-B64D-92F4-7DB8EA75AFD8}" srcOrd="0" destOrd="0" presId="urn:microsoft.com/office/officeart/2005/8/layout/hierarchy1"/>
    <dgm:cxn modelId="{50B6901E-FAE5-924C-B35D-66FE9B373CAF}" type="presParOf" srcId="{FEA055C7-423C-E140-9212-AD2D075117BE}" destId="{243B69FC-4CFB-7F4F-ACB7-4CB8E647FCBA}" srcOrd="1" destOrd="0" presId="urn:microsoft.com/office/officeart/2005/8/layout/hierarchy1"/>
    <dgm:cxn modelId="{3535AA2E-A4BA-5745-9138-09499DA972D0}" type="presParOf" srcId="{9F4BADC6-996F-EF48-BEBA-A078EE54622B}" destId="{FE4D346C-33B9-944E-B4A7-3D8F9F99BE8B}" srcOrd="1" destOrd="0" presId="urn:microsoft.com/office/officeart/2005/8/layout/hierarchy1"/>
    <dgm:cxn modelId="{37F182B8-E187-F543-B821-99A9803DDF8B}" type="presParOf" srcId="{FE4D346C-33B9-944E-B4A7-3D8F9F99BE8B}" destId="{ADC6B1F0-C170-704A-8136-98F6D9949D21}" srcOrd="0" destOrd="0" presId="urn:microsoft.com/office/officeart/2005/8/layout/hierarchy1"/>
    <dgm:cxn modelId="{A8F7E7D3-8DE4-7846-9E89-A0C10F5B6F30}" type="presParOf" srcId="{FE4D346C-33B9-944E-B4A7-3D8F9F99BE8B}" destId="{2D9BA54D-E738-0E4A-8E3D-065BCD4046B4}" srcOrd="1" destOrd="0" presId="urn:microsoft.com/office/officeart/2005/8/layout/hierarchy1"/>
    <dgm:cxn modelId="{7E9A0BD7-E98B-5C4D-8B33-D8FAD70BADD7}" type="presParOf" srcId="{2D9BA54D-E738-0E4A-8E3D-065BCD4046B4}" destId="{4C14C290-C2DA-0F4D-8EEE-D02F93310716}" srcOrd="0" destOrd="0" presId="urn:microsoft.com/office/officeart/2005/8/layout/hierarchy1"/>
    <dgm:cxn modelId="{A94A8845-824D-A24C-8E04-6CB561E32838}" type="presParOf" srcId="{4C14C290-C2DA-0F4D-8EEE-D02F93310716}" destId="{77249CA1-287A-9F43-AE4F-5F5AB3C9DEDE}" srcOrd="0" destOrd="0" presId="urn:microsoft.com/office/officeart/2005/8/layout/hierarchy1"/>
    <dgm:cxn modelId="{DA813621-504A-ED40-8417-EEA8787C8DCD}" type="presParOf" srcId="{4C14C290-C2DA-0F4D-8EEE-D02F93310716}" destId="{0629DBCF-340A-C041-BC91-B224C45D1707}" srcOrd="1" destOrd="0" presId="urn:microsoft.com/office/officeart/2005/8/layout/hierarchy1"/>
    <dgm:cxn modelId="{30355234-4E04-0744-97BF-753C5442460A}" type="presParOf" srcId="{2D9BA54D-E738-0E4A-8E3D-065BCD4046B4}" destId="{E5590F66-8FAA-484D-A27A-507823A6BA7D}" srcOrd="1" destOrd="0" presId="urn:microsoft.com/office/officeart/2005/8/layout/hierarchy1"/>
    <dgm:cxn modelId="{15290465-88B0-404C-9418-E52C9FF1F5DA}" type="presParOf" srcId="{FE4D346C-33B9-944E-B4A7-3D8F9F99BE8B}" destId="{12507714-121C-A54A-BCCD-8CB8B5057239}" srcOrd="2" destOrd="0" presId="urn:microsoft.com/office/officeart/2005/8/layout/hierarchy1"/>
    <dgm:cxn modelId="{B7215C17-4FE9-3342-A12F-AB4FE40F604C}" type="presParOf" srcId="{FE4D346C-33B9-944E-B4A7-3D8F9F99BE8B}" destId="{EEFB88D6-5538-CC4F-BB8C-CE2E27AD4BBC}" srcOrd="3" destOrd="0" presId="urn:microsoft.com/office/officeart/2005/8/layout/hierarchy1"/>
    <dgm:cxn modelId="{20817A30-8F1D-0B4C-8E09-507B33FB621F}" type="presParOf" srcId="{EEFB88D6-5538-CC4F-BB8C-CE2E27AD4BBC}" destId="{D743DAE7-3287-4448-B255-BF1582363DD5}" srcOrd="0" destOrd="0" presId="urn:microsoft.com/office/officeart/2005/8/layout/hierarchy1"/>
    <dgm:cxn modelId="{AA3E9EC6-D2BD-E74D-AFB7-BA78CE055187}" type="presParOf" srcId="{D743DAE7-3287-4448-B255-BF1582363DD5}" destId="{305F7577-F4AA-2E41-B7D7-E3CD203F45D0}" srcOrd="0" destOrd="0" presId="urn:microsoft.com/office/officeart/2005/8/layout/hierarchy1"/>
    <dgm:cxn modelId="{E093241D-F07B-8F44-901D-FB838ADB2635}" type="presParOf" srcId="{D743DAE7-3287-4448-B255-BF1582363DD5}" destId="{74D3362D-3EEB-6546-A37C-5E9189E832BA}" srcOrd="1" destOrd="0" presId="urn:microsoft.com/office/officeart/2005/8/layout/hierarchy1"/>
    <dgm:cxn modelId="{270C7D7A-6228-934D-AAF3-E3D044AFFFE1}" type="presParOf" srcId="{EEFB88D6-5538-CC4F-BB8C-CE2E27AD4BBC}" destId="{183C2428-81FC-8E4F-A9F9-E7AF0D0037D7}" srcOrd="1" destOrd="0" presId="urn:microsoft.com/office/officeart/2005/8/layout/hierarchy1"/>
    <dgm:cxn modelId="{7D875314-F428-6946-B254-3C9DE3ADEC65}" type="presParOf" srcId="{FE4D346C-33B9-944E-B4A7-3D8F9F99BE8B}" destId="{0695037B-B749-2441-A818-7D6650474C08}" srcOrd="4" destOrd="0" presId="urn:microsoft.com/office/officeart/2005/8/layout/hierarchy1"/>
    <dgm:cxn modelId="{B67DC646-169D-994E-A6AA-30ADC57655C5}" type="presParOf" srcId="{FE4D346C-33B9-944E-B4A7-3D8F9F99BE8B}" destId="{B5B028AF-7120-E441-83FE-982E1D41BD7D}" srcOrd="5" destOrd="0" presId="urn:microsoft.com/office/officeart/2005/8/layout/hierarchy1"/>
    <dgm:cxn modelId="{F021174E-265A-594D-85C0-5C642451487F}" type="presParOf" srcId="{B5B028AF-7120-E441-83FE-982E1D41BD7D}" destId="{2C0D8140-B8B7-1145-8F6B-B5BD38181579}" srcOrd="0" destOrd="0" presId="urn:microsoft.com/office/officeart/2005/8/layout/hierarchy1"/>
    <dgm:cxn modelId="{0494C392-9E7B-4E47-898C-898B8457E0AA}" type="presParOf" srcId="{2C0D8140-B8B7-1145-8F6B-B5BD38181579}" destId="{DA4EE1DD-1A0C-5541-8094-222CC6CCF154}" srcOrd="0" destOrd="0" presId="urn:microsoft.com/office/officeart/2005/8/layout/hierarchy1"/>
    <dgm:cxn modelId="{C41A6999-C363-224D-AD1B-98D1B47CB2A9}" type="presParOf" srcId="{2C0D8140-B8B7-1145-8F6B-B5BD38181579}" destId="{73D88396-3B34-8746-9FBD-20187CE399C0}" srcOrd="1" destOrd="0" presId="urn:microsoft.com/office/officeart/2005/8/layout/hierarchy1"/>
    <dgm:cxn modelId="{3E936188-E549-3C42-9F49-28DFC510FB80}" type="presParOf" srcId="{B5B028AF-7120-E441-83FE-982E1D41BD7D}" destId="{061B0B0E-6A52-0E46-9372-D8726CB68AF6}" srcOrd="1" destOrd="0" presId="urn:microsoft.com/office/officeart/2005/8/layout/hierarchy1"/>
    <dgm:cxn modelId="{AF6B399C-CEFB-0E4F-BEB0-21D77532A864}" type="presParOf" srcId="{FE4D346C-33B9-944E-B4A7-3D8F9F99BE8B}" destId="{F7963057-354A-FD48-8566-63B240915C38}" srcOrd="6" destOrd="0" presId="urn:microsoft.com/office/officeart/2005/8/layout/hierarchy1"/>
    <dgm:cxn modelId="{48915585-8672-FC4B-ABC1-CC87CE27A086}" type="presParOf" srcId="{FE4D346C-33B9-944E-B4A7-3D8F9F99BE8B}" destId="{FB438C44-8952-2740-8B52-94C0792DECDD}" srcOrd="7" destOrd="0" presId="urn:microsoft.com/office/officeart/2005/8/layout/hierarchy1"/>
    <dgm:cxn modelId="{2FEC7DBD-A11E-E243-B036-DF0FF6899857}" type="presParOf" srcId="{FB438C44-8952-2740-8B52-94C0792DECDD}" destId="{3CBB991B-BA0E-2540-ABCF-E8CF5E593F0D}" srcOrd="0" destOrd="0" presId="urn:microsoft.com/office/officeart/2005/8/layout/hierarchy1"/>
    <dgm:cxn modelId="{AB0BDDB1-55D5-8643-B7CA-CF9A4304B1E8}" type="presParOf" srcId="{3CBB991B-BA0E-2540-ABCF-E8CF5E593F0D}" destId="{39A05FD4-E7B5-AC4B-8ECC-AD8F62B922DE}" srcOrd="0" destOrd="0" presId="urn:microsoft.com/office/officeart/2005/8/layout/hierarchy1"/>
    <dgm:cxn modelId="{759050F0-C39B-5145-89CD-1F2BC28F8362}" type="presParOf" srcId="{3CBB991B-BA0E-2540-ABCF-E8CF5E593F0D}" destId="{7E5C1BB7-84CD-F042-876E-190220BB71EC}" srcOrd="1" destOrd="0" presId="urn:microsoft.com/office/officeart/2005/8/layout/hierarchy1"/>
    <dgm:cxn modelId="{9FD00C63-889D-4345-A1BF-3E4024C1C981}" type="presParOf" srcId="{FB438C44-8952-2740-8B52-94C0792DECDD}" destId="{1689467F-676C-8E4C-9A31-F5C06B5230F3}" srcOrd="1" destOrd="0" presId="urn:microsoft.com/office/officeart/2005/8/layout/hierarchy1"/>
    <dgm:cxn modelId="{32225E4F-EAE6-7B4E-B028-913034D027BC}" type="presParOf" srcId="{FE4D346C-33B9-944E-B4A7-3D8F9F99BE8B}" destId="{E65B2408-498B-894F-8F2E-639D96730F18}" srcOrd="8" destOrd="0" presId="urn:microsoft.com/office/officeart/2005/8/layout/hierarchy1"/>
    <dgm:cxn modelId="{EA94D6F3-B3E9-E244-A4E1-1DAEDD289FEF}" type="presParOf" srcId="{FE4D346C-33B9-944E-B4A7-3D8F9F99BE8B}" destId="{30404057-EC30-7846-9DE4-4E6628420CEA}" srcOrd="9" destOrd="0" presId="urn:microsoft.com/office/officeart/2005/8/layout/hierarchy1"/>
    <dgm:cxn modelId="{D3EBBD73-8E96-AC4C-B0F4-2C1728F5DB8B}" type="presParOf" srcId="{30404057-EC30-7846-9DE4-4E6628420CEA}" destId="{C60CEB81-627B-E44A-B5B6-937ACBCE09B4}" srcOrd="0" destOrd="0" presId="urn:microsoft.com/office/officeart/2005/8/layout/hierarchy1"/>
    <dgm:cxn modelId="{E2C6BEFE-CBB4-F142-8111-9C15100C82DA}" type="presParOf" srcId="{C60CEB81-627B-E44A-B5B6-937ACBCE09B4}" destId="{FD8E8031-339B-634B-9C54-382D5DAB6157}" srcOrd="0" destOrd="0" presId="urn:microsoft.com/office/officeart/2005/8/layout/hierarchy1"/>
    <dgm:cxn modelId="{9B6ACB72-CF32-054E-8FF8-08B51C572CCE}" type="presParOf" srcId="{C60CEB81-627B-E44A-B5B6-937ACBCE09B4}" destId="{D1E8A0D8-10B6-EE4A-B122-7702250B102D}" srcOrd="1" destOrd="0" presId="urn:microsoft.com/office/officeart/2005/8/layout/hierarchy1"/>
    <dgm:cxn modelId="{B5369A27-7557-A64C-9FBF-BC8CDDEA9482}" type="presParOf" srcId="{30404057-EC30-7846-9DE4-4E6628420CEA}" destId="{7F3135E0-F444-2F4B-8A68-C76FAAEB47B4}" srcOrd="1" destOrd="0" presId="urn:microsoft.com/office/officeart/2005/8/layout/hierarchy1"/>
    <dgm:cxn modelId="{135FC945-E32C-C44A-A0C5-AC209598AC12}" type="presParOf" srcId="{FEE7F672-CFC9-8E4B-8922-1F3E8EDC9C9E}" destId="{7C87716D-98FA-F94F-9437-9EDE463864C2}" srcOrd="2" destOrd="0" presId="urn:microsoft.com/office/officeart/2005/8/layout/hierarchy1"/>
    <dgm:cxn modelId="{CB4EF854-8579-E843-B9E1-8D8B46A0011F}" type="presParOf" srcId="{FEE7F672-CFC9-8E4B-8922-1F3E8EDC9C9E}" destId="{0FB0B605-0294-A349-A991-55FFB1AE8C86}" srcOrd="3" destOrd="0" presId="urn:microsoft.com/office/officeart/2005/8/layout/hierarchy1"/>
    <dgm:cxn modelId="{22718AD9-428E-ED4A-BF07-BC4F3BE901A1}" type="presParOf" srcId="{0FB0B605-0294-A349-A991-55FFB1AE8C86}" destId="{2965D93E-BC4F-7D4F-93F1-2AB09C1B983F}" srcOrd="0" destOrd="0" presId="urn:microsoft.com/office/officeart/2005/8/layout/hierarchy1"/>
    <dgm:cxn modelId="{15A9524D-D9D2-C645-94BC-822C6828862C}" type="presParOf" srcId="{2965D93E-BC4F-7D4F-93F1-2AB09C1B983F}" destId="{5647FCA3-CC49-6E47-9CEB-F9EE7406C200}" srcOrd="0" destOrd="0" presId="urn:microsoft.com/office/officeart/2005/8/layout/hierarchy1"/>
    <dgm:cxn modelId="{06099B1A-EBB3-DF48-9E00-3363ACE291BD}" type="presParOf" srcId="{2965D93E-BC4F-7D4F-93F1-2AB09C1B983F}" destId="{C20A67AC-A285-7748-915D-82EA730354CB}" srcOrd="1" destOrd="0" presId="urn:microsoft.com/office/officeart/2005/8/layout/hierarchy1"/>
    <dgm:cxn modelId="{A8A904D2-22B1-BE4B-AC9F-221FF993BD19}" type="presParOf" srcId="{0FB0B605-0294-A349-A991-55FFB1AE8C86}" destId="{8BBE0D26-F60D-CA4D-ACD4-E29DF1DB2EB7}" srcOrd="1" destOrd="0" presId="urn:microsoft.com/office/officeart/2005/8/layout/hierarchy1"/>
    <dgm:cxn modelId="{B53B73C5-9EF9-E242-9D6C-BB24968072FC}" type="presParOf" srcId="{8BBE0D26-F60D-CA4D-ACD4-E29DF1DB2EB7}" destId="{50A906F3-0016-C54F-A278-F7EB7ED41B25}" srcOrd="0" destOrd="0" presId="urn:microsoft.com/office/officeart/2005/8/layout/hierarchy1"/>
    <dgm:cxn modelId="{01E9407B-D92E-C940-B8F2-5231E0DBD425}" type="presParOf" srcId="{8BBE0D26-F60D-CA4D-ACD4-E29DF1DB2EB7}" destId="{AFFB3680-A7BC-D141-A57D-4B757480D5A1}" srcOrd="1" destOrd="0" presId="urn:microsoft.com/office/officeart/2005/8/layout/hierarchy1"/>
    <dgm:cxn modelId="{8363C758-47E2-574F-BA7E-110221CFF413}" type="presParOf" srcId="{AFFB3680-A7BC-D141-A57D-4B757480D5A1}" destId="{8B90F727-C7B4-E34E-BF41-83C4EE63F093}" srcOrd="0" destOrd="0" presId="urn:microsoft.com/office/officeart/2005/8/layout/hierarchy1"/>
    <dgm:cxn modelId="{D9883211-B21F-5849-9F45-6FAA76BAADE3}" type="presParOf" srcId="{8B90F727-C7B4-E34E-BF41-83C4EE63F093}" destId="{54CADA94-8025-FD45-B327-08DA120580DE}" srcOrd="0" destOrd="0" presId="urn:microsoft.com/office/officeart/2005/8/layout/hierarchy1"/>
    <dgm:cxn modelId="{82EF6B51-6111-A041-9DBF-2158BDE7B4D1}" type="presParOf" srcId="{8B90F727-C7B4-E34E-BF41-83C4EE63F093}" destId="{68F5C5C2-6013-FE45-A2A5-5D74BB5F0D2A}" srcOrd="1" destOrd="0" presId="urn:microsoft.com/office/officeart/2005/8/layout/hierarchy1"/>
    <dgm:cxn modelId="{3BB1B47D-58AE-D34D-8E7A-DADBC5065081}" type="presParOf" srcId="{AFFB3680-A7BC-D141-A57D-4B757480D5A1}" destId="{D856BB1C-FA9E-C448-810D-BE81F59192FB}" srcOrd="1" destOrd="0" presId="urn:microsoft.com/office/officeart/2005/8/layout/hierarchy1"/>
    <dgm:cxn modelId="{5C844C97-24F0-F84E-A9E5-ECDB0EAB76E8}" type="presParOf" srcId="{FEE7F672-CFC9-8E4B-8922-1F3E8EDC9C9E}" destId="{5375B930-39A3-924B-8CE8-14E265182175}" srcOrd="4" destOrd="0" presId="urn:microsoft.com/office/officeart/2005/8/layout/hierarchy1"/>
    <dgm:cxn modelId="{CC649537-110E-B347-97A1-FB9F86C7EDDA}" type="presParOf" srcId="{FEE7F672-CFC9-8E4B-8922-1F3E8EDC9C9E}" destId="{D3195EF9-29E1-1F48-8BE5-FAAF8B4DFA93}" srcOrd="5" destOrd="0" presId="urn:microsoft.com/office/officeart/2005/8/layout/hierarchy1"/>
    <dgm:cxn modelId="{8F358472-E31F-674C-BA72-FA75EF3C10BF}" type="presParOf" srcId="{D3195EF9-29E1-1F48-8BE5-FAAF8B4DFA93}" destId="{9CCE4BA7-6D9C-E94F-B7F6-359828073361}" srcOrd="0" destOrd="0" presId="urn:microsoft.com/office/officeart/2005/8/layout/hierarchy1"/>
    <dgm:cxn modelId="{5375D06A-2292-F845-9490-EC7306ACBB05}" type="presParOf" srcId="{9CCE4BA7-6D9C-E94F-B7F6-359828073361}" destId="{5B53F92C-4D10-6540-A4E9-74C39B8325C3}" srcOrd="0" destOrd="0" presId="urn:microsoft.com/office/officeart/2005/8/layout/hierarchy1"/>
    <dgm:cxn modelId="{DC2CA3E2-6F0F-934D-AB68-38189F46021D}" type="presParOf" srcId="{9CCE4BA7-6D9C-E94F-B7F6-359828073361}" destId="{3AA196B4-B396-3449-A50C-F0BEA341577F}" srcOrd="1" destOrd="0" presId="urn:microsoft.com/office/officeart/2005/8/layout/hierarchy1"/>
    <dgm:cxn modelId="{D467A6DD-C53F-944E-9279-301F9BE1BDF8}" type="presParOf" srcId="{D3195EF9-29E1-1F48-8BE5-FAAF8B4DFA93}" destId="{4F3417B3-2BB7-9A4F-B2B9-39E5F8CAFB5E}" srcOrd="1" destOrd="0" presId="urn:microsoft.com/office/officeart/2005/8/layout/hierarchy1"/>
    <dgm:cxn modelId="{69E403FE-1620-9A4F-A8A6-CDC6DFD5B74C}" type="presParOf" srcId="{4F3417B3-2BB7-9A4F-B2B9-39E5F8CAFB5E}" destId="{AC481A3A-611F-C546-9CEB-E2CA82A2BCCA}" srcOrd="0" destOrd="0" presId="urn:microsoft.com/office/officeart/2005/8/layout/hierarchy1"/>
    <dgm:cxn modelId="{6D6A8164-F2F3-9B43-A541-E595834CB77D}" type="presParOf" srcId="{4F3417B3-2BB7-9A4F-B2B9-39E5F8CAFB5E}" destId="{6218366B-0F0E-6F4F-96AB-9072BAFEB37E}" srcOrd="1" destOrd="0" presId="urn:microsoft.com/office/officeart/2005/8/layout/hierarchy1"/>
    <dgm:cxn modelId="{3ACEB345-486F-7D45-B3B9-ED84E5D90AFA}" type="presParOf" srcId="{6218366B-0F0E-6F4F-96AB-9072BAFEB37E}" destId="{0F2E487C-532F-2A4F-BC85-766A96B63F0E}" srcOrd="0" destOrd="0" presId="urn:microsoft.com/office/officeart/2005/8/layout/hierarchy1"/>
    <dgm:cxn modelId="{3D18DB7C-FFC3-7D4D-A4C6-2F423285A978}" type="presParOf" srcId="{0F2E487C-532F-2A4F-BC85-766A96B63F0E}" destId="{11E46067-01A2-784B-B56F-8B6BACA00D36}" srcOrd="0" destOrd="0" presId="urn:microsoft.com/office/officeart/2005/8/layout/hierarchy1"/>
    <dgm:cxn modelId="{6E4A59CB-101E-9F41-9B53-CFFA5BBA9DD7}" type="presParOf" srcId="{0F2E487C-532F-2A4F-BC85-766A96B63F0E}" destId="{42D2CD03-89A1-4848-BCDF-FAE928E72FE6}" srcOrd="1" destOrd="0" presId="urn:microsoft.com/office/officeart/2005/8/layout/hierarchy1"/>
    <dgm:cxn modelId="{6F6361E4-3405-2044-B7D0-92723A2A3265}" type="presParOf" srcId="{6218366B-0F0E-6F4F-96AB-9072BAFEB37E}" destId="{4834EF1E-F1E3-B446-9547-6369CD61924E}" srcOrd="1" destOrd="0" presId="urn:microsoft.com/office/officeart/2005/8/layout/hierarchy1"/>
    <dgm:cxn modelId="{AB447EC1-4631-0B42-9D8B-5C294128E98A}" type="presParOf" srcId="{4F3417B3-2BB7-9A4F-B2B9-39E5F8CAFB5E}" destId="{24E82B17-F02C-A046-885E-FE0C0E0FDB25}" srcOrd="2" destOrd="0" presId="urn:microsoft.com/office/officeart/2005/8/layout/hierarchy1"/>
    <dgm:cxn modelId="{153472AA-45E9-0749-B9BC-AD6A1DF60C5C}" type="presParOf" srcId="{4F3417B3-2BB7-9A4F-B2B9-39E5F8CAFB5E}" destId="{1FE32F19-0629-E94E-85EC-1DF264EEB873}" srcOrd="3" destOrd="0" presId="urn:microsoft.com/office/officeart/2005/8/layout/hierarchy1"/>
    <dgm:cxn modelId="{2C298191-ACFE-7A4B-86F7-EE05C3A3D821}" type="presParOf" srcId="{1FE32F19-0629-E94E-85EC-1DF264EEB873}" destId="{AC29AB0A-B096-6943-A14F-AC43EDB1EA6B}" srcOrd="0" destOrd="0" presId="urn:microsoft.com/office/officeart/2005/8/layout/hierarchy1"/>
    <dgm:cxn modelId="{FC112D1D-59EB-7942-A521-62B4196CDF6D}" type="presParOf" srcId="{AC29AB0A-B096-6943-A14F-AC43EDB1EA6B}" destId="{CD064D62-F5D8-2947-A39F-DEA5105A4207}" srcOrd="0" destOrd="0" presId="urn:microsoft.com/office/officeart/2005/8/layout/hierarchy1"/>
    <dgm:cxn modelId="{A0AD8668-42EE-174C-BB52-E34DADCF946B}" type="presParOf" srcId="{AC29AB0A-B096-6943-A14F-AC43EDB1EA6B}" destId="{BB1FBC20-3A35-324E-A64F-EFE3F44CC494}" srcOrd="1" destOrd="0" presId="urn:microsoft.com/office/officeart/2005/8/layout/hierarchy1"/>
    <dgm:cxn modelId="{A0891EF4-A379-D249-AE45-98D9EC9555A0}" type="presParOf" srcId="{1FE32F19-0629-E94E-85EC-1DF264EEB873}" destId="{A53E0824-1924-6A43-9A7B-F6017F91DBC6}" srcOrd="1" destOrd="0" presId="urn:microsoft.com/office/officeart/2005/8/layout/hierarchy1"/>
    <dgm:cxn modelId="{35413B25-43F6-0B47-99A8-3A3C9723F950}" type="presParOf" srcId="{4F3417B3-2BB7-9A4F-B2B9-39E5F8CAFB5E}" destId="{A6214265-EC52-B046-BE74-66A731455D19}" srcOrd="4" destOrd="0" presId="urn:microsoft.com/office/officeart/2005/8/layout/hierarchy1"/>
    <dgm:cxn modelId="{90649065-2036-E44A-81EF-7EEB923D2D0F}" type="presParOf" srcId="{4F3417B3-2BB7-9A4F-B2B9-39E5F8CAFB5E}" destId="{AADBED1C-AA13-1E46-A22E-C39A6C1F13E9}" srcOrd="5" destOrd="0" presId="urn:microsoft.com/office/officeart/2005/8/layout/hierarchy1"/>
    <dgm:cxn modelId="{073D8692-3BBF-634A-9FB9-C9E3A36AB041}" type="presParOf" srcId="{AADBED1C-AA13-1E46-A22E-C39A6C1F13E9}" destId="{6EEC41AB-1EF7-D34F-B460-BD5A6B083E2E}" srcOrd="0" destOrd="0" presId="urn:microsoft.com/office/officeart/2005/8/layout/hierarchy1"/>
    <dgm:cxn modelId="{BE917C5F-06E7-CD47-8026-F06FE6C564A2}" type="presParOf" srcId="{6EEC41AB-1EF7-D34F-B460-BD5A6B083E2E}" destId="{7A8D57D7-D3E8-B54E-ADB0-6881221B90AE}" srcOrd="0" destOrd="0" presId="urn:microsoft.com/office/officeart/2005/8/layout/hierarchy1"/>
    <dgm:cxn modelId="{2127A74F-4357-0249-A7B0-B6A483FF3C1F}" type="presParOf" srcId="{6EEC41AB-1EF7-D34F-B460-BD5A6B083E2E}" destId="{04938C9E-CEF7-2C4A-9AEF-B9E95FC01C5D}" srcOrd="1" destOrd="0" presId="urn:microsoft.com/office/officeart/2005/8/layout/hierarchy1"/>
    <dgm:cxn modelId="{456E8961-3831-B444-BAA3-E839260E3185}" type="presParOf" srcId="{AADBED1C-AA13-1E46-A22E-C39A6C1F13E9}" destId="{BB52FD04-9EBB-3448-BDAB-C286E2923FA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A7072CD-4BB5-A049-AE61-A1BB581A7B6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CAC085D2-612F-8E4A-9CB7-407D190D28C4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Transferring all IoT-generated data to the cloud for processing or storage is expensive, technically impractical, and often unnecessary.</a:t>
          </a:r>
          <a:endParaRPr lang="en-US" dirty="0">
            <a:latin typeface="Book Antiqua" panose="02040602050305030304" pitchFamily="18" charset="0"/>
          </a:endParaRPr>
        </a:p>
      </dgm:t>
    </dgm:pt>
    <dgm:pt modelId="{077946F8-EF5A-5845-A039-ADE51997B606}" type="parTrans" cxnId="{61ABF36C-E484-B64B-9521-197F93333D3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F5529577-A271-4C41-8A78-0FB0F2B0D37C}" type="sibTrans" cxnId="{61ABF36C-E484-B64B-9521-197F93333D31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E4A756FE-1E82-B547-992A-85B88C489A03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Latency Issues</a:t>
          </a:r>
          <a:endParaRPr lang="en-US" dirty="0">
            <a:latin typeface="Book Antiqua" panose="02040602050305030304" pitchFamily="18" charset="0"/>
          </a:endParaRPr>
        </a:p>
      </dgm:t>
    </dgm:pt>
    <dgm:pt modelId="{83BE01D4-1BA3-5E48-92F2-F20B7A391588}" type="parTrans" cxnId="{C9BD794B-C287-4B49-8500-B512E1EF631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ABCD8266-25D5-0643-B4CB-E19F66AC0A0D}" type="sibTrans" cxnId="{C9BD794B-C287-4B49-8500-B512E1EF631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32F7690-2AE8-D64E-AACD-F17D2DA74FC2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Cloud-based analytics works well for historical data but fails for real-time, high-data-rate applications.</a:t>
          </a:r>
          <a:endParaRPr lang="en-US" dirty="0">
            <a:latin typeface="Book Antiqua" panose="02040602050305030304" pitchFamily="18" charset="0"/>
          </a:endParaRPr>
        </a:p>
      </dgm:t>
    </dgm:pt>
    <dgm:pt modelId="{C95F4F1F-812C-9D45-8163-EBAB06286EC2}" type="parTrans" cxnId="{DC06C470-AF4B-FB4F-8D16-6C733A76B90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1B5BD7C5-1ADC-1E4D-AF35-0BC3BF5C9EA8}" type="sibTrans" cxnId="{DC06C470-AF4B-FB4F-8D16-6C733A76B908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65117536-C01B-A74D-A554-44B9EB83BF8F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Cost and Storage</a:t>
          </a:r>
          <a:endParaRPr lang="en-US" dirty="0">
            <a:latin typeface="Book Antiqua" panose="02040602050305030304" pitchFamily="18" charset="0"/>
          </a:endParaRPr>
        </a:p>
      </dgm:t>
    </dgm:pt>
    <dgm:pt modelId="{64774A27-1988-234A-A751-E5FA9E7C46DF}" type="parTrans" cxnId="{CDE3641E-987D-5243-B695-254D594D450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4CF732E4-6627-EE4D-A638-7874C94ED426}" type="sibTrans" cxnId="{CDE3641E-987D-5243-B695-254D594D4503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84F2316B-0578-1C4C-98D2-D0317042E80E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Fog computing reduces communication time, costs, and the need for massive cloud storage by preprocessing data locally.</a:t>
          </a:r>
          <a:endParaRPr lang="en-US" dirty="0">
            <a:latin typeface="Book Antiqua" panose="02040602050305030304" pitchFamily="18" charset="0"/>
          </a:endParaRPr>
        </a:p>
      </dgm:t>
    </dgm:pt>
    <dgm:pt modelId="{E58D7C3F-4502-F146-A377-4725A66F4871}" type="parTrans" cxnId="{8799DBC4-3549-154C-A6A7-2B677265BB1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799DFFCB-479F-0643-A3E3-FB6AA2C0614B}" type="sibTrans" cxnId="{8799DBC4-3549-154C-A6A7-2B677265BB16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F8831A90-CDAE-9644-B531-665FE3E447E5}">
      <dgm:prSet/>
      <dgm:spPr/>
      <dgm:t>
        <a:bodyPr/>
        <a:lstStyle/>
        <a:p>
          <a:r>
            <a:rPr lang="en-US">
              <a:latin typeface="Book Antiqua" panose="02040602050305030304" pitchFamily="18" charset="0"/>
            </a:rPr>
            <a:t>Network Infrastructure Stress</a:t>
          </a:r>
          <a:endParaRPr lang="en-US" dirty="0">
            <a:latin typeface="Book Antiqua" panose="02040602050305030304" pitchFamily="18" charset="0"/>
          </a:endParaRPr>
        </a:p>
      </dgm:t>
    </dgm:pt>
    <dgm:pt modelId="{885C3F46-F7E9-5442-AE02-E0FC5B8A7E03}" type="sibTrans" cxnId="{4E701621-BFEF-9C4C-A630-A994A88B497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D4EFAC37-8CC3-7F45-B356-1AEDBB310C3E}" type="parTrans" cxnId="{4E701621-BFEF-9C4C-A630-A994A88B4972}">
      <dgm:prSet/>
      <dgm:spPr/>
      <dgm:t>
        <a:bodyPr/>
        <a:lstStyle/>
        <a:p>
          <a:endParaRPr lang="en-GB">
            <a:latin typeface="Book Antiqua" panose="02040602050305030304" pitchFamily="18" charset="0"/>
          </a:endParaRPr>
        </a:p>
      </dgm:t>
    </dgm:pt>
    <dgm:pt modelId="{00950D1F-EECD-5945-871E-93E1EF1DB96C}" type="pres">
      <dgm:prSet presAssocID="{7A7072CD-4BB5-A049-AE61-A1BB581A7B61}" presName="Name0" presStyleCnt="0">
        <dgm:presLayoutVars>
          <dgm:dir/>
          <dgm:animLvl val="lvl"/>
          <dgm:resizeHandles val="exact"/>
        </dgm:presLayoutVars>
      </dgm:prSet>
      <dgm:spPr/>
    </dgm:pt>
    <dgm:pt modelId="{97CCB7CD-8C66-D444-8434-1344E6D4139A}" type="pres">
      <dgm:prSet presAssocID="{F8831A90-CDAE-9644-B531-665FE3E447E5}" presName="linNode" presStyleCnt="0"/>
      <dgm:spPr/>
    </dgm:pt>
    <dgm:pt modelId="{B15715D5-EE8B-2D43-B7F2-2EEEE5E041BB}" type="pres">
      <dgm:prSet presAssocID="{F8831A90-CDAE-9644-B531-665FE3E447E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37E7ED65-E2DA-E847-887A-3C1EE78525E9}" type="pres">
      <dgm:prSet presAssocID="{F8831A90-CDAE-9644-B531-665FE3E447E5}" presName="descendantText" presStyleLbl="alignAccFollowNode1" presStyleIdx="0" presStyleCnt="3">
        <dgm:presLayoutVars>
          <dgm:bulletEnabled val="1"/>
        </dgm:presLayoutVars>
      </dgm:prSet>
      <dgm:spPr/>
    </dgm:pt>
    <dgm:pt modelId="{836BEC5D-F5B8-204D-8836-D5F2D033DD02}" type="pres">
      <dgm:prSet presAssocID="{885C3F46-F7E9-5442-AE02-E0FC5B8A7E03}" presName="sp" presStyleCnt="0"/>
      <dgm:spPr/>
    </dgm:pt>
    <dgm:pt modelId="{F5D7A2EA-9903-C646-AD55-D3D76B197428}" type="pres">
      <dgm:prSet presAssocID="{E4A756FE-1E82-B547-992A-85B88C489A03}" presName="linNode" presStyleCnt="0"/>
      <dgm:spPr/>
    </dgm:pt>
    <dgm:pt modelId="{FCB8503B-1F31-F54C-B2A9-EFBECF7FBA95}" type="pres">
      <dgm:prSet presAssocID="{E4A756FE-1E82-B547-992A-85B88C489A0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2D3A1D1-DD74-B641-B74E-8243C108C83B}" type="pres">
      <dgm:prSet presAssocID="{E4A756FE-1E82-B547-992A-85B88C489A03}" presName="descendantText" presStyleLbl="alignAccFollowNode1" presStyleIdx="1" presStyleCnt="3">
        <dgm:presLayoutVars>
          <dgm:bulletEnabled val="1"/>
        </dgm:presLayoutVars>
      </dgm:prSet>
      <dgm:spPr/>
    </dgm:pt>
    <dgm:pt modelId="{37C316BA-CC49-0C4F-8DBB-77E1A7DB7505}" type="pres">
      <dgm:prSet presAssocID="{ABCD8266-25D5-0643-B4CB-E19F66AC0A0D}" presName="sp" presStyleCnt="0"/>
      <dgm:spPr/>
    </dgm:pt>
    <dgm:pt modelId="{144C3440-52E3-B84E-A66F-CE47EBD87797}" type="pres">
      <dgm:prSet presAssocID="{65117536-C01B-A74D-A554-44B9EB83BF8F}" presName="linNode" presStyleCnt="0"/>
      <dgm:spPr/>
    </dgm:pt>
    <dgm:pt modelId="{EF64DFB6-7862-074C-BA75-65B4FEA8DB80}" type="pres">
      <dgm:prSet presAssocID="{65117536-C01B-A74D-A554-44B9EB83BF8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9A217FD-AB34-2A46-9229-AFD5320B5559}" type="pres">
      <dgm:prSet presAssocID="{65117536-C01B-A74D-A554-44B9EB83BF8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DE3641E-987D-5243-B695-254D594D4503}" srcId="{7A7072CD-4BB5-A049-AE61-A1BB581A7B61}" destId="{65117536-C01B-A74D-A554-44B9EB83BF8F}" srcOrd="2" destOrd="0" parTransId="{64774A27-1988-234A-A751-E5FA9E7C46DF}" sibTransId="{4CF732E4-6627-EE4D-A638-7874C94ED426}"/>
    <dgm:cxn modelId="{4E701621-BFEF-9C4C-A630-A994A88B4972}" srcId="{7A7072CD-4BB5-A049-AE61-A1BB581A7B61}" destId="{F8831A90-CDAE-9644-B531-665FE3E447E5}" srcOrd="0" destOrd="0" parTransId="{D4EFAC37-8CC3-7F45-B356-1AEDBB310C3E}" sibTransId="{885C3F46-F7E9-5442-AE02-E0FC5B8A7E03}"/>
    <dgm:cxn modelId="{C9BD794B-C287-4B49-8500-B512E1EF6312}" srcId="{7A7072CD-4BB5-A049-AE61-A1BB581A7B61}" destId="{E4A756FE-1E82-B547-992A-85B88C489A03}" srcOrd="1" destOrd="0" parTransId="{83BE01D4-1BA3-5E48-92F2-F20B7A391588}" sibTransId="{ABCD8266-25D5-0643-B4CB-E19F66AC0A0D}"/>
    <dgm:cxn modelId="{5CD7A46B-FC42-B54A-A33A-367AA8B96BF8}" type="presOf" srcId="{CAC085D2-612F-8E4A-9CB7-407D190D28C4}" destId="{37E7ED65-E2DA-E847-887A-3C1EE78525E9}" srcOrd="0" destOrd="0" presId="urn:microsoft.com/office/officeart/2005/8/layout/vList5"/>
    <dgm:cxn modelId="{61ABF36C-E484-B64B-9521-197F93333D31}" srcId="{F8831A90-CDAE-9644-B531-665FE3E447E5}" destId="{CAC085D2-612F-8E4A-9CB7-407D190D28C4}" srcOrd="0" destOrd="0" parTransId="{077946F8-EF5A-5845-A039-ADE51997B606}" sibTransId="{F5529577-A271-4C41-8A78-0FB0F2B0D37C}"/>
    <dgm:cxn modelId="{DC06C470-AF4B-FB4F-8D16-6C733A76B908}" srcId="{E4A756FE-1E82-B547-992A-85B88C489A03}" destId="{032F7690-2AE8-D64E-AACD-F17D2DA74FC2}" srcOrd="0" destOrd="0" parTransId="{C95F4F1F-812C-9D45-8163-EBAB06286EC2}" sibTransId="{1B5BD7C5-1ADC-1E4D-AF35-0BC3BF5C9EA8}"/>
    <dgm:cxn modelId="{CB2A4588-BB79-2249-B3CF-7200CBB2C3D3}" type="presOf" srcId="{7A7072CD-4BB5-A049-AE61-A1BB581A7B61}" destId="{00950D1F-EECD-5945-871E-93E1EF1DB96C}" srcOrd="0" destOrd="0" presId="urn:microsoft.com/office/officeart/2005/8/layout/vList5"/>
    <dgm:cxn modelId="{3A02AFB2-5941-0541-BDB0-9D52D4579E94}" type="presOf" srcId="{F8831A90-CDAE-9644-B531-665FE3E447E5}" destId="{B15715D5-EE8B-2D43-B7F2-2EEEE5E041BB}" srcOrd="0" destOrd="0" presId="urn:microsoft.com/office/officeart/2005/8/layout/vList5"/>
    <dgm:cxn modelId="{D542C4B3-E611-514C-BF9B-D0691264BC83}" type="presOf" srcId="{65117536-C01B-A74D-A554-44B9EB83BF8F}" destId="{EF64DFB6-7862-074C-BA75-65B4FEA8DB80}" srcOrd="0" destOrd="0" presId="urn:microsoft.com/office/officeart/2005/8/layout/vList5"/>
    <dgm:cxn modelId="{7CF631BE-824C-C447-91C8-C1A076165649}" type="presOf" srcId="{84F2316B-0578-1C4C-98D2-D0317042E80E}" destId="{A9A217FD-AB34-2A46-9229-AFD5320B5559}" srcOrd="0" destOrd="0" presId="urn:microsoft.com/office/officeart/2005/8/layout/vList5"/>
    <dgm:cxn modelId="{8799DBC4-3549-154C-A6A7-2B677265BB16}" srcId="{65117536-C01B-A74D-A554-44B9EB83BF8F}" destId="{84F2316B-0578-1C4C-98D2-D0317042E80E}" srcOrd="0" destOrd="0" parTransId="{E58D7C3F-4502-F146-A377-4725A66F4871}" sibTransId="{799DFFCB-479F-0643-A3E3-FB6AA2C0614B}"/>
    <dgm:cxn modelId="{6D346DDF-5423-7D43-B811-EB814F92B830}" type="presOf" srcId="{032F7690-2AE8-D64E-AACD-F17D2DA74FC2}" destId="{92D3A1D1-DD74-B641-B74E-8243C108C83B}" srcOrd="0" destOrd="0" presId="urn:microsoft.com/office/officeart/2005/8/layout/vList5"/>
    <dgm:cxn modelId="{A23F62E7-4E98-C94F-82D5-0460F6CF6D95}" type="presOf" srcId="{E4A756FE-1E82-B547-992A-85B88C489A03}" destId="{FCB8503B-1F31-F54C-B2A9-EFBECF7FBA95}" srcOrd="0" destOrd="0" presId="urn:microsoft.com/office/officeart/2005/8/layout/vList5"/>
    <dgm:cxn modelId="{F01E3D52-1CFA-2D40-8EB2-19CDA2B3732A}" type="presParOf" srcId="{00950D1F-EECD-5945-871E-93E1EF1DB96C}" destId="{97CCB7CD-8C66-D444-8434-1344E6D4139A}" srcOrd="0" destOrd="0" presId="urn:microsoft.com/office/officeart/2005/8/layout/vList5"/>
    <dgm:cxn modelId="{B07CE4B4-0538-BD4C-8C79-D66021183AAB}" type="presParOf" srcId="{97CCB7CD-8C66-D444-8434-1344E6D4139A}" destId="{B15715D5-EE8B-2D43-B7F2-2EEEE5E041BB}" srcOrd="0" destOrd="0" presId="urn:microsoft.com/office/officeart/2005/8/layout/vList5"/>
    <dgm:cxn modelId="{ED6B56A8-3766-A042-8023-F91D155C7EC0}" type="presParOf" srcId="{97CCB7CD-8C66-D444-8434-1344E6D4139A}" destId="{37E7ED65-E2DA-E847-887A-3C1EE78525E9}" srcOrd="1" destOrd="0" presId="urn:microsoft.com/office/officeart/2005/8/layout/vList5"/>
    <dgm:cxn modelId="{E9058661-A0FB-6D42-96C3-D604CEF42976}" type="presParOf" srcId="{00950D1F-EECD-5945-871E-93E1EF1DB96C}" destId="{836BEC5D-F5B8-204D-8836-D5F2D033DD02}" srcOrd="1" destOrd="0" presId="urn:microsoft.com/office/officeart/2005/8/layout/vList5"/>
    <dgm:cxn modelId="{542401FB-7360-754E-9A76-BB0237D06C03}" type="presParOf" srcId="{00950D1F-EECD-5945-871E-93E1EF1DB96C}" destId="{F5D7A2EA-9903-C646-AD55-D3D76B197428}" srcOrd="2" destOrd="0" presId="urn:microsoft.com/office/officeart/2005/8/layout/vList5"/>
    <dgm:cxn modelId="{DDDBC293-87A5-1F4F-A306-CAB57AF362F1}" type="presParOf" srcId="{F5D7A2EA-9903-C646-AD55-D3D76B197428}" destId="{FCB8503B-1F31-F54C-B2A9-EFBECF7FBA95}" srcOrd="0" destOrd="0" presId="urn:microsoft.com/office/officeart/2005/8/layout/vList5"/>
    <dgm:cxn modelId="{1CB36AB0-EA30-A745-973C-1D188E2437F6}" type="presParOf" srcId="{F5D7A2EA-9903-C646-AD55-D3D76B197428}" destId="{92D3A1D1-DD74-B641-B74E-8243C108C83B}" srcOrd="1" destOrd="0" presId="urn:microsoft.com/office/officeart/2005/8/layout/vList5"/>
    <dgm:cxn modelId="{701F8E25-6F27-C34E-AB8C-A2784421028B}" type="presParOf" srcId="{00950D1F-EECD-5945-871E-93E1EF1DB96C}" destId="{37C316BA-CC49-0C4F-8DBB-77E1A7DB7505}" srcOrd="3" destOrd="0" presId="urn:microsoft.com/office/officeart/2005/8/layout/vList5"/>
    <dgm:cxn modelId="{60A95C5F-036C-6945-893B-E2292D0B0659}" type="presParOf" srcId="{00950D1F-EECD-5945-871E-93E1EF1DB96C}" destId="{144C3440-52E3-B84E-A66F-CE47EBD87797}" srcOrd="4" destOrd="0" presId="urn:microsoft.com/office/officeart/2005/8/layout/vList5"/>
    <dgm:cxn modelId="{50BCA707-AF68-BB49-AF3C-FF435A990591}" type="presParOf" srcId="{144C3440-52E3-B84E-A66F-CE47EBD87797}" destId="{EF64DFB6-7862-074C-BA75-65B4FEA8DB80}" srcOrd="0" destOrd="0" presId="urn:microsoft.com/office/officeart/2005/8/layout/vList5"/>
    <dgm:cxn modelId="{CCB1D91C-0978-4F40-B28C-A6471129384B}" type="presParOf" srcId="{144C3440-52E3-B84E-A66F-CE47EBD87797}" destId="{A9A217FD-AB34-2A46-9229-AFD5320B55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7A7072CD-4BB5-A049-AE61-A1BB581A7B61}" type="doc">
      <dgm:prSet loTypeId="urn:microsoft.com/office/officeart/2005/8/layout/vList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479A38E9-957A-064B-AF92-BB269D5F17D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Data Preprocessing</a:t>
          </a:r>
          <a:endParaRPr lang="en-GB" sz="2000" dirty="0">
            <a:latin typeface="Book Antiqua" panose="02040602050305030304" pitchFamily="18" charset="0"/>
          </a:endParaRPr>
        </a:p>
      </dgm:t>
    </dgm:pt>
    <dgm:pt modelId="{664D766F-4090-BC43-9EA0-EDB509B252EF}" type="parTrans" cxnId="{BFA7E30A-6592-504D-9A2E-164D80132784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33A660C2-8C97-6C4A-9331-0F3059316371}" type="sibTrans" cxnId="{BFA7E30A-6592-504D-9A2E-164D80132784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74CAFF57-0B94-4F4D-A2F4-AF97803D8B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Hybrid Approach</a:t>
          </a:r>
        </a:p>
      </dgm:t>
    </dgm:pt>
    <dgm:pt modelId="{F045C9E3-2D68-5341-9EE9-EFA619CD5595}" type="parTrans" cxnId="{DFB1BF9E-4711-1542-A843-102A6FFC42DC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2F015C52-5C37-F748-9975-1EFCDFFB79EC}" type="sibTrans" cxnId="{DFB1BF9E-4711-1542-A843-102A6FFC42DC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94860B51-18C6-2447-A45D-E65F3F990F4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Applications</a:t>
          </a:r>
        </a:p>
      </dgm:t>
    </dgm:pt>
    <dgm:pt modelId="{C115EF7B-79EA-564C-89D4-0112EC16A8EC}" type="parTrans" cxnId="{594174A3-3E5E-5144-8342-6301CB01DE49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8907AD4D-4220-9540-9B05-C5041EE60795}" type="sibTrans" cxnId="{594174A3-3E5E-5144-8342-6301CB01DE49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BA19DEB9-98E8-EF4E-AEF3-B614CE284C5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Filters, processes, and summarizes data before sending it to the cloud.</a:t>
          </a:r>
          <a:endParaRPr lang="en-GB" sz="2000" dirty="0">
            <a:latin typeface="Book Antiqua" panose="02040602050305030304" pitchFamily="18" charset="0"/>
          </a:endParaRPr>
        </a:p>
      </dgm:t>
    </dgm:pt>
    <dgm:pt modelId="{F59672DA-8F08-E24F-867E-7E1D1B86E569}" type="parTrans" cxnId="{7478E76C-7836-9940-8DCA-61ADFFA9FFD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462B663B-7F0E-C94C-8A34-228448B5EB81}" type="sibTrans" cxnId="{7478E76C-7836-9940-8DCA-61ADFFA9FFD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0F6701F5-E53E-9444-ABC9-49D4EC282E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Combines fog localization (low latency, context-aware) with cloud globalization (centralized storage, historical analysis).</a:t>
          </a:r>
        </a:p>
      </dgm:t>
    </dgm:pt>
    <dgm:pt modelId="{E190E56E-405D-9D44-9143-5D3DBD084E03}" type="parTrans" cxnId="{53B9B328-EE31-EA4F-B4C0-2C77E29FCC9A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C0747D32-EC52-F143-935A-563FA3406811}" type="sibTrans" cxnId="{53B9B328-EE31-EA4F-B4C0-2C77E29FCC9A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7CB6D464-1BDA-C04F-981C-24DAAF3D9C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2000" b="0" i="0" u="none" dirty="0">
              <a:latin typeface="Book Antiqua" panose="02040602050305030304" pitchFamily="18" charset="0"/>
            </a:rPr>
            <a:t>Ideal for IoT use cases requiring real-time analytics, such as smart cities, healthcare, and intelligent transportation systems.</a:t>
          </a:r>
        </a:p>
      </dgm:t>
    </dgm:pt>
    <dgm:pt modelId="{0DC46AA0-59D8-584E-9870-04E37070DA3C}" type="parTrans" cxnId="{AD717469-662C-FD45-AF28-16157A96846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5BC7DDDE-FC84-AD46-8D27-261D59EE2AD2}" type="sibTrans" cxnId="{AD717469-662C-FD45-AF28-16157A968467}">
      <dgm:prSet/>
      <dgm:spPr/>
      <dgm:t>
        <a:bodyPr/>
        <a:lstStyle/>
        <a:p>
          <a:endParaRPr lang="en-GB" sz="2000">
            <a:latin typeface="Book Antiqua" panose="02040602050305030304" pitchFamily="18" charset="0"/>
          </a:endParaRPr>
        </a:p>
      </dgm:t>
    </dgm:pt>
    <dgm:pt modelId="{00950D1F-EECD-5945-871E-93E1EF1DB96C}" type="pres">
      <dgm:prSet presAssocID="{7A7072CD-4BB5-A049-AE61-A1BB581A7B61}" presName="Name0" presStyleCnt="0">
        <dgm:presLayoutVars>
          <dgm:dir/>
          <dgm:animLvl val="lvl"/>
          <dgm:resizeHandles val="exact"/>
        </dgm:presLayoutVars>
      </dgm:prSet>
      <dgm:spPr/>
    </dgm:pt>
    <dgm:pt modelId="{73CDCDBF-ED7A-CA4C-9EF9-BA56054B2D59}" type="pres">
      <dgm:prSet presAssocID="{479A38E9-957A-064B-AF92-BB269D5F17D4}" presName="linNode" presStyleCnt="0"/>
      <dgm:spPr/>
    </dgm:pt>
    <dgm:pt modelId="{5EE915BE-EDD5-F14C-BEDB-865B5EC9DB30}" type="pres">
      <dgm:prSet presAssocID="{479A38E9-957A-064B-AF92-BB269D5F17D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11BF37CD-95A2-E248-8281-9041A1F1D7DC}" type="pres">
      <dgm:prSet presAssocID="{479A38E9-957A-064B-AF92-BB269D5F17D4}" presName="descendantText" presStyleLbl="alignAccFollowNode1" presStyleIdx="0" presStyleCnt="3">
        <dgm:presLayoutVars>
          <dgm:bulletEnabled val="1"/>
        </dgm:presLayoutVars>
      </dgm:prSet>
      <dgm:spPr/>
    </dgm:pt>
    <dgm:pt modelId="{2D5EFD37-869C-E24B-ACEF-D97B32CAAB73}" type="pres">
      <dgm:prSet presAssocID="{33A660C2-8C97-6C4A-9331-0F3059316371}" presName="sp" presStyleCnt="0"/>
      <dgm:spPr/>
    </dgm:pt>
    <dgm:pt modelId="{10B2259F-FBAD-024C-A298-9685DA9C519F}" type="pres">
      <dgm:prSet presAssocID="{74CAFF57-0B94-4F4D-A2F4-AF97803D8BD0}" presName="linNode" presStyleCnt="0"/>
      <dgm:spPr/>
    </dgm:pt>
    <dgm:pt modelId="{689364BC-6A0E-B141-BC87-CDA1346A7A54}" type="pres">
      <dgm:prSet presAssocID="{74CAFF57-0B94-4F4D-A2F4-AF97803D8BD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297BAF0B-1D94-5443-A3EC-C11A5844C382}" type="pres">
      <dgm:prSet presAssocID="{74CAFF57-0B94-4F4D-A2F4-AF97803D8BD0}" presName="descendantText" presStyleLbl="alignAccFollowNode1" presStyleIdx="1" presStyleCnt="3">
        <dgm:presLayoutVars>
          <dgm:bulletEnabled val="1"/>
        </dgm:presLayoutVars>
      </dgm:prSet>
      <dgm:spPr/>
    </dgm:pt>
    <dgm:pt modelId="{59A06E98-36D1-DE47-B8BF-6ACC4F177119}" type="pres">
      <dgm:prSet presAssocID="{2F015C52-5C37-F748-9975-1EFCDFFB79EC}" presName="sp" presStyleCnt="0"/>
      <dgm:spPr/>
    </dgm:pt>
    <dgm:pt modelId="{052E8FEA-181E-184C-8F0D-27D55924EB93}" type="pres">
      <dgm:prSet presAssocID="{94860B51-18C6-2447-A45D-E65F3F990F47}" presName="linNode" presStyleCnt="0"/>
      <dgm:spPr/>
    </dgm:pt>
    <dgm:pt modelId="{F24419E8-FD99-E84D-A5DF-BD33FD63F56A}" type="pres">
      <dgm:prSet presAssocID="{94860B51-18C6-2447-A45D-E65F3F990F4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EC9495B2-B55F-5841-9F13-769E3D14C73E}" type="pres">
      <dgm:prSet presAssocID="{94860B51-18C6-2447-A45D-E65F3F990F4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26B6209-779D-D848-89CB-1A4DE0746951}" type="presOf" srcId="{94860B51-18C6-2447-A45D-E65F3F990F47}" destId="{F24419E8-FD99-E84D-A5DF-BD33FD63F56A}" srcOrd="0" destOrd="0" presId="urn:microsoft.com/office/officeart/2005/8/layout/vList5"/>
    <dgm:cxn modelId="{BFA7E30A-6592-504D-9A2E-164D80132784}" srcId="{7A7072CD-4BB5-A049-AE61-A1BB581A7B61}" destId="{479A38E9-957A-064B-AF92-BB269D5F17D4}" srcOrd="0" destOrd="0" parTransId="{664D766F-4090-BC43-9EA0-EDB509B252EF}" sibTransId="{33A660C2-8C97-6C4A-9331-0F3059316371}"/>
    <dgm:cxn modelId="{53B9B328-EE31-EA4F-B4C0-2C77E29FCC9A}" srcId="{74CAFF57-0B94-4F4D-A2F4-AF97803D8BD0}" destId="{0F6701F5-E53E-9444-ABC9-49D4EC282EE4}" srcOrd="0" destOrd="0" parTransId="{E190E56E-405D-9D44-9143-5D3DBD084E03}" sibTransId="{C0747D32-EC52-F143-935A-563FA3406811}"/>
    <dgm:cxn modelId="{62EBA446-D486-FA42-9993-E0FC9B2812BB}" type="presOf" srcId="{BA19DEB9-98E8-EF4E-AEF3-B614CE284C54}" destId="{11BF37CD-95A2-E248-8281-9041A1F1D7DC}" srcOrd="0" destOrd="0" presId="urn:microsoft.com/office/officeart/2005/8/layout/vList5"/>
    <dgm:cxn modelId="{AD717469-662C-FD45-AF28-16157A968467}" srcId="{94860B51-18C6-2447-A45D-E65F3F990F47}" destId="{7CB6D464-1BDA-C04F-981C-24DAAF3D9CD8}" srcOrd="0" destOrd="0" parTransId="{0DC46AA0-59D8-584E-9870-04E37070DA3C}" sibTransId="{5BC7DDDE-FC84-AD46-8D27-261D59EE2AD2}"/>
    <dgm:cxn modelId="{16A8626A-C132-2940-BE66-113C400130D6}" type="presOf" srcId="{74CAFF57-0B94-4F4D-A2F4-AF97803D8BD0}" destId="{689364BC-6A0E-B141-BC87-CDA1346A7A54}" srcOrd="0" destOrd="0" presId="urn:microsoft.com/office/officeart/2005/8/layout/vList5"/>
    <dgm:cxn modelId="{7478E76C-7836-9940-8DCA-61ADFFA9FFD7}" srcId="{479A38E9-957A-064B-AF92-BB269D5F17D4}" destId="{BA19DEB9-98E8-EF4E-AEF3-B614CE284C54}" srcOrd="0" destOrd="0" parTransId="{F59672DA-8F08-E24F-867E-7E1D1B86E569}" sibTransId="{462B663B-7F0E-C94C-8A34-228448B5EB81}"/>
    <dgm:cxn modelId="{CB2A4588-BB79-2249-B3CF-7200CBB2C3D3}" type="presOf" srcId="{7A7072CD-4BB5-A049-AE61-A1BB581A7B61}" destId="{00950D1F-EECD-5945-871E-93E1EF1DB96C}" srcOrd="0" destOrd="0" presId="urn:microsoft.com/office/officeart/2005/8/layout/vList5"/>
    <dgm:cxn modelId="{1178BE8F-3908-474C-8BBD-43FEA04F9FBF}" type="presOf" srcId="{0F6701F5-E53E-9444-ABC9-49D4EC282EE4}" destId="{297BAF0B-1D94-5443-A3EC-C11A5844C382}" srcOrd="0" destOrd="0" presId="urn:microsoft.com/office/officeart/2005/8/layout/vList5"/>
    <dgm:cxn modelId="{DFB1BF9E-4711-1542-A843-102A6FFC42DC}" srcId="{7A7072CD-4BB5-A049-AE61-A1BB581A7B61}" destId="{74CAFF57-0B94-4F4D-A2F4-AF97803D8BD0}" srcOrd="1" destOrd="0" parTransId="{F045C9E3-2D68-5341-9EE9-EFA619CD5595}" sibTransId="{2F015C52-5C37-F748-9975-1EFCDFFB79EC}"/>
    <dgm:cxn modelId="{594174A3-3E5E-5144-8342-6301CB01DE49}" srcId="{7A7072CD-4BB5-A049-AE61-A1BB581A7B61}" destId="{94860B51-18C6-2447-A45D-E65F3F990F47}" srcOrd="2" destOrd="0" parTransId="{C115EF7B-79EA-564C-89D4-0112EC16A8EC}" sibTransId="{8907AD4D-4220-9540-9B05-C5041EE60795}"/>
    <dgm:cxn modelId="{11AB61A9-3513-594F-AA24-2E91009052C8}" type="presOf" srcId="{479A38E9-957A-064B-AF92-BB269D5F17D4}" destId="{5EE915BE-EDD5-F14C-BEDB-865B5EC9DB30}" srcOrd="0" destOrd="0" presId="urn:microsoft.com/office/officeart/2005/8/layout/vList5"/>
    <dgm:cxn modelId="{B6FD96D7-2765-1543-853C-C7BCAF6EB251}" type="presOf" srcId="{7CB6D464-1BDA-C04F-981C-24DAAF3D9CD8}" destId="{EC9495B2-B55F-5841-9F13-769E3D14C73E}" srcOrd="0" destOrd="0" presId="urn:microsoft.com/office/officeart/2005/8/layout/vList5"/>
    <dgm:cxn modelId="{EBE7D804-6945-F549-A5E5-EBAE70588191}" type="presParOf" srcId="{00950D1F-EECD-5945-871E-93E1EF1DB96C}" destId="{73CDCDBF-ED7A-CA4C-9EF9-BA56054B2D59}" srcOrd="0" destOrd="0" presId="urn:microsoft.com/office/officeart/2005/8/layout/vList5"/>
    <dgm:cxn modelId="{F928DEED-FE9A-8C4A-8E8B-CBBB0DCF7389}" type="presParOf" srcId="{73CDCDBF-ED7A-CA4C-9EF9-BA56054B2D59}" destId="{5EE915BE-EDD5-F14C-BEDB-865B5EC9DB30}" srcOrd="0" destOrd="0" presId="urn:microsoft.com/office/officeart/2005/8/layout/vList5"/>
    <dgm:cxn modelId="{14900620-4E83-3241-9B45-404277E2F8FD}" type="presParOf" srcId="{73CDCDBF-ED7A-CA4C-9EF9-BA56054B2D59}" destId="{11BF37CD-95A2-E248-8281-9041A1F1D7DC}" srcOrd="1" destOrd="0" presId="urn:microsoft.com/office/officeart/2005/8/layout/vList5"/>
    <dgm:cxn modelId="{3D2FC89F-56D7-A04E-A189-8A7F21B302F9}" type="presParOf" srcId="{00950D1F-EECD-5945-871E-93E1EF1DB96C}" destId="{2D5EFD37-869C-E24B-ACEF-D97B32CAAB73}" srcOrd="1" destOrd="0" presId="urn:microsoft.com/office/officeart/2005/8/layout/vList5"/>
    <dgm:cxn modelId="{5A5A7FED-3D83-C045-8A3A-750CEFF75FEE}" type="presParOf" srcId="{00950D1F-EECD-5945-871E-93E1EF1DB96C}" destId="{10B2259F-FBAD-024C-A298-9685DA9C519F}" srcOrd="2" destOrd="0" presId="urn:microsoft.com/office/officeart/2005/8/layout/vList5"/>
    <dgm:cxn modelId="{67D64C35-4884-C345-B0A8-90B5485CC605}" type="presParOf" srcId="{10B2259F-FBAD-024C-A298-9685DA9C519F}" destId="{689364BC-6A0E-B141-BC87-CDA1346A7A54}" srcOrd="0" destOrd="0" presId="urn:microsoft.com/office/officeart/2005/8/layout/vList5"/>
    <dgm:cxn modelId="{74CEE32E-0ACC-894C-8AA7-05F3D7D1FE90}" type="presParOf" srcId="{10B2259F-FBAD-024C-A298-9685DA9C519F}" destId="{297BAF0B-1D94-5443-A3EC-C11A5844C382}" srcOrd="1" destOrd="0" presId="urn:microsoft.com/office/officeart/2005/8/layout/vList5"/>
    <dgm:cxn modelId="{A14BC239-12D7-9440-8DB7-7B70774A25F8}" type="presParOf" srcId="{00950D1F-EECD-5945-871E-93E1EF1DB96C}" destId="{59A06E98-36D1-DE47-B8BF-6ACC4F177119}" srcOrd="3" destOrd="0" presId="urn:microsoft.com/office/officeart/2005/8/layout/vList5"/>
    <dgm:cxn modelId="{7B63EF80-0D0D-084F-8D37-5C450DE622BC}" type="presParOf" srcId="{00950D1F-EECD-5945-871E-93E1EF1DB96C}" destId="{052E8FEA-181E-184C-8F0D-27D55924EB93}" srcOrd="4" destOrd="0" presId="urn:microsoft.com/office/officeart/2005/8/layout/vList5"/>
    <dgm:cxn modelId="{085C06F4-EACD-384C-B291-15FC14952934}" type="presParOf" srcId="{052E8FEA-181E-184C-8F0D-27D55924EB93}" destId="{F24419E8-FD99-E84D-A5DF-BD33FD63F56A}" srcOrd="0" destOrd="0" presId="urn:microsoft.com/office/officeart/2005/8/layout/vList5"/>
    <dgm:cxn modelId="{43D804F9-A014-6042-9C6B-F5A2EFBEFAE9}" type="presParOf" srcId="{052E8FEA-181E-184C-8F0D-27D55924EB93}" destId="{EC9495B2-B55F-5841-9F13-769E3D14C73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CD1D9-402C-9B40-8AF6-44E793FDF004}">
      <dsp:nvSpPr>
        <dsp:cNvPr id="0" name=""/>
        <dsp:cNvSpPr/>
      </dsp:nvSpPr>
      <dsp:spPr>
        <a:xfrm>
          <a:off x="3042603" y="-36034"/>
          <a:ext cx="5300342" cy="5300342"/>
        </a:xfrm>
        <a:prstGeom prst="circularArrow">
          <a:avLst>
            <a:gd name="adj1" fmla="val 5544"/>
            <a:gd name="adj2" fmla="val 330680"/>
            <a:gd name="adj3" fmla="val 13726125"/>
            <a:gd name="adj4" fmla="val 17416348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EF51D3-C98C-1643-AE86-3FDDB513CA8F}">
      <dsp:nvSpPr>
        <dsp:cNvPr id="0" name=""/>
        <dsp:cNvSpPr/>
      </dsp:nvSpPr>
      <dsp:spPr>
        <a:xfrm>
          <a:off x="4425243" y="703"/>
          <a:ext cx="2535063" cy="12675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Book Antiqua" panose="02040602050305030304" pitchFamily="18" charset="0"/>
            </a:rPr>
            <a:t>Data Acquisition</a:t>
          </a:r>
        </a:p>
      </dsp:txBody>
      <dsp:txXfrm>
        <a:off x="4487119" y="62579"/>
        <a:ext cx="2411311" cy="1143779"/>
      </dsp:txXfrm>
    </dsp:sp>
    <dsp:sp modelId="{0F6D363A-B06A-3E44-B726-C71ADAF7C415}">
      <dsp:nvSpPr>
        <dsp:cNvPr id="0" name=""/>
        <dsp:cNvSpPr/>
      </dsp:nvSpPr>
      <dsp:spPr>
        <a:xfrm>
          <a:off x="6574891" y="1562514"/>
          <a:ext cx="2535063" cy="1267531"/>
        </a:xfrm>
        <a:prstGeom prst="roundRect">
          <a:avLst/>
        </a:prstGeom>
        <a:solidFill>
          <a:schemeClr val="accent2">
            <a:hueOff val="8838"/>
            <a:satOff val="-8622"/>
            <a:lumOff val="-4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Book Antiqua" panose="02040602050305030304" pitchFamily="18" charset="0"/>
            </a:rPr>
            <a:t>Lightweight Processing</a:t>
          </a:r>
        </a:p>
      </dsp:txBody>
      <dsp:txXfrm>
        <a:off x="6636767" y="1624390"/>
        <a:ext cx="2411311" cy="1143779"/>
      </dsp:txXfrm>
    </dsp:sp>
    <dsp:sp modelId="{6DED13EB-4C19-5B41-9498-5363FC5BBC4A}">
      <dsp:nvSpPr>
        <dsp:cNvPr id="0" name=""/>
        <dsp:cNvSpPr/>
      </dsp:nvSpPr>
      <dsp:spPr>
        <a:xfrm>
          <a:off x="5753798" y="4089577"/>
          <a:ext cx="2535063" cy="1267531"/>
        </a:xfrm>
        <a:prstGeom prst="roundRect">
          <a:avLst/>
        </a:prstGeom>
        <a:solidFill>
          <a:schemeClr val="accent2">
            <a:hueOff val="17676"/>
            <a:satOff val="-17244"/>
            <a:lumOff val="-88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Book Antiqua" panose="02040602050305030304" pitchFamily="18" charset="0"/>
            </a:rPr>
            <a:t>Processing and Analysis</a:t>
          </a:r>
        </a:p>
      </dsp:txBody>
      <dsp:txXfrm>
        <a:off x="5815674" y="4151453"/>
        <a:ext cx="2411311" cy="1143779"/>
      </dsp:txXfrm>
    </dsp:sp>
    <dsp:sp modelId="{3E13E9BD-9678-014A-9A1D-F2FC949B5A4C}">
      <dsp:nvSpPr>
        <dsp:cNvPr id="0" name=""/>
        <dsp:cNvSpPr/>
      </dsp:nvSpPr>
      <dsp:spPr>
        <a:xfrm>
          <a:off x="3096687" y="4089577"/>
          <a:ext cx="2535063" cy="1267531"/>
        </a:xfrm>
        <a:prstGeom prst="roundRect">
          <a:avLst/>
        </a:prstGeom>
        <a:solidFill>
          <a:schemeClr val="accent2">
            <a:hueOff val="26514"/>
            <a:satOff val="-25865"/>
            <a:lumOff val="-132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Book Antiqua" panose="02040602050305030304" pitchFamily="18" charset="0"/>
            </a:rPr>
            <a:t>Sending Feedback</a:t>
          </a:r>
        </a:p>
      </dsp:txBody>
      <dsp:txXfrm>
        <a:off x="3158563" y="4151453"/>
        <a:ext cx="2411311" cy="1143779"/>
      </dsp:txXfrm>
    </dsp:sp>
    <dsp:sp modelId="{DCFBB2E5-4D53-6A42-A7F7-EDD3CBF4E775}">
      <dsp:nvSpPr>
        <dsp:cNvPr id="0" name=""/>
        <dsp:cNvSpPr/>
      </dsp:nvSpPr>
      <dsp:spPr>
        <a:xfrm>
          <a:off x="2275594" y="1562514"/>
          <a:ext cx="2535063" cy="1267531"/>
        </a:xfrm>
        <a:prstGeom prst="roundRect">
          <a:avLst/>
        </a:prstGeom>
        <a:solidFill>
          <a:schemeClr val="accent2">
            <a:hueOff val="35352"/>
            <a:satOff val="-34487"/>
            <a:lumOff val="-17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>
              <a:latin typeface="Book Antiqua" panose="02040602050305030304" pitchFamily="18" charset="0"/>
            </a:rPr>
            <a:t>Command Execution</a:t>
          </a:r>
        </a:p>
      </dsp:txBody>
      <dsp:txXfrm>
        <a:off x="2337470" y="1624390"/>
        <a:ext cx="2411311" cy="11437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37072-B7DB-FA40-B6E6-CE0EDB39D1E1}">
      <dsp:nvSpPr>
        <dsp:cNvPr id="0" name=""/>
        <dsp:cNvSpPr/>
      </dsp:nvSpPr>
      <dsp:spPr>
        <a:xfrm rot="5400000">
          <a:off x="6823719" y="-2419825"/>
          <a:ext cx="1835693" cy="728618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ook Antiqua" panose="02040602050305030304" pitchFamily="18" charset="0"/>
            </a:rPr>
            <a:t>Data is collected from end devices (e.g., sensors, actuators).</a:t>
          </a:r>
          <a:endParaRPr lang="en-IN" sz="2000" kern="1200" dirty="0">
            <a:latin typeface="Book Antiqua" panose="02040602050305030304" pitchFamily="18" charset="0"/>
          </a:endParaRPr>
        </a:p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ook Antiqua" panose="02040602050305030304" pitchFamily="18" charset="0"/>
            </a:rPr>
            <a:t>Data can be sent directly to the fog or via a sink node/local gateway.</a:t>
          </a:r>
          <a:endParaRPr lang="en-IN" sz="2000" kern="1200" dirty="0">
            <a:latin typeface="Book Antiqua" panose="02040602050305030304" pitchFamily="18" charset="0"/>
          </a:endParaRPr>
        </a:p>
      </dsp:txBody>
      <dsp:txXfrm rot="-5400000">
        <a:off x="4098476" y="395029"/>
        <a:ext cx="7196569" cy="1656471"/>
      </dsp:txXfrm>
    </dsp:sp>
    <dsp:sp modelId="{FC29AB9D-4235-2546-B7E8-905E3F53EBDE}">
      <dsp:nvSpPr>
        <dsp:cNvPr id="0" name=""/>
        <dsp:cNvSpPr/>
      </dsp:nvSpPr>
      <dsp:spPr>
        <a:xfrm>
          <a:off x="0" y="297629"/>
          <a:ext cx="4098476" cy="18512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ook Antiqua" panose="02040602050305030304" pitchFamily="18" charset="0"/>
            </a:rPr>
            <a:t>Data Acquisition </a:t>
          </a:r>
          <a:endParaRPr lang="en-IN" sz="2000" b="1" kern="1200" dirty="0">
            <a:latin typeface="Book Antiqua" panose="02040602050305030304" pitchFamily="18" charset="0"/>
          </a:endParaRPr>
        </a:p>
      </dsp:txBody>
      <dsp:txXfrm>
        <a:off x="90372" y="388001"/>
        <a:ext cx="3917732" cy="1670525"/>
      </dsp:txXfrm>
    </dsp:sp>
    <dsp:sp modelId="{59AAADFB-D158-5942-9C3A-E73AA26E7917}">
      <dsp:nvSpPr>
        <dsp:cNvPr id="0" name=""/>
        <dsp:cNvSpPr/>
      </dsp:nvSpPr>
      <dsp:spPr>
        <a:xfrm rot="5400000">
          <a:off x="6419777" y="95223"/>
          <a:ext cx="2643578" cy="72861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ook Antiqua" panose="02040602050305030304" pitchFamily="18" charset="0"/>
            </a:rPr>
            <a:t>Involves lightweight data manipulation such as </a:t>
          </a:r>
          <a:r>
            <a:rPr lang="en-US" sz="2000" kern="1200" dirty="0">
              <a:solidFill>
                <a:srgbClr val="FF0000"/>
              </a:solidFill>
              <a:latin typeface="Book Antiqua" panose="02040602050305030304" pitchFamily="18" charset="0"/>
            </a:rPr>
            <a:t>aggregation, filtering, cleaning</a:t>
          </a:r>
          <a:r>
            <a:rPr lang="en-US" sz="2000" kern="1200" dirty="0">
              <a:latin typeface="Book Antiqua" panose="02040602050305030304" pitchFamily="18" charset="0"/>
            </a:rPr>
            <a:t>, </a:t>
          </a:r>
          <a:r>
            <a:rPr lang="en-US" sz="2000" kern="1200" dirty="0">
              <a:solidFill>
                <a:srgbClr val="FF0000"/>
              </a:solidFill>
              <a:latin typeface="Book Antiqua" panose="02040602050305030304" pitchFamily="18" charset="0"/>
            </a:rPr>
            <a:t>compression /decompression</a:t>
          </a:r>
          <a:r>
            <a:rPr lang="en-US" sz="2000" kern="1200" dirty="0">
              <a:latin typeface="Book Antiqua" panose="02040602050305030304" pitchFamily="18" charset="0"/>
            </a:rPr>
            <a:t>, and </a:t>
          </a:r>
          <a:r>
            <a:rPr lang="en-US" sz="2000" kern="1200" dirty="0">
              <a:solidFill>
                <a:srgbClr val="FF0000"/>
              </a:solidFill>
              <a:latin typeface="Book Antiqua" panose="02040602050305030304" pitchFamily="18" charset="0"/>
            </a:rPr>
            <a:t>pattern extraction</a:t>
          </a:r>
          <a:r>
            <a:rPr lang="en-US" sz="2000" kern="1200" dirty="0">
              <a:latin typeface="Book Antiqua" panose="02040602050305030304" pitchFamily="18" charset="0"/>
            </a:rPr>
            <a:t>.</a:t>
          </a:r>
          <a:endParaRPr lang="en-IN" sz="2000" kern="1200" dirty="0">
            <a:latin typeface="Book Antiqua" panose="0204060205030503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ook Antiqua" panose="02040602050305030304" pitchFamily="18" charset="0"/>
            </a:rPr>
            <a:t>Provides </a:t>
          </a:r>
          <a:r>
            <a:rPr lang="en-US" sz="2000" kern="1200" dirty="0">
              <a:solidFill>
                <a:srgbClr val="FF0000"/>
              </a:solidFill>
              <a:latin typeface="Book Antiqua" panose="02040602050305030304" pitchFamily="18" charset="0"/>
            </a:rPr>
            <a:t>pre-processing feasibility </a:t>
          </a:r>
          <a:r>
            <a:rPr lang="en-US" sz="2000" kern="1200" dirty="0">
              <a:latin typeface="Book Antiqua" panose="02040602050305030304" pitchFamily="18" charset="0"/>
            </a:rPr>
            <a:t>by leveraging locally stored data in fog devices.</a:t>
          </a:r>
          <a:endParaRPr lang="en-IN" sz="2000" kern="1200" dirty="0">
            <a:latin typeface="Book Antiqua" panose="0204060205030503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FF0000"/>
              </a:solidFill>
              <a:latin typeface="Book Antiqua" panose="02040602050305030304" pitchFamily="18" charset="0"/>
            </a:rPr>
            <a:t>Feedback data may require decompression, decryption, or format changes before being sent back to the device layer.</a:t>
          </a:r>
          <a:endParaRPr lang="en-IN" sz="2000" kern="1200" dirty="0">
            <a:solidFill>
              <a:srgbClr val="FF0000"/>
            </a:solidFill>
            <a:latin typeface="Book Antiqua" panose="02040602050305030304" pitchFamily="18" charset="0"/>
          </a:endParaRPr>
        </a:p>
      </dsp:txBody>
      <dsp:txXfrm rot="-5400000">
        <a:off x="4098477" y="2545573"/>
        <a:ext cx="7157131" cy="2385480"/>
      </dsp:txXfrm>
    </dsp:sp>
    <dsp:sp modelId="{5E1F25F7-DBC9-F041-9F53-D91A57DA17E5}">
      <dsp:nvSpPr>
        <dsp:cNvPr id="0" name=""/>
        <dsp:cNvSpPr/>
      </dsp:nvSpPr>
      <dsp:spPr>
        <a:xfrm>
          <a:off x="0" y="2812679"/>
          <a:ext cx="4098476" cy="185126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Book Antiqua" panose="02040602050305030304" pitchFamily="18" charset="0"/>
            </a:rPr>
            <a:t>Lightweight Processing</a:t>
          </a:r>
          <a:endParaRPr lang="en-IN" sz="2000" b="1" kern="1200" dirty="0">
            <a:latin typeface="Book Antiqua" panose="02040602050305030304" pitchFamily="18" charset="0"/>
          </a:endParaRPr>
        </a:p>
      </dsp:txBody>
      <dsp:txXfrm>
        <a:off x="90372" y="2903051"/>
        <a:ext cx="3917732" cy="16705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37072-B7DB-FA40-B6E6-CE0EDB39D1E1}">
      <dsp:nvSpPr>
        <dsp:cNvPr id="0" name=""/>
        <dsp:cNvSpPr/>
      </dsp:nvSpPr>
      <dsp:spPr>
        <a:xfrm rot="5400000">
          <a:off x="6698596" y="-2600017"/>
          <a:ext cx="2085940" cy="728618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2000" b="0" i="0" u="none" kern="1200">
              <a:latin typeface="Book Antiqua" panose="02040602050305030304" pitchFamily="18" charset="0"/>
            </a:rPr>
            <a:t>Data is permanently stored in the cloud layer for deeper analysis.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2000" b="0" i="0" u="none" kern="1200">
              <a:latin typeface="Book Antiqua" panose="02040602050305030304" pitchFamily="18" charset="0"/>
            </a:rPr>
            <a:t>Big data platforms (e.g., HDFS, MapReduce) are used for large-scale processing and analytics.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IN" sz="2000" b="0" i="0" u="none" kern="1200" dirty="0">
              <a:latin typeface="Book Antiqua" panose="02040602050305030304" pitchFamily="18" charset="0"/>
            </a:rPr>
            <a:t>Users can access reports or insights derived from stored data.</a:t>
          </a:r>
        </a:p>
      </dsp:txBody>
      <dsp:txXfrm rot="-5400000">
        <a:off x="4098477" y="101929"/>
        <a:ext cx="7184353" cy="1882286"/>
      </dsp:txXfrm>
    </dsp:sp>
    <dsp:sp modelId="{FC29AB9D-4235-2546-B7E8-905E3F53EBDE}">
      <dsp:nvSpPr>
        <dsp:cNvPr id="0" name=""/>
        <dsp:cNvSpPr/>
      </dsp:nvSpPr>
      <dsp:spPr>
        <a:xfrm>
          <a:off x="0" y="447266"/>
          <a:ext cx="4098476" cy="119161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u="none" kern="1200" dirty="0">
              <a:latin typeface="Book Antiqua" panose="02040602050305030304" pitchFamily="18" charset="0"/>
            </a:rPr>
            <a:t>Processing and Analysis </a:t>
          </a:r>
          <a:endParaRPr lang="en-IN" sz="2000" b="1" kern="1200" dirty="0">
            <a:latin typeface="Book Antiqua" panose="02040602050305030304" pitchFamily="18" charset="0"/>
          </a:endParaRPr>
        </a:p>
      </dsp:txBody>
      <dsp:txXfrm>
        <a:off x="58170" y="505436"/>
        <a:ext cx="3982136" cy="1075271"/>
      </dsp:txXfrm>
    </dsp:sp>
    <dsp:sp modelId="{999E49BA-607B-BB48-A569-90C92406A712}">
      <dsp:nvSpPr>
        <dsp:cNvPr id="0" name=""/>
        <dsp:cNvSpPr/>
      </dsp:nvSpPr>
      <dsp:spPr>
        <a:xfrm rot="5400000">
          <a:off x="7289117" y="-613447"/>
          <a:ext cx="904898" cy="7286180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2000" b="0" i="0" u="none" kern="1200" dirty="0">
              <a:latin typeface="Book Antiqua" panose="02040602050305030304" pitchFamily="18" charset="0"/>
            </a:rPr>
            <a:t>Commands or decisions are generated based on processed data and sent to the fog layer.</a:t>
          </a:r>
        </a:p>
      </dsp:txBody>
      <dsp:txXfrm rot="-5400000">
        <a:off x="4098477" y="2621366"/>
        <a:ext cx="7242007" cy="816552"/>
      </dsp:txXfrm>
    </dsp:sp>
    <dsp:sp modelId="{C34E9653-67AE-334B-9CB6-9C4B21042BB1}">
      <dsp:nvSpPr>
        <dsp:cNvPr id="0" name=""/>
        <dsp:cNvSpPr/>
      </dsp:nvSpPr>
      <dsp:spPr>
        <a:xfrm>
          <a:off x="0" y="2337447"/>
          <a:ext cx="4098476" cy="138438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i="0" u="none" kern="1200" dirty="0">
              <a:latin typeface="Book Antiqua" panose="02040602050305030304" pitchFamily="18" charset="0"/>
            </a:rPr>
            <a:t>Sending Feedback </a:t>
          </a:r>
          <a:endParaRPr lang="en-IN" sz="2000" b="0" i="0" u="none" kern="1200" dirty="0">
            <a:latin typeface="Book Antiqua" panose="02040602050305030304" pitchFamily="18" charset="0"/>
          </a:endParaRPr>
        </a:p>
      </dsp:txBody>
      <dsp:txXfrm>
        <a:off x="67580" y="2405027"/>
        <a:ext cx="3963316" cy="1249228"/>
      </dsp:txXfrm>
    </dsp:sp>
    <dsp:sp modelId="{2549F345-48AA-E94A-BDD3-D8F03D47D1C2}">
      <dsp:nvSpPr>
        <dsp:cNvPr id="0" name=""/>
        <dsp:cNvSpPr/>
      </dsp:nvSpPr>
      <dsp:spPr>
        <a:xfrm rot="5400000">
          <a:off x="7327150" y="1022346"/>
          <a:ext cx="828833" cy="7286180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2000" b="0" i="0" u="none" kern="1200" dirty="0">
              <a:latin typeface="Book Antiqua" panose="02040602050305030304" pitchFamily="18" charset="0"/>
            </a:rPr>
            <a:t>Actuators execute actions based on feedback received from the fog/cloud layers.</a:t>
          </a:r>
        </a:p>
      </dsp:txBody>
      <dsp:txXfrm rot="-5400000">
        <a:off x="4098477" y="4291479"/>
        <a:ext cx="7245720" cy="747913"/>
      </dsp:txXfrm>
    </dsp:sp>
    <dsp:sp modelId="{FDA592D7-000B-DD40-8D1A-E26EA5135BD8}">
      <dsp:nvSpPr>
        <dsp:cNvPr id="0" name=""/>
        <dsp:cNvSpPr/>
      </dsp:nvSpPr>
      <dsp:spPr>
        <a:xfrm>
          <a:off x="0" y="3973241"/>
          <a:ext cx="4098476" cy="138438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2000" b="1" i="0" u="none" kern="1200" dirty="0">
              <a:latin typeface="Book Antiqua" panose="02040602050305030304" pitchFamily="18" charset="0"/>
            </a:rPr>
            <a:t>Command Execution </a:t>
          </a:r>
          <a:endParaRPr lang="en-IN" sz="2000" b="0" i="0" u="none" kern="1200" dirty="0">
            <a:latin typeface="Book Antiqua" panose="02040602050305030304" pitchFamily="18" charset="0"/>
          </a:endParaRPr>
        </a:p>
      </dsp:txBody>
      <dsp:txXfrm>
        <a:off x="67580" y="4040821"/>
        <a:ext cx="3963316" cy="12492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BA938-0880-8A4A-999B-698666D67EEF}">
      <dsp:nvSpPr>
        <dsp:cNvPr id="0" name=""/>
        <dsp:cNvSpPr/>
      </dsp:nvSpPr>
      <dsp:spPr>
        <a:xfrm>
          <a:off x="0" y="92536"/>
          <a:ext cx="11384656" cy="761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just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>
              <a:latin typeface="Book Antiqua" panose="02040602050305030304" pitchFamily="18" charset="0"/>
            </a:rPr>
            <a:t>Heterogeneity</a:t>
          </a:r>
          <a:endParaRPr lang="en-IN" sz="3100" kern="1200">
            <a:latin typeface="Book Antiqua" panose="02040602050305030304" pitchFamily="18" charset="0"/>
          </a:endParaRPr>
        </a:p>
      </dsp:txBody>
      <dsp:txXfrm>
        <a:off x="37182" y="129718"/>
        <a:ext cx="11310292" cy="687306"/>
      </dsp:txXfrm>
    </dsp:sp>
    <dsp:sp modelId="{24478344-BE00-DF42-96F5-100DF5219A03}">
      <dsp:nvSpPr>
        <dsp:cNvPr id="0" name=""/>
        <dsp:cNvSpPr/>
      </dsp:nvSpPr>
      <dsp:spPr>
        <a:xfrm>
          <a:off x="0" y="854206"/>
          <a:ext cx="11384656" cy="85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9370" rIns="220472" bIns="3937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End devices generate data in diverse formats and structures.</a:t>
          </a:r>
          <a:endParaRPr lang="en-IN" sz="2400" kern="1200">
            <a:latin typeface="Book Antiqua" panose="02040602050305030304" pitchFamily="18" charset="0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Requires standardization and semantic processing for integration.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854206"/>
        <a:ext cx="11384656" cy="850252"/>
      </dsp:txXfrm>
    </dsp:sp>
    <dsp:sp modelId="{6E9DAE29-0BB1-DA4D-80E7-8FA25363CBC6}">
      <dsp:nvSpPr>
        <dsp:cNvPr id="0" name=""/>
        <dsp:cNvSpPr/>
      </dsp:nvSpPr>
      <dsp:spPr>
        <a:xfrm>
          <a:off x="0" y="1704459"/>
          <a:ext cx="11384656" cy="761670"/>
        </a:xfrm>
        <a:prstGeom prst="roundRect">
          <a:avLst/>
        </a:prstGeom>
        <a:solidFill>
          <a:schemeClr val="accent4">
            <a:hueOff val="-415542"/>
            <a:satOff val="-2665"/>
            <a:lumOff val="6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just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>
              <a:latin typeface="Book Antiqua" panose="02040602050305030304" pitchFamily="18" charset="0"/>
            </a:rPr>
            <a:t>Inaccuracy</a:t>
          </a:r>
          <a:endParaRPr lang="en-IN" sz="3100" kern="1200">
            <a:latin typeface="Book Antiqua" panose="02040602050305030304" pitchFamily="18" charset="0"/>
          </a:endParaRPr>
        </a:p>
      </dsp:txBody>
      <dsp:txXfrm>
        <a:off x="37182" y="1741641"/>
        <a:ext cx="11310292" cy="687306"/>
      </dsp:txXfrm>
    </dsp:sp>
    <dsp:sp modelId="{CB932F57-8B29-2541-A458-21428A953000}">
      <dsp:nvSpPr>
        <dsp:cNvPr id="0" name=""/>
        <dsp:cNvSpPr/>
      </dsp:nvSpPr>
      <dsp:spPr>
        <a:xfrm>
          <a:off x="0" y="2466129"/>
          <a:ext cx="11384656" cy="850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9370" rIns="220472" bIns="3937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Sensor data may have uncertainties due to precision errors or misreading.</a:t>
          </a:r>
          <a:endParaRPr lang="en-IN" sz="2400" kern="1200">
            <a:latin typeface="Book Antiqua" panose="02040602050305030304" pitchFamily="18" charset="0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Affects data reliability and decision-making.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2466129"/>
        <a:ext cx="11384656" cy="850252"/>
      </dsp:txXfrm>
    </dsp:sp>
    <dsp:sp modelId="{E367DB2D-2F54-FA42-9574-0ECDEB408C1A}">
      <dsp:nvSpPr>
        <dsp:cNvPr id="0" name=""/>
        <dsp:cNvSpPr/>
      </dsp:nvSpPr>
      <dsp:spPr>
        <a:xfrm>
          <a:off x="0" y="3316381"/>
          <a:ext cx="11384656" cy="761670"/>
        </a:xfrm>
        <a:prstGeom prst="roundRect">
          <a:avLst/>
        </a:prstGeom>
        <a:solidFill>
          <a:schemeClr val="accent4">
            <a:hueOff val="-831085"/>
            <a:satOff val="-5329"/>
            <a:lumOff val="13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just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>
              <a:latin typeface="Book Antiqua" panose="02040602050305030304" pitchFamily="18" charset="0"/>
            </a:rPr>
            <a:t>Weak Semantics</a:t>
          </a:r>
          <a:endParaRPr lang="en-IN" sz="3100" kern="1200">
            <a:latin typeface="Book Antiqua" panose="02040602050305030304" pitchFamily="18" charset="0"/>
          </a:endParaRPr>
        </a:p>
      </dsp:txBody>
      <dsp:txXfrm>
        <a:off x="37182" y="3353563"/>
        <a:ext cx="11310292" cy="687306"/>
      </dsp:txXfrm>
    </dsp:sp>
    <dsp:sp modelId="{D304A4E4-502A-4A42-BD30-0F6387CF7E63}">
      <dsp:nvSpPr>
        <dsp:cNvPr id="0" name=""/>
        <dsp:cNvSpPr/>
      </dsp:nvSpPr>
      <dsp:spPr>
        <a:xfrm>
          <a:off x="0" y="4078051"/>
          <a:ext cx="11384656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9370" rIns="220472" bIns="3937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Raw data often lacks meaningful context or structure.</a:t>
          </a:r>
          <a:endParaRPr lang="en-IN" sz="2400" kern="1200">
            <a:latin typeface="Book Antiqua" panose="02040602050305030304" pitchFamily="18" charset="0"/>
          </a:endParaRPr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Semantic web technologies can enhance interpretability by enriching raw data with metadata.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4078051"/>
        <a:ext cx="11384656" cy="118714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DC5819-E2A2-EE46-B028-2DEBE2BBC0EF}">
      <dsp:nvSpPr>
        <dsp:cNvPr id="0" name=""/>
        <dsp:cNvSpPr/>
      </dsp:nvSpPr>
      <dsp:spPr>
        <a:xfrm>
          <a:off x="0" y="8116"/>
          <a:ext cx="11384656" cy="5850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ook Antiqua" panose="02040602050305030304" pitchFamily="18" charset="0"/>
            </a:rPr>
            <a:t>Velocity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28557" y="36673"/>
        <a:ext cx="11327542" cy="527886"/>
      </dsp:txXfrm>
    </dsp:sp>
    <dsp:sp modelId="{21AC51D3-1105-0147-B073-089CF4582757}">
      <dsp:nvSpPr>
        <dsp:cNvPr id="0" name=""/>
        <dsp:cNvSpPr/>
      </dsp:nvSpPr>
      <dsp:spPr>
        <a:xfrm>
          <a:off x="0" y="593116"/>
          <a:ext cx="11384656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High data generation rates and varying sampling frequencies challenge real-time processing capabilities.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593116"/>
        <a:ext cx="11384656" cy="750375"/>
      </dsp:txXfrm>
    </dsp:sp>
    <dsp:sp modelId="{1ED14216-DFA4-EA40-AA09-DF70519031CF}">
      <dsp:nvSpPr>
        <dsp:cNvPr id="0" name=""/>
        <dsp:cNvSpPr/>
      </dsp:nvSpPr>
      <dsp:spPr>
        <a:xfrm>
          <a:off x="0" y="1343491"/>
          <a:ext cx="11384656" cy="5850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ook Antiqua" panose="02040602050305030304" pitchFamily="18" charset="0"/>
            </a:rPr>
            <a:t>Redundancy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28557" y="1372048"/>
        <a:ext cx="11327542" cy="527886"/>
      </dsp:txXfrm>
    </dsp:sp>
    <dsp:sp modelId="{0CCB7E0E-9F6D-124D-9BDC-C6ECFAB3A954}">
      <dsp:nvSpPr>
        <dsp:cNvPr id="0" name=""/>
        <dsp:cNvSpPr/>
      </dsp:nvSpPr>
      <dsp:spPr>
        <a:xfrm>
          <a:off x="0" y="1928491"/>
          <a:ext cx="11384656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Repetitive data from multiple devices increases storage and processing overhead.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1928491"/>
        <a:ext cx="11384656" cy="750375"/>
      </dsp:txXfrm>
    </dsp:sp>
    <dsp:sp modelId="{EDEB47BC-0372-4049-8448-EEC4ABAA72F3}">
      <dsp:nvSpPr>
        <dsp:cNvPr id="0" name=""/>
        <dsp:cNvSpPr/>
      </dsp:nvSpPr>
      <dsp:spPr>
        <a:xfrm>
          <a:off x="0" y="2678866"/>
          <a:ext cx="11384656" cy="5850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Book Antiqua" panose="02040602050305030304" pitchFamily="18" charset="0"/>
            </a:rPr>
            <a:t>Scalability</a:t>
          </a:r>
          <a:endParaRPr lang="en-IN" sz="2400" kern="1200" dirty="0">
            <a:latin typeface="Book Antiqua" panose="02040602050305030304" pitchFamily="18" charset="0"/>
          </a:endParaRPr>
        </a:p>
      </dsp:txBody>
      <dsp:txXfrm>
        <a:off x="28557" y="2707423"/>
        <a:ext cx="11327542" cy="527886"/>
      </dsp:txXfrm>
    </dsp:sp>
    <dsp:sp modelId="{7C785906-0140-FB4E-936B-892BE5E1E81F}">
      <dsp:nvSpPr>
        <dsp:cNvPr id="0" name=""/>
        <dsp:cNvSpPr/>
      </dsp:nvSpPr>
      <dsp:spPr>
        <a:xfrm>
          <a:off x="0" y="3263866"/>
          <a:ext cx="11384656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Large numbers of devices and high sampling rates lead to massive data volumes, requiring scalable solutions.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3263866"/>
        <a:ext cx="11384656" cy="750375"/>
      </dsp:txXfrm>
    </dsp:sp>
    <dsp:sp modelId="{FE240DB9-5336-0449-AE6C-D0894DBACB91}">
      <dsp:nvSpPr>
        <dsp:cNvPr id="0" name=""/>
        <dsp:cNvSpPr/>
      </dsp:nvSpPr>
      <dsp:spPr>
        <a:xfrm>
          <a:off x="0" y="4014241"/>
          <a:ext cx="11384656" cy="585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Book Antiqua" panose="02040602050305030304" pitchFamily="18" charset="0"/>
            </a:rPr>
            <a:t>Inconsistency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28557" y="4042798"/>
        <a:ext cx="11327542" cy="527886"/>
      </dsp:txXfrm>
    </dsp:sp>
    <dsp:sp modelId="{8F0D9755-A7F4-534A-9680-552173C9DCFD}">
      <dsp:nvSpPr>
        <dsp:cNvPr id="0" name=""/>
        <dsp:cNvSpPr/>
      </dsp:nvSpPr>
      <dsp:spPr>
        <a:xfrm>
          <a:off x="0" y="4599241"/>
          <a:ext cx="11384656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Low precision or misreading in sensor data causes inconsistencies in the dataset.</a:t>
          </a:r>
          <a:endParaRPr lang="en-IN" sz="2400" kern="1200">
            <a:latin typeface="Book Antiqua" panose="02040602050305030304" pitchFamily="18" charset="0"/>
          </a:endParaRPr>
        </a:p>
      </dsp:txBody>
      <dsp:txXfrm>
        <a:off x="0" y="4599241"/>
        <a:ext cx="11384656" cy="75037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6BCA40-658D-D14A-8D93-357EF9E43538}">
      <dsp:nvSpPr>
        <dsp:cNvPr id="0" name=""/>
        <dsp:cNvSpPr/>
      </dsp:nvSpPr>
      <dsp:spPr>
        <a:xfrm>
          <a:off x="0" y="221866"/>
          <a:ext cx="11384656" cy="9582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1" kern="1200">
              <a:latin typeface="Book Antiqua" panose="02040602050305030304" pitchFamily="18" charset="0"/>
            </a:rPr>
            <a:t>Step 1: Preprocessing</a:t>
          </a:r>
          <a:endParaRPr lang="en-IN" sz="3900" kern="1200">
            <a:latin typeface="Book Antiqua" panose="02040602050305030304" pitchFamily="18" charset="0"/>
          </a:endParaRPr>
        </a:p>
      </dsp:txBody>
      <dsp:txXfrm>
        <a:off x="46777" y="268643"/>
        <a:ext cx="11291102" cy="864676"/>
      </dsp:txXfrm>
    </dsp:sp>
    <dsp:sp modelId="{D5731FE7-B3F2-3449-8A59-3E25B1204C2D}">
      <dsp:nvSpPr>
        <dsp:cNvPr id="0" name=""/>
        <dsp:cNvSpPr/>
      </dsp:nvSpPr>
      <dsp:spPr>
        <a:xfrm>
          <a:off x="0" y="1180096"/>
          <a:ext cx="11384656" cy="39557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463" tIns="49530" rIns="277368" bIns="49530" numCol="1" spcCol="1270" anchor="t" anchorCtr="0">
          <a:noAutofit/>
        </a:bodyPr>
        <a:lstStyle/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Ø"/>
          </a:pPr>
          <a:r>
            <a:rPr lang="en-US" sz="3000" kern="1200" dirty="0">
              <a:latin typeface="Book Antiqua" panose="02040602050305030304" pitchFamily="18" charset="0"/>
            </a:rPr>
            <a:t>Before searching for deployments, </a:t>
          </a:r>
          <a:r>
            <a:rPr lang="en-US" sz="3000" kern="1200" dirty="0" err="1">
              <a:latin typeface="Book Antiqua" panose="02040602050305030304" pitchFamily="18" charset="0"/>
            </a:rPr>
            <a:t>FogTorch</a:t>
          </a:r>
          <a:r>
            <a:rPr lang="el-GR" sz="3000" kern="1200" dirty="0">
              <a:latin typeface="Book Antiqua" panose="02040602050305030304" pitchFamily="18" charset="0"/>
            </a:rPr>
            <a:t>Π </a:t>
          </a:r>
          <a:r>
            <a:rPr lang="en-US" sz="3000" kern="1200" dirty="0">
              <a:latin typeface="Book Antiqua" panose="02040602050305030304" pitchFamily="18" charset="0"/>
            </a:rPr>
            <a:t>checks </a:t>
          </a:r>
          <a:r>
            <a:rPr lang="en-US" sz="3000" kern="1200" dirty="0">
              <a:solidFill>
                <a:srgbClr val="FF0000"/>
              </a:solidFill>
              <a:latin typeface="Book Antiqua" panose="02040602050305030304" pitchFamily="18" charset="0"/>
            </a:rPr>
            <a:t>which cloud or fog nodes can host each component</a:t>
          </a:r>
          <a:r>
            <a:rPr lang="en-US" sz="3000" kern="1200" dirty="0">
              <a:latin typeface="Book Antiqua" panose="02040602050305030304" pitchFamily="18" charset="0"/>
            </a:rPr>
            <a:t> based on:</a:t>
          </a:r>
          <a:endParaRPr lang="en-IN" sz="3000" kern="1200" dirty="0">
            <a:latin typeface="Book Antiqua" panose="0204060205030503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Ø"/>
          </a:pPr>
          <a:r>
            <a:rPr lang="en-US" sz="3000" kern="1200" dirty="0">
              <a:latin typeface="Book Antiqua" panose="02040602050305030304" pitchFamily="18" charset="0"/>
            </a:rPr>
            <a:t>Deployment rules.</a:t>
          </a:r>
          <a:endParaRPr lang="en-IN" sz="3000" kern="1200" dirty="0">
            <a:latin typeface="Book Antiqua" panose="02040602050305030304" pitchFamily="18" charset="0"/>
          </a:endParaRPr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Ø"/>
          </a:pPr>
          <a:r>
            <a:rPr lang="en-US" sz="3000" kern="1200" dirty="0">
              <a:solidFill>
                <a:srgbClr val="FF0000"/>
              </a:solidFill>
              <a:latin typeface="Book Antiqua" panose="02040602050305030304" pitchFamily="18" charset="0"/>
            </a:rPr>
            <a:t>Hardware/software needs</a:t>
          </a:r>
          <a:r>
            <a:rPr lang="en-US" sz="3000" kern="1200" dirty="0">
              <a:latin typeface="Book Antiqua" panose="02040602050305030304" pitchFamily="18" charset="0"/>
            </a:rPr>
            <a:t>.</a:t>
          </a:r>
          <a:endParaRPr lang="en-IN" sz="3000" kern="1200" dirty="0">
            <a:latin typeface="Book Antiqua" panose="02040602050305030304" pitchFamily="18" charset="0"/>
          </a:endParaRPr>
        </a:p>
        <a:p>
          <a:pPr marL="571500" lvl="2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Ø"/>
          </a:pPr>
          <a:r>
            <a:rPr lang="en-US" sz="3000" kern="1200" dirty="0">
              <a:solidFill>
                <a:srgbClr val="FF0000"/>
              </a:solidFill>
              <a:latin typeface="Book Antiqua" panose="02040602050305030304" pitchFamily="18" charset="0"/>
            </a:rPr>
            <a:t>Latency requirements for connecting to IoT devices</a:t>
          </a:r>
          <a:r>
            <a:rPr lang="en-US" sz="3000" kern="1200" dirty="0">
              <a:latin typeface="Book Antiqua" panose="02040602050305030304" pitchFamily="18" charset="0"/>
            </a:rPr>
            <a:t>.</a:t>
          </a:r>
          <a:endParaRPr lang="en-IN" sz="3000" kern="1200" dirty="0">
            <a:latin typeface="Book Antiqua" panose="02040602050305030304" pitchFamily="18" charset="0"/>
          </a:endParaRPr>
        </a:p>
        <a:p>
          <a:pPr marL="285750" lvl="1" indent="-285750" algn="just" defTabSz="13335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Wingdings" pitchFamily="2" charset="2"/>
            <a:buChar char="Ø"/>
          </a:pPr>
          <a:r>
            <a:rPr lang="en-US" sz="3000" kern="1200" dirty="0">
              <a:latin typeface="Book Antiqua" panose="02040602050305030304" pitchFamily="18" charset="0"/>
            </a:rPr>
            <a:t>If </a:t>
          </a:r>
          <a:r>
            <a:rPr lang="en-US" sz="3000" kern="1200" dirty="0">
              <a:solidFill>
                <a:srgbClr val="FF0000"/>
              </a:solidFill>
              <a:latin typeface="Book Antiqua" panose="02040602050305030304" pitchFamily="18" charset="0"/>
            </a:rPr>
            <a:t>no suitable node is found for even one component, the process stops immediately</a:t>
          </a:r>
          <a:r>
            <a:rPr lang="en-US" sz="3000" kern="1200" dirty="0">
              <a:latin typeface="Book Antiqua" panose="02040602050305030304" pitchFamily="18" charset="0"/>
            </a:rPr>
            <a:t> because there’s no valid deployment.</a:t>
          </a:r>
          <a:endParaRPr lang="en-IN" sz="3000" kern="1200" dirty="0">
            <a:latin typeface="Book Antiqua" panose="02040602050305030304" pitchFamily="18" charset="0"/>
          </a:endParaRPr>
        </a:p>
      </dsp:txBody>
      <dsp:txXfrm>
        <a:off x="0" y="1180096"/>
        <a:ext cx="11384656" cy="39557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8EFD7-5AEE-A141-AA6D-11E0760A11A0}">
      <dsp:nvSpPr>
        <dsp:cNvPr id="0" name=""/>
        <dsp:cNvSpPr/>
      </dsp:nvSpPr>
      <dsp:spPr>
        <a:xfrm>
          <a:off x="0" y="3054"/>
          <a:ext cx="11384656" cy="1440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Book Antiqua" panose="02040602050305030304" pitchFamily="18" charset="0"/>
            </a:rPr>
            <a:t>Step 2: Backtracking Search</a:t>
          </a:r>
          <a:endParaRPr lang="en-IN" sz="2800" kern="1200" dirty="0">
            <a:latin typeface="Book Antiqua" panose="02040602050305030304" pitchFamily="18" charset="0"/>
          </a:endParaRPr>
        </a:p>
      </dsp:txBody>
      <dsp:txXfrm>
        <a:off x="0" y="3054"/>
        <a:ext cx="11384656" cy="1440000"/>
      </dsp:txXfrm>
    </dsp:sp>
    <dsp:sp modelId="{EEEE3BC7-597D-9446-9D03-24C88E112EAF}">
      <dsp:nvSpPr>
        <dsp:cNvPr id="0" name=""/>
        <dsp:cNvSpPr/>
      </dsp:nvSpPr>
      <dsp:spPr>
        <a:xfrm>
          <a:off x="0" y="1443054"/>
          <a:ext cx="11384656" cy="39116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 err="1">
              <a:latin typeface="Book Antiqua" panose="02040602050305030304" pitchFamily="18" charset="0"/>
            </a:rPr>
            <a:t>FogTorch</a:t>
          </a:r>
          <a:r>
            <a:rPr lang="el-GR" sz="2800" kern="1200" dirty="0">
              <a:latin typeface="Book Antiqua" panose="02040602050305030304" pitchFamily="18" charset="0"/>
            </a:rPr>
            <a:t>Π </a:t>
          </a:r>
          <a:r>
            <a:rPr lang="en-US" sz="2800" kern="1200" dirty="0">
              <a:latin typeface="Book Antiqua" panose="02040602050305030304" pitchFamily="18" charset="0"/>
            </a:rPr>
            <a:t>uses a method called backtracking search to </a:t>
          </a:r>
          <a:r>
            <a:rPr lang="en-US" sz="2800" kern="1200" dirty="0">
              <a:solidFill>
                <a:schemeClr val="accent5">
                  <a:lumMod val="75000"/>
                </a:schemeClr>
              </a:solidFill>
              <a:latin typeface="Book Antiqua" panose="02040602050305030304" pitchFamily="18" charset="0"/>
            </a:rPr>
            <a:t>explore all possible ways to deploy the components</a:t>
          </a:r>
          <a:r>
            <a:rPr lang="en-US" sz="2800" kern="1200" dirty="0">
              <a:latin typeface="Book Antiqua" panose="02040602050305030304" pitchFamily="18" charset="0"/>
            </a:rPr>
            <a:t>.</a:t>
          </a:r>
          <a:endParaRPr lang="en-IN" sz="2800" kern="1200" dirty="0">
            <a:latin typeface="Book Antiqua" panose="02040602050305030304" pitchFamily="18" charset="0"/>
          </a:endParaRPr>
        </a:p>
        <a:p>
          <a:pPr marL="285750" lvl="1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Book Antiqua" panose="02040602050305030304" pitchFamily="18" charset="0"/>
            </a:rPr>
            <a:t>Imagine a tree where:</a:t>
          </a:r>
          <a:endParaRPr lang="en-IN" sz="2800" kern="1200" dirty="0">
            <a:latin typeface="Book Antiqua" panose="02040602050305030304" pitchFamily="18" charset="0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Book Antiqua" panose="02040602050305030304" pitchFamily="18" charset="0"/>
            </a:rPr>
            <a:t>Each level represents deploying one component.</a:t>
          </a:r>
          <a:endParaRPr lang="en-IN" sz="2800" kern="1200" dirty="0">
            <a:latin typeface="Book Antiqua" panose="02040602050305030304" pitchFamily="18" charset="0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Book Antiqua" panose="02040602050305030304" pitchFamily="18" charset="0"/>
            </a:rPr>
            <a:t>The root (top) is an empty deployment (nothing deployed yet).</a:t>
          </a:r>
          <a:endParaRPr lang="en-IN" sz="2800" kern="1200" dirty="0">
            <a:latin typeface="Book Antiqua" panose="02040602050305030304" pitchFamily="18" charset="0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Book Antiqua" panose="02040602050305030304" pitchFamily="18" charset="0"/>
            </a:rPr>
            <a:t>Leaves (bottom) represent complete deployments where all components are placed.</a:t>
          </a:r>
          <a:endParaRPr lang="en-IN" sz="2800" kern="1200" dirty="0">
            <a:latin typeface="Book Antiqua" panose="02040602050305030304" pitchFamily="18" charset="0"/>
          </a:endParaRPr>
        </a:p>
        <a:p>
          <a:pPr marL="571500" lvl="2" indent="-285750" algn="just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>
              <a:latin typeface="Book Antiqua" panose="02040602050305030304" pitchFamily="18" charset="0"/>
            </a:rPr>
            <a:t>Each branch explores placing a component on a specific node.</a:t>
          </a:r>
          <a:endParaRPr lang="en-IN" sz="2800" kern="1200" dirty="0">
            <a:latin typeface="Book Antiqua" panose="02040602050305030304" pitchFamily="18" charset="0"/>
          </a:endParaRPr>
        </a:p>
      </dsp:txBody>
      <dsp:txXfrm>
        <a:off x="0" y="1443054"/>
        <a:ext cx="11384656" cy="39116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29A78-1813-EF4B-B8B8-971611F98BE0}">
      <dsp:nvSpPr>
        <dsp:cNvPr id="0" name=""/>
        <dsp:cNvSpPr/>
      </dsp:nvSpPr>
      <dsp:spPr>
        <a:xfrm>
          <a:off x="853849" y="0"/>
          <a:ext cx="9676958" cy="5357733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1AFE5F-81A3-7D49-A6AF-EAF55610DFDA}">
      <dsp:nvSpPr>
        <dsp:cNvPr id="0" name=""/>
        <dsp:cNvSpPr/>
      </dsp:nvSpPr>
      <dsp:spPr>
        <a:xfrm>
          <a:off x="3126" y="1607319"/>
          <a:ext cx="1820544" cy="21430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Start with an Empty Deployment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91998" y="1696191"/>
        <a:ext cx="1642800" cy="1965349"/>
      </dsp:txXfrm>
    </dsp:sp>
    <dsp:sp modelId="{198D885D-5A31-D749-B566-885CFF1346AB}">
      <dsp:nvSpPr>
        <dsp:cNvPr id="0" name=""/>
        <dsp:cNvSpPr/>
      </dsp:nvSpPr>
      <dsp:spPr>
        <a:xfrm>
          <a:off x="1914698" y="1607319"/>
          <a:ext cx="1820544" cy="214309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Try Placing Components One by One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2003570" y="1696191"/>
        <a:ext cx="1642800" cy="1965349"/>
      </dsp:txXfrm>
    </dsp:sp>
    <dsp:sp modelId="{17B09664-B720-9947-9512-D0E0D13FBE4E}">
      <dsp:nvSpPr>
        <dsp:cNvPr id="0" name=""/>
        <dsp:cNvSpPr/>
      </dsp:nvSpPr>
      <dsp:spPr>
        <a:xfrm>
          <a:off x="3826270" y="1607319"/>
          <a:ext cx="1820544" cy="214309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Check if the Placement is Valid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3915142" y="1696191"/>
        <a:ext cx="1642800" cy="1965349"/>
      </dsp:txXfrm>
    </dsp:sp>
    <dsp:sp modelId="{C16307A9-A08B-CF4A-8D4F-F008569D4F5D}">
      <dsp:nvSpPr>
        <dsp:cNvPr id="0" name=""/>
        <dsp:cNvSpPr/>
      </dsp:nvSpPr>
      <dsp:spPr>
        <a:xfrm>
          <a:off x="5737842" y="1607319"/>
          <a:ext cx="1820544" cy="21430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If Valid, Continue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5826714" y="1696191"/>
        <a:ext cx="1642800" cy="1965349"/>
      </dsp:txXfrm>
    </dsp:sp>
    <dsp:sp modelId="{559C4CE9-63AD-AB41-A5AA-A67ED24BADD4}">
      <dsp:nvSpPr>
        <dsp:cNvPr id="0" name=""/>
        <dsp:cNvSpPr/>
      </dsp:nvSpPr>
      <dsp:spPr>
        <a:xfrm>
          <a:off x="7649413" y="1607319"/>
          <a:ext cx="1820544" cy="214309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If Not Valid, Undo and Try Another Node.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7738285" y="1696191"/>
        <a:ext cx="1642800" cy="1965349"/>
      </dsp:txXfrm>
    </dsp:sp>
    <dsp:sp modelId="{78FFD688-0311-FF4C-97D8-482328F52153}">
      <dsp:nvSpPr>
        <dsp:cNvPr id="0" name=""/>
        <dsp:cNvSpPr/>
      </dsp:nvSpPr>
      <dsp:spPr>
        <a:xfrm>
          <a:off x="9560985" y="1607319"/>
          <a:ext cx="1820544" cy="214309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ook Antiqua" panose="02040602050305030304" pitchFamily="18" charset="0"/>
            </a:rPr>
            <a:t>Finish When All Components Are Placed</a:t>
          </a:r>
          <a:endParaRPr lang="en-IN" sz="2000" kern="1200" dirty="0">
            <a:latin typeface="Book Antiqua" panose="02040602050305030304" pitchFamily="18" charset="0"/>
          </a:endParaRPr>
        </a:p>
      </dsp:txBody>
      <dsp:txXfrm>
        <a:off x="9649857" y="1696191"/>
        <a:ext cx="1642800" cy="19653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29B41-AE20-C041-A968-3136167D391B}">
      <dsp:nvSpPr>
        <dsp:cNvPr id="0" name=""/>
        <dsp:cNvSpPr/>
      </dsp:nvSpPr>
      <dsp:spPr>
        <a:xfrm>
          <a:off x="0" y="4733879"/>
          <a:ext cx="11384656" cy="6213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Finish When All Components Are Placed: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4733879"/>
        <a:ext cx="11384656" cy="335512"/>
      </dsp:txXfrm>
    </dsp:sp>
    <dsp:sp modelId="{36637F4B-9ACF-714C-A6DB-D91033875A8A}">
      <dsp:nvSpPr>
        <dsp:cNvPr id="0" name=""/>
        <dsp:cNvSpPr/>
      </dsp:nvSpPr>
      <dsp:spPr>
        <a:xfrm>
          <a:off x="0" y="5056965"/>
          <a:ext cx="11384656" cy="28580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Once all components are successfully placed, save the deployment as a valid option.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5056965"/>
        <a:ext cx="11384656" cy="285806"/>
      </dsp:txXfrm>
    </dsp:sp>
    <dsp:sp modelId="{6FB88DE9-66B9-854A-A36C-928E280B4512}">
      <dsp:nvSpPr>
        <dsp:cNvPr id="0" name=""/>
        <dsp:cNvSpPr/>
      </dsp:nvSpPr>
      <dsp:spPr>
        <a:xfrm rot="10800000">
          <a:off x="0" y="3787610"/>
          <a:ext cx="11384656" cy="955588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If Not Valid, Undo and Try Another Node:</a:t>
          </a:r>
          <a:endParaRPr lang="en-IN" sz="1200" kern="1200">
            <a:latin typeface="Book Antiqua" panose="02040602050305030304" pitchFamily="18" charset="0"/>
          </a:endParaRPr>
        </a:p>
      </dsp:txBody>
      <dsp:txXfrm rot="-10800000">
        <a:off x="0" y="3787610"/>
        <a:ext cx="11384656" cy="335411"/>
      </dsp:txXfrm>
    </dsp:sp>
    <dsp:sp modelId="{631EC385-BDCE-EA44-8C54-92FC5F6CC84D}">
      <dsp:nvSpPr>
        <dsp:cNvPr id="0" name=""/>
        <dsp:cNvSpPr/>
      </dsp:nvSpPr>
      <dsp:spPr>
        <a:xfrm>
          <a:off x="0" y="4123022"/>
          <a:ext cx="11384656" cy="28572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If the placement doesn’t work, "undo" it (release resources) and try another node.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4123022"/>
        <a:ext cx="11384656" cy="285721"/>
      </dsp:txXfrm>
    </dsp:sp>
    <dsp:sp modelId="{60BA6D87-9E61-4C4D-BEA1-9CA48E919785}">
      <dsp:nvSpPr>
        <dsp:cNvPr id="0" name=""/>
        <dsp:cNvSpPr/>
      </dsp:nvSpPr>
      <dsp:spPr>
        <a:xfrm rot="10800000">
          <a:off x="0" y="2841341"/>
          <a:ext cx="11384656" cy="955588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If Valid, Continue:</a:t>
          </a:r>
          <a:endParaRPr lang="en-IN" sz="1200" kern="1200">
            <a:latin typeface="Book Antiqua" panose="02040602050305030304" pitchFamily="18" charset="0"/>
          </a:endParaRPr>
        </a:p>
      </dsp:txBody>
      <dsp:txXfrm rot="-10800000">
        <a:off x="0" y="2841341"/>
        <a:ext cx="11384656" cy="335411"/>
      </dsp:txXfrm>
    </dsp:sp>
    <dsp:sp modelId="{97341DDF-5490-A147-BE06-CDA3E29AAD44}">
      <dsp:nvSpPr>
        <dsp:cNvPr id="0" name=""/>
        <dsp:cNvSpPr/>
      </dsp:nvSpPr>
      <dsp:spPr>
        <a:xfrm>
          <a:off x="0" y="3176753"/>
          <a:ext cx="5692328" cy="28572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Update the available resources on the node (subtract what the component uses).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3176753"/>
        <a:ext cx="5692328" cy="285721"/>
      </dsp:txXfrm>
    </dsp:sp>
    <dsp:sp modelId="{8DEB49C1-F477-844D-962E-29A8749890A6}">
      <dsp:nvSpPr>
        <dsp:cNvPr id="0" name=""/>
        <dsp:cNvSpPr/>
      </dsp:nvSpPr>
      <dsp:spPr>
        <a:xfrm>
          <a:off x="5692328" y="3176753"/>
          <a:ext cx="5692328" cy="28572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Move to the next component and repeat.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5692328" y="3176753"/>
        <a:ext cx="5692328" cy="285721"/>
      </dsp:txXfrm>
    </dsp:sp>
    <dsp:sp modelId="{6DCE1914-726F-2D4A-80D6-ADF416C55B05}">
      <dsp:nvSpPr>
        <dsp:cNvPr id="0" name=""/>
        <dsp:cNvSpPr/>
      </dsp:nvSpPr>
      <dsp:spPr>
        <a:xfrm rot="10800000">
          <a:off x="0" y="1895072"/>
          <a:ext cx="11384656" cy="955588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Check if the Placement is Valid:</a:t>
          </a:r>
          <a:endParaRPr lang="en-IN" sz="1200" kern="1200">
            <a:latin typeface="Book Antiqua" panose="02040602050305030304" pitchFamily="18" charset="0"/>
          </a:endParaRPr>
        </a:p>
      </dsp:txBody>
      <dsp:txXfrm rot="-10800000">
        <a:off x="0" y="1895072"/>
        <a:ext cx="11384656" cy="335411"/>
      </dsp:txXfrm>
    </dsp:sp>
    <dsp:sp modelId="{941D06FB-99E4-DC44-BEC2-F1785920872B}">
      <dsp:nvSpPr>
        <dsp:cNvPr id="0" name=""/>
        <dsp:cNvSpPr/>
      </dsp:nvSpPr>
      <dsp:spPr>
        <a:xfrm>
          <a:off x="0" y="2230484"/>
          <a:ext cx="5692328" cy="285721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Ensure the node has enough resources (CPU, memory, bandwidth).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2230484"/>
        <a:ext cx="5692328" cy="285721"/>
      </dsp:txXfrm>
    </dsp:sp>
    <dsp:sp modelId="{37646820-EF76-5B4C-A5B1-80B323727758}">
      <dsp:nvSpPr>
        <dsp:cNvPr id="0" name=""/>
        <dsp:cNvSpPr/>
      </dsp:nvSpPr>
      <dsp:spPr>
        <a:xfrm>
          <a:off x="5692328" y="2230484"/>
          <a:ext cx="5692328" cy="28572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Check if the placement meets latency and bandwidth requirements.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5692328" y="2230484"/>
        <a:ext cx="5692328" cy="285721"/>
      </dsp:txXfrm>
    </dsp:sp>
    <dsp:sp modelId="{9DA0221C-35DF-FE49-9B25-3EACDFCD1DAD}">
      <dsp:nvSpPr>
        <dsp:cNvPr id="0" name=""/>
        <dsp:cNvSpPr/>
      </dsp:nvSpPr>
      <dsp:spPr>
        <a:xfrm rot="10800000">
          <a:off x="0" y="948803"/>
          <a:ext cx="11384656" cy="955588"/>
        </a:xfrm>
        <a:prstGeom prst="upArrowCallou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Try Placing Components One by One:</a:t>
          </a:r>
          <a:endParaRPr lang="en-IN" sz="1200" kern="1200">
            <a:latin typeface="Book Antiqua" panose="02040602050305030304" pitchFamily="18" charset="0"/>
          </a:endParaRPr>
        </a:p>
      </dsp:txBody>
      <dsp:txXfrm rot="-10800000">
        <a:off x="0" y="948803"/>
        <a:ext cx="11384656" cy="335411"/>
      </dsp:txXfrm>
    </dsp:sp>
    <dsp:sp modelId="{47C99A96-2FBE-4E4F-A738-1D896D5CEC47}">
      <dsp:nvSpPr>
        <dsp:cNvPr id="0" name=""/>
        <dsp:cNvSpPr/>
      </dsp:nvSpPr>
      <dsp:spPr>
        <a:xfrm>
          <a:off x="0" y="1284215"/>
          <a:ext cx="5692328" cy="28572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Pick a component that hasn’t been deployed yet.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0" y="1284215"/>
        <a:ext cx="5692328" cy="285721"/>
      </dsp:txXfrm>
    </dsp:sp>
    <dsp:sp modelId="{80341E7D-5EF7-C04B-8C75-ADFD76CA2546}">
      <dsp:nvSpPr>
        <dsp:cNvPr id="0" name=""/>
        <dsp:cNvSpPr/>
      </dsp:nvSpPr>
      <dsp:spPr>
        <a:xfrm>
          <a:off x="5692328" y="1284215"/>
          <a:ext cx="5692328" cy="28572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Try placing it on a suitable node (from the preprocessed list).</a:t>
          </a:r>
          <a:endParaRPr lang="en-IN" sz="1200" kern="1200">
            <a:latin typeface="Book Antiqua" panose="02040602050305030304" pitchFamily="18" charset="0"/>
          </a:endParaRPr>
        </a:p>
      </dsp:txBody>
      <dsp:txXfrm>
        <a:off x="5692328" y="1284215"/>
        <a:ext cx="5692328" cy="285721"/>
      </dsp:txXfrm>
    </dsp:sp>
    <dsp:sp modelId="{192940EC-F7EF-C448-B612-A547A52E7DB4}">
      <dsp:nvSpPr>
        <dsp:cNvPr id="0" name=""/>
        <dsp:cNvSpPr/>
      </dsp:nvSpPr>
      <dsp:spPr>
        <a:xfrm rot="10800000">
          <a:off x="0" y="2534"/>
          <a:ext cx="11384656" cy="955588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Book Antiqua" panose="02040602050305030304" pitchFamily="18" charset="0"/>
            </a:rPr>
            <a:t>Start with an Empty Deployment:</a:t>
          </a:r>
          <a:endParaRPr lang="en-IN" sz="1200" kern="1200">
            <a:latin typeface="Book Antiqua" panose="02040602050305030304" pitchFamily="18" charset="0"/>
          </a:endParaRPr>
        </a:p>
      </dsp:txBody>
      <dsp:txXfrm rot="-10800000">
        <a:off x="0" y="2534"/>
        <a:ext cx="11384656" cy="335411"/>
      </dsp:txXfrm>
    </dsp:sp>
    <dsp:sp modelId="{39C6DD2B-4D7E-7B43-AF88-CBB09B3F0178}">
      <dsp:nvSpPr>
        <dsp:cNvPr id="0" name=""/>
        <dsp:cNvSpPr/>
      </dsp:nvSpPr>
      <dsp:spPr>
        <a:xfrm>
          <a:off x="0" y="337946"/>
          <a:ext cx="11384656" cy="28572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Book Antiqua" panose="02040602050305030304" pitchFamily="18" charset="0"/>
            </a:rPr>
            <a:t>Begin with no components deployed.</a:t>
          </a:r>
          <a:endParaRPr lang="en-IN" sz="1200" kern="1200" dirty="0">
            <a:latin typeface="Book Antiqua" panose="02040602050305030304" pitchFamily="18" charset="0"/>
          </a:endParaRPr>
        </a:p>
      </dsp:txBody>
      <dsp:txXfrm>
        <a:off x="0" y="337946"/>
        <a:ext cx="11384656" cy="2857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1DF0E-30E9-E041-887F-B31A14084BA4}">
      <dsp:nvSpPr>
        <dsp:cNvPr id="0" name=""/>
        <dsp:cNvSpPr/>
      </dsp:nvSpPr>
      <dsp:spPr>
        <a:xfrm rot="5400000">
          <a:off x="7225675" y="-2995544"/>
          <a:ext cx="1031782" cy="72861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Book Antiqua" panose="02040602050305030304" pitchFamily="18" charset="0"/>
            </a:rPr>
            <a:t>Allow FogTorch</a:t>
          </a:r>
          <a:r>
            <a:rPr lang="el-GR" sz="2000" kern="1200">
              <a:latin typeface="Book Antiqua" panose="02040602050305030304" pitchFamily="18" charset="0"/>
            </a:rPr>
            <a:t>Π </a:t>
          </a:r>
          <a:r>
            <a:rPr lang="en-US" sz="2000" kern="1200">
              <a:latin typeface="Book Antiqua" panose="02040602050305030304" pitchFamily="18" charset="0"/>
            </a:rPr>
            <a:t>to dynamically simulate changes in network conditions and assess deployment robustness.</a:t>
          </a:r>
          <a:endParaRPr lang="en-IN" sz="2000" kern="1200">
            <a:latin typeface="Book Antiqua" panose="02040602050305030304" pitchFamily="18" charset="0"/>
          </a:endParaRPr>
        </a:p>
      </dsp:txBody>
      <dsp:txXfrm rot="-5400000">
        <a:off x="4098477" y="182021"/>
        <a:ext cx="7235813" cy="931048"/>
      </dsp:txXfrm>
    </dsp:sp>
    <dsp:sp modelId="{67CA74F2-DE6C-2A48-B1C8-D0C75714F8B8}">
      <dsp:nvSpPr>
        <dsp:cNvPr id="0" name=""/>
        <dsp:cNvSpPr/>
      </dsp:nvSpPr>
      <dsp:spPr>
        <a:xfrm>
          <a:off x="0" y="2681"/>
          <a:ext cx="4098476" cy="1289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Book Antiqua" panose="02040602050305030304" pitchFamily="18" charset="0"/>
            </a:rPr>
            <a:t>Monte Carlo Simulations </a:t>
          </a:r>
          <a:endParaRPr lang="en-IN" sz="3600" kern="1200">
            <a:latin typeface="Book Antiqua" panose="02040602050305030304" pitchFamily="18" charset="0"/>
          </a:endParaRPr>
        </a:p>
      </dsp:txBody>
      <dsp:txXfrm>
        <a:off x="62959" y="65640"/>
        <a:ext cx="3972558" cy="1163809"/>
      </dsp:txXfrm>
    </dsp:sp>
    <dsp:sp modelId="{89829B6E-6218-0541-9C4D-7F82867ACCBA}">
      <dsp:nvSpPr>
        <dsp:cNvPr id="0" name=""/>
        <dsp:cNvSpPr/>
      </dsp:nvSpPr>
      <dsp:spPr>
        <a:xfrm rot="5400000">
          <a:off x="7225675" y="-1641330"/>
          <a:ext cx="1031782" cy="72861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Book Antiqua" panose="02040602050305030304" pitchFamily="18" charset="0"/>
            </a:rPr>
            <a:t>Ensure realistic variations in QoS metrics (e.g., latency, bandwidth) based on historical behavior of the infrastructure.</a:t>
          </a:r>
          <a:endParaRPr lang="en-IN" sz="2000" kern="1200" dirty="0">
            <a:latin typeface="Book Antiqua" panose="02040602050305030304" pitchFamily="18" charset="0"/>
          </a:endParaRPr>
        </a:p>
      </dsp:txBody>
      <dsp:txXfrm rot="-5400000">
        <a:off x="4098477" y="1536235"/>
        <a:ext cx="7235813" cy="931048"/>
      </dsp:txXfrm>
    </dsp:sp>
    <dsp:sp modelId="{FEF2A193-34F5-ED44-9DFE-B8D2D3445248}">
      <dsp:nvSpPr>
        <dsp:cNvPr id="0" name=""/>
        <dsp:cNvSpPr/>
      </dsp:nvSpPr>
      <dsp:spPr>
        <a:xfrm>
          <a:off x="0" y="1356895"/>
          <a:ext cx="4098476" cy="1289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Book Antiqua" panose="02040602050305030304" pitchFamily="18" charset="0"/>
            </a:rPr>
            <a:t>Probability Distributions </a:t>
          </a:r>
          <a:r>
            <a:rPr lang="en-US" sz="3600" kern="1200">
              <a:latin typeface="Book Antiqua" panose="02040602050305030304" pitchFamily="18" charset="0"/>
            </a:rPr>
            <a:t>: </a:t>
          </a:r>
          <a:endParaRPr lang="en-IN" sz="3600" kern="1200">
            <a:latin typeface="Book Antiqua" panose="02040602050305030304" pitchFamily="18" charset="0"/>
          </a:endParaRPr>
        </a:p>
      </dsp:txBody>
      <dsp:txXfrm>
        <a:off x="62959" y="1419854"/>
        <a:ext cx="3972558" cy="1163809"/>
      </dsp:txXfrm>
    </dsp:sp>
    <dsp:sp modelId="{73925678-4612-1742-B9D9-623351AD5AAD}">
      <dsp:nvSpPr>
        <dsp:cNvPr id="0" name=""/>
        <dsp:cNvSpPr/>
      </dsp:nvSpPr>
      <dsp:spPr>
        <a:xfrm rot="5400000">
          <a:off x="7225675" y="-287116"/>
          <a:ext cx="1031782" cy="72861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Book Antiqua" panose="02040602050305030304" pitchFamily="18" charset="0"/>
            </a:rPr>
            <a:t>Speeds up the simulation by dividing work among multiple threads.</a:t>
          </a:r>
          <a:endParaRPr lang="en-IN" sz="2000" kern="1200">
            <a:latin typeface="Book Antiqua" panose="02040602050305030304" pitchFamily="18" charset="0"/>
          </a:endParaRPr>
        </a:p>
      </dsp:txBody>
      <dsp:txXfrm rot="-5400000">
        <a:off x="4098477" y="2890449"/>
        <a:ext cx="7235813" cy="931048"/>
      </dsp:txXfrm>
    </dsp:sp>
    <dsp:sp modelId="{0D415A68-BA99-0D4F-8BA5-1D2A261A3B67}">
      <dsp:nvSpPr>
        <dsp:cNvPr id="0" name=""/>
        <dsp:cNvSpPr/>
      </dsp:nvSpPr>
      <dsp:spPr>
        <a:xfrm>
          <a:off x="0" y="2711109"/>
          <a:ext cx="4098476" cy="1289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Book Antiqua" panose="02040602050305030304" pitchFamily="18" charset="0"/>
            </a:rPr>
            <a:t>Parallel Execution </a:t>
          </a:r>
          <a:r>
            <a:rPr lang="en-US" sz="3600" kern="1200">
              <a:latin typeface="Book Antiqua" panose="02040602050305030304" pitchFamily="18" charset="0"/>
            </a:rPr>
            <a:t>: </a:t>
          </a:r>
          <a:endParaRPr lang="en-IN" sz="3600" kern="1200">
            <a:latin typeface="Book Antiqua" panose="02040602050305030304" pitchFamily="18" charset="0"/>
          </a:endParaRPr>
        </a:p>
      </dsp:txBody>
      <dsp:txXfrm>
        <a:off x="62959" y="2774068"/>
        <a:ext cx="3972558" cy="1163809"/>
      </dsp:txXfrm>
    </dsp:sp>
    <dsp:sp modelId="{8A07DEBF-6722-8346-8169-C45E1237B8FC}">
      <dsp:nvSpPr>
        <dsp:cNvPr id="0" name=""/>
        <dsp:cNvSpPr/>
      </dsp:nvSpPr>
      <dsp:spPr>
        <a:xfrm rot="5400000">
          <a:off x="7225675" y="1067097"/>
          <a:ext cx="1031782" cy="728618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just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>
              <a:latin typeface="Book Antiqua" panose="02040602050305030304" pitchFamily="18" charset="0"/>
            </a:rPr>
            <a:t>Provides a probabilistic measure of how well a deployment will perform in real-world scenarios.</a:t>
          </a:r>
          <a:endParaRPr lang="en-IN" sz="2000" kern="1200">
            <a:latin typeface="Book Antiqua" panose="02040602050305030304" pitchFamily="18" charset="0"/>
          </a:endParaRPr>
        </a:p>
      </dsp:txBody>
      <dsp:txXfrm rot="-5400000">
        <a:off x="4098477" y="4244663"/>
        <a:ext cx="7235813" cy="931048"/>
      </dsp:txXfrm>
    </dsp:sp>
    <dsp:sp modelId="{A89E5CCC-0106-624A-A2AB-3553D506A7A3}">
      <dsp:nvSpPr>
        <dsp:cNvPr id="0" name=""/>
        <dsp:cNvSpPr/>
      </dsp:nvSpPr>
      <dsp:spPr>
        <a:xfrm>
          <a:off x="0" y="4065323"/>
          <a:ext cx="4098476" cy="12897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just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>
              <a:latin typeface="Book Antiqua" panose="02040602050305030304" pitchFamily="18" charset="0"/>
            </a:rPr>
            <a:t>QoS-Assurance Metric </a:t>
          </a:r>
          <a:r>
            <a:rPr lang="en-US" sz="3600" kern="1200">
              <a:latin typeface="Book Antiqua" panose="02040602050305030304" pitchFamily="18" charset="0"/>
            </a:rPr>
            <a:t>:</a:t>
          </a:r>
          <a:endParaRPr lang="en-IN" sz="3600" kern="1200">
            <a:latin typeface="Book Antiqua" panose="02040602050305030304" pitchFamily="18" charset="0"/>
          </a:endParaRPr>
        </a:p>
      </dsp:txBody>
      <dsp:txXfrm>
        <a:off x="62959" y="4128282"/>
        <a:ext cx="3972558" cy="116380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EEF5F-F93D-1748-9CC6-0C19860D0F9D}">
      <dsp:nvSpPr>
        <dsp:cNvPr id="0" name=""/>
        <dsp:cNvSpPr/>
      </dsp:nvSpPr>
      <dsp:spPr>
        <a:xfrm>
          <a:off x="1918207" y="293111"/>
          <a:ext cx="3965614" cy="3965614"/>
        </a:xfrm>
        <a:prstGeom prst="pie">
          <a:avLst>
            <a:gd name="adj1" fmla="val 1620000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u="none" kern="1200" dirty="0">
              <a:latin typeface="Book Antiqua" panose="02040602050305030304" pitchFamily="18" charset="0"/>
            </a:rPr>
            <a:t>Network Traffic Congestion</a:t>
          </a:r>
          <a:endParaRPr lang="en-GB" sz="2100" kern="1200" dirty="0">
            <a:latin typeface="Book Antiqua" panose="02040602050305030304" pitchFamily="18" charset="0"/>
          </a:endParaRPr>
        </a:p>
      </dsp:txBody>
      <dsp:txXfrm>
        <a:off x="4023287" y="1115032"/>
        <a:ext cx="1463500" cy="1085823"/>
      </dsp:txXfrm>
    </dsp:sp>
    <dsp:sp modelId="{3C96E242-8391-0F41-8019-65837FE9D9F2}">
      <dsp:nvSpPr>
        <dsp:cNvPr id="0" name=""/>
        <dsp:cNvSpPr/>
      </dsp:nvSpPr>
      <dsp:spPr>
        <a:xfrm>
          <a:off x="1918207" y="448054"/>
          <a:ext cx="3965614" cy="3965614"/>
        </a:xfrm>
        <a:prstGeom prst="pie">
          <a:avLst>
            <a:gd name="adj1" fmla="val 0"/>
            <a:gd name="adj2" fmla="val 5400000"/>
          </a:avLst>
        </a:prstGeom>
        <a:solidFill>
          <a:schemeClr val="accent4">
            <a:hueOff val="-277028"/>
            <a:satOff val="-1776"/>
            <a:lumOff val="45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u="none" kern="1200">
              <a:latin typeface="Book Antiqua" panose="02040602050305030304" pitchFamily="18" charset="0"/>
            </a:rPr>
            <a:t>Data Bottleneck</a:t>
          </a:r>
          <a:endParaRPr lang="en-GB" sz="2100" kern="1200" dirty="0">
            <a:latin typeface="Book Antiqua" panose="02040602050305030304" pitchFamily="18" charset="0"/>
          </a:endParaRPr>
        </a:p>
      </dsp:txBody>
      <dsp:txXfrm>
        <a:off x="4023287" y="2505924"/>
        <a:ext cx="1463500" cy="1085823"/>
      </dsp:txXfrm>
    </dsp:sp>
    <dsp:sp modelId="{6BBA89B7-914D-074C-A418-042D0982F1BA}">
      <dsp:nvSpPr>
        <dsp:cNvPr id="0" name=""/>
        <dsp:cNvSpPr/>
      </dsp:nvSpPr>
      <dsp:spPr>
        <a:xfrm>
          <a:off x="1785075" y="426243"/>
          <a:ext cx="3965614" cy="3965614"/>
        </a:xfrm>
        <a:prstGeom prst="pie">
          <a:avLst>
            <a:gd name="adj1" fmla="val 5400000"/>
            <a:gd name="adj2" fmla="val 10800000"/>
          </a:avLst>
        </a:prstGeom>
        <a:solidFill>
          <a:schemeClr val="accent4">
            <a:hueOff val="-554057"/>
            <a:satOff val="-3553"/>
            <a:lumOff val="91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u="none" kern="1200" dirty="0">
              <a:latin typeface="Book Antiqua" panose="02040602050305030304" pitchFamily="18" charset="0"/>
            </a:rPr>
            <a:t>Security Issues</a:t>
          </a:r>
          <a:endParaRPr lang="en-GB" sz="2100" kern="1200" dirty="0">
            <a:latin typeface="Book Antiqua" panose="02040602050305030304" pitchFamily="18" charset="0"/>
          </a:endParaRPr>
        </a:p>
      </dsp:txBody>
      <dsp:txXfrm>
        <a:off x="2182109" y="2484114"/>
        <a:ext cx="1463500" cy="1085823"/>
      </dsp:txXfrm>
    </dsp:sp>
    <dsp:sp modelId="{52965C74-655B-7049-9379-DC93699A193F}">
      <dsp:nvSpPr>
        <dsp:cNvPr id="0" name=""/>
        <dsp:cNvSpPr/>
      </dsp:nvSpPr>
      <dsp:spPr>
        <a:xfrm>
          <a:off x="1785075" y="293111"/>
          <a:ext cx="3965614" cy="3965614"/>
        </a:xfrm>
        <a:prstGeom prst="pie">
          <a:avLst>
            <a:gd name="adj1" fmla="val 10800000"/>
            <a:gd name="adj2" fmla="val 16200000"/>
          </a:avLst>
        </a:prstGeom>
        <a:solidFill>
          <a:schemeClr val="accent4">
            <a:hueOff val="-831085"/>
            <a:satOff val="-5329"/>
            <a:lumOff val="13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i="0" u="none" kern="1200">
              <a:latin typeface="Book Antiqua" panose="02040602050305030304" pitchFamily="18" charset="0"/>
            </a:rPr>
            <a:t>Data Staleness</a:t>
          </a:r>
          <a:endParaRPr lang="en-GB" sz="2100" kern="1200" dirty="0">
            <a:latin typeface="Book Antiqua" panose="02040602050305030304" pitchFamily="18" charset="0"/>
          </a:endParaRPr>
        </a:p>
      </dsp:txBody>
      <dsp:txXfrm>
        <a:off x="2182109" y="1115032"/>
        <a:ext cx="1463500" cy="1085823"/>
      </dsp:txXfrm>
    </dsp:sp>
    <dsp:sp modelId="{2CE6B876-84CC-1E45-B9F1-F9FC6E02F939}">
      <dsp:nvSpPr>
        <dsp:cNvPr id="0" name=""/>
        <dsp:cNvSpPr/>
      </dsp:nvSpPr>
      <dsp:spPr>
        <a:xfrm>
          <a:off x="1672716" y="47621"/>
          <a:ext cx="4456595" cy="4456595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40185-4417-344D-9718-6F2E37960396}">
      <dsp:nvSpPr>
        <dsp:cNvPr id="0" name=""/>
        <dsp:cNvSpPr/>
      </dsp:nvSpPr>
      <dsp:spPr>
        <a:xfrm>
          <a:off x="1672716" y="202563"/>
          <a:ext cx="4456595" cy="4456595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4">
            <a:hueOff val="-277028"/>
            <a:satOff val="-1776"/>
            <a:lumOff val="45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F68DEE-3941-0247-A9C9-29C9A98B8C7F}">
      <dsp:nvSpPr>
        <dsp:cNvPr id="0" name=""/>
        <dsp:cNvSpPr/>
      </dsp:nvSpPr>
      <dsp:spPr>
        <a:xfrm>
          <a:off x="1539585" y="180752"/>
          <a:ext cx="4456595" cy="4456595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4">
            <a:hueOff val="-554057"/>
            <a:satOff val="-3553"/>
            <a:lumOff val="9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CBE62-12F1-534A-AF84-B1D3F75C5896}">
      <dsp:nvSpPr>
        <dsp:cNvPr id="0" name=""/>
        <dsp:cNvSpPr/>
      </dsp:nvSpPr>
      <dsp:spPr>
        <a:xfrm>
          <a:off x="1539585" y="47621"/>
          <a:ext cx="4456595" cy="4456595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4">
            <a:hueOff val="-831085"/>
            <a:satOff val="-5329"/>
            <a:lumOff val="137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536375-4E09-0549-933F-1CAEC478C5D6}">
      <dsp:nvSpPr>
        <dsp:cNvPr id="0" name=""/>
        <dsp:cNvSpPr/>
      </dsp:nvSpPr>
      <dsp:spPr>
        <a:xfrm rot="5400000">
          <a:off x="7295771" y="-3083524"/>
          <a:ext cx="891602" cy="728618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Book Antiqua" panose="02040602050305030304" pitchFamily="18" charset="0"/>
            </a:rPr>
            <a:t>By 2020, over 50 billion IoT devices were expected to generate massive amounts of data</a:t>
          </a:r>
        </a:p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Book Antiqua" panose="02040602050305030304" pitchFamily="18" charset="0"/>
            </a:rPr>
            <a:t>Centralized cloud processing leads to network congestion, delaying data transmission</a:t>
          </a:r>
        </a:p>
      </dsp:txBody>
      <dsp:txXfrm rot="-5400000">
        <a:off x="4098479" y="157292"/>
        <a:ext cx="7242662" cy="804554"/>
      </dsp:txXfrm>
    </dsp:sp>
    <dsp:sp modelId="{97697692-0295-5C44-8ACB-E84CC4F2414C}">
      <dsp:nvSpPr>
        <dsp:cNvPr id="0" name=""/>
        <dsp:cNvSpPr/>
      </dsp:nvSpPr>
      <dsp:spPr>
        <a:xfrm>
          <a:off x="0" y="2317"/>
          <a:ext cx="4098479" cy="111450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Book Antiqua" panose="02040602050305030304" pitchFamily="18" charset="0"/>
            </a:rPr>
            <a:t>Network Traffic Congestion</a:t>
          </a:r>
        </a:p>
      </dsp:txBody>
      <dsp:txXfrm>
        <a:off x="54406" y="56723"/>
        <a:ext cx="3989667" cy="1005690"/>
      </dsp:txXfrm>
    </dsp:sp>
    <dsp:sp modelId="{95123C64-2016-E440-B9D4-C75B4F1EE00C}">
      <dsp:nvSpPr>
        <dsp:cNvPr id="0" name=""/>
        <dsp:cNvSpPr/>
      </dsp:nvSpPr>
      <dsp:spPr>
        <a:xfrm rot="5400000">
          <a:off x="7295771" y="-1913296"/>
          <a:ext cx="891602" cy="7286186"/>
        </a:xfrm>
        <a:prstGeom prst="round2SameRect">
          <a:avLst/>
        </a:prstGeom>
        <a:solidFill>
          <a:schemeClr val="accent3">
            <a:tint val="40000"/>
            <a:alpha val="90000"/>
            <a:hueOff val="-239118"/>
            <a:satOff val="9589"/>
            <a:lumOff val="538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-239118"/>
              <a:satOff val="9589"/>
              <a:lumOff val="5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Book Antiqua" panose="02040602050305030304" pitchFamily="18" charset="0"/>
            </a:rPr>
            <a:t>Centralized data storage and analysis can cause bottlenecks due to high data volumes or server inefficiency</a:t>
          </a:r>
        </a:p>
      </dsp:txBody>
      <dsp:txXfrm rot="-5400000">
        <a:off x="4098479" y="1327520"/>
        <a:ext cx="7242662" cy="804554"/>
      </dsp:txXfrm>
    </dsp:sp>
    <dsp:sp modelId="{E0FA26DC-E6C6-644C-A195-F7E07E29A62E}">
      <dsp:nvSpPr>
        <dsp:cNvPr id="0" name=""/>
        <dsp:cNvSpPr/>
      </dsp:nvSpPr>
      <dsp:spPr>
        <a:xfrm>
          <a:off x="0" y="1172545"/>
          <a:ext cx="4098479" cy="1114502"/>
        </a:xfrm>
        <a:prstGeom prst="roundRect">
          <a:avLst/>
        </a:prstGeom>
        <a:solidFill>
          <a:schemeClr val="accent3">
            <a:hueOff val="-153651"/>
            <a:satOff val="8472"/>
            <a:lumOff val="-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Book Antiqua" panose="02040602050305030304" pitchFamily="18" charset="0"/>
            </a:rPr>
            <a:t>Data Bottleneck</a:t>
          </a:r>
        </a:p>
      </dsp:txBody>
      <dsp:txXfrm>
        <a:off x="54406" y="1226951"/>
        <a:ext cx="3989667" cy="1005690"/>
      </dsp:txXfrm>
    </dsp:sp>
    <dsp:sp modelId="{00884B34-E105-3045-8388-2F694B1E1CD3}">
      <dsp:nvSpPr>
        <dsp:cNvPr id="0" name=""/>
        <dsp:cNvSpPr/>
      </dsp:nvSpPr>
      <dsp:spPr>
        <a:xfrm rot="5400000">
          <a:off x="7295771" y="-743068"/>
          <a:ext cx="891602" cy="7286186"/>
        </a:xfrm>
        <a:prstGeom prst="round2SameRect">
          <a:avLst/>
        </a:prstGeom>
        <a:solidFill>
          <a:schemeClr val="accent3">
            <a:tint val="40000"/>
            <a:alpha val="90000"/>
            <a:hueOff val="-478235"/>
            <a:satOff val="19179"/>
            <a:lumOff val="1076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-478235"/>
              <a:satOff val="19179"/>
              <a:lumOff val="10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Book Antiqua" panose="02040602050305030304" pitchFamily="18" charset="0"/>
            </a:rPr>
            <a:t>Data passing through multiple layers (sensors → gateways → cloud) increases vulnerability to breaches.
Cloud-based security solutions may not address edge-specific threats</a:t>
          </a:r>
        </a:p>
      </dsp:txBody>
      <dsp:txXfrm rot="-5400000">
        <a:off x="4098479" y="2497748"/>
        <a:ext cx="7242662" cy="804554"/>
      </dsp:txXfrm>
    </dsp:sp>
    <dsp:sp modelId="{9E0FCBF5-E177-6D4F-BE74-888A3FF38932}">
      <dsp:nvSpPr>
        <dsp:cNvPr id="0" name=""/>
        <dsp:cNvSpPr/>
      </dsp:nvSpPr>
      <dsp:spPr>
        <a:xfrm>
          <a:off x="0" y="2342773"/>
          <a:ext cx="4098479" cy="1114502"/>
        </a:xfrm>
        <a:prstGeom prst="roundRect">
          <a:avLst/>
        </a:prstGeom>
        <a:solidFill>
          <a:schemeClr val="accent3">
            <a:hueOff val="-307302"/>
            <a:satOff val="16944"/>
            <a:lumOff val="-130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Book Antiqua" panose="02040602050305030304" pitchFamily="18" charset="0"/>
            </a:rPr>
            <a:t>Security Issues</a:t>
          </a:r>
        </a:p>
      </dsp:txBody>
      <dsp:txXfrm>
        <a:off x="54406" y="2397179"/>
        <a:ext cx="3989667" cy="1005690"/>
      </dsp:txXfrm>
    </dsp:sp>
    <dsp:sp modelId="{A52D8E48-1A3F-C847-AEA0-83968906A4BE}">
      <dsp:nvSpPr>
        <dsp:cNvPr id="0" name=""/>
        <dsp:cNvSpPr/>
      </dsp:nvSpPr>
      <dsp:spPr>
        <a:xfrm rot="5400000">
          <a:off x="7295771" y="427159"/>
          <a:ext cx="891602" cy="7286186"/>
        </a:xfrm>
        <a:prstGeom prst="round2SameRect">
          <a:avLst/>
        </a:prstGeom>
        <a:solidFill>
          <a:schemeClr val="accent3">
            <a:tint val="40000"/>
            <a:alpha val="90000"/>
            <a:hueOff val="-717353"/>
            <a:satOff val="28768"/>
            <a:lumOff val="1614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-717353"/>
              <a:satOff val="28768"/>
              <a:lumOff val="16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just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>
              <a:latin typeface="Book Antiqua" panose="02040602050305030304" pitchFamily="18" charset="0"/>
            </a:rPr>
            <a:t>Delayed analysis in the cloud renders time-sensitive data (e.g., security cameras, fraud detection) irrelevant</a:t>
          </a:r>
        </a:p>
      </dsp:txBody>
      <dsp:txXfrm rot="-5400000">
        <a:off x="4098479" y="3667975"/>
        <a:ext cx="7242662" cy="804554"/>
      </dsp:txXfrm>
    </dsp:sp>
    <dsp:sp modelId="{38C26DCF-0C41-FD40-B9AF-485C03298E77}">
      <dsp:nvSpPr>
        <dsp:cNvPr id="0" name=""/>
        <dsp:cNvSpPr/>
      </dsp:nvSpPr>
      <dsp:spPr>
        <a:xfrm>
          <a:off x="0" y="3513001"/>
          <a:ext cx="4098479" cy="1114502"/>
        </a:xfrm>
        <a:prstGeom prst="roundRect">
          <a:avLst/>
        </a:prstGeom>
        <a:solidFill>
          <a:schemeClr val="accent3">
            <a:hueOff val="-460953"/>
            <a:satOff val="25416"/>
            <a:lumOff val="-196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latin typeface="Book Antiqua" panose="02040602050305030304" pitchFamily="18" charset="0"/>
            </a:rPr>
            <a:t>Data Staleness</a:t>
          </a:r>
        </a:p>
      </dsp:txBody>
      <dsp:txXfrm>
        <a:off x="54406" y="3567407"/>
        <a:ext cx="3989667" cy="100569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427B7-95FD-E744-91F8-05A6771AEABB}">
      <dsp:nvSpPr>
        <dsp:cNvPr id="0" name=""/>
        <dsp:cNvSpPr/>
      </dsp:nvSpPr>
      <dsp:spPr>
        <a:xfrm rot="5400000">
          <a:off x="6687898" y="-2484486"/>
          <a:ext cx="1700530" cy="7094741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>
              <a:latin typeface="Book Antiqua" panose="02040602050305030304" pitchFamily="18" charset="0"/>
            </a:rPr>
            <a:t>Enables instant decision-making at fog nodes, especially for IoT use cases requiring rapid responses.</a:t>
          </a:r>
          <a:endParaRPr lang="en-US" sz="2100" kern="1200" dirty="0">
            <a:latin typeface="Book Antiqua" panose="02040602050305030304" pitchFamily="18" charset="0"/>
          </a:endParaRPr>
        </a:p>
      </dsp:txBody>
      <dsp:txXfrm rot="-5400000">
        <a:off x="3990793" y="295632"/>
        <a:ext cx="7011728" cy="1534504"/>
      </dsp:txXfrm>
    </dsp:sp>
    <dsp:sp modelId="{702A23BA-B92C-BC44-9DB4-DEC37277D90A}">
      <dsp:nvSpPr>
        <dsp:cNvPr id="0" name=""/>
        <dsp:cNvSpPr/>
      </dsp:nvSpPr>
      <dsp:spPr>
        <a:xfrm>
          <a:off x="0" y="53"/>
          <a:ext cx="3990792" cy="212566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latin typeface="Book Antiqua" panose="02040602050305030304" pitchFamily="18" charset="0"/>
            </a:rPr>
            <a:t>Near Real-Time Analytics</a:t>
          </a:r>
          <a:endParaRPr lang="en-GB" sz="2100" kern="1200">
            <a:latin typeface="Book Antiqua" panose="02040602050305030304" pitchFamily="18" charset="0"/>
          </a:endParaRPr>
        </a:p>
      </dsp:txBody>
      <dsp:txXfrm>
        <a:off x="103766" y="103819"/>
        <a:ext cx="3783260" cy="1918130"/>
      </dsp:txXfrm>
    </dsp:sp>
    <dsp:sp modelId="{53E29FEF-F2F4-F44A-A59B-E622AEC7A385}">
      <dsp:nvSpPr>
        <dsp:cNvPr id="0" name=""/>
        <dsp:cNvSpPr/>
      </dsp:nvSpPr>
      <dsp:spPr>
        <a:xfrm rot="5400000">
          <a:off x="6687898" y="-252540"/>
          <a:ext cx="1700530" cy="7094741"/>
        </a:xfrm>
        <a:prstGeom prst="round2SameRect">
          <a:avLst/>
        </a:prstGeom>
        <a:solidFill>
          <a:schemeClr val="accent2">
            <a:tint val="40000"/>
            <a:alpha val="90000"/>
            <a:hueOff val="262867"/>
            <a:satOff val="-43647"/>
            <a:lumOff val="-2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2867"/>
              <a:satOff val="-43647"/>
              <a:lumOff val="-2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just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>
              <a:latin typeface="Book Antiqua" panose="02040602050305030304" pitchFamily="18" charset="0"/>
            </a:rPr>
            <a:t>ML algorithms run on fog nodes with sufficient processing power, creating models near the cloud or downloading them to mid-tier nodes for execution.</a:t>
          </a:r>
          <a:endParaRPr lang="en-US" sz="2100" kern="1200" dirty="0">
            <a:latin typeface="Book Antiqua" panose="02040602050305030304" pitchFamily="18" charset="0"/>
          </a:endParaRPr>
        </a:p>
      </dsp:txBody>
      <dsp:txXfrm rot="-5400000">
        <a:off x="3990793" y="2527578"/>
        <a:ext cx="7011728" cy="1534504"/>
      </dsp:txXfrm>
    </dsp:sp>
    <dsp:sp modelId="{A4D14B46-8126-814C-B597-833776D637E0}">
      <dsp:nvSpPr>
        <dsp:cNvPr id="0" name=""/>
        <dsp:cNvSpPr/>
      </dsp:nvSpPr>
      <dsp:spPr>
        <a:xfrm>
          <a:off x="0" y="2231999"/>
          <a:ext cx="3990792" cy="2125662"/>
        </a:xfrm>
        <a:prstGeom prst="roundRect">
          <a:avLst/>
        </a:prstGeom>
        <a:solidFill>
          <a:schemeClr val="accent2">
            <a:hueOff val="35352"/>
            <a:satOff val="-34487"/>
            <a:lumOff val="-17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just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>
              <a:latin typeface="Book Antiqua" panose="02040602050305030304" pitchFamily="18" charset="0"/>
            </a:rPr>
            <a:t>Distributed ML Execution</a:t>
          </a:r>
          <a:endParaRPr lang="en-US" sz="2100" b="1" kern="1200" dirty="0">
            <a:latin typeface="Book Antiqua" panose="02040602050305030304" pitchFamily="18" charset="0"/>
          </a:endParaRPr>
        </a:p>
      </dsp:txBody>
      <dsp:txXfrm>
        <a:off x="103766" y="2335765"/>
        <a:ext cx="3783260" cy="19181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14265-EC52-B046-BE74-66A731455D19}">
      <dsp:nvSpPr>
        <dsp:cNvPr id="0" name=""/>
        <dsp:cNvSpPr/>
      </dsp:nvSpPr>
      <dsp:spPr>
        <a:xfrm>
          <a:off x="9474125" y="2986108"/>
          <a:ext cx="1277871" cy="304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218"/>
              </a:lnTo>
              <a:lnTo>
                <a:pt x="1277871" y="207218"/>
              </a:lnTo>
              <a:lnTo>
                <a:pt x="1277871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E82B17-F02C-A046-885E-FE0C0E0FDB25}">
      <dsp:nvSpPr>
        <dsp:cNvPr id="0" name=""/>
        <dsp:cNvSpPr/>
      </dsp:nvSpPr>
      <dsp:spPr>
        <a:xfrm>
          <a:off x="9428405" y="2986108"/>
          <a:ext cx="91440" cy="3040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481A3A-611F-C546-9CEB-E2CA82A2BCCA}">
      <dsp:nvSpPr>
        <dsp:cNvPr id="0" name=""/>
        <dsp:cNvSpPr/>
      </dsp:nvSpPr>
      <dsp:spPr>
        <a:xfrm>
          <a:off x="8196254" y="2986108"/>
          <a:ext cx="1277871" cy="304075"/>
        </a:xfrm>
        <a:custGeom>
          <a:avLst/>
          <a:gdLst/>
          <a:ahLst/>
          <a:cxnLst/>
          <a:rect l="0" t="0" r="0" b="0"/>
          <a:pathLst>
            <a:path>
              <a:moveTo>
                <a:pt x="1277871" y="0"/>
              </a:moveTo>
              <a:lnTo>
                <a:pt x="1277871" y="207218"/>
              </a:lnTo>
              <a:lnTo>
                <a:pt x="0" y="207218"/>
              </a:lnTo>
              <a:lnTo>
                <a:pt x="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75B930-39A3-924B-8CE8-14E265182175}">
      <dsp:nvSpPr>
        <dsp:cNvPr id="0" name=""/>
        <dsp:cNvSpPr/>
      </dsp:nvSpPr>
      <dsp:spPr>
        <a:xfrm>
          <a:off x="6279447" y="2018121"/>
          <a:ext cx="3194678" cy="304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218"/>
              </a:lnTo>
              <a:lnTo>
                <a:pt x="3194678" y="207218"/>
              </a:lnTo>
              <a:lnTo>
                <a:pt x="3194678" y="304075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A906F3-0016-C54F-A278-F7EB7ED41B25}">
      <dsp:nvSpPr>
        <dsp:cNvPr id="0" name=""/>
        <dsp:cNvSpPr/>
      </dsp:nvSpPr>
      <dsp:spPr>
        <a:xfrm>
          <a:off x="6872662" y="2986108"/>
          <a:ext cx="91440" cy="3040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87716D-98FA-F94F-9437-9EDE463864C2}">
      <dsp:nvSpPr>
        <dsp:cNvPr id="0" name=""/>
        <dsp:cNvSpPr/>
      </dsp:nvSpPr>
      <dsp:spPr>
        <a:xfrm>
          <a:off x="6279447" y="2018121"/>
          <a:ext cx="638935" cy="304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218"/>
              </a:lnTo>
              <a:lnTo>
                <a:pt x="638935" y="207218"/>
              </a:lnTo>
              <a:lnTo>
                <a:pt x="638935" y="304075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5B2408-498B-894F-8F2E-639D96730F18}">
      <dsp:nvSpPr>
        <dsp:cNvPr id="0" name=""/>
        <dsp:cNvSpPr/>
      </dsp:nvSpPr>
      <dsp:spPr>
        <a:xfrm>
          <a:off x="3084768" y="2986108"/>
          <a:ext cx="2555742" cy="304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218"/>
              </a:lnTo>
              <a:lnTo>
                <a:pt x="2555742" y="207218"/>
              </a:lnTo>
              <a:lnTo>
                <a:pt x="2555742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963057-354A-FD48-8566-63B240915C38}">
      <dsp:nvSpPr>
        <dsp:cNvPr id="0" name=""/>
        <dsp:cNvSpPr/>
      </dsp:nvSpPr>
      <dsp:spPr>
        <a:xfrm>
          <a:off x="3084768" y="2986108"/>
          <a:ext cx="1277871" cy="3040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7218"/>
              </a:lnTo>
              <a:lnTo>
                <a:pt x="1277871" y="207218"/>
              </a:lnTo>
              <a:lnTo>
                <a:pt x="1277871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5037B-B749-2441-A818-7D6650474C08}">
      <dsp:nvSpPr>
        <dsp:cNvPr id="0" name=""/>
        <dsp:cNvSpPr/>
      </dsp:nvSpPr>
      <dsp:spPr>
        <a:xfrm>
          <a:off x="3039048" y="2986108"/>
          <a:ext cx="91440" cy="30407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507714-121C-A54A-BCCD-8CB8B5057239}">
      <dsp:nvSpPr>
        <dsp:cNvPr id="0" name=""/>
        <dsp:cNvSpPr/>
      </dsp:nvSpPr>
      <dsp:spPr>
        <a:xfrm>
          <a:off x="1806897" y="2986108"/>
          <a:ext cx="1277871" cy="304075"/>
        </a:xfrm>
        <a:custGeom>
          <a:avLst/>
          <a:gdLst/>
          <a:ahLst/>
          <a:cxnLst/>
          <a:rect l="0" t="0" r="0" b="0"/>
          <a:pathLst>
            <a:path>
              <a:moveTo>
                <a:pt x="1277871" y="0"/>
              </a:moveTo>
              <a:lnTo>
                <a:pt x="1277871" y="207218"/>
              </a:lnTo>
              <a:lnTo>
                <a:pt x="0" y="207218"/>
              </a:lnTo>
              <a:lnTo>
                <a:pt x="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6B1F0-C170-704A-8136-98F6D9949D21}">
      <dsp:nvSpPr>
        <dsp:cNvPr id="0" name=""/>
        <dsp:cNvSpPr/>
      </dsp:nvSpPr>
      <dsp:spPr>
        <a:xfrm>
          <a:off x="529026" y="2986108"/>
          <a:ext cx="2555742" cy="304075"/>
        </a:xfrm>
        <a:custGeom>
          <a:avLst/>
          <a:gdLst/>
          <a:ahLst/>
          <a:cxnLst/>
          <a:rect l="0" t="0" r="0" b="0"/>
          <a:pathLst>
            <a:path>
              <a:moveTo>
                <a:pt x="2555742" y="0"/>
              </a:moveTo>
              <a:lnTo>
                <a:pt x="2555742" y="207218"/>
              </a:lnTo>
              <a:lnTo>
                <a:pt x="0" y="207218"/>
              </a:lnTo>
              <a:lnTo>
                <a:pt x="0" y="304075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33F42C-537D-4B4D-99FE-E19DDD01660F}">
      <dsp:nvSpPr>
        <dsp:cNvPr id="0" name=""/>
        <dsp:cNvSpPr/>
      </dsp:nvSpPr>
      <dsp:spPr>
        <a:xfrm>
          <a:off x="3084768" y="2018121"/>
          <a:ext cx="3194678" cy="304075"/>
        </a:xfrm>
        <a:custGeom>
          <a:avLst/>
          <a:gdLst/>
          <a:ahLst/>
          <a:cxnLst/>
          <a:rect l="0" t="0" r="0" b="0"/>
          <a:pathLst>
            <a:path>
              <a:moveTo>
                <a:pt x="3194678" y="0"/>
              </a:moveTo>
              <a:lnTo>
                <a:pt x="3194678" y="207218"/>
              </a:lnTo>
              <a:lnTo>
                <a:pt x="0" y="207218"/>
              </a:lnTo>
              <a:lnTo>
                <a:pt x="0" y="304075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67472E-BD1E-8D47-8EA2-28D87C28801D}">
      <dsp:nvSpPr>
        <dsp:cNvPr id="0" name=""/>
        <dsp:cNvSpPr/>
      </dsp:nvSpPr>
      <dsp:spPr>
        <a:xfrm>
          <a:off x="5756681" y="1354209"/>
          <a:ext cx="1045531" cy="66391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92DC2-9EE4-FD4F-A365-B83689DA1677}">
      <dsp:nvSpPr>
        <dsp:cNvPr id="0" name=""/>
        <dsp:cNvSpPr/>
      </dsp:nvSpPr>
      <dsp:spPr>
        <a:xfrm>
          <a:off x="5872851" y="1464570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0" kern="1200" dirty="0">
              <a:latin typeface="Book Antiqua" panose="02040602050305030304" pitchFamily="18" charset="0"/>
            </a:rPr>
            <a:t>Example of ML in Fog</a:t>
          </a:r>
        </a:p>
      </dsp:txBody>
      <dsp:txXfrm>
        <a:off x="5892296" y="1484015"/>
        <a:ext cx="1006641" cy="625022"/>
      </dsp:txXfrm>
    </dsp:sp>
    <dsp:sp modelId="{5E80D9BF-9184-B64D-92F4-7DB8EA75AFD8}">
      <dsp:nvSpPr>
        <dsp:cNvPr id="0" name=""/>
        <dsp:cNvSpPr/>
      </dsp:nvSpPr>
      <dsp:spPr>
        <a:xfrm>
          <a:off x="2562003" y="2322196"/>
          <a:ext cx="1045531" cy="6639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B69FC-4CFB-7F4F-ACB7-4CB8E647FCBA}">
      <dsp:nvSpPr>
        <dsp:cNvPr id="0" name=""/>
        <dsp:cNvSpPr/>
      </dsp:nvSpPr>
      <dsp:spPr>
        <a:xfrm>
          <a:off x="2678173" y="2432558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Industry 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2697618" y="2452003"/>
        <a:ext cx="1006641" cy="625022"/>
      </dsp:txXfrm>
    </dsp:sp>
    <dsp:sp modelId="{77249CA1-287A-9F43-AE4F-5F5AB3C9DEDE}">
      <dsp:nvSpPr>
        <dsp:cNvPr id="0" name=""/>
        <dsp:cNvSpPr/>
      </dsp:nvSpPr>
      <dsp:spPr>
        <a:xfrm>
          <a:off x="6260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9DBCF-340A-C041-BC91-B224C45D1707}">
      <dsp:nvSpPr>
        <dsp:cNvPr id="0" name=""/>
        <dsp:cNvSpPr/>
      </dsp:nvSpPr>
      <dsp:spPr>
        <a:xfrm>
          <a:off x="122430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Anomaly detection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141875" y="3419990"/>
        <a:ext cx="1006641" cy="625022"/>
      </dsp:txXfrm>
    </dsp:sp>
    <dsp:sp modelId="{305F7577-F4AA-2E41-B7D7-E3CD203F45D0}">
      <dsp:nvSpPr>
        <dsp:cNvPr id="0" name=""/>
        <dsp:cNvSpPr/>
      </dsp:nvSpPr>
      <dsp:spPr>
        <a:xfrm>
          <a:off x="1284131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3362D-3EEB-6546-A37C-5E9189E832BA}">
      <dsp:nvSpPr>
        <dsp:cNvPr id="0" name=""/>
        <dsp:cNvSpPr/>
      </dsp:nvSpPr>
      <dsp:spPr>
        <a:xfrm>
          <a:off x="1400302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>
              <a:latin typeface="Book Antiqua" panose="02040602050305030304" pitchFamily="18" charset="0"/>
            </a:rPr>
            <a:t>Predictive models</a:t>
          </a:r>
        </a:p>
      </dsp:txBody>
      <dsp:txXfrm>
        <a:off x="1419747" y="3419990"/>
        <a:ext cx="1006641" cy="625022"/>
      </dsp:txXfrm>
    </dsp:sp>
    <dsp:sp modelId="{DA4EE1DD-1A0C-5541-8094-222CC6CCF154}">
      <dsp:nvSpPr>
        <dsp:cNvPr id="0" name=""/>
        <dsp:cNvSpPr/>
      </dsp:nvSpPr>
      <dsp:spPr>
        <a:xfrm>
          <a:off x="2562003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D88396-3B34-8746-9FBD-20187CE399C0}">
      <dsp:nvSpPr>
        <dsp:cNvPr id="0" name=""/>
        <dsp:cNvSpPr/>
      </dsp:nvSpPr>
      <dsp:spPr>
        <a:xfrm>
          <a:off x="2678173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>
              <a:latin typeface="Book Antiqua" panose="02040602050305030304" pitchFamily="18" charset="0"/>
            </a:rPr>
            <a:t>Optimization methods</a:t>
          </a:r>
        </a:p>
      </dsp:txBody>
      <dsp:txXfrm>
        <a:off x="2697618" y="3419990"/>
        <a:ext cx="1006641" cy="625022"/>
      </dsp:txXfrm>
    </dsp:sp>
    <dsp:sp modelId="{39A05FD4-E7B5-AC4B-8ECC-AD8F62B922DE}">
      <dsp:nvSpPr>
        <dsp:cNvPr id="0" name=""/>
        <dsp:cNvSpPr/>
      </dsp:nvSpPr>
      <dsp:spPr>
        <a:xfrm>
          <a:off x="3839874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C1BB7-84CD-F042-876E-190220BB71EC}">
      <dsp:nvSpPr>
        <dsp:cNvPr id="0" name=""/>
        <dsp:cNvSpPr/>
      </dsp:nvSpPr>
      <dsp:spPr>
        <a:xfrm>
          <a:off x="3956044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>
              <a:latin typeface="Book Antiqua" panose="02040602050305030304" pitchFamily="18" charset="0"/>
            </a:rPr>
            <a:t>Statistical methods</a:t>
          </a:r>
        </a:p>
      </dsp:txBody>
      <dsp:txXfrm>
        <a:off x="3975489" y="3419990"/>
        <a:ext cx="1006641" cy="625022"/>
      </dsp:txXfrm>
    </dsp:sp>
    <dsp:sp modelId="{FD8E8031-339B-634B-9C54-382D5DAB6157}">
      <dsp:nvSpPr>
        <dsp:cNvPr id="0" name=""/>
        <dsp:cNvSpPr/>
      </dsp:nvSpPr>
      <dsp:spPr>
        <a:xfrm>
          <a:off x="5117745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E8A0D8-10B6-EE4A-B122-7702250B102D}">
      <dsp:nvSpPr>
        <dsp:cNvPr id="0" name=""/>
        <dsp:cNvSpPr/>
      </dsp:nvSpPr>
      <dsp:spPr>
        <a:xfrm>
          <a:off x="5233916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>
              <a:latin typeface="Book Antiqua" panose="02040602050305030304" pitchFamily="18" charset="0"/>
            </a:rPr>
            <a:t>Time-series clustering</a:t>
          </a:r>
        </a:p>
      </dsp:txBody>
      <dsp:txXfrm>
        <a:off x="5253361" y="3419990"/>
        <a:ext cx="1006641" cy="625022"/>
      </dsp:txXfrm>
    </dsp:sp>
    <dsp:sp modelId="{5647FCA3-CC49-6E47-9CEB-F9EE7406C200}">
      <dsp:nvSpPr>
        <dsp:cNvPr id="0" name=""/>
        <dsp:cNvSpPr/>
      </dsp:nvSpPr>
      <dsp:spPr>
        <a:xfrm>
          <a:off x="6395617" y="2322196"/>
          <a:ext cx="1045531" cy="6639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A67AC-A285-7748-915D-82EA730354CB}">
      <dsp:nvSpPr>
        <dsp:cNvPr id="0" name=""/>
        <dsp:cNvSpPr/>
      </dsp:nvSpPr>
      <dsp:spPr>
        <a:xfrm>
          <a:off x="6511787" y="2432558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Retail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6531232" y="2452003"/>
        <a:ext cx="1006641" cy="625022"/>
      </dsp:txXfrm>
    </dsp:sp>
    <dsp:sp modelId="{54CADA94-8025-FD45-B327-08DA120580DE}">
      <dsp:nvSpPr>
        <dsp:cNvPr id="0" name=""/>
        <dsp:cNvSpPr/>
      </dsp:nvSpPr>
      <dsp:spPr>
        <a:xfrm>
          <a:off x="6395617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F5C5C2-6013-FE45-A2A5-5D74BB5F0D2A}">
      <dsp:nvSpPr>
        <dsp:cNvPr id="0" name=""/>
        <dsp:cNvSpPr/>
      </dsp:nvSpPr>
      <dsp:spPr>
        <a:xfrm>
          <a:off x="6511787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Customer Behaviour Analysis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6531232" y="3419990"/>
        <a:ext cx="1006641" cy="625022"/>
      </dsp:txXfrm>
    </dsp:sp>
    <dsp:sp modelId="{5B53F92C-4D10-6540-A4E9-74C39B8325C3}">
      <dsp:nvSpPr>
        <dsp:cNvPr id="0" name=""/>
        <dsp:cNvSpPr/>
      </dsp:nvSpPr>
      <dsp:spPr>
        <a:xfrm>
          <a:off x="8951359" y="2322196"/>
          <a:ext cx="1045531" cy="66391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A196B4-B396-3449-A50C-F0BEA341577F}">
      <dsp:nvSpPr>
        <dsp:cNvPr id="0" name=""/>
        <dsp:cNvSpPr/>
      </dsp:nvSpPr>
      <dsp:spPr>
        <a:xfrm>
          <a:off x="9067529" y="2432558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Self-Driving Cars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9086974" y="2452003"/>
        <a:ext cx="1006641" cy="625022"/>
      </dsp:txXfrm>
    </dsp:sp>
    <dsp:sp modelId="{11E46067-01A2-784B-B56F-8B6BACA00D36}">
      <dsp:nvSpPr>
        <dsp:cNvPr id="0" name=""/>
        <dsp:cNvSpPr/>
      </dsp:nvSpPr>
      <dsp:spPr>
        <a:xfrm>
          <a:off x="7673488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D2CD03-89A1-4848-BCDF-FAE928E72FE6}">
      <dsp:nvSpPr>
        <dsp:cNvPr id="0" name=""/>
        <dsp:cNvSpPr/>
      </dsp:nvSpPr>
      <dsp:spPr>
        <a:xfrm>
          <a:off x="7789658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Artificial Neural Networks (ANN) for image processing</a:t>
          </a:r>
          <a:endParaRPr lang="en-GB" sz="900" b="0" kern="1200" dirty="0">
            <a:latin typeface="Book Antiqua" panose="02040602050305030304" pitchFamily="18" charset="0"/>
          </a:endParaRPr>
        </a:p>
      </dsp:txBody>
      <dsp:txXfrm>
        <a:off x="7809103" y="3419990"/>
        <a:ext cx="1006641" cy="625022"/>
      </dsp:txXfrm>
    </dsp:sp>
    <dsp:sp modelId="{CD064D62-F5D8-2947-A39F-DEA5105A4207}">
      <dsp:nvSpPr>
        <dsp:cNvPr id="0" name=""/>
        <dsp:cNvSpPr/>
      </dsp:nvSpPr>
      <dsp:spPr>
        <a:xfrm>
          <a:off x="8951359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1FBC20-3A35-324E-A64F-EFE3F44CC494}">
      <dsp:nvSpPr>
        <dsp:cNvPr id="0" name=""/>
        <dsp:cNvSpPr/>
      </dsp:nvSpPr>
      <dsp:spPr>
        <a:xfrm>
          <a:off x="9067529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>
              <a:latin typeface="Book Antiqua" panose="02040602050305030304" pitchFamily="18" charset="0"/>
            </a:rPr>
            <a:t>Naïve Bayes or similar algorithms for anomaly detection</a:t>
          </a:r>
        </a:p>
      </dsp:txBody>
      <dsp:txXfrm>
        <a:off x="9086974" y="3419990"/>
        <a:ext cx="1006641" cy="625022"/>
      </dsp:txXfrm>
    </dsp:sp>
    <dsp:sp modelId="{7A8D57D7-D3E8-B54E-ADB0-6881221B90AE}">
      <dsp:nvSpPr>
        <dsp:cNvPr id="0" name=""/>
        <dsp:cNvSpPr/>
      </dsp:nvSpPr>
      <dsp:spPr>
        <a:xfrm>
          <a:off x="10229231" y="3290184"/>
          <a:ext cx="1045531" cy="663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938C9E-CEF7-2C4A-9AEF-B9E95FC01C5D}">
      <dsp:nvSpPr>
        <dsp:cNvPr id="0" name=""/>
        <dsp:cNvSpPr/>
      </dsp:nvSpPr>
      <dsp:spPr>
        <a:xfrm>
          <a:off x="10345401" y="3400545"/>
          <a:ext cx="1045531" cy="663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900" b="0" i="0" u="none" kern="1200" dirty="0">
              <a:latin typeface="Book Antiqua" panose="02040602050305030304" pitchFamily="18" charset="0"/>
            </a:rPr>
            <a:t>Reinforcement learning</a:t>
          </a:r>
        </a:p>
      </dsp:txBody>
      <dsp:txXfrm>
        <a:off x="10364846" y="3419990"/>
        <a:ext cx="1006641" cy="62502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E7ED65-E2DA-E847-887A-3C1EE78525E9}">
      <dsp:nvSpPr>
        <dsp:cNvPr id="0" name=""/>
        <dsp:cNvSpPr/>
      </dsp:nvSpPr>
      <dsp:spPr>
        <a:xfrm rot="5400000">
          <a:off x="7102728" y="-2842116"/>
          <a:ext cx="1277690" cy="728618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Transferring all IoT-generated data to the cloud for processing or storage is expensive, technically impractical, and often unnecessary.</a:t>
          </a:r>
          <a:endParaRPr lang="en-US" sz="2400" kern="1200" dirty="0">
            <a:latin typeface="Book Antiqua" panose="02040602050305030304" pitchFamily="18" charset="0"/>
          </a:endParaRPr>
        </a:p>
      </dsp:txBody>
      <dsp:txXfrm rot="-5400000">
        <a:off x="4098480" y="224504"/>
        <a:ext cx="7223814" cy="1152946"/>
      </dsp:txXfrm>
    </dsp:sp>
    <dsp:sp modelId="{B15715D5-EE8B-2D43-B7F2-2EEEE5E041BB}">
      <dsp:nvSpPr>
        <dsp:cNvPr id="0" name=""/>
        <dsp:cNvSpPr/>
      </dsp:nvSpPr>
      <dsp:spPr>
        <a:xfrm>
          <a:off x="0" y="2419"/>
          <a:ext cx="4098480" cy="159711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Book Antiqua" panose="02040602050305030304" pitchFamily="18" charset="0"/>
            </a:rPr>
            <a:t>Network Infrastructure Stress</a:t>
          </a:r>
          <a:endParaRPr lang="en-US" sz="3200" kern="1200" dirty="0">
            <a:latin typeface="Book Antiqua" panose="02040602050305030304" pitchFamily="18" charset="0"/>
          </a:endParaRPr>
        </a:p>
      </dsp:txBody>
      <dsp:txXfrm>
        <a:off x="77965" y="80384"/>
        <a:ext cx="3942550" cy="1441183"/>
      </dsp:txXfrm>
    </dsp:sp>
    <dsp:sp modelId="{92D3A1D1-DD74-B641-B74E-8243C108C83B}">
      <dsp:nvSpPr>
        <dsp:cNvPr id="0" name=""/>
        <dsp:cNvSpPr/>
      </dsp:nvSpPr>
      <dsp:spPr>
        <a:xfrm rot="5400000">
          <a:off x="7102728" y="-1165147"/>
          <a:ext cx="1277690" cy="728618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Cloud-based analytics works well for historical data but fails for real-time, high-data-rate applications.</a:t>
          </a:r>
          <a:endParaRPr lang="en-US" sz="2400" kern="1200" dirty="0">
            <a:latin typeface="Book Antiqua" panose="02040602050305030304" pitchFamily="18" charset="0"/>
          </a:endParaRPr>
        </a:p>
      </dsp:txBody>
      <dsp:txXfrm rot="-5400000">
        <a:off x="4098480" y="1901473"/>
        <a:ext cx="7223814" cy="1152946"/>
      </dsp:txXfrm>
    </dsp:sp>
    <dsp:sp modelId="{FCB8503B-1F31-F54C-B2A9-EFBECF7FBA95}">
      <dsp:nvSpPr>
        <dsp:cNvPr id="0" name=""/>
        <dsp:cNvSpPr/>
      </dsp:nvSpPr>
      <dsp:spPr>
        <a:xfrm>
          <a:off x="0" y="1679389"/>
          <a:ext cx="4098480" cy="159711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Book Antiqua" panose="02040602050305030304" pitchFamily="18" charset="0"/>
            </a:rPr>
            <a:t>Latency Issues</a:t>
          </a:r>
          <a:endParaRPr lang="en-US" sz="3200" kern="1200" dirty="0">
            <a:latin typeface="Book Antiqua" panose="02040602050305030304" pitchFamily="18" charset="0"/>
          </a:endParaRPr>
        </a:p>
      </dsp:txBody>
      <dsp:txXfrm>
        <a:off x="77965" y="1757354"/>
        <a:ext cx="3942550" cy="1441183"/>
      </dsp:txXfrm>
    </dsp:sp>
    <dsp:sp modelId="{A9A217FD-AB34-2A46-9229-AFD5320B5559}">
      <dsp:nvSpPr>
        <dsp:cNvPr id="0" name=""/>
        <dsp:cNvSpPr/>
      </dsp:nvSpPr>
      <dsp:spPr>
        <a:xfrm rot="5400000">
          <a:off x="7102728" y="511821"/>
          <a:ext cx="1277690" cy="7286186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>
              <a:latin typeface="Book Antiqua" panose="02040602050305030304" pitchFamily="18" charset="0"/>
            </a:rPr>
            <a:t>Fog computing reduces communication time, costs, and the need for massive cloud storage by preprocessing data locally.</a:t>
          </a:r>
          <a:endParaRPr lang="en-US" sz="2400" kern="1200" dirty="0">
            <a:latin typeface="Book Antiqua" panose="02040602050305030304" pitchFamily="18" charset="0"/>
          </a:endParaRPr>
        </a:p>
      </dsp:txBody>
      <dsp:txXfrm rot="-5400000">
        <a:off x="4098480" y="3578441"/>
        <a:ext cx="7223814" cy="1152946"/>
      </dsp:txXfrm>
    </dsp:sp>
    <dsp:sp modelId="{EF64DFB6-7862-074C-BA75-65B4FEA8DB80}">
      <dsp:nvSpPr>
        <dsp:cNvPr id="0" name=""/>
        <dsp:cNvSpPr/>
      </dsp:nvSpPr>
      <dsp:spPr>
        <a:xfrm>
          <a:off x="0" y="3356358"/>
          <a:ext cx="4098480" cy="159711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Book Antiqua" panose="02040602050305030304" pitchFamily="18" charset="0"/>
            </a:rPr>
            <a:t>Cost and Storage</a:t>
          </a:r>
          <a:endParaRPr lang="en-US" sz="3200" kern="1200" dirty="0">
            <a:latin typeface="Book Antiqua" panose="02040602050305030304" pitchFamily="18" charset="0"/>
          </a:endParaRPr>
        </a:p>
      </dsp:txBody>
      <dsp:txXfrm>
        <a:off x="77965" y="3434323"/>
        <a:ext cx="3942550" cy="144118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BF37CD-95A2-E248-8281-9041A1F1D7DC}">
      <dsp:nvSpPr>
        <dsp:cNvPr id="0" name=""/>
        <dsp:cNvSpPr/>
      </dsp:nvSpPr>
      <dsp:spPr>
        <a:xfrm rot="5400000">
          <a:off x="7102728" y="-2842116"/>
          <a:ext cx="1277690" cy="7286186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b="0" i="0" u="none" kern="1200" dirty="0">
              <a:latin typeface="Book Antiqua" panose="02040602050305030304" pitchFamily="18" charset="0"/>
            </a:rPr>
            <a:t>Filters, processes, and summarizes data before sending it to the cloud.</a:t>
          </a:r>
          <a:endParaRPr lang="en-GB" sz="2000" kern="1200" dirty="0">
            <a:latin typeface="Book Antiqua" panose="02040602050305030304" pitchFamily="18" charset="0"/>
          </a:endParaRPr>
        </a:p>
      </dsp:txBody>
      <dsp:txXfrm rot="-5400000">
        <a:off x="4098480" y="224504"/>
        <a:ext cx="7223814" cy="1152946"/>
      </dsp:txXfrm>
    </dsp:sp>
    <dsp:sp modelId="{5EE915BE-EDD5-F14C-BEDB-865B5EC9DB30}">
      <dsp:nvSpPr>
        <dsp:cNvPr id="0" name=""/>
        <dsp:cNvSpPr/>
      </dsp:nvSpPr>
      <dsp:spPr>
        <a:xfrm>
          <a:off x="0" y="2419"/>
          <a:ext cx="4098480" cy="159711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000" b="0" i="0" u="none" kern="1200" dirty="0">
              <a:latin typeface="Book Antiqua" panose="02040602050305030304" pitchFamily="18" charset="0"/>
            </a:rPr>
            <a:t>Data Preprocessing</a:t>
          </a:r>
          <a:endParaRPr lang="en-GB" sz="2000" kern="1200" dirty="0">
            <a:latin typeface="Book Antiqua" panose="02040602050305030304" pitchFamily="18" charset="0"/>
          </a:endParaRPr>
        </a:p>
      </dsp:txBody>
      <dsp:txXfrm>
        <a:off x="77965" y="80384"/>
        <a:ext cx="3942550" cy="1441183"/>
      </dsp:txXfrm>
    </dsp:sp>
    <dsp:sp modelId="{297BAF0B-1D94-5443-A3EC-C11A5844C382}">
      <dsp:nvSpPr>
        <dsp:cNvPr id="0" name=""/>
        <dsp:cNvSpPr/>
      </dsp:nvSpPr>
      <dsp:spPr>
        <a:xfrm rot="5400000">
          <a:off x="7102728" y="-1165147"/>
          <a:ext cx="1277690" cy="7286186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b="0" i="0" u="none" kern="1200" dirty="0">
              <a:latin typeface="Book Antiqua" panose="02040602050305030304" pitchFamily="18" charset="0"/>
            </a:rPr>
            <a:t>Combines fog localization (low latency, context-aware) with cloud globalization (centralized storage, historical analysis).</a:t>
          </a:r>
        </a:p>
      </dsp:txBody>
      <dsp:txXfrm rot="-5400000">
        <a:off x="4098480" y="1901473"/>
        <a:ext cx="7223814" cy="1152946"/>
      </dsp:txXfrm>
    </dsp:sp>
    <dsp:sp modelId="{689364BC-6A0E-B141-BC87-CDA1346A7A54}">
      <dsp:nvSpPr>
        <dsp:cNvPr id="0" name=""/>
        <dsp:cNvSpPr/>
      </dsp:nvSpPr>
      <dsp:spPr>
        <a:xfrm>
          <a:off x="0" y="1679389"/>
          <a:ext cx="4098480" cy="159711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000" b="0" i="0" u="none" kern="1200" dirty="0">
              <a:latin typeface="Book Antiqua" panose="02040602050305030304" pitchFamily="18" charset="0"/>
            </a:rPr>
            <a:t>Hybrid Approach</a:t>
          </a:r>
        </a:p>
      </dsp:txBody>
      <dsp:txXfrm>
        <a:off x="77965" y="1757354"/>
        <a:ext cx="3942550" cy="1441183"/>
      </dsp:txXfrm>
    </dsp:sp>
    <dsp:sp modelId="{EC9495B2-B55F-5841-9F13-769E3D14C73E}">
      <dsp:nvSpPr>
        <dsp:cNvPr id="0" name=""/>
        <dsp:cNvSpPr/>
      </dsp:nvSpPr>
      <dsp:spPr>
        <a:xfrm rot="5400000">
          <a:off x="7102728" y="511821"/>
          <a:ext cx="1277690" cy="7286186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000" b="0" i="0" u="none" kern="1200" dirty="0">
              <a:latin typeface="Book Antiqua" panose="02040602050305030304" pitchFamily="18" charset="0"/>
            </a:rPr>
            <a:t>Ideal for IoT use cases requiring real-time analytics, such as smart cities, healthcare, and intelligent transportation systems.</a:t>
          </a:r>
        </a:p>
      </dsp:txBody>
      <dsp:txXfrm rot="-5400000">
        <a:off x="4098480" y="3578441"/>
        <a:ext cx="7223814" cy="1152946"/>
      </dsp:txXfrm>
    </dsp:sp>
    <dsp:sp modelId="{F24419E8-FD99-E84D-A5DF-BD33FD63F56A}">
      <dsp:nvSpPr>
        <dsp:cNvPr id="0" name=""/>
        <dsp:cNvSpPr/>
      </dsp:nvSpPr>
      <dsp:spPr>
        <a:xfrm>
          <a:off x="0" y="3356358"/>
          <a:ext cx="4098480" cy="159711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2000" b="0" i="0" u="none" kern="1200" dirty="0">
              <a:latin typeface="Book Antiqua" panose="02040602050305030304" pitchFamily="18" charset="0"/>
            </a:rPr>
            <a:t>Applications</a:t>
          </a:r>
        </a:p>
      </dsp:txBody>
      <dsp:txXfrm>
        <a:off x="77965" y="3434323"/>
        <a:ext cx="3942550" cy="14411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5F2A17-6E73-EF4D-BA77-A38FB2EAC68F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2A840-9A98-D44D-B9AA-A6C163547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2A840-9A98-D44D-B9AA-A6C163547BB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46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7773-4702-EBDA-B5E1-3DC5D1D9E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CC258-2D94-89CA-DB4C-BFD0E03D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906F1-BB0B-2580-E2CE-598718CC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7BE97-2532-2218-CA50-49CC747D6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FE608-84EF-180D-0268-256298BCF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4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784B-DB0C-BC5B-9F51-9E68F778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F4E69-F211-E9B8-2A85-E56A40037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582BD-1F3F-BA75-3BE4-CD6CE9499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08B5D-07C5-127F-12E7-38FEE89E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B40A2-82F8-837F-6850-464EBE4E6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3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1184E-2407-0D1B-EEDC-E86C2566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EB30A-75DB-924C-0118-5ACD8EB3F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0CAC7-634F-8A5C-10D4-1AD2F29D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B2D69-D57F-E915-F4A8-4D9142C46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B6CE5-1E2F-7B43-F057-6EC7EBEB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6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6195-1232-7051-15C3-2DD2D2261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CDBF-45D9-280B-69CE-0041A83E3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82DB7-2D75-EA93-16F3-B22B404CD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D3688-14DF-1FAD-3698-6611BD9D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1C5F2-20B6-6E78-9DD4-7FB0392B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577AF-4B37-5FC1-A3F2-FE4B487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23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750F-9EFE-E977-E320-A20AC35C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71BF7-3A76-AE89-C3BC-EDA63319B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DB16A-E36C-16B6-83B4-EC3FEAE4C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FDABE-77B6-AB02-2CC8-752F0E9C6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32069F-46E1-AFBB-27FA-2FD22F7366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C6DBD8-06AB-65DF-4B44-6261B9EE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FB12E5-0586-1672-62D2-B7AC5C06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4E47EC-D046-0E77-AE10-8379F848D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7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51F22-8C0F-89C4-5459-B7AFF96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833A8-289C-7DD8-8D79-0DB2C762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2702D-B8B6-DC39-485A-2F6AD8FB0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528C8-945C-F2E5-D329-C13AAADB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66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F13AB-B50B-160B-0DDC-E7086B3D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5A2D7-18A0-9A5A-E5A0-DEEDE492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78DA00-ECEE-F45B-7A8B-4E50084CB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90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AF9C-2408-9625-46A9-048163CC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DFCBD-D6CE-E97D-A799-25F72CFD9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A4882-2598-F52A-70B4-2C67A2483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FFDED-49B1-1987-DBB4-F5F98994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12A7B-0D30-DD6E-02BD-BEC92056E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A81CE-B132-05E6-4A15-6C68D75D0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7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1820-C008-FFCB-B59F-D55AEAA44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9CE64-2DE2-3235-81AE-71CB6661F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0C6FA-1598-97EC-97DB-76E0D3245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A599A-27A5-3C72-6959-75939159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17E9E-8B4F-1275-EA66-24337BD4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59698-5002-EEAD-0B60-69B54595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16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B30D-C210-7249-3402-6578D4C1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5A50AE-0C49-70BA-F412-96F27E69C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4C488-22AA-5CDB-FB86-0F0C29038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15649-CD6A-671A-19BB-F8A140E0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95C9-8CD4-E4A5-22FC-59E9E2E6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72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70C6C-753E-D2EB-B1C8-D5DCF1816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B12B22-CE2A-B938-BDAC-257F9D2DD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A9167-7F1C-8B7E-FBFD-FACBB1706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BAF6-5C3C-B34D-B9E9-1D82F8E82212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8CF3C-2075-8BCF-BA89-FA2CC1B7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C9D7-C7DD-46AB-A2FE-31F72EAB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4467D-E172-3A41-9EE8-82D5FC89B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2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0ACBD3-46E9-B34D-C471-71B6DF483DA8}"/>
              </a:ext>
            </a:extLst>
          </p:cNvPr>
          <p:cNvCxnSpPr/>
          <p:nvPr userDrawn="1"/>
        </p:nvCxnSpPr>
        <p:spPr>
          <a:xfrm>
            <a:off x="235353" y="6653955"/>
            <a:ext cx="11698144" cy="0"/>
          </a:xfrm>
          <a:prstGeom prst="line">
            <a:avLst/>
          </a:prstGeom>
          <a:ln w="57150">
            <a:solidFill>
              <a:srgbClr val="CE32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E3E042-CE1D-3D42-6423-E66557975CEF}"/>
              </a:ext>
            </a:extLst>
          </p:cNvPr>
          <p:cNvCxnSpPr>
            <a:cxnSpLocks/>
          </p:cNvCxnSpPr>
          <p:nvPr userDrawn="1"/>
        </p:nvCxnSpPr>
        <p:spPr>
          <a:xfrm>
            <a:off x="258503" y="254643"/>
            <a:ext cx="0" cy="6420533"/>
          </a:xfrm>
          <a:prstGeom prst="line">
            <a:avLst/>
          </a:prstGeom>
          <a:ln w="57150">
            <a:solidFill>
              <a:srgbClr val="CE32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F82531-B33C-6FDF-E91D-44D3FC0B90B7}"/>
              </a:ext>
            </a:extLst>
          </p:cNvPr>
          <p:cNvCxnSpPr/>
          <p:nvPr userDrawn="1"/>
        </p:nvCxnSpPr>
        <p:spPr>
          <a:xfrm>
            <a:off x="246928" y="254643"/>
            <a:ext cx="11698144" cy="0"/>
          </a:xfrm>
          <a:prstGeom prst="line">
            <a:avLst/>
          </a:prstGeom>
          <a:ln w="57150">
            <a:solidFill>
              <a:srgbClr val="CE32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42AED4-CCDC-9D79-EF6E-90DDB4F232EA}"/>
              </a:ext>
            </a:extLst>
          </p:cNvPr>
          <p:cNvCxnSpPr>
            <a:cxnSpLocks/>
          </p:cNvCxnSpPr>
          <p:nvPr userDrawn="1"/>
        </p:nvCxnSpPr>
        <p:spPr>
          <a:xfrm>
            <a:off x="11916137" y="218733"/>
            <a:ext cx="0" cy="6420533"/>
          </a:xfrm>
          <a:prstGeom prst="line">
            <a:avLst/>
          </a:prstGeom>
          <a:ln w="57150">
            <a:solidFill>
              <a:srgbClr val="CE32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AC39C-93C4-4AE8-F649-505A9F28F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935" y="320756"/>
            <a:ext cx="11384667" cy="630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ADAE3-7B49-C4AE-5689-8AD9DD722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9934" y="1050784"/>
            <a:ext cx="11384657" cy="5357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FF4BD-6B00-8618-7A2E-76641CCA8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1652" y="6443684"/>
            <a:ext cx="2743200" cy="18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CE3251"/>
                </a:solidFill>
              </a:defRPr>
            </a:lvl1pPr>
          </a:lstStyle>
          <a:p>
            <a:fld id="{A721BAF6-5C3C-B34D-B9E9-1D82F8E82212}" type="datetimeFigureOut">
              <a:rPr lang="en-US" smtClean="0"/>
              <a:pPr/>
              <a:t>5/5/25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F7206-C3A8-41E2-5397-1C3F7DF46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47999" y="6422463"/>
            <a:ext cx="8257547" cy="1808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CE325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51270-8049-FDB3-FB0F-18D4E77E5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6338" y="6422462"/>
            <a:ext cx="489025" cy="206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CE3251"/>
                </a:solidFill>
              </a:defRPr>
            </a:lvl1pPr>
          </a:lstStyle>
          <a:p>
            <a:fld id="{2414467D-E172-3A41-9EE8-82D5FC89BE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CD3814-5E31-0F84-57E6-1449AC03D434}"/>
              </a:ext>
            </a:extLst>
          </p:cNvPr>
          <p:cNvSpPr/>
          <p:nvPr userDrawn="1"/>
        </p:nvSpPr>
        <p:spPr>
          <a:xfrm>
            <a:off x="0" y="0"/>
            <a:ext cx="12192000" cy="231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C4D47C-60C0-F03C-E90B-6DC9F787F95E}"/>
              </a:ext>
            </a:extLst>
          </p:cNvPr>
          <p:cNvSpPr/>
          <p:nvPr userDrawn="1"/>
        </p:nvSpPr>
        <p:spPr>
          <a:xfrm>
            <a:off x="0" y="6675177"/>
            <a:ext cx="12192000" cy="23149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438B19-489F-8473-01D9-268521D48F80}"/>
              </a:ext>
            </a:extLst>
          </p:cNvPr>
          <p:cNvSpPr/>
          <p:nvPr userDrawn="1"/>
        </p:nvSpPr>
        <p:spPr>
          <a:xfrm rot="5400000">
            <a:off x="8846694" y="3329871"/>
            <a:ext cx="6443683" cy="2469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99C67A-DEF7-674A-4F4D-E293D6F67476}"/>
              </a:ext>
            </a:extLst>
          </p:cNvPr>
          <p:cNvSpPr/>
          <p:nvPr userDrawn="1"/>
        </p:nvSpPr>
        <p:spPr>
          <a:xfrm rot="5400000">
            <a:off x="-3098377" y="3329871"/>
            <a:ext cx="6443683" cy="24692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2A8DBD-058D-DE15-491B-14494FA50CDF}"/>
              </a:ext>
            </a:extLst>
          </p:cNvPr>
          <p:cNvCxnSpPr>
            <a:cxnSpLocks/>
          </p:cNvCxnSpPr>
          <p:nvPr userDrawn="1"/>
        </p:nvCxnSpPr>
        <p:spPr>
          <a:xfrm>
            <a:off x="-23446" y="11427"/>
            <a:ext cx="12240000" cy="0"/>
          </a:xfrm>
          <a:prstGeom prst="line">
            <a:avLst/>
          </a:prstGeom>
          <a:ln w="57150">
            <a:solidFill>
              <a:srgbClr val="FF1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38FF2D-C0D4-CEAE-023B-E3FC2868B5FF}"/>
              </a:ext>
            </a:extLst>
          </p:cNvPr>
          <p:cNvCxnSpPr>
            <a:cxnSpLocks/>
          </p:cNvCxnSpPr>
          <p:nvPr userDrawn="1"/>
        </p:nvCxnSpPr>
        <p:spPr>
          <a:xfrm>
            <a:off x="11279" y="23150"/>
            <a:ext cx="0" cy="6883521"/>
          </a:xfrm>
          <a:prstGeom prst="line">
            <a:avLst/>
          </a:prstGeom>
          <a:ln w="57150">
            <a:solidFill>
              <a:srgbClr val="FF1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77711B4-5CAA-5385-4647-DCB55FE13B52}"/>
              </a:ext>
            </a:extLst>
          </p:cNvPr>
          <p:cNvCxnSpPr>
            <a:cxnSpLocks/>
          </p:cNvCxnSpPr>
          <p:nvPr userDrawn="1"/>
        </p:nvCxnSpPr>
        <p:spPr>
          <a:xfrm>
            <a:off x="34725" y="6871504"/>
            <a:ext cx="12191999" cy="0"/>
          </a:xfrm>
          <a:prstGeom prst="line">
            <a:avLst/>
          </a:prstGeom>
          <a:ln w="57150">
            <a:solidFill>
              <a:srgbClr val="FF1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B75460-1779-263E-BCB5-A75F7A7DC9E1}"/>
              </a:ext>
            </a:extLst>
          </p:cNvPr>
          <p:cNvCxnSpPr>
            <a:cxnSpLocks/>
          </p:cNvCxnSpPr>
          <p:nvPr userDrawn="1"/>
        </p:nvCxnSpPr>
        <p:spPr>
          <a:xfrm>
            <a:off x="12191999" y="11427"/>
            <a:ext cx="0" cy="6883521"/>
          </a:xfrm>
          <a:prstGeom prst="line">
            <a:avLst/>
          </a:prstGeom>
          <a:ln w="57150">
            <a:solidFill>
              <a:srgbClr val="FF1C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865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E3251"/>
          </a:solidFill>
          <a:latin typeface="Bookman Old Style" panose="020506040505050202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150000"/>
        </a:lnSpc>
        <a:spcBef>
          <a:spcPts val="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50000"/>
        </a:lnSpc>
        <a:spcBef>
          <a:spcPts val="0"/>
        </a:spcBef>
        <a:buFont typeface="Wingdings" pitchFamily="2" charset="2"/>
        <a:buChar char="Ø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50000"/>
        </a:lnSpc>
        <a:spcBef>
          <a:spcPts val="0"/>
        </a:spcBef>
        <a:buFont typeface="Wingdings" pitchFamily="2" charset="2"/>
        <a:buChar char="Ø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50000"/>
        </a:lnSpc>
        <a:spcBef>
          <a:spcPts val="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50000"/>
        </a:lnSpc>
        <a:spcBef>
          <a:spcPts val="0"/>
        </a:spcBef>
        <a:buFont typeface="Wingdings" pitchFamily="2" charset="2"/>
        <a:buChar char="Ø"/>
        <a:defRPr sz="1800" kern="1200">
          <a:solidFill>
            <a:schemeClr val="tx1"/>
          </a:solidFill>
          <a:latin typeface="Book Antiqua" panose="020406020503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0C42F55-DF40-AD94-3ABE-C729D34E87A1}"/>
              </a:ext>
            </a:extLst>
          </p:cNvPr>
          <p:cNvSpPr txBox="1">
            <a:spLocks/>
          </p:cNvSpPr>
          <p:nvPr/>
        </p:nvSpPr>
        <p:spPr>
          <a:xfrm>
            <a:off x="1524000" y="626302"/>
            <a:ext cx="9144000" cy="2342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CE3251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Fundamentals </a:t>
            </a:r>
            <a:br>
              <a:rPr lang="en-US" dirty="0"/>
            </a:br>
            <a:r>
              <a:rPr lang="en-US" dirty="0"/>
              <a:t>of </a:t>
            </a:r>
            <a:br>
              <a:rPr lang="en-US" dirty="0"/>
            </a:br>
            <a:r>
              <a:rPr lang="en-US" dirty="0"/>
              <a:t>Fog and Edge Computing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3D10DA9-85CC-E84A-C5E1-DE4EE13CC67B}"/>
              </a:ext>
            </a:extLst>
          </p:cNvPr>
          <p:cNvSpPr txBox="1">
            <a:spLocks/>
          </p:cNvSpPr>
          <p:nvPr/>
        </p:nvSpPr>
        <p:spPr>
          <a:xfrm>
            <a:off x="1524000" y="3240034"/>
            <a:ext cx="9144000" cy="12985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BCSE313L</a:t>
            </a:r>
          </a:p>
          <a:p>
            <a:r>
              <a:rPr lang="en-US" b="1" dirty="0"/>
              <a:t>WINTER 2024 - 2025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135A882-75BD-6212-D6B5-EC0AB472C306}"/>
              </a:ext>
            </a:extLst>
          </p:cNvPr>
          <p:cNvSpPr txBox="1">
            <a:spLocks/>
          </p:cNvSpPr>
          <p:nvPr/>
        </p:nvSpPr>
        <p:spPr>
          <a:xfrm>
            <a:off x="413657" y="5072082"/>
            <a:ext cx="11364685" cy="928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/>
              <a:t>Module 6 - Technologies in Fog Computing</a:t>
            </a:r>
          </a:p>
        </p:txBody>
      </p:sp>
    </p:spTree>
    <p:extLst>
      <p:ext uri="{BB962C8B-B14F-4D97-AF65-F5344CB8AC3E}">
        <p14:creationId xmlns:p14="http://schemas.microsoft.com/office/powerpoint/2010/main" val="1485410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65E3-24F0-A7C3-812C-4FD3ECE90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Fog 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74C8-CD43-7CB8-C95B-AFF6DBF32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It focuses on </a:t>
            </a:r>
            <a:r>
              <a:rPr lang="en-US" dirty="0">
                <a:solidFill>
                  <a:srgbClr val="FF0000"/>
                </a:solidFill>
              </a:rPr>
              <a:t>handling the entire data life cycle</a:t>
            </a:r>
            <a:r>
              <a:rPr lang="en-US" dirty="0"/>
              <a:t> efficiently while addressing the </a:t>
            </a:r>
            <a:r>
              <a:rPr lang="en-US" dirty="0">
                <a:solidFill>
                  <a:srgbClr val="FF0000"/>
                </a:solidFill>
              </a:rPr>
              <a:t>unique characteristics of IoT data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22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7FA79-42EE-6A35-F173-1184D206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3D2A-0D2E-7BDB-6883-17008557F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Fog Data Management - Fog Data Life Cycle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FEC319C-FEF4-F8F0-8192-1A060A214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9521314"/>
              </p:ext>
            </p:extLst>
          </p:nvPr>
        </p:nvGraphicFramePr>
        <p:xfrm>
          <a:off x="409575" y="1050925"/>
          <a:ext cx="11385550" cy="5357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2548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2B9E-22EA-707F-7DBA-A7EEC0E7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4A31-A4A9-E9EC-7C1F-ECFD29B9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Fog Data Management - Fog Data Life Cycle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31CAE30-3AA3-7E22-9570-C058CE1DD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2895821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7593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5CDA1-331D-5C17-9A7D-2703B365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616D-6228-AAD7-6CEA-DEC5FE47B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Fog Data Management - Fog Data Life Cycle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FA056F7-B135-D6F0-1453-43FFE3D96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788438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7386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FBB9-0F4B-9904-D915-DFB69C27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B911-F0AF-A845-997B-6F5DA079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IoT Data Characteristics</a:t>
            </a:r>
          </a:p>
        </p:txBody>
      </p:sp>
      <p:pic>
        <p:nvPicPr>
          <p:cNvPr id="8" name="Picture 7" descr="A diagram of data processing&#10;&#10;Description automatically generated">
            <a:extLst>
              <a:ext uri="{FF2B5EF4-FFF2-40B4-BE49-F238E27FC236}">
                <a16:creationId xmlns:a16="http://schemas.microsoft.com/office/drawing/2014/main" id="{8AAD6948-F6C3-F6F6-D1B5-74780F9C2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97" y="922869"/>
            <a:ext cx="11381775" cy="56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3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66DFA-65CE-32EA-AC50-BA4E2F175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BEFA4-17E9-62F1-9AC1-227E46CA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IoT Data Characteristics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30C2347-741C-BBA3-F3EA-7A76502B59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217980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09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CCDAD-F7A4-6DAF-66CB-D80FFCBDE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9D4BE-66DC-9DB8-3D32-0623FCAE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IoT Data Characteristics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4FA4DC0-4A28-7523-A719-6E166A03EE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3144578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7303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5897-A79C-7D90-187D-844D3CB35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7E893-0931-3F53-0BEB-DD2533C9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Data Preprocessing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AC058-C903-CA7B-B75D-D1D32534E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900" dirty="0"/>
              <a:t>Data pre-processing is a critical step in fog data management to ensure data quality and usability for analytics and decision-making.</a:t>
            </a:r>
          </a:p>
          <a:p>
            <a:pPr>
              <a:lnSpc>
                <a:spcPct val="100000"/>
              </a:lnSpc>
            </a:pPr>
            <a:r>
              <a:rPr lang="en-US" sz="1900" b="1" dirty="0">
                <a:solidFill>
                  <a:srgbClr val="FF0000"/>
                </a:solidFill>
              </a:rPr>
              <a:t>Data Cleaning 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Purpose : To address "dirty data" issues such as missed or unreliable sensor readings.</a:t>
            </a:r>
          </a:p>
          <a:p>
            <a:pPr lvl="1">
              <a:lnSpc>
                <a:spcPct val="100000"/>
              </a:lnSpc>
            </a:pPr>
            <a:r>
              <a:rPr lang="en-US" sz="1900" dirty="0"/>
              <a:t>Approaches :</a:t>
            </a:r>
          </a:p>
          <a:p>
            <a:pPr lvl="2">
              <a:lnSpc>
                <a:spcPct val="100000"/>
              </a:lnSpc>
            </a:pPr>
            <a:r>
              <a:rPr lang="en-US" sz="1900" b="1" dirty="0">
                <a:solidFill>
                  <a:srgbClr val="FF0000"/>
                </a:solidFill>
              </a:rPr>
              <a:t>Declarative Data Cleaning</a:t>
            </a:r>
          </a:p>
          <a:p>
            <a:pPr lvl="3">
              <a:lnSpc>
                <a:spcPct val="100000"/>
              </a:lnSpc>
            </a:pPr>
            <a:r>
              <a:rPr lang="en-US" sz="1900" dirty="0"/>
              <a:t>Uses high-level declarative queries (e.g., Continuous Query Language, CQL) to define constraints on sensor values.</a:t>
            </a:r>
          </a:p>
          <a:p>
            <a:pPr lvl="3">
              <a:lnSpc>
                <a:spcPct val="100000"/>
              </a:lnSpc>
            </a:pPr>
            <a:r>
              <a:rPr lang="en-US" sz="1900" dirty="0"/>
              <a:t>Example: Extensible Sensor Stream Processing (ESP), a declarative-based framework for pervasive applications.</a:t>
            </a:r>
          </a:p>
          <a:p>
            <a:pPr lvl="2">
              <a:lnSpc>
                <a:spcPct val="100000"/>
              </a:lnSpc>
            </a:pPr>
            <a:r>
              <a:rPr lang="en-US" sz="1900" b="1" dirty="0">
                <a:solidFill>
                  <a:srgbClr val="FF0000"/>
                </a:solidFill>
              </a:rPr>
              <a:t>Model-Based Data Cleaning</a:t>
            </a:r>
          </a:p>
          <a:p>
            <a:pPr lvl="3">
              <a:lnSpc>
                <a:spcPct val="100000"/>
              </a:lnSpc>
            </a:pPr>
            <a:r>
              <a:rPr lang="en-US" sz="1900" dirty="0"/>
              <a:t>Detects anomalies by comparing raw sensor values with inferred values derived from models.</a:t>
            </a:r>
          </a:p>
          <a:p>
            <a:pPr lvl="3">
              <a:lnSpc>
                <a:spcPct val="100000"/>
              </a:lnSpc>
            </a:pPr>
            <a:r>
              <a:rPr lang="en-US" sz="1900" dirty="0"/>
              <a:t>Subcategories include:</a:t>
            </a:r>
          </a:p>
          <a:p>
            <a:pPr lvl="4">
              <a:lnSpc>
                <a:spcPct val="100000"/>
              </a:lnSpc>
            </a:pPr>
            <a:r>
              <a:rPr lang="en-US" sz="1900" dirty="0"/>
              <a:t>Regression Models : Polynomial regression, Chebyshev regression.</a:t>
            </a:r>
          </a:p>
          <a:p>
            <a:pPr lvl="4">
              <a:lnSpc>
                <a:spcPct val="100000"/>
              </a:lnSpc>
            </a:pPr>
            <a:r>
              <a:rPr lang="en-US" sz="1900" dirty="0"/>
              <a:t>Probabilistic Models : Kalman filter.</a:t>
            </a:r>
          </a:p>
          <a:p>
            <a:pPr lvl="4">
              <a:lnSpc>
                <a:spcPct val="100000"/>
              </a:lnSpc>
            </a:pPr>
            <a:r>
              <a:rPr lang="en-US" sz="1900" dirty="0"/>
              <a:t>Outlier Detection Models : Techniques to identify inconsistent or abnormal data points.</a:t>
            </a:r>
          </a:p>
        </p:txBody>
      </p:sp>
    </p:spTree>
    <p:extLst>
      <p:ext uri="{BB962C8B-B14F-4D97-AF65-F5344CB8AC3E}">
        <p14:creationId xmlns:p14="http://schemas.microsoft.com/office/powerpoint/2010/main" val="2247207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B978-496E-1A5F-A6B5-520BB2988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F33E-120C-6CA1-61C2-6CE6DFA7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Data Fusion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2D391-5CFE-A25D-DCE8-BB29A186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Purpose : Eliminates redundancy, ambiguity, and inconsistencies while integrating data from multiple sources.</a:t>
            </a:r>
          </a:p>
          <a:p>
            <a:r>
              <a:rPr lang="en-US" sz="2200" b="1" dirty="0"/>
              <a:t>Categories :</a:t>
            </a:r>
          </a:p>
          <a:p>
            <a:pPr lvl="1"/>
            <a:r>
              <a:rPr lang="en-US" sz="1800" dirty="0"/>
              <a:t>Data-Based Model : Focuses on imperfections like impreciseness, incompleteness, vagueness, or uncertainty.</a:t>
            </a:r>
          </a:p>
          <a:p>
            <a:pPr lvl="1"/>
            <a:r>
              <a:rPr lang="en-US" sz="1800" dirty="0"/>
              <a:t>Activity-Based Model : Deals with dependency among data.</a:t>
            </a:r>
          </a:p>
          <a:p>
            <a:pPr lvl="1"/>
            <a:r>
              <a:rPr lang="en-US" sz="1800" dirty="0"/>
              <a:t>Role-Based Model : Addresses conflicts and diversity in data.</a:t>
            </a:r>
          </a:p>
          <a:p>
            <a:r>
              <a:rPr lang="en-US" sz="2200" b="1" dirty="0"/>
              <a:t> Frameworks :</a:t>
            </a:r>
          </a:p>
          <a:p>
            <a:pPr lvl="1"/>
            <a:r>
              <a:rPr lang="en-US" sz="1800" dirty="0"/>
              <a:t>Imperfect, correlated, inconsistent, and disparate data fusion frameworks.</a:t>
            </a:r>
          </a:p>
          <a:p>
            <a:pPr lvl="1"/>
            <a:r>
              <a:rPr lang="en-US" sz="1800" dirty="0"/>
              <a:t>Examples: Intelligent Cycle (IC), Joint Directors of Laboratories (JDL).</a:t>
            </a:r>
          </a:p>
        </p:txBody>
      </p:sp>
    </p:spTree>
    <p:extLst>
      <p:ext uri="{BB962C8B-B14F-4D97-AF65-F5344CB8AC3E}">
        <p14:creationId xmlns:p14="http://schemas.microsoft.com/office/powerpoint/2010/main" val="3994763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D4CFF-6052-93E6-B0CB-33C7CB84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A883-D1EC-86FF-36EE-F143EDED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Edge Mining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28873-35C2-9F6E-9B93-74B3AC0F7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b="1" dirty="0"/>
              <a:t>Purpose</a:t>
            </a:r>
            <a:r>
              <a:rPr lang="en-US" sz="2000" dirty="0"/>
              <a:t> : Reduces data volume through local analytics and stream processing at the edge (fog layer).</a:t>
            </a:r>
          </a:p>
          <a:p>
            <a:r>
              <a:rPr lang="en-US" sz="2000" b="1" dirty="0"/>
              <a:t>Definition</a:t>
            </a:r>
            <a:r>
              <a:rPr lang="en-US" sz="2000" dirty="0"/>
              <a:t> : Processes sensory data near or at the point of sensing to convert raw signals into contextually relevant information.</a:t>
            </a:r>
          </a:p>
          <a:p>
            <a:r>
              <a:rPr lang="en-US" sz="2000" b="1" dirty="0"/>
              <a:t>Techniques :</a:t>
            </a:r>
          </a:p>
          <a:p>
            <a:pPr lvl="1"/>
            <a:r>
              <a:rPr lang="en-US" sz="2000" dirty="0"/>
              <a:t>Linear Spanish Inquisition Protocol (L-SIP) : A lightweight algorithm for local data compression, reducing data size via state estimation.</a:t>
            </a:r>
          </a:p>
          <a:p>
            <a:pPr lvl="1"/>
            <a:r>
              <a:rPr lang="en-US" sz="2000" dirty="0" err="1"/>
              <a:t>ClassAct</a:t>
            </a:r>
            <a:r>
              <a:rPr lang="en-US" sz="2000" dirty="0"/>
              <a:t> and Bare Necessities (BN) : Algorithms that achieve significant reductions in packet transmission (99.6% and 99.98%, respectively).</a:t>
            </a:r>
          </a:p>
          <a:p>
            <a:pPr lvl="1"/>
            <a:r>
              <a:rPr lang="en-US" sz="1600" dirty="0"/>
              <a:t>Collaborative Edge Mining : Extends edge mining to further reduce transferred data size.</a:t>
            </a:r>
          </a:p>
        </p:txBody>
      </p:sp>
    </p:spTree>
    <p:extLst>
      <p:ext uri="{BB962C8B-B14F-4D97-AF65-F5344CB8AC3E}">
        <p14:creationId xmlns:p14="http://schemas.microsoft.com/office/powerpoint/2010/main" val="1195148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8645-C807-368C-1604-5568EFE84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2A56-F2EC-5621-645C-C3A6D25FF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Fog Data Management – Data Privacy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878ED-80C0-BE33-80EA-99ACAB4AE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Privacy preservation is a key functionality in fog computing to protect sensitive data from unauthorized access. Key aspects include:</a:t>
            </a:r>
          </a:p>
          <a:p>
            <a:r>
              <a:rPr lang="en-US" sz="2400" b="1" dirty="0"/>
              <a:t>Authentication Challenges :</a:t>
            </a:r>
          </a:p>
          <a:p>
            <a:pPr lvl="1"/>
            <a:r>
              <a:rPr lang="en-US" sz="1800" dirty="0"/>
              <a:t>Mobility and dynamic network nature (e.g., smart transportation) require adaptive authentication mechanisms.</a:t>
            </a:r>
          </a:p>
          <a:p>
            <a:r>
              <a:rPr lang="en-US" sz="2400" b="1" dirty="0"/>
              <a:t> Location Privacy :</a:t>
            </a:r>
          </a:p>
          <a:p>
            <a:pPr lvl="1"/>
            <a:r>
              <a:rPr lang="en-US" sz="1800" dirty="0"/>
              <a:t>Sensitive location data must be protected to prevent misuse.</a:t>
            </a:r>
          </a:p>
          <a:p>
            <a:pPr lvl="1"/>
            <a:r>
              <a:rPr lang="en-US" sz="1800" dirty="0"/>
              <a:t>Secure positioning protocols ensure correctness, positioning security, and location privacy.</a:t>
            </a:r>
          </a:p>
          <a:p>
            <a:r>
              <a:rPr lang="en-US" sz="2400" dirty="0"/>
              <a:t> </a:t>
            </a:r>
            <a:r>
              <a:rPr lang="en-US" sz="2400" b="1" dirty="0"/>
              <a:t>Privacy-Preserving Data Aggregation :</a:t>
            </a:r>
          </a:p>
          <a:p>
            <a:pPr lvl="1"/>
            <a:r>
              <a:rPr lang="en-US" sz="1800" dirty="0"/>
              <a:t>Techniques such as Chinese Remainder Theorem, one-way hash, and homomorphic </a:t>
            </a:r>
            <a:r>
              <a:rPr lang="en-US" sz="1800" dirty="0" err="1"/>
              <a:t>Paillier</a:t>
            </a:r>
            <a:r>
              <a:rPr lang="en-US" sz="1800" dirty="0"/>
              <a:t> encryption enable fault-tolerant aggregation, authentication, and detection of false data injection in the fog layer.</a:t>
            </a:r>
          </a:p>
        </p:txBody>
      </p:sp>
    </p:spTree>
    <p:extLst>
      <p:ext uri="{BB962C8B-B14F-4D97-AF65-F5344CB8AC3E}">
        <p14:creationId xmlns:p14="http://schemas.microsoft.com/office/powerpoint/2010/main" val="3139830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5A7BA-F3E1-9AC1-66A6-39435E06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C40F-1040-E5C3-1CF0-E680DD66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Data Storage and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CFCBE-0993-B423-E807-792D74215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300" dirty="0"/>
              <a:t>Efficient data storage and placement are essential for minimizing latency and optimizing resource usage in fog computing environments.</a:t>
            </a:r>
          </a:p>
          <a:p>
            <a:pPr lvl="1"/>
            <a:r>
              <a:rPr lang="en-US" sz="2300" b="1" dirty="0"/>
              <a:t>Storage Policies :</a:t>
            </a:r>
          </a:p>
          <a:p>
            <a:pPr lvl="2"/>
            <a:r>
              <a:rPr lang="en-US" sz="2300" dirty="0"/>
              <a:t>Data may be discarded after pre-processing or temporarily stored in fog devices for further processing or aggregation.</a:t>
            </a:r>
          </a:p>
          <a:p>
            <a:pPr lvl="2"/>
            <a:r>
              <a:rPr lang="en-US" sz="2300" dirty="0"/>
              <a:t>Constraints include storage capacity, memory limitations, and the need for low-latency cache management.</a:t>
            </a:r>
          </a:p>
          <a:p>
            <a:pPr lvl="1"/>
            <a:r>
              <a:rPr lang="en-US" sz="2300" b="1" dirty="0"/>
              <a:t> Decision Factors :</a:t>
            </a:r>
          </a:p>
          <a:p>
            <a:pPr lvl="2"/>
            <a:r>
              <a:rPr lang="en-US" sz="2300" dirty="0"/>
              <a:t>Duration and volume of stored data depend on application type and infrastructure capabilities.</a:t>
            </a:r>
          </a:p>
        </p:txBody>
      </p:sp>
    </p:spTree>
    <p:extLst>
      <p:ext uri="{BB962C8B-B14F-4D97-AF65-F5344CB8AC3E}">
        <p14:creationId xmlns:p14="http://schemas.microsoft.com/office/powerpoint/2010/main" val="3542118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84CF3-8D70-8F5F-2DE3-8197B826D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DB09-3EBC-9EA5-4B8A-0251C9876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Data Storage and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08CD3-6CBF-2880-6187-98CF4A5B2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 Placement Strategies :</a:t>
            </a:r>
          </a:p>
          <a:p>
            <a:pPr lvl="1"/>
            <a:r>
              <a:rPr lang="en-US" sz="2500" dirty="0"/>
              <a:t>Efficient placement of data in fog storages considers node characteristics, geographical zones, and application types.</a:t>
            </a:r>
          </a:p>
          <a:p>
            <a:r>
              <a:rPr lang="en-US" sz="2500" b="1" dirty="0" err="1"/>
              <a:t>iFogStore</a:t>
            </a:r>
            <a:r>
              <a:rPr lang="en-US" sz="2500" b="1" dirty="0"/>
              <a:t> :</a:t>
            </a:r>
          </a:p>
          <a:p>
            <a:pPr lvl="1"/>
            <a:r>
              <a:rPr lang="en-US" sz="2500" dirty="0"/>
              <a:t>Proposed by Naas et al., it reduces latency by considering fog device heterogeneity, location, and capacity constraints.</a:t>
            </a:r>
          </a:p>
          <a:p>
            <a:pPr lvl="1"/>
            <a:r>
              <a:rPr lang="en-US" sz="2500" dirty="0"/>
              <a:t>Supports dynamic data consumer locations and efficient data sharing.</a:t>
            </a:r>
          </a:p>
        </p:txBody>
      </p:sp>
    </p:spTree>
    <p:extLst>
      <p:ext uri="{BB962C8B-B14F-4D97-AF65-F5344CB8AC3E}">
        <p14:creationId xmlns:p14="http://schemas.microsoft.com/office/powerpoint/2010/main" val="2303159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3C538-F90B-23E1-863D-28938D5F6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50C87-AF51-5E1C-8E31-01CB6106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2EC96-F504-2C66-FE2E-DD594B8D6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 :</a:t>
            </a:r>
          </a:p>
          <a:p>
            <a:pPr lvl="1"/>
            <a:r>
              <a:rPr lang="en-US" sz="2100" dirty="0"/>
              <a:t>A three-layer architecture was proposed in [30] for real-time decision-making: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Edge (Fog) Layer </a:t>
            </a:r>
            <a:r>
              <a:rPr lang="en-US" sz="2100" dirty="0"/>
              <a:t>: Includes six components—monitoring, data preparation, adaptive algorithm, specification list, storage, and mediator component—for storage-constrained systems.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Cloud Layer </a:t>
            </a:r>
            <a:r>
              <a:rPr lang="en-US" sz="2100" dirty="0"/>
              <a:t>: Stores historical data.</a:t>
            </a:r>
          </a:p>
          <a:p>
            <a:pPr lvl="1"/>
            <a:r>
              <a:rPr lang="en-US" sz="2100" dirty="0">
                <a:solidFill>
                  <a:srgbClr val="FF0000"/>
                </a:solidFill>
              </a:rPr>
              <a:t>Gathering Layer (Device Layer) </a:t>
            </a:r>
            <a:r>
              <a:rPr lang="en-US" sz="2100" dirty="0"/>
              <a:t>: Generates raw data.</a:t>
            </a:r>
          </a:p>
        </p:txBody>
      </p:sp>
    </p:spTree>
    <p:extLst>
      <p:ext uri="{BB962C8B-B14F-4D97-AF65-F5344CB8AC3E}">
        <p14:creationId xmlns:p14="http://schemas.microsoft.com/office/powerpoint/2010/main" val="3270933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A0BEA-06AD-3948-117E-8D78CE6F8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824DF-5B4B-D081-6B8C-8AB6F2B68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F7AAA-E45E-4A24-B774-5F93D588D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</p:txBody>
      </p:sp>
      <p:pic>
        <p:nvPicPr>
          <p:cNvPr id="5" name="Picture 4" descr="Several types of data storage&#10;&#10;Description automatically generated">
            <a:extLst>
              <a:ext uri="{FF2B5EF4-FFF2-40B4-BE49-F238E27FC236}">
                <a16:creationId xmlns:a16="http://schemas.microsoft.com/office/drawing/2014/main" id="{0C2148C9-AF43-235A-60CB-235C484D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304" y="1615858"/>
            <a:ext cx="8289391" cy="4921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AC807B-90BE-A7A7-8A26-C452E437FC71}"/>
              </a:ext>
            </a:extLst>
          </p:cNvPr>
          <p:cNvSpPr txBox="1"/>
          <p:nvPr/>
        </p:nvSpPr>
        <p:spPr>
          <a:xfrm>
            <a:off x="13002016" y="13277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14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50A5-1A32-D3C1-EC61-CC027D9C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52EB4-AD60-0641-CEFC-21D48481D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D9D07-19B9-5E7B-9C81-1D5F241E3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  <a:p>
            <a:r>
              <a:rPr lang="en-US" sz="2500" b="1" dirty="0"/>
              <a:t>Device Layer Modules:</a:t>
            </a:r>
          </a:p>
          <a:p>
            <a:endParaRPr lang="en-US" sz="2500" b="1" dirty="0"/>
          </a:p>
          <a:p>
            <a:r>
              <a:rPr lang="en-US" sz="2500" dirty="0">
                <a:solidFill>
                  <a:srgbClr val="FF0000"/>
                </a:solidFill>
              </a:rPr>
              <a:t>Registration Module</a:t>
            </a:r>
            <a:r>
              <a:rPr lang="en-US" sz="2500" dirty="0"/>
              <a:t>: Allows devices to dynamically join or leave the network, receiving a unique ID and key for authentication.</a:t>
            </a:r>
          </a:p>
          <a:p>
            <a:endParaRPr lang="en-US" sz="2500" dirty="0"/>
          </a:p>
          <a:p>
            <a:r>
              <a:rPr lang="en-US" sz="2500" dirty="0">
                <a:solidFill>
                  <a:srgbClr val="FF0000"/>
                </a:solidFill>
              </a:rPr>
              <a:t>Data Collection/Command Execution Module</a:t>
            </a:r>
            <a:r>
              <a:rPr lang="en-US" sz="2500" dirty="0"/>
              <a:t>: Collects data from sensors and executes commands received from the fog layer.</a:t>
            </a:r>
          </a:p>
        </p:txBody>
      </p:sp>
    </p:spTree>
    <p:extLst>
      <p:ext uri="{BB962C8B-B14F-4D97-AF65-F5344CB8AC3E}">
        <p14:creationId xmlns:p14="http://schemas.microsoft.com/office/powerpoint/2010/main" val="1052184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D644-4E97-6152-1A56-61117186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639B-E6CE-6507-F1FE-18C2BFFC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C85CF-4B9F-A9A8-D1FA-F8F99A00A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  <a:p>
            <a:r>
              <a:rPr lang="en-US" sz="2000" b="1" dirty="0"/>
              <a:t>Fog Layer Modules:</a:t>
            </a:r>
          </a:p>
          <a:p>
            <a:endParaRPr lang="en-US" sz="2000" b="1" dirty="0"/>
          </a:p>
          <a:p>
            <a:r>
              <a:rPr lang="en-US" sz="2000" dirty="0">
                <a:solidFill>
                  <a:srgbClr val="FF0000"/>
                </a:solidFill>
              </a:rPr>
              <a:t>Resource Management: </a:t>
            </a:r>
            <a:r>
              <a:rPr lang="en-US" sz="2000" dirty="0"/>
              <a:t>Manages device registrations and deactivates inactive devices based on policy.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Temporary Storage: </a:t>
            </a:r>
            <a:r>
              <a:rPr lang="en-US" sz="2000" dirty="0"/>
              <a:t>Stores incoming data and device specifications for authentication.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Pre-Processing: </a:t>
            </a:r>
            <a:r>
              <a:rPr lang="en-US" sz="2000" dirty="0"/>
              <a:t>Prepares, aggregates, and processes data for analysis, including data cleaning and filtering.</a:t>
            </a:r>
          </a:p>
          <a:p>
            <a:r>
              <a:rPr lang="en-US" sz="2000" dirty="0">
                <a:solidFill>
                  <a:srgbClr val="FF0000"/>
                </a:solidFill>
              </a:rPr>
              <a:t>Encryption/Decryption and Compression/Decompression: </a:t>
            </a:r>
            <a:r>
              <a:rPr lang="en-US" sz="2000" dirty="0"/>
              <a:t>Enhances data privacy and reduces network overhead.</a:t>
            </a:r>
          </a:p>
        </p:txBody>
      </p:sp>
    </p:spTree>
    <p:extLst>
      <p:ext uri="{BB962C8B-B14F-4D97-AF65-F5344CB8AC3E}">
        <p14:creationId xmlns:p14="http://schemas.microsoft.com/office/powerpoint/2010/main" val="3172188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40D0-AD06-F816-C2B8-90C60884E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CFB8D-0105-C6F6-50AC-6BFC394B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19225-48EC-0355-8929-F67944D90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  <a:p>
            <a:r>
              <a:rPr lang="en-US" sz="2500" b="1" dirty="0"/>
              <a:t>Fog Layer Functions:</a:t>
            </a:r>
          </a:p>
          <a:p>
            <a:endParaRPr lang="en-US" sz="2500" b="1" dirty="0"/>
          </a:p>
          <a:p>
            <a:pPr lvl="1"/>
            <a:r>
              <a:rPr lang="en-US" sz="2100" dirty="0"/>
              <a:t>Acts as an intermediate layer for data processing and analysis, reducing latency by processing data closer to the source.</a:t>
            </a:r>
          </a:p>
          <a:p>
            <a:pPr lvl="1"/>
            <a:endParaRPr lang="en-US" sz="2100" dirty="0"/>
          </a:p>
          <a:p>
            <a:pPr lvl="1"/>
            <a:r>
              <a:rPr lang="en-US" sz="2100" dirty="0"/>
              <a:t>Supports heterogeneous communication protocols for device interaction.</a:t>
            </a:r>
          </a:p>
        </p:txBody>
      </p:sp>
    </p:spTree>
    <p:extLst>
      <p:ext uri="{BB962C8B-B14F-4D97-AF65-F5344CB8AC3E}">
        <p14:creationId xmlns:p14="http://schemas.microsoft.com/office/powerpoint/2010/main" val="1046626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8977-DEF2-ABBB-168F-D3ABE82D8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362AB-4C76-4C22-E107-8BE4AF00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30C8E-668B-40D9-F734-FB02498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  <a:p>
            <a:r>
              <a:rPr lang="en-US" sz="2500" b="1" dirty="0"/>
              <a:t>Cloud Layer Modules:</a:t>
            </a:r>
          </a:p>
          <a:p>
            <a:endParaRPr lang="en-US" sz="2500" dirty="0"/>
          </a:p>
          <a:p>
            <a:r>
              <a:rPr lang="en-US" sz="2500" dirty="0">
                <a:solidFill>
                  <a:srgbClr val="FF0000"/>
                </a:solidFill>
              </a:rPr>
              <a:t>Permanent Storage: </a:t>
            </a:r>
            <a:r>
              <a:rPr lang="en-US" sz="2500" dirty="0"/>
              <a:t>Stores large volumes of data from fog zones, utilizing big data technologies.</a:t>
            </a:r>
          </a:p>
          <a:p>
            <a:r>
              <a:rPr lang="en-US" sz="2500" dirty="0">
                <a:solidFill>
                  <a:srgbClr val="FF0000"/>
                </a:solidFill>
              </a:rPr>
              <a:t>Global Decision-Making: </a:t>
            </a:r>
            <a:r>
              <a:rPr lang="en-US" sz="2500" dirty="0"/>
              <a:t>Processes data to provide feedback to lower layers and stores useful data.</a:t>
            </a:r>
          </a:p>
          <a:p>
            <a:r>
              <a:rPr lang="en-US" sz="2500" dirty="0">
                <a:solidFill>
                  <a:srgbClr val="FF0000"/>
                </a:solidFill>
              </a:rPr>
              <a:t>Data Analysis: </a:t>
            </a:r>
            <a:r>
              <a:rPr lang="en-US" sz="2500" dirty="0"/>
              <a:t>Performs pattern recognition and knowledge discovery from heterogeneous data.</a:t>
            </a:r>
          </a:p>
        </p:txBody>
      </p:sp>
    </p:spTree>
    <p:extLst>
      <p:ext uri="{BB962C8B-B14F-4D97-AF65-F5344CB8AC3E}">
        <p14:creationId xmlns:p14="http://schemas.microsoft.com/office/powerpoint/2010/main" val="216089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69A2-D958-EA13-0168-D84882C4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0984-4806-E4E2-B352-AB5E2AF4E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CB89E-4756-6B52-8672-1C201B854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b="1" dirty="0"/>
              <a:t>Data Management Architecture</a:t>
            </a:r>
          </a:p>
          <a:p>
            <a:r>
              <a:rPr lang="en-US" sz="2500" b="1" dirty="0"/>
              <a:t>Security and Efficiency:</a:t>
            </a:r>
          </a:p>
          <a:p>
            <a:endParaRPr lang="en-US" sz="2500" b="1" dirty="0"/>
          </a:p>
          <a:p>
            <a:r>
              <a:rPr lang="en-US" sz="2500" dirty="0"/>
              <a:t>Both fog and cloud layers implement encryption and compression to protect data privacy and reduce network overhead.</a:t>
            </a:r>
          </a:p>
          <a:p>
            <a:endParaRPr lang="en-US" sz="2500" dirty="0"/>
          </a:p>
          <a:p>
            <a:r>
              <a:rPr lang="en-US" sz="2500" dirty="0"/>
              <a:t>Fog computing enhances security by providing additional measures such as authentication and encryption at the edge.</a:t>
            </a:r>
          </a:p>
        </p:txBody>
      </p:sp>
    </p:spTree>
    <p:extLst>
      <p:ext uri="{BB962C8B-B14F-4D97-AF65-F5344CB8AC3E}">
        <p14:creationId xmlns:p14="http://schemas.microsoft.com/office/powerpoint/2010/main" val="2505300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36C13-268D-72ED-5D0E-9068C9B0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C49E-8BA1-F2E4-2872-A21D720C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Architecture Interaction </a:t>
            </a:r>
          </a:p>
        </p:txBody>
      </p:sp>
      <p:pic>
        <p:nvPicPr>
          <p:cNvPr id="9" name="Content Placeholder 8" descr="A diagram of a cloud layer&#10;&#10;Description automatically generated">
            <a:extLst>
              <a:ext uri="{FF2B5EF4-FFF2-40B4-BE49-F238E27FC236}">
                <a16:creationId xmlns:a16="http://schemas.microsoft.com/office/drawing/2014/main" id="{8C31B27C-7B2F-170E-A922-D40D8E713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7317" y="1050925"/>
            <a:ext cx="9350066" cy="5357813"/>
          </a:xfrm>
        </p:spPr>
      </p:pic>
    </p:spTree>
    <p:extLst>
      <p:ext uri="{BB962C8B-B14F-4D97-AF65-F5344CB8AC3E}">
        <p14:creationId xmlns:p14="http://schemas.microsoft.com/office/powerpoint/2010/main" val="3286618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E2BC-F88A-DAC3-69FC-D1B891D2B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F7C0-92C5-974E-52A0-124602DA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39C36-52B1-33C4-CAD5-42D890E71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Fog computing is critical for managing large volumes of data generated by e-Health devices (e.g., ECG devices that produce several GBs of data daily).</a:t>
            </a:r>
          </a:p>
          <a:p>
            <a:endParaRPr lang="en-US" dirty="0"/>
          </a:p>
          <a:p>
            <a:r>
              <a:rPr lang="en-US" dirty="0"/>
              <a:t>It helps reduce </a:t>
            </a:r>
            <a:r>
              <a:rPr lang="en-US" dirty="0">
                <a:solidFill>
                  <a:srgbClr val="FF0000"/>
                </a:solidFill>
              </a:rPr>
              <a:t>network bandwidth, storage, and processing overhead</a:t>
            </a:r>
            <a:r>
              <a:rPr lang="en-US" dirty="0"/>
              <a:t> by </a:t>
            </a:r>
            <a:r>
              <a:rPr lang="en-US" dirty="0">
                <a:solidFill>
                  <a:srgbClr val="FF0000"/>
                </a:solidFill>
              </a:rPr>
              <a:t>handling data locally at the edge</a:t>
            </a:r>
            <a:r>
              <a:rPr lang="en-US" dirty="0"/>
              <a:t> (fog layer) rather than sending all data directly to the cloud.</a:t>
            </a:r>
          </a:p>
        </p:txBody>
      </p:sp>
    </p:spTree>
    <p:extLst>
      <p:ext uri="{BB962C8B-B14F-4D97-AF65-F5344CB8AC3E}">
        <p14:creationId xmlns:p14="http://schemas.microsoft.com/office/powerpoint/2010/main" val="2420463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2435-4D8D-9F76-E2D2-DF5F516C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6E7AC-002A-B291-F573-48C05C5CB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155C5-490E-41EA-C34E-8F841717A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e-Health systems </a:t>
            </a:r>
            <a:r>
              <a:rPr lang="en-US" dirty="0">
                <a:solidFill>
                  <a:srgbClr val="FF0000"/>
                </a:solidFill>
              </a:rPr>
              <a:t>monitor patients' health parameters</a:t>
            </a:r>
            <a:r>
              <a:rPr lang="en-US" dirty="0"/>
              <a:t> (e.g., blood glucose, blood pressure, heartbeat, motion, location) </a:t>
            </a:r>
            <a:r>
              <a:rPr lang="en-US" dirty="0">
                <a:solidFill>
                  <a:srgbClr val="FF0000"/>
                </a:solidFill>
              </a:rPr>
              <a:t>using sensors that transmit data to a local gateway (fog device) at short intervals</a:t>
            </a:r>
            <a:r>
              <a:rPr lang="en-US" dirty="0"/>
              <a:t> (e.g., every minute).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fog layer performs pre-processing</a:t>
            </a:r>
            <a:r>
              <a:rPr lang="en-US" dirty="0"/>
              <a:t> to </a:t>
            </a:r>
            <a:r>
              <a:rPr lang="en-US" dirty="0">
                <a:solidFill>
                  <a:srgbClr val="FF0000"/>
                </a:solidFill>
              </a:rPr>
              <a:t>detect emergency conditions</a:t>
            </a:r>
            <a:r>
              <a:rPr lang="en-US" dirty="0"/>
              <a:t> (e.g., blood glucose &gt; 400 mg/dl or blood pressure &gt; 140/90 mmHg).</a:t>
            </a:r>
          </a:p>
          <a:p>
            <a:endParaRPr lang="en-US" dirty="0"/>
          </a:p>
          <a:p>
            <a:r>
              <a:rPr lang="en-US" dirty="0"/>
              <a:t>In emergencies, </a:t>
            </a:r>
            <a:r>
              <a:rPr lang="en-US" dirty="0">
                <a:solidFill>
                  <a:srgbClr val="FF0000"/>
                </a:solidFill>
              </a:rPr>
              <a:t>immediate actions are taken through fog devices</a:t>
            </a:r>
            <a:r>
              <a:rPr lang="en-US" dirty="0"/>
              <a:t>, such as </a:t>
            </a:r>
            <a:r>
              <a:rPr lang="en-US" dirty="0">
                <a:solidFill>
                  <a:srgbClr val="FF0000"/>
                </a:solidFill>
              </a:rPr>
              <a:t>triggering an insulin injection via a bracelet or notifying emergency services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6147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AA3-A31F-7F82-D120-5D868BADD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1AF8-A77D-4D9B-4334-CFDD8260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06ADE-1E26-3017-6831-26ABCA12C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e-Health applications provide 24/7 monitoring and control of patients at a lower cost compared to traditional nursing care.</a:t>
            </a:r>
          </a:p>
          <a:p>
            <a:endParaRPr lang="en-US" dirty="0"/>
          </a:p>
          <a:p>
            <a:r>
              <a:rPr lang="en-US" dirty="0"/>
              <a:t>They offer benefits like ease of use, cost reduction, increased availability, and better services .</a:t>
            </a:r>
          </a:p>
        </p:txBody>
      </p:sp>
    </p:spTree>
    <p:extLst>
      <p:ext uri="{BB962C8B-B14F-4D97-AF65-F5344CB8AC3E}">
        <p14:creationId xmlns:p14="http://schemas.microsoft.com/office/powerpoint/2010/main" val="11806841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921A8-4F8C-4D95-EBF9-9A2BEAE2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88D1-494F-C38F-7533-ABFA82954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837E8-1B3A-7E38-7D58-7C1ED94D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sending data to the cloud, the fog layer applies data compression (to reduce size) and encryption (to ensure privacy).</a:t>
            </a:r>
          </a:p>
          <a:p>
            <a:endParaRPr lang="en-US" dirty="0"/>
          </a:p>
          <a:p>
            <a:r>
              <a:rPr lang="en-US" dirty="0"/>
              <a:t>Preliminary data aggregation, manipulation, and processing occur in the fog layer, ensuring only relevant or processed data is sent to the cloud.</a:t>
            </a:r>
          </a:p>
        </p:txBody>
      </p:sp>
    </p:spTree>
    <p:extLst>
      <p:ext uri="{BB962C8B-B14F-4D97-AF65-F5344CB8AC3E}">
        <p14:creationId xmlns:p14="http://schemas.microsoft.com/office/powerpoint/2010/main" val="3879927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1E90F-E3A2-B53C-6F8B-F0E7511F1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C314-CA6E-1DED-DCBF-1BD8E6BB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5B1E2-69FA-6418-3A27-2D77C2A46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initial processing in the fog layer, data is sent to the cloud layer at predefined intervals or based on specific events.</a:t>
            </a:r>
          </a:p>
          <a:p>
            <a:endParaRPr lang="en-US" dirty="0"/>
          </a:p>
          <a:p>
            <a:r>
              <a:rPr lang="en-US" dirty="0"/>
              <a:t>The cloud stores and processes the data for long-term analysis, enabling users (e.g., doctors, patients) to access health reports and insights.</a:t>
            </a:r>
          </a:p>
        </p:txBody>
      </p:sp>
    </p:spTree>
    <p:extLst>
      <p:ext uri="{BB962C8B-B14F-4D97-AF65-F5344CB8AC3E}">
        <p14:creationId xmlns:p14="http://schemas.microsoft.com/office/powerpoint/2010/main" val="669254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801B0-4DB1-BBE2-CA89-082E8CD86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9E10-9851-8530-BAFB-73A5A650E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Fog Data Management – Case Study - eHealth</a:t>
            </a:r>
          </a:p>
        </p:txBody>
      </p:sp>
      <p:pic>
        <p:nvPicPr>
          <p:cNvPr id="5" name="Content Placeholder 4" descr="A diagram of a cloud center&#10;&#10;Description automatically generated">
            <a:extLst>
              <a:ext uri="{FF2B5EF4-FFF2-40B4-BE49-F238E27FC236}">
                <a16:creationId xmlns:a16="http://schemas.microsoft.com/office/drawing/2014/main" id="{8E186922-F607-2903-979D-AFF3D6F14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649" y="900306"/>
            <a:ext cx="8558701" cy="5636938"/>
          </a:xfrm>
        </p:spPr>
      </p:pic>
    </p:spTree>
    <p:extLst>
      <p:ext uri="{BB962C8B-B14F-4D97-AF65-F5344CB8AC3E}">
        <p14:creationId xmlns:p14="http://schemas.microsoft.com/office/powerpoint/2010/main" val="1707061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CEDE2-601A-AB8A-CD73-B3A8C241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9CC4-393F-E8CE-DA4D-ECC7DD6D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C42EA-EB3C-895F-FCE6-9DBE6DC4A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is an </a:t>
            </a:r>
            <a:r>
              <a:rPr lang="en-US" dirty="0">
                <a:solidFill>
                  <a:srgbClr val="FF0000"/>
                </a:solidFill>
              </a:rPr>
              <a:t>open-source Java prototype</a:t>
            </a:r>
            <a:r>
              <a:rPr lang="en-US" dirty="0"/>
              <a:t> designed to </a:t>
            </a:r>
            <a:r>
              <a:rPr lang="en-US" dirty="0">
                <a:solidFill>
                  <a:srgbClr val="FF0000"/>
                </a:solidFill>
              </a:rPr>
              <a:t>determine eligible deployments for multi-component applications on fog infrastructures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It considers </a:t>
            </a:r>
            <a:r>
              <a:rPr lang="en-US" dirty="0">
                <a:solidFill>
                  <a:srgbClr val="FF0000"/>
                </a:solidFill>
              </a:rPr>
              <a:t>QoS (Quality of Service) , context 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cost-awareness</a:t>
            </a:r>
            <a:r>
              <a:rPr lang="en-US" dirty="0"/>
              <a:t> during </a:t>
            </a:r>
            <a:r>
              <a:rPr lang="en-US" dirty="0">
                <a:solidFill>
                  <a:srgbClr val="FF0000"/>
                </a:solidFill>
              </a:rPr>
              <a:t>deployment decisions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00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15BFF-0E97-0025-6B4F-367CF1A63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C64C4-C5F6-D693-3953-A6E442BF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 - Inputs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7D1108-4A56-D20C-4FEF-EBC249F29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Infrastructure (I)</a:t>
            </a:r>
          </a:p>
          <a:p>
            <a:pPr lvl="1"/>
            <a:r>
              <a:rPr lang="en-US" dirty="0"/>
              <a:t>Describes the available infrastructure for application deployment</a:t>
            </a:r>
          </a:p>
          <a:p>
            <a:pPr lvl="2"/>
            <a:r>
              <a:rPr lang="en-US" dirty="0"/>
              <a:t>Includes </a:t>
            </a:r>
            <a:r>
              <a:rPr lang="en-US" dirty="0">
                <a:solidFill>
                  <a:srgbClr val="FF0000"/>
                </a:solidFill>
              </a:rPr>
              <a:t>IoT devices</a:t>
            </a:r>
            <a:r>
              <a:rPr lang="en-US" dirty="0"/>
              <a:t> , </a:t>
            </a:r>
            <a:r>
              <a:rPr lang="en-US" dirty="0">
                <a:solidFill>
                  <a:srgbClr val="FF0000"/>
                </a:solidFill>
              </a:rPr>
              <a:t>fog nodes 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cloud data centers </a:t>
            </a:r>
            <a:r>
              <a:rPr lang="en-US" dirty="0"/>
              <a:t>with their </a:t>
            </a:r>
            <a:r>
              <a:rPr lang="en-US" dirty="0">
                <a:solidFill>
                  <a:srgbClr val="FF0000"/>
                </a:solidFill>
              </a:rPr>
              <a:t>hardware/software capabilities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Specifies </a:t>
            </a:r>
            <a:r>
              <a:rPr lang="en-US" dirty="0">
                <a:solidFill>
                  <a:srgbClr val="FF0000"/>
                </a:solidFill>
              </a:rPr>
              <a:t>probability distributions of QoS metrics</a:t>
            </a:r>
            <a:r>
              <a:rPr lang="en-US" dirty="0"/>
              <a:t> like </a:t>
            </a:r>
            <a:r>
              <a:rPr lang="en-US" dirty="0">
                <a:solidFill>
                  <a:srgbClr val="FF0000"/>
                </a:solidFill>
              </a:rPr>
              <a:t>latency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bandwidth</a:t>
            </a:r>
            <a:r>
              <a:rPr lang="en-US" dirty="0"/>
              <a:t> for </a:t>
            </a:r>
            <a:r>
              <a:rPr lang="en-US" dirty="0">
                <a:solidFill>
                  <a:srgbClr val="FF0000"/>
                </a:solidFill>
              </a:rPr>
              <a:t>communication links</a:t>
            </a:r>
            <a:r>
              <a:rPr lang="en-US" dirty="0"/>
              <a:t>:</a:t>
            </a:r>
          </a:p>
          <a:p>
            <a:pPr lvl="3"/>
            <a:r>
              <a:rPr lang="en-US" dirty="0"/>
              <a:t>Cloud-to-fog</a:t>
            </a:r>
          </a:p>
          <a:p>
            <a:pPr lvl="3"/>
            <a:r>
              <a:rPr lang="en-US" dirty="0"/>
              <a:t>Fog-to-fog</a:t>
            </a:r>
          </a:p>
          <a:p>
            <a:pPr lvl="3"/>
            <a:r>
              <a:rPr lang="en-US" dirty="0"/>
              <a:t>Fog-to-things</a:t>
            </a:r>
          </a:p>
          <a:p>
            <a:pPr lvl="1"/>
            <a:r>
              <a:rPr lang="en-US" dirty="0"/>
              <a:t> Includes costs for: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Purchasing sensed data from IoT devices</a:t>
            </a:r>
            <a:r>
              <a:rPr lang="en-US" dirty="0"/>
              <a:t>.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Using virtual instances in cloud/fog environments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5947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F811-6239-0B77-2B26-B328317B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A7681-0669-F1A4-1DF1-63DD35B95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 - Inputs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F4B9C-C58A-8813-B38E-2CD1E1F36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b="1" dirty="0"/>
              <a:t>Multicomponent Application (A):</a:t>
            </a:r>
          </a:p>
          <a:p>
            <a:pPr lvl="1"/>
            <a:r>
              <a:rPr lang="en-US" sz="3200" dirty="0"/>
              <a:t>Specifies the requirements of each application component: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Hardware needs </a:t>
            </a:r>
            <a:r>
              <a:rPr lang="en-US" sz="2800" dirty="0"/>
              <a:t>: CPU, RAM, storage.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Software needs </a:t>
            </a:r>
            <a:r>
              <a:rPr lang="en-US" sz="2800" dirty="0"/>
              <a:t>: Operating systems, libraries, frameworks.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IoT requirements </a:t>
            </a:r>
            <a:r>
              <a:rPr lang="en-US" sz="2800" dirty="0"/>
              <a:t>: Types of IoT devices/things needed.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QoS needs </a:t>
            </a:r>
            <a:r>
              <a:rPr lang="en-US" sz="2800" dirty="0"/>
              <a:t>: Latency and bandwidth required for interactions between:</a:t>
            </a:r>
          </a:p>
          <a:p>
            <a:pPr lvl="3"/>
            <a:r>
              <a:rPr lang="en-US" sz="2400" dirty="0"/>
              <a:t>Component-to-component.</a:t>
            </a:r>
          </a:p>
          <a:p>
            <a:pPr lvl="3"/>
            <a:r>
              <a:rPr lang="en-US" sz="2400" dirty="0"/>
              <a:t>Component-to-IoT devices.</a:t>
            </a:r>
          </a:p>
        </p:txBody>
      </p:sp>
    </p:spTree>
    <p:extLst>
      <p:ext uri="{BB962C8B-B14F-4D97-AF65-F5344CB8AC3E}">
        <p14:creationId xmlns:p14="http://schemas.microsoft.com/office/powerpoint/2010/main" val="2223175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C3EF-6E2A-CB60-2FCB-10C5ECCA2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8C3FF-DC07-27AA-2334-5CDD362E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 - Inputs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02437-8E7C-682B-11EA-D0EE4A183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200" b="1" dirty="0"/>
              <a:t>Things Binding (𝝑):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Maps</a:t>
            </a:r>
            <a:r>
              <a:rPr lang="en-US" sz="2800" dirty="0"/>
              <a:t> each </a:t>
            </a:r>
            <a:r>
              <a:rPr lang="en-US" sz="2800" dirty="0">
                <a:solidFill>
                  <a:srgbClr val="FF0000"/>
                </a:solidFill>
              </a:rPr>
              <a:t>IoT requirement of an application component</a:t>
            </a:r>
            <a:r>
              <a:rPr lang="en-US" sz="2800" dirty="0"/>
              <a:t> to an actual </a:t>
            </a:r>
            <a:r>
              <a:rPr lang="en-US" sz="2800" dirty="0">
                <a:solidFill>
                  <a:srgbClr val="FF0000"/>
                </a:solidFill>
              </a:rPr>
              <a:t>IoT device/thing</a:t>
            </a:r>
            <a:r>
              <a:rPr lang="en-US" sz="2800" dirty="0"/>
              <a:t> available in the infrastructure (I ).</a:t>
            </a:r>
          </a:p>
          <a:p>
            <a:endParaRPr lang="en-US" sz="3200" dirty="0"/>
          </a:p>
          <a:p>
            <a:r>
              <a:rPr lang="en-US" sz="3200" b="1" dirty="0"/>
              <a:t>Deployment Policy (𝜹):</a:t>
            </a:r>
          </a:p>
          <a:p>
            <a:pPr lvl="1"/>
            <a:r>
              <a:rPr lang="en-US" sz="2800" dirty="0"/>
              <a:t>Defines </a:t>
            </a:r>
            <a:r>
              <a:rPr lang="en-US" sz="2800" dirty="0">
                <a:solidFill>
                  <a:srgbClr val="FF0000"/>
                </a:solidFill>
              </a:rPr>
              <a:t>constraints on where application components can be deployed</a:t>
            </a:r>
            <a:r>
              <a:rPr lang="en-US" sz="2800" dirty="0"/>
              <a:t>:</a:t>
            </a:r>
          </a:p>
          <a:p>
            <a:pPr lvl="2"/>
            <a:r>
              <a:rPr lang="en-US" dirty="0"/>
              <a:t>Based on </a:t>
            </a:r>
            <a:r>
              <a:rPr lang="en-US" dirty="0">
                <a:solidFill>
                  <a:srgbClr val="FF0000"/>
                </a:solidFill>
              </a:rPr>
              <a:t>security or business-related rules 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Whitelists </a:t>
            </a:r>
            <a:r>
              <a:rPr lang="en-US" dirty="0">
                <a:solidFill>
                  <a:srgbClr val="FF0000"/>
                </a:solidFill>
              </a:rPr>
              <a:t>eligible nodes </a:t>
            </a:r>
            <a:r>
              <a:rPr lang="en-US" dirty="0"/>
              <a:t>(e.g., specific fog nodes or cloud data centers).</a:t>
            </a:r>
          </a:p>
        </p:txBody>
      </p:sp>
    </p:spTree>
    <p:extLst>
      <p:ext uri="{BB962C8B-B14F-4D97-AF65-F5344CB8AC3E}">
        <p14:creationId xmlns:p14="http://schemas.microsoft.com/office/powerpoint/2010/main" val="6944112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A363-A761-0756-7BD1-2549033B6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4AD48-5251-E04B-EE99-3302050E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 - Workflow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7AEE4-06EC-FF68-DFA3-5DFDCA494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Input:</a:t>
            </a:r>
            <a:r>
              <a:rPr lang="en-US" dirty="0"/>
              <a:t> the inputs (Infrastructure, Application, Things Binding, Deployment Policy) are provided to the tool.</a:t>
            </a:r>
          </a:p>
          <a:p>
            <a:endParaRPr lang="en-US" dirty="0"/>
          </a:p>
          <a:p>
            <a:r>
              <a:rPr lang="en-US" b="1" dirty="0"/>
              <a:t>Output</a:t>
            </a:r>
            <a:r>
              <a:rPr lang="en-US" dirty="0"/>
              <a:t>: </a:t>
            </a:r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generates eligible deployments that satisfy all constraints and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5716946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B0A1-9908-D67F-8C06-B9F1615DB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10F9-327A-0D6E-E89E-6AE63B8E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Predictive Analysis with </a:t>
            </a:r>
            <a:r>
              <a:rPr lang="en-US" sz="3200" dirty="0" err="1"/>
              <a:t>FogTorch</a:t>
            </a:r>
            <a:r>
              <a:rPr lang="en-IN" sz="3200" dirty="0"/>
              <a:t>𝚷 - Workflow</a:t>
            </a:r>
            <a:endParaRPr lang="en-US" sz="3200" dirty="0"/>
          </a:p>
        </p:txBody>
      </p:sp>
      <p:pic>
        <p:nvPicPr>
          <p:cNvPr id="5" name="Content Placeholder 4" descr="A diagram of a cloud computing process&#10;&#10;Description automatically generated">
            <a:extLst>
              <a:ext uri="{FF2B5EF4-FFF2-40B4-BE49-F238E27FC236}">
                <a16:creationId xmlns:a16="http://schemas.microsoft.com/office/drawing/2014/main" id="{D5F906AA-8E2E-48C8-F7F5-FCD1138FA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9575" y="1401465"/>
            <a:ext cx="11385550" cy="4656733"/>
          </a:xfrm>
        </p:spPr>
      </p:pic>
    </p:spTree>
    <p:extLst>
      <p:ext uri="{BB962C8B-B14F-4D97-AF65-F5344CB8AC3E}">
        <p14:creationId xmlns:p14="http://schemas.microsoft.com/office/powerpoint/2010/main" val="310431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A2CF-DBBF-D82B-187C-E8C2EB79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F758-EB84-1F7F-D388-071E8DEF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What it does?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16823-EABA-B3EC-1699-668A51A04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is a tool that helps </a:t>
            </a:r>
            <a:r>
              <a:rPr lang="en-US" dirty="0">
                <a:solidFill>
                  <a:srgbClr val="FF0000"/>
                </a:solidFill>
              </a:rPr>
              <a:t>figure out the best way to deploy (place) the parts of an application onto cloud or fog nodes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It ensures that </a:t>
            </a:r>
            <a:r>
              <a:rPr lang="en-US" dirty="0">
                <a:solidFill>
                  <a:srgbClr val="FF0000"/>
                </a:solidFill>
              </a:rPr>
              <a:t>all requirements are met</a:t>
            </a:r>
            <a:r>
              <a:rPr lang="en-US" dirty="0"/>
              <a:t>, such as </a:t>
            </a:r>
            <a:r>
              <a:rPr lang="en-US" dirty="0">
                <a:solidFill>
                  <a:srgbClr val="FF0000"/>
                </a:solidFill>
              </a:rPr>
              <a:t>hardware, software, network speed (latency), and bandwi</a:t>
            </a:r>
            <a:r>
              <a:rPr lang="en-US" dirty="0"/>
              <a:t>dth.</a:t>
            </a:r>
          </a:p>
        </p:txBody>
      </p:sp>
    </p:spTree>
    <p:extLst>
      <p:ext uri="{BB962C8B-B14F-4D97-AF65-F5344CB8AC3E}">
        <p14:creationId xmlns:p14="http://schemas.microsoft.com/office/powerpoint/2010/main" val="42842002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8593C-DFD0-8E8A-4EAF-791671D0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725C-D59D-56A3-CC22-BE59A84C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E6623-81BB-1B43-5DE7-F0A6E0E35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Eligibility Rules for Deployment:</a:t>
            </a:r>
          </a:p>
          <a:p>
            <a:pPr lvl="1"/>
            <a:r>
              <a:rPr lang="en-US" dirty="0"/>
              <a:t>Each part (component) of the application must be placed on a cloud or fog node that:</a:t>
            </a:r>
          </a:p>
          <a:p>
            <a:pPr lvl="2"/>
            <a:r>
              <a:rPr lang="en-US" sz="2400" dirty="0"/>
              <a:t>Follows the deployment rules (e.g., security or business constraints).</a:t>
            </a:r>
          </a:p>
          <a:p>
            <a:pPr lvl="2"/>
            <a:r>
              <a:rPr lang="en-US" sz="2400" dirty="0"/>
              <a:t>Meets the hardware and software needs of the component.</a:t>
            </a:r>
          </a:p>
          <a:p>
            <a:pPr lvl="2"/>
            <a:r>
              <a:rPr lang="en-US" sz="2400" dirty="0"/>
              <a:t>Can connect to all required IoT devices (directly or through a network link).</a:t>
            </a:r>
          </a:p>
          <a:p>
            <a:pPr lvl="2"/>
            <a:r>
              <a:rPr lang="en-US" sz="2400" dirty="0"/>
              <a:t>Has enough resources (like CPU, memory) to handle all components placed on it.</a:t>
            </a:r>
          </a:p>
          <a:p>
            <a:pPr lvl="2"/>
            <a:r>
              <a:rPr lang="en-US" sz="2400" dirty="0"/>
              <a:t>Ensures the required speed (latency) and data transfer rate (bandwidth) for communication between components and IoT devices.</a:t>
            </a:r>
          </a:p>
        </p:txBody>
      </p:sp>
    </p:spTree>
    <p:extLst>
      <p:ext uri="{BB962C8B-B14F-4D97-AF65-F5344CB8AC3E}">
        <p14:creationId xmlns:p14="http://schemas.microsoft.com/office/powerpoint/2010/main" val="3153546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D79B3-7816-C942-1CCB-34CB2CDD2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4F037-41CD-9EE7-5BE4-53106A99F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811D3CA-7CC7-3A51-9380-75FCDB2CF4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0499163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7727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50375-7C1C-9209-1BDE-04335546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69FA-7F8E-C852-91E4-83F3B904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C5BE39E-D898-08E3-5CDB-A95382A8E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226273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6393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04DF-B0AB-9191-ED6F-294FDFAF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A9DA-3D68-9A55-C62E-B863D8C1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pic>
        <p:nvPicPr>
          <p:cNvPr id="7" name="Content Placeholder 6" descr="A diagram of a network&#10;&#10;Description automatically generated">
            <a:extLst>
              <a:ext uri="{FF2B5EF4-FFF2-40B4-BE49-F238E27FC236}">
                <a16:creationId xmlns:a16="http://schemas.microsoft.com/office/drawing/2014/main" id="{EB303A24-E382-C1F2-4E2A-A5E525555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9200" y="1297781"/>
            <a:ext cx="7226300" cy="4864100"/>
          </a:xfrm>
        </p:spPr>
      </p:pic>
    </p:spTree>
    <p:extLst>
      <p:ext uri="{BB962C8B-B14F-4D97-AF65-F5344CB8AC3E}">
        <p14:creationId xmlns:p14="http://schemas.microsoft.com/office/powerpoint/2010/main" val="830928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84DCF-A082-6ECA-52AC-97C758EBC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1BEA6-71F1-617E-AC69-C8CBC663D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ED6F37-08B2-9EFE-CB2A-4187E2BFF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213956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0016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7BB1B-DDED-A497-6AF1-D98E34E1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8BF5-5EE4-AE8E-94A0-E2FDCD9ED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C51993B-7D07-5E51-E321-60F7A28AEC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926012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875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32101-B0CD-1B75-FE79-D07CB5B2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BD5A5-571C-C893-FF56-DDB0A8B84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pic>
        <p:nvPicPr>
          <p:cNvPr id="7" name="Content Placeholder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D38AA05-2DC4-BEC5-B6C7-DC6F146C67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1006" y="951054"/>
            <a:ext cx="7969988" cy="5511775"/>
          </a:xfrm>
        </p:spPr>
      </p:pic>
    </p:spTree>
    <p:extLst>
      <p:ext uri="{BB962C8B-B14F-4D97-AF65-F5344CB8AC3E}">
        <p14:creationId xmlns:p14="http://schemas.microsoft.com/office/powerpoint/2010/main" val="2045976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D9F3-F812-2833-52A0-48DF2A41D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CEA72-7943-3DA5-FE1B-E62C1DDB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C608C-1FA0-CD36-B8DE-991716FA2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Is This Efficient?</a:t>
            </a:r>
          </a:p>
          <a:p>
            <a:endParaRPr lang="en-US" b="1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Preprocessing Saves Time: </a:t>
            </a:r>
            <a:r>
              <a:rPr lang="en-US" dirty="0"/>
              <a:t>By filtering out unsuitable nodes early, </a:t>
            </a:r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avoids wasting time on bad options.</a:t>
            </a:r>
          </a:p>
          <a:p>
            <a:endParaRPr lang="en-US" dirty="0"/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Backtracking Explores Options Systematically</a:t>
            </a:r>
            <a:r>
              <a:rPr lang="en-US" dirty="0"/>
              <a:t>: It tries all possibilities but backtracks (undoes) when something doesn’t work, ensuring no valid deployment is missed.</a:t>
            </a:r>
          </a:p>
        </p:txBody>
      </p:sp>
    </p:spTree>
    <p:extLst>
      <p:ext uri="{BB962C8B-B14F-4D97-AF65-F5344CB8AC3E}">
        <p14:creationId xmlns:p14="http://schemas.microsoft.com/office/powerpoint/2010/main" val="8251688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B9C6F-6CCA-B8B2-1866-8081D78CD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6587-C4A4-5E75-2BD3-01A14FC9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Find Eligible Deployments?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0E4D3E-8259-70B5-5FBC-20B37FA65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Time Complexity</a:t>
            </a:r>
          </a:p>
          <a:p>
            <a:endParaRPr lang="en-US" b="1" dirty="0"/>
          </a:p>
          <a:p>
            <a:r>
              <a:rPr lang="en-US" b="1" dirty="0"/>
              <a:t>Preprocessing: </a:t>
            </a:r>
            <a:r>
              <a:rPr lang="en-US" dirty="0"/>
              <a:t>Takes time proportional to the number of nodes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(O(N)).</a:t>
            </a:r>
          </a:p>
          <a:p>
            <a:pPr marL="0" indent="0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b="1" dirty="0"/>
              <a:t>Search:</a:t>
            </a:r>
            <a:r>
              <a:rPr lang="en-US" dirty="0"/>
              <a:t> Takes time proportional to the number of nodes raised to the power of the number of components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(O(N</a:t>
            </a:r>
            <a:r>
              <a:rPr lang="el-GR" baseline="30000" dirty="0">
                <a:solidFill>
                  <a:schemeClr val="accent5">
                    <a:lumMod val="75000"/>
                  </a:schemeClr>
                </a:solidFill>
              </a:rPr>
              <a:t>Γ</a:t>
            </a:r>
            <a:r>
              <a:rPr lang="el-GR" dirty="0">
                <a:solidFill>
                  <a:schemeClr val="accent5">
                    <a:lumMod val="75000"/>
                  </a:schemeClr>
                </a:solidFill>
              </a:rPr>
              <a:t>))</a:t>
            </a:r>
            <a:r>
              <a:rPr lang="el-GR" dirty="0"/>
              <a:t>, </a:t>
            </a:r>
            <a:r>
              <a:rPr lang="en-US" dirty="0"/>
              <a:t>where:</a:t>
            </a:r>
          </a:p>
          <a:p>
            <a:pPr lvl="1"/>
            <a:r>
              <a:rPr lang="en-US" dirty="0"/>
              <a:t>N = Number of cloud/fog nodes.</a:t>
            </a:r>
          </a:p>
          <a:p>
            <a:pPr lvl="1"/>
            <a:r>
              <a:rPr lang="el-GR" dirty="0"/>
              <a:t>Γ = </a:t>
            </a:r>
            <a:r>
              <a:rPr lang="en-US" dirty="0"/>
              <a:t>Number of components in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22669036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65367-224C-AA5D-79D6-66494173D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41B9-5337-AC2C-FBFF-777436F7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How Does </a:t>
            </a:r>
            <a:r>
              <a:rPr lang="en-US" sz="3200" dirty="0"/>
              <a:t>it</a:t>
            </a:r>
            <a:r>
              <a:rPr lang="el-GR" sz="3200" dirty="0"/>
              <a:t> </a:t>
            </a:r>
            <a:r>
              <a:rPr lang="en-IN" sz="3200" dirty="0"/>
              <a:t>Estimates?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F7256-0943-22E5-FC25-9A0B07CDB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</a:t>
            </a:r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estimates: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Resource consumption</a:t>
            </a:r>
            <a:r>
              <a:rPr lang="en-US" dirty="0"/>
              <a:t> on fog nodes.</a:t>
            </a:r>
          </a:p>
          <a:p>
            <a:pPr lvl="1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Monthly costs</a:t>
            </a:r>
            <a:r>
              <a:rPr lang="en-US" dirty="0"/>
              <a:t> for deploying an application across cloud and fog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6611096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2A9D0-808E-27EB-3033-35EA25C8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48E6-ED3E-B683-58DC-252AA1B5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Fog Resource Consumption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B115E-BB7B-F144-66F4-40B5F5119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Measured?</a:t>
            </a:r>
          </a:p>
          <a:p>
            <a:pPr lvl="1"/>
            <a:r>
              <a:rPr lang="en-US" dirty="0"/>
              <a:t>The tool calculates the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aggregated average percentage</a:t>
            </a:r>
            <a:r>
              <a:rPr lang="en-US" dirty="0"/>
              <a:t> of consumed resources (RAM and storage)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across all fog nodes</a:t>
            </a:r>
            <a:r>
              <a:rPr lang="en-US" dirty="0"/>
              <a:t> hosting the application.</a:t>
            </a:r>
          </a:p>
          <a:p>
            <a:r>
              <a:rPr lang="en-US" dirty="0"/>
              <a:t> </a:t>
            </a:r>
            <a:r>
              <a:rPr lang="en-US" b="1" dirty="0"/>
              <a:t>How is it Calculated?</a:t>
            </a:r>
          </a:p>
          <a:p>
            <a:r>
              <a:rPr lang="en-US" dirty="0"/>
              <a:t>For each component of the application:</a:t>
            </a:r>
          </a:p>
          <a:p>
            <a:pPr lvl="1"/>
            <a:r>
              <a:rPr lang="en-US" dirty="0"/>
              <a:t>RAM(</a:t>
            </a:r>
            <a:r>
              <a:rPr lang="el-GR" dirty="0"/>
              <a:t>γ) : </a:t>
            </a:r>
            <a:r>
              <a:rPr lang="en-US" dirty="0"/>
              <a:t>RAM required by the component.</a:t>
            </a:r>
          </a:p>
          <a:p>
            <a:pPr lvl="1"/>
            <a:r>
              <a:rPr lang="en-US" dirty="0"/>
              <a:t>HDD(</a:t>
            </a:r>
            <a:r>
              <a:rPr lang="el-GR" dirty="0"/>
              <a:t>γ) : </a:t>
            </a:r>
            <a:r>
              <a:rPr lang="en-US" dirty="0"/>
              <a:t>Storage required by the component.</a:t>
            </a:r>
          </a:p>
          <a:p>
            <a:pPr lvl="1"/>
            <a:r>
              <a:rPr lang="en-US" dirty="0"/>
              <a:t>RAM(f) : Total RAM available at the node.</a:t>
            </a:r>
          </a:p>
          <a:p>
            <a:pPr lvl="1"/>
            <a:r>
              <a:rPr lang="en-US" dirty="0"/>
              <a:t>HDD(f) : Total storage available at the node.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C7CBB-4CF7-C00C-7103-6E13625F5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706" y="3429000"/>
            <a:ext cx="4513545" cy="110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695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332B9-DD61-6D75-169D-54964F269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5BAA-BA0E-74AF-EF61-57C7D2C6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B606A-B93B-A72C-FF77-9CCA2B1F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cost estimation considers three main categories: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hardware , software , and IoT (thing) costs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Hardware Costs</a:t>
            </a:r>
          </a:p>
          <a:p>
            <a:r>
              <a:rPr lang="en-US" dirty="0"/>
              <a:t>Two types of hardware offerings are considered:</a:t>
            </a:r>
          </a:p>
          <a:p>
            <a:pPr lvl="1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Default VMs </a:t>
            </a:r>
            <a:r>
              <a:rPr lang="en-US" dirty="0"/>
              <a:t>: Predefined configurations with fixed monthly fees.</a:t>
            </a:r>
          </a:p>
          <a:p>
            <a:pPr lvl="1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On-demand VMs </a:t>
            </a:r>
            <a:r>
              <a:rPr lang="en-US" dirty="0"/>
              <a:t>: Customizable configurations priced based on individual resources (CPU, RAM, HDD).</a:t>
            </a:r>
          </a:p>
        </p:txBody>
      </p:sp>
    </p:spTree>
    <p:extLst>
      <p:ext uri="{BB962C8B-B14F-4D97-AF65-F5344CB8AC3E}">
        <p14:creationId xmlns:p14="http://schemas.microsoft.com/office/powerpoint/2010/main" val="29885049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C80A-0A66-DDD2-3E95-111A05FF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2F467-5D64-322F-3F33-F0EE5BFF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F1E15-E1AB-278F-851A-71A678AF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Cost Calculation</a:t>
            </a:r>
          </a:p>
          <a:p>
            <a:pPr lvl="1"/>
            <a:r>
              <a:rPr lang="en-US" dirty="0"/>
              <a:t>If using a default VM:</a:t>
            </a:r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Cost = Fixed monthly fee for the VM.</a:t>
            </a:r>
          </a:p>
          <a:p>
            <a:pPr lvl="1"/>
            <a:endParaRPr lang="en-US" dirty="0">
              <a:solidFill>
                <a:schemeClr val="accent5">
                  <a:lumMod val="75000"/>
                </a:schemeClr>
              </a:solidFill>
            </a:endParaRPr>
          </a:p>
          <a:p>
            <a:pPr lvl="1"/>
            <a:r>
              <a:rPr lang="en-US" dirty="0"/>
              <a:t> If using an on-demand VM</a:t>
            </a:r>
          </a:p>
          <a:p>
            <a:pPr marL="457200" lvl="1" indent="0">
              <a:buNone/>
            </a:pPr>
            <a:r>
              <a:rPr lang="en-US" dirty="0"/>
              <a:t>	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Cost = Sum of (resource amount × unit cost of the resource) for CPU, RAM, and HDD.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C270AB00-50D8-D589-A215-F0C69F46B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916" y="951054"/>
            <a:ext cx="6430241" cy="13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94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78D0-1C9A-5EA3-3DC3-84BA5AA4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5A63D-0551-3466-5F66-BF41433D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1819E-CD22-71F5-B44D-9C980DA31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Software Costs</a:t>
            </a:r>
          </a:p>
          <a:p>
            <a:r>
              <a:rPr lang="en-US" dirty="0"/>
              <a:t>Two types of software offerings are considered:</a:t>
            </a:r>
          </a:p>
          <a:p>
            <a:endParaRPr lang="en-US" dirty="0"/>
          </a:p>
          <a:p>
            <a:pPr lvl="1"/>
            <a:r>
              <a:rPr lang="en-US" b="1" dirty="0"/>
              <a:t>Predefined Bundles </a:t>
            </a:r>
            <a:r>
              <a:rPr lang="en-US" dirty="0"/>
              <a:t>: Fixed monthly fees for a set of software features.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On-demand Software </a:t>
            </a:r>
            <a:r>
              <a:rPr lang="en-US" dirty="0"/>
              <a:t>: Individual software components sold separately.</a:t>
            </a:r>
          </a:p>
        </p:txBody>
      </p:sp>
    </p:spTree>
    <p:extLst>
      <p:ext uri="{BB962C8B-B14F-4D97-AF65-F5344CB8AC3E}">
        <p14:creationId xmlns:p14="http://schemas.microsoft.com/office/powerpoint/2010/main" val="4032879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082F-0CAC-32CC-0086-C163DBE69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F2300-30A9-19F1-AD4D-44FBE8BC3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8A328-8287-74ED-391B-CBC70B36F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Cost Calculation</a:t>
            </a:r>
          </a:p>
          <a:p>
            <a:pPr lvl="1"/>
            <a:r>
              <a:rPr lang="en-US" dirty="0"/>
              <a:t>If using a bundle: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</a:rPr>
              <a:t>Cost = Fixed monthly fee for the bundle.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 If using on-demand software: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</a:rPr>
              <a:t>Cost = Sum of (monthly cost of each software component).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E4D6C8C-BE1D-E079-4002-B3F332CEC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76" y="1072705"/>
            <a:ext cx="6263075" cy="197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7291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1A49-A933-5746-668C-C3E0084B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47D10-D268-B1C5-7DA5-A8DB8C8D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6C71C1-7502-075B-83D3-8E6A5296B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IoT (Thing) Costs</a:t>
            </a:r>
          </a:p>
          <a:p>
            <a:r>
              <a:rPr lang="en-US" dirty="0"/>
              <a:t>Two pricing models are considered:</a:t>
            </a:r>
          </a:p>
          <a:p>
            <a:pPr lvl="1"/>
            <a:r>
              <a:rPr lang="en-US" b="1" dirty="0"/>
              <a:t>Subscription-based</a:t>
            </a:r>
            <a:r>
              <a:rPr lang="en-US" dirty="0"/>
              <a:t> : Fixed monthly fee for unlimited access to the IoT device.</a:t>
            </a:r>
          </a:p>
          <a:p>
            <a:pPr lvl="1"/>
            <a:r>
              <a:rPr lang="en-US" b="1" dirty="0"/>
              <a:t>Pay-per-invocation</a:t>
            </a:r>
            <a:r>
              <a:rPr lang="en-US" dirty="0"/>
              <a:t> : Charged per use of the device (including data transfer costs).</a:t>
            </a:r>
          </a:p>
        </p:txBody>
      </p:sp>
    </p:spTree>
    <p:extLst>
      <p:ext uri="{BB962C8B-B14F-4D97-AF65-F5344CB8AC3E}">
        <p14:creationId xmlns:p14="http://schemas.microsoft.com/office/powerpoint/2010/main" val="3804416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37DE6-C794-C3D7-0484-F0913CD01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CF26-480C-759A-1426-29032CEE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Estimating Monthly Costs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89B62-93F6-E67E-A626-DAE777E1E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Cost Calculation </a:t>
            </a:r>
          </a:p>
          <a:p>
            <a:pPr lvl="1"/>
            <a:r>
              <a:rPr lang="en-US" sz="2800" b="1" dirty="0"/>
              <a:t>If subscription-based:</a:t>
            </a:r>
          </a:p>
          <a:p>
            <a:pPr lvl="2"/>
            <a:r>
              <a:rPr lang="en-US" sz="2400" dirty="0">
                <a:solidFill>
                  <a:srgbClr val="C00000"/>
                </a:solidFill>
              </a:rPr>
              <a:t>Cost = Monthly subscription fee.</a:t>
            </a:r>
          </a:p>
          <a:p>
            <a:pPr lvl="1"/>
            <a:endParaRPr lang="en-US" sz="2800" dirty="0"/>
          </a:p>
          <a:p>
            <a:pPr lvl="1"/>
            <a:r>
              <a:rPr lang="en-US" sz="2800" b="1" dirty="0"/>
              <a:t>If pay-per-invocation:</a:t>
            </a:r>
          </a:p>
          <a:p>
            <a:pPr lvl="2"/>
            <a:r>
              <a:rPr lang="en-US" sz="2400" dirty="0">
                <a:solidFill>
                  <a:srgbClr val="C00000"/>
                </a:solidFill>
              </a:rPr>
              <a:t>Cost = Number of expected invocations × Cost per invocation.</a:t>
            </a:r>
          </a:p>
        </p:txBody>
      </p:sp>
      <p:pic>
        <p:nvPicPr>
          <p:cNvPr id="5" name="Picture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267568E9-3B2D-ACC2-E755-86BB93ACA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089" y="1050784"/>
            <a:ext cx="6294977" cy="15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747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FCD92-F19D-2444-34AD-810752FFC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4978-BAD2-AA22-EBA6-67D660132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Combining Costs for Deployment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F5571-889F-8FED-EDCF-68CD1A1EE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The total monthly cost of a deployment is calculated by summing up:</a:t>
            </a:r>
          </a:p>
          <a:p>
            <a:pPr lvl="1"/>
            <a:r>
              <a:rPr lang="en-US" sz="2800" dirty="0"/>
              <a:t>Hardware costs for all components.</a:t>
            </a:r>
          </a:p>
          <a:p>
            <a:pPr lvl="1"/>
            <a:r>
              <a:rPr lang="en-US" sz="2800" dirty="0"/>
              <a:t>Software costs for all components.</a:t>
            </a:r>
          </a:p>
          <a:p>
            <a:pPr lvl="1"/>
            <a:r>
              <a:rPr lang="en-US" sz="2800" dirty="0"/>
              <a:t>IoT costs for all required devices.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Total Cost = Sum of (Hardware Cost + Software Cost + IoT Cost) for all components.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D0AFF-E7C2-1FD2-BB11-76E657810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633" y="5232411"/>
            <a:ext cx="6391402" cy="93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80365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17F6A-7C27-C9FF-6E28-D9AF39E5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14B6-853C-2227-DEAD-B5B0C777D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Problem with Initial Cost Estimation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0AD11-9963-AF56-6F50-07716A838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initial cost model </a:t>
            </a:r>
            <a:r>
              <a:rPr lang="en-US" sz="3200" dirty="0">
                <a:solidFill>
                  <a:srgbClr val="FF0000"/>
                </a:solidFill>
              </a:rPr>
              <a:t>always prefers on-demand VMs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pay-per-invocation</a:t>
            </a:r>
            <a:r>
              <a:rPr lang="en-US" sz="3200" dirty="0"/>
              <a:t> IoT if exact matches for requirements aren’t available.</a:t>
            </a:r>
          </a:p>
          <a:p>
            <a:endParaRPr lang="en-US" sz="3200" dirty="0"/>
          </a:p>
          <a:p>
            <a:r>
              <a:rPr lang="en-US" sz="3200" dirty="0"/>
              <a:t>This can lead to </a:t>
            </a:r>
            <a:r>
              <a:rPr lang="en-US" sz="3200" dirty="0">
                <a:solidFill>
                  <a:srgbClr val="FF0000"/>
                </a:solidFill>
              </a:rPr>
              <a:t>overestimating costs</a:t>
            </a:r>
            <a:r>
              <a:rPr lang="en-US" sz="3200" dirty="0"/>
              <a:t> , as cheaper options (e.g., smaller VMs or subscription-based IoT) might satisfy the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0920262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99E3-CED9-4D1A-4FA0-A197E763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B180-968C-8BA8-AA23-81680E0D2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Refined Cost Model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6EA0D-C26F-938B-695F-FA8CE939B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 dirty="0"/>
              <a:t>To address overestimation, </a:t>
            </a:r>
            <a:r>
              <a:rPr lang="en-US" sz="3200" dirty="0" err="1"/>
              <a:t>FogTorch</a:t>
            </a:r>
            <a:r>
              <a:rPr lang="el-GR" sz="3200" dirty="0"/>
              <a:t>Π </a:t>
            </a:r>
            <a:r>
              <a:rPr lang="en-US" sz="3200" dirty="0"/>
              <a:t>introduces a best-fit lowest-cost policy :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Hardware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: Chooses the cheapest option between:</a:t>
            </a:r>
          </a:p>
          <a:p>
            <a:pPr lvl="2"/>
            <a:r>
              <a:rPr lang="en-US" sz="2400" dirty="0"/>
              <a:t>Default VMs (e.g., tiny, small, medium).</a:t>
            </a:r>
          </a:p>
          <a:p>
            <a:pPr lvl="2"/>
            <a:r>
              <a:rPr lang="en-US" sz="2400" dirty="0"/>
              <a:t>On-demand VMs built to match the exact requirements.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Software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dirty="0"/>
              <a:t>: Selects the cheapest compatible version of the required software.</a:t>
            </a:r>
          </a:p>
          <a:p>
            <a:pPr lvl="1"/>
            <a:r>
              <a:rPr lang="en-US" sz="2800" b="1" dirty="0">
                <a:solidFill>
                  <a:srgbClr val="C00000"/>
                </a:solidFill>
              </a:rPr>
              <a:t>IoT </a:t>
            </a:r>
            <a:r>
              <a:rPr lang="en-US" sz="2800" dirty="0"/>
              <a:t>: Compares subscription-based vs. pay-per-invocation costs and picks the cheaper option.</a:t>
            </a:r>
          </a:p>
        </p:txBody>
      </p:sp>
    </p:spTree>
    <p:extLst>
      <p:ext uri="{BB962C8B-B14F-4D97-AF65-F5344CB8AC3E}">
        <p14:creationId xmlns:p14="http://schemas.microsoft.com/office/powerpoint/2010/main" val="21358945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7F67-F847-C21B-DE12-DEC496DF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CEFC-F65A-EFFF-14C0-2094470B1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Refined Cost Model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CC07CC-F8C3-D5CA-F0F0-84041493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Hardware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pm(Hardware, Node) = Minimum cost of (default VMs or on-demand VMs) that meet requirements.</a:t>
            </a:r>
          </a:p>
          <a:p>
            <a:r>
              <a:rPr lang="en-US" dirty="0"/>
              <a:t>Software 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pm(Software, Node) = Minimum cost of (bundles or on-demand software) that meet requirements.</a:t>
            </a:r>
          </a:p>
          <a:p>
            <a:r>
              <a:rPr lang="en-US" dirty="0"/>
              <a:t>IoT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pm(Thing, Device) = Minimum cost of (subscription or pay-per-invocation) that meets requirements.</a:t>
            </a:r>
          </a:p>
          <a:p>
            <a:pPr lvl="1"/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3955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9115F-2B0E-28EF-1A4E-0C712DB2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6C53C-0C2B-31FC-38B2-3965FDCD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Key Benefits Cost Model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52580-0CA5-6C98-5447-EB90D02C9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Separates VM and Software Costs</a:t>
            </a:r>
            <a:r>
              <a:rPr lang="en-US" dirty="0"/>
              <a:t>: Allows flexibility for both IaaS (Infrastructure as a Service) and PaaS (Platform as a Service) offerings.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Extensible</a:t>
            </a:r>
            <a:r>
              <a:rPr lang="en-US" dirty="0"/>
              <a:t>: Can include other types of virtual instances (e.g., containers) beyond VMs.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Cost-Aware Matching</a:t>
            </a:r>
            <a:r>
              <a:rPr lang="en-US" dirty="0"/>
              <a:t>: Ensures the cheapest suitable options are chosen for hardware, software, and IoT.</a:t>
            </a:r>
          </a:p>
        </p:txBody>
      </p:sp>
    </p:spTree>
    <p:extLst>
      <p:ext uri="{BB962C8B-B14F-4D97-AF65-F5344CB8AC3E}">
        <p14:creationId xmlns:p14="http://schemas.microsoft.com/office/powerpoint/2010/main" val="38919356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6307A-135C-3E94-F5A6-CBC54FC64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6B7E1-1B0F-DF80-9E5D-6215B9D1C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Example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4AE857-42D3-028C-7CFF-373050576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a component requires:</a:t>
            </a:r>
          </a:p>
          <a:p>
            <a:pPr lvl="1"/>
            <a:r>
              <a:rPr lang="en-US" dirty="0"/>
              <a:t>Hardware : 1 CPU, 1GB RAM, 20GB HDD.</a:t>
            </a:r>
          </a:p>
          <a:p>
            <a:pPr lvl="1"/>
            <a:r>
              <a:rPr lang="en-US" dirty="0"/>
              <a:t>Available options at Cloud 2:</a:t>
            </a:r>
          </a:p>
          <a:p>
            <a:pPr lvl="2"/>
            <a:r>
              <a:rPr lang="en-US" dirty="0"/>
              <a:t>Default VM: Small instance (€25).</a:t>
            </a:r>
          </a:p>
          <a:p>
            <a:pPr lvl="2"/>
            <a:r>
              <a:rPr lang="en-US" dirty="0"/>
              <a:t>On-demand VM: Custom configuration (€30).</a:t>
            </a:r>
          </a:p>
          <a:p>
            <a:endParaRPr lang="en-US" dirty="0"/>
          </a:p>
          <a:p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selects the small instance (€25) because it satisfies the requirements at a lower cost.</a:t>
            </a:r>
          </a:p>
        </p:txBody>
      </p:sp>
    </p:spTree>
    <p:extLst>
      <p:ext uri="{BB962C8B-B14F-4D97-AF65-F5344CB8AC3E}">
        <p14:creationId xmlns:p14="http://schemas.microsoft.com/office/powerpoint/2010/main" val="11967414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B51E6-9476-9C3E-7646-C70A53445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AB21-C942-1101-632F-DC771D7F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AF5A9-8EED-7AA3-D535-DF8D2961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addition to estimating resource consumption and cost , </a:t>
            </a:r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calculates the QoS-assurance of eligible deployments.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QoS-assurance</a:t>
            </a:r>
            <a:r>
              <a:rPr lang="en-US" dirty="0"/>
              <a:t> measures how likely </a:t>
            </a:r>
            <a:r>
              <a:rPr lang="en-US" dirty="0">
                <a:solidFill>
                  <a:srgbClr val="FF0000"/>
                </a:solidFill>
              </a:rPr>
              <a:t>a deployment is to meet all desired Quality of Service (QoS) constraints</a:t>
            </a:r>
            <a:r>
              <a:rPr lang="en-US" dirty="0"/>
              <a:t> (e.g., latency, bandwidth) under varying network conditions.</a:t>
            </a:r>
          </a:p>
        </p:txBody>
      </p:sp>
    </p:spTree>
    <p:extLst>
      <p:ext uri="{BB962C8B-B14F-4D97-AF65-F5344CB8AC3E}">
        <p14:creationId xmlns:p14="http://schemas.microsoft.com/office/powerpoint/2010/main" val="27524206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D65A8-EB98-B970-6A53-E19AE472A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C277-042D-B208-87B6-A5A1318F5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How is it Estimated?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4EDF2C-57D5-E5FB-24F6-D500A8BF6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uses:</a:t>
            </a:r>
          </a:p>
          <a:p>
            <a:r>
              <a:rPr lang="en-US" dirty="0"/>
              <a:t>To find eligible deployments that satisfy QoS requirements.</a:t>
            </a:r>
          </a:p>
          <a:p>
            <a:r>
              <a:rPr lang="en-US" dirty="0"/>
              <a:t>Parallel Monte Carlo Simulations : To simulate variations in network conditions and assess the robustness of deployments.</a:t>
            </a:r>
          </a:p>
        </p:txBody>
      </p:sp>
    </p:spTree>
    <p:extLst>
      <p:ext uri="{BB962C8B-B14F-4D97-AF65-F5344CB8AC3E}">
        <p14:creationId xmlns:p14="http://schemas.microsoft.com/office/powerpoint/2010/main" val="1588638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6CEB-87DC-BAB0-69F0-63674E1F6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27BBA-16AC-1711-D6C4-F68F1435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Step by Step Process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8E27C-80AD-249E-EDFE-CC97ACF63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Step 1: Initialize a Dictionary</a:t>
            </a:r>
          </a:p>
          <a:p>
            <a:pPr lvl="1"/>
            <a:r>
              <a:rPr lang="en-US" dirty="0"/>
              <a:t>An empty thread-safe dictionary D is created to store:</a:t>
            </a:r>
          </a:p>
          <a:p>
            <a:pPr lvl="2"/>
            <a:r>
              <a:rPr lang="en-US" dirty="0"/>
              <a:t>Key (</a:t>
            </a:r>
            <a:r>
              <a:rPr lang="el-GR" dirty="0"/>
              <a:t>Δ) : </a:t>
            </a:r>
            <a:r>
              <a:rPr lang="en-US" dirty="0"/>
              <a:t>Represents an eligible deployment.</a:t>
            </a:r>
          </a:p>
          <a:p>
            <a:pPr lvl="2"/>
            <a:r>
              <a:rPr lang="en-US" dirty="0"/>
              <a:t>Value (counter) : Tracks how many times the deployment </a:t>
            </a:r>
            <a:r>
              <a:rPr lang="el-GR" dirty="0"/>
              <a:t>Δ </a:t>
            </a:r>
            <a:r>
              <a:rPr lang="en-US" dirty="0"/>
              <a:t>is generated during the simulation.</a:t>
            </a:r>
          </a:p>
          <a:p>
            <a:endParaRPr lang="en-US" dirty="0"/>
          </a:p>
          <a:p>
            <a:r>
              <a:rPr lang="en-US" dirty="0"/>
              <a:t>Step 2: Divide Simulation Runs Among Threads</a:t>
            </a:r>
          </a:p>
          <a:p>
            <a:pPr lvl="1"/>
            <a:r>
              <a:rPr lang="en-US" dirty="0"/>
              <a:t>The total number of Monte Carlo runs (n ) is divided among available worker threads (w ).</a:t>
            </a:r>
          </a:p>
          <a:p>
            <a:pPr lvl="2"/>
            <a:r>
              <a:rPr lang="en-US" dirty="0"/>
              <a:t>Each thread performs </a:t>
            </a:r>
            <a:r>
              <a:rPr lang="en-US" dirty="0" err="1"/>
              <a:t>nw</a:t>
            </a:r>
            <a:r>
              <a:rPr lang="en-US" dirty="0"/>
              <a:t> = ⌈n / w⌉ runs in parallel.</a:t>
            </a:r>
          </a:p>
          <a:p>
            <a:pPr lvl="2"/>
            <a:r>
              <a:rPr lang="en-US" dirty="0"/>
              <a:t>Each thread works on its own local copy of the infrastructure (I ).</a:t>
            </a:r>
          </a:p>
        </p:txBody>
      </p:sp>
    </p:spTree>
    <p:extLst>
      <p:ext uri="{BB962C8B-B14F-4D97-AF65-F5344CB8AC3E}">
        <p14:creationId xmlns:p14="http://schemas.microsoft.com/office/powerpoint/2010/main" val="13394297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8EDCC-6A17-1021-435A-E0A1DE6F7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C8CB-2BED-3929-0732-E4CBDCE1A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Step by Step Process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53174-4CBD-27D7-6C0C-4DC450B18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Step 3: Simulate Network Conditions</a:t>
            </a:r>
          </a:p>
          <a:p>
            <a:pPr lvl="1"/>
            <a:r>
              <a:rPr lang="en-US" dirty="0"/>
              <a:t>At the start of each run:</a:t>
            </a:r>
          </a:p>
          <a:p>
            <a:pPr lvl="2"/>
            <a:r>
              <a:rPr lang="en-US" dirty="0"/>
              <a:t>Each worker thread samples a state (Is ) of the infrastructure based on the probability distributions of QoS metrics (e.g., latency, bandwidth) for communication links.</a:t>
            </a:r>
          </a:p>
          <a:p>
            <a:pPr lvl="2"/>
            <a:r>
              <a:rPr lang="en-US" dirty="0"/>
              <a:t>A sampling function is used to generate random QoS values for links, but </a:t>
            </a:r>
            <a:r>
              <a:rPr lang="en-US" dirty="0" err="1"/>
              <a:t>FogTorch</a:t>
            </a:r>
            <a:r>
              <a:rPr lang="el-GR" dirty="0"/>
              <a:t>Π </a:t>
            </a:r>
            <a:r>
              <a:rPr lang="en-US" dirty="0"/>
              <a:t>supports arbitrary probability distributions.</a:t>
            </a:r>
          </a:p>
          <a:p>
            <a:r>
              <a:rPr lang="en-US" b="1" dirty="0"/>
              <a:t>Step 4: Find Eligible Deployments</a:t>
            </a:r>
          </a:p>
          <a:p>
            <a:pPr lvl="1"/>
            <a:r>
              <a:rPr lang="en-US" dirty="0"/>
              <a:t>The function </a:t>
            </a:r>
            <a:r>
              <a:rPr lang="en-US" dirty="0" err="1"/>
              <a:t>FindDeployments</a:t>
            </a:r>
            <a:r>
              <a:rPr lang="en-US" dirty="0"/>
              <a:t>(A, Is, </a:t>
            </a:r>
            <a:r>
              <a:rPr lang="el-GR" dirty="0"/>
              <a:t>θ, δ) </a:t>
            </a:r>
            <a:r>
              <a:rPr lang="en-US" dirty="0"/>
              <a:t>is called:</a:t>
            </a:r>
          </a:p>
          <a:p>
            <a:pPr lvl="2"/>
            <a:r>
              <a:rPr lang="en-US" dirty="0"/>
              <a:t>It performs an exhaustive backtracking search to find all eligible deployments (E ) for the application (A ) under the sampled infrastructure state (Is ).</a:t>
            </a:r>
          </a:p>
          <a:p>
            <a:pPr lvl="1"/>
            <a:r>
              <a:rPr lang="en-US" dirty="0"/>
              <a:t>Eligible deployments must satisfy:</a:t>
            </a:r>
          </a:p>
          <a:p>
            <a:pPr lvl="2"/>
            <a:r>
              <a:rPr lang="en-US" dirty="0"/>
              <a:t>Processing requirements (hardware/software).</a:t>
            </a:r>
          </a:p>
          <a:p>
            <a:pPr lvl="2"/>
            <a:r>
              <a:rPr lang="en-US" dirty="0"/>
              <a:t>QoS requirements (latency, bandwidth).</a:t>
            </a:r>
          </a:p>
        </p:txBody>
      </p:sp>
    </p:spTree>
    <p:extLst>
      <p:ext uri="{BB962C8B-B14F-4D97-AF65-F5344CB8AC3E}">
        <p14:creationId xmlns:p14="http://schemas.microsoft.com/office/powerpoint/2010/main" val="40940059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7755-FDB3-DF85-6075-CCC9C918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C3F5-EF7A-700C-991E-B9F12A730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Step by Step Process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AA4B1-CA2D-0A7D-0F2D-128AD97F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5: Update Deployment Counts</a:t>
            </a:r>
          </a:p>
          <a:p>
            <a:pPr lvl="1"/>
            <a:r>
              <a:rPr lang="en-US" dirty="0"/>
              <a:t>After each run:</a:t>
            </a:r>
          </a:p>
          <a:p>
            <a:pPr lvl="2"/>
            <a:r>
              <a:rPr lang="en-US" dirty="0"/>
              <a:t>The set of eligible deployments (E ) is merged into the dictionary D using the function </a:t>
            </a:r>
            <a:r>
              <a:rPr lang="en-US" dirty="0" err="1"/>
              <a:t>UnionUpdate</a:t>
            </a:r>
            <a:r>
              <a:rPr lang="en-US" dirty="0"/>
              <a:t>(D, E) :</a:t>
            </a:r>
          </a:p>
          <a:p>
            <a:pPr lvl="2"/>
            <a:r>
              <a:rPr lang="en-US" dirty="0"/>
              <a:t>If a deployment (</a:t>
            </a:r>
            <a:r>
              <a:rPr lang="el-GR" dirty="0"/>
              <a:t>Δ ) </a:t>
            </a:r>
            <a:r>
              <a:rPr lang="en-US" dirty="0"/>
              <a:t>is new (not already in D ), it is added with a counter of 1.</a:t>
            </a:r>
          </a:p>
          <a:p>
            <a:pPr lvl="2"/>
            <a:r>
              <a:rPr lang="en-US" dirty="0"/>
              <a:t>If a deployment (</a:t>
            </a:r>
            <a:r>
              <a:rPr lang="el-GR" dirty="0"/>
              <a:t>Δ ) </a:t>
            </a:r>
            <a:r>
              <a:rPr lang="en-US" dirty="0"/>
              <a:t>already exists in D , its counter is incremented.</a:t>
            </a:r>
          </a:p>
          <a:p>
            <a:r>
              <a:rPr lang="en-US" b="1" dirty="0"/>
              <a:t>Step 6: Compute QoS-Assurance</a:t>
            </a:r>
          </a:p>
          <a:p>
            <a:pPr lvl="1"/>
            <a:r>
              <a:rPr lang="en-US" dirty="0"/>
              <a:t>After all simulation runs are complete (n ≥ 100,000 ):</a:t>
            </a:r>
          </a:p>
          <a:p>
            <a:pPr lvl="1"/>
            <a:r>
              <a:rPr lang="en-US" dirty="0"/>
              <a:t>For each deployment (</a:t>
            </a:r>
            <a:r>
              <a:rPr lang="el-GR" dirty="0"/>
              <a:t>Δ ) </a:t>
            </a:r>
            <a:r>
              <a:rPr lang="en-US" dirty="0"/>
              <a:t>in D :</a:t>
            </a:r>
          </a:p>
          <a:p>
            <a:pPr lvl="1"/>
            <a:r>
              <a:rPr lang="en-US" dirty="0"/>
              <a:t>QoS-assurance is calculated as: </a:t>
            </a:r>
            <a:r>
              <a:rPr lang="en-US" dirty="0">
                <a:solidFill>
                  <a:srgbClr val="FF0000"/>
                </a:solidFill>
              </a:rPr>
              <a:t>QoS-assurance(</a:t>
            </a:r>
            <a:r>
              <a:rPr lang="el-GR" dirty="0">
                <a:solidFill>
                  <a:srgbClr val="FF0000"/>
                </a:solidFill>
              </a:rPr>
              <a:t>Δ) = </a:t>
            </a:r>
            <a:r>
              <a:rPr lang="en-US" dirty="0">
                <a:solidFill>
                  <a:srgbClr val="FF0000"/>
                </a:solidFill>
              </a:rPr>
              <a:t>counter(</a:t>
            </a:r>
            <a:r>
              <a:rPr lang="el-GR" dirty="0">
                <a:solidFill>
                  <a:srgbClr val="FF0000"/>
                </a:solidFill>
              </a:rPr>
              <a:t>Δ) / </a:t>
            </a:r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636239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7750-D5A8-9FEB-6F42-C7240274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C19AB-3357-8947-A2A0-C81F33E59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Step by Step Process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237BB-9721-4C3A-5C5F-F24EE6262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This represents the percentage of runs in which the deployment was generated.</a:t>
            </a:r>
          </a:p>
          <a:p>
            <a:pPr lvl="1"/>
            <a:r>
              <a:rPr lang="en-US" dirty="0"/>
              <a:t>Higher QoS-assurance means the deployment is more likely to meet QoS constraints under varying network conditions.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1814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C9125-48E2-8EB7-F59A-792A26AB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D836-7C3E-A5B2-7708-C8D408018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Output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CB807-0F6C-D2B4-EC3A-BADBE6657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end of the simulation:</a:t>
            </a:r>
          </a:p>
          <a:p>
            <a:pPr lvl="1"/>
            <a:r>
              <a:rPr lang="en-US" dirty="0"/>
              <a:t>The dictionary D contains all eligible deployments and their QoS-assurance values.</a:t>
            </a:r>
          </a:p>
          <a:p>
            <a:pPr lvl="1"/>
            <a:r>
              <a:rPr lang="en-US" dirty="0"/>
              <a:t>D is returned as the final output.</a:t>
            </a:r>
          </a:p>
        </p:txBody>
      </p:sp>
    </p:spTree>
    <p:extLst>
      <p:ext uri="{BB962C8B-B14F-4D97-AF65-F5344CB8AC3E}">
        <p14:creationId xmlns:p14="http://schemas.microsoft.com/office/powerpoint/2010/main" val="382170738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941D-2063-C8EC-3D54-65B9774F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8134-3582-409D-A5D2-080C74849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Output</a:t>
            </a:r>
            <a:endParaRPr lang="en-US" sz="3200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E4A91EB2-D6F7-8ECA-5F76-5C3FABF9B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471477"/>
              </p:ext>
            </p:extLst>
          </p:nvPr>
        </p:nvGraphicFramePr>
        <p:xfrm>
          <a:off x="409934" y="1050784"/>
          <a:ext cx="11384657" cy="5357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30399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E10BA-DCF6-C776-DA54-C88B8A5F4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03FA6-D632-9531-177D-94815A7F8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FogTorch</a:t>
            </a:r>
            <a:r>
              <a:rPr lang="en-IN" sz="3200" dirty="0"/>
              <a:t>𝚷 – QoS Assurance – Output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F3E312-9EB7-0268-FD67-BC568FEE7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Suppose:</a:t>
            </a:r>
          </a:p>
          <a:p>
            <a:pPr lvl="1"/>
            <a:r>
              <a:rPr lang="en-US" dirty="0"/>
              <a:t>Total simulation runs (n ) = 100,000.</a:t>
            </a:r>
          </a:p>
          <a:p>
            <a:pPr lvl="1"/>
            <a:r>
              <a:rPr lang="en-US" dirty="0"/>
              <a:t>A deployment (</a:t>
            </a:r>
            <a:r>
              <a:rPr lang="el-GR" dirty="0"/>
              <a:t>Δ ) </a:t>
            </a:r>
            <a:r>
              <a:rPr lang="en-US" dirty="0"/>
              <a:t>is generated in 85,000 runs.</a:t>
            </a:r>
          </a:p>
          <a:p>
            <a:pPr lvl="1"/>
            <a:r>
              <a:rPr lang="en-US" dirty="0"/>
              <a:t>Then:</a:t>
            </a:r>
          </a:p>
          <a:p>
            <a:pPr lvl="2"/>
            <a:r>
              <a:rPr lang="en-US" sz="2800" dirty="0">
                <a:solidFill>
                  <a:srgbClr val="C00000"/>
                </a:solidFill>
              </a:rPr>
              <a:t>QoS-assurance(</a:t>
            </a:r>
            <a:r>
              <a:rPr lang="el-GR" sz="2800" dirty="0">
                <a:solidFill>
                  <a:srgbClr val="C00000"/>
                </a:solidFill>
              </a:rPr>
              <a:t>Δ) = 85,000 / 100,000 = 0.85 (85%)</a:t>
            </a:r>
            <a:endParaRPr lang="en-US" sz="2800" dirty="0">
              <a:solidFill>
                <a:srgbClr val="C00000"/>
              </a:solidFill>
            </a:endParaRPr>
          </a:p>
          <a:p>
            <a:pPr lvl="1"/>
            <a:r>
              <a:rPr lang="en-US" sz="3200" dirty="0">
                <a:solidFill>
                  <a:srgbClr val="C00000"/>
                </a:solidFill>
              </a:rPr>
              <a:t>This means there is an 85% chance that deployment </a:t>
            </a:r>
            <a:r>
              <a:rPr lang="el-GR" sz="3200" dirty="0">
                <a:solidFill>
                  <a:srgbClr val="C00000"/>
                </a:solidFill>
              </a:rPr>
              <a:t>Δ </a:t>
            </a:r>
            <a:r>
              <a:rPr lang="en-US" sz="3200" dirty="0">
                <a:solidFill>
                  <a:srgbClr val="C00000"/>
                </a:solidFill>
              </a:rPr>
              <a:t>will meet all QoS constraints under varying network conditions.</a:t>
            </a:r>
          </a:p>
        </p:txBody>
      </p:sp>
    </p:spTree>
    <p:extLst>
      <p:ext uri="{BB962C8B-B14F-4D97-AF65-F5344CB8AC3E}">
        <p14:creationId xmlns:p14="http://schemas.microsoft.com/office/powerpoint/2010/main" val="42062372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A04BF-9C9D-50EF-E279-CDCDA192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9A43-CB4D-1A37-E9BB-EF4EB992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err="1"/>
              <a:t>FogTorch</a:t>
            </a:r>
            <a:r>
              <a:rPr lang="en-IN" sz="2400" dirty="0"/>
              <a:t>𝚷 – QoS Assurance – Why is QoS-Assurance Important?</a:t>
            </a:r>
            <a:endParaRPr lang="en-US" sz="2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E9DF3C-84F7-3AAB-F5B6-29EDAE8D6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Helps system integrators choose deployments that are robust to network fluctuations.</a:t>
            </a:r>
          </a:p>
          <a:p>
            <a:endParaRPr lang="en-US" sz="3200" dirty="0"/>
          </a:p>
          <a:p>
            <a:r>
              <a:rPr lang="en-US" sz="3200" dirty="0"/>
              <a:t>Ensures applications meet performance and reliability requirements in real-world scenarios.</a:t>
            </a:r>
          </a:p>
        </p:txBody>
      </p:sp>
    </p:spTree>
    <p:extLst>
      <p:ext uri="{BB962C8B-B14F-4D97-AF65-F5344CB8AC3E}">
        <p14:creationId xmlns:p14="http://schemas.microsoft.com/office/powerpoint/2010/main" val="2195215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360AB-40F6-287E-1145-C5A81A3E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846F-AE17-E960-973B-424A741D5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12CE1E-998E-D2D5-8FA8-BA3D8C1B3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Challenges of Cloud-Only IoT Architectures (</a:t>
            </a:r>
            <a:r>
              <a:rPr lang="en-US" sz="3200" dirty="0" err="1"/>
              <a:t>CIoT</a:t>
            </a:r>
            <a:r>
              <a:rPr lang="en-US" sz="3200" dirty="0"/>
              <a:t>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B2EEAB-9E97-44E7-8153-4EAB9B5D44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996829"/>
              </p:ext>
            </p:extLst>
          </p:nvPr>
        </p:nvGraphicFramePr>
        <p:xfrm>
          <a:off x="2304789" y="1816274"/>
          <a:ext cx="7704898" cy="47209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85975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25FD-1419-3464-BA3E-0C2FBA44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70576-199C-B0DF-8C18-A857BF7A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D31E6DD-24A5-E3AB-02C9-71498A01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/>
          <a:lstStyle/>
          <a:p>
            <a:r>
              <a:rPr lang="en-US" sz="3200" dirty="0"/>
              <a:t>Challenges of Cloud-Only IoT Architectures (</a:t>
            </a:r>
            <a:r>
              <a:rPr lang="en-US" sz="3200" dirty="0" err="1"/>
              <a:t>CIoT</a:t>
            </a:r>
            <a:r>
              <a:rPr lang="en-US" sz="3200" dirty="0"/>
              <a:t>)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42A8D21-8D2E-4968-B6E0-ABF9949962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738902"/>
              </p:ext>
            </p:extLst>
          </p:nvPr>
        </p:nvGraphicFramePr>
        <p:xfrm>
          <a:off x="409926" y="1778695"/>
          <a:ext cx="11384666" cy="46298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986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7917-CD88-9D82-6DAA-D7CB58C1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DBE92-0C60-DA22-EAAA-A096898FA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621A72-36F9-F5FA-68B5-6446C4A03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/>
          <a:lstStyle/>
          <a:p>
            <a:r>
              <a:rPr lang="en-US" sz="3200" dirty="0"/>
              <a:t>Fog Computing as a Solution</a:t>
            </a:r>
          </a:p>
          <a:p>
            <a:pPr lvl="1"/>
            <a:r>
              <a:rPr lang="en-US" sz="2800" dirty="0"/>
              <a:t>Fog computing decentralizes compute, storage, and decision-making closer to the network edge where data is generated.</a:t>
            </a:r>
          </a:p>
          <a:p>
            <a:pPr lvl="1"/>
            <a:r>
              <a:rPr lang="en-US" sz="2800" dirty="0"/>
              <a:t>Key Characteristics:</a:t>
            </a:r>
          </a:p>
          <a:p>
            <a:pPr lvl="2"/>
            <a:r>
              <a:rPr lang="en-US" sz="2400" dirty="0"/>
              <a:t>Low latency</a:t>
            </a:r>
          </a:p>
          <a:p>
            <a:pPr lvl="2"/>
            <a:r>
              <a:rPr lang="en-US" sz="2400" dirty="0"/>
              <a:t>Location awareness</a:t>
            </a:r>
          </a:p>
          <a:p>
            <a:pPr lvl="2"/>
            <a:r>
              <a:rPr lang="en-US" sz="2400" dirty="0"/>
              <a:t>Wired/wireless access</a:t>
            </a:r>
          </a:p>
        </p:txBody>
      </p:sp>
    </p:spTree>
    <p:extLst>
      <p:ext uri="{BB962C8B-B14F-4D97-AF65-F5344CB8AC3E}">
        <p14:creationId xmlns:p14="http://schemas.microsoft.com/office/powerpoint/2010/main" val="33616733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2CC73-69AC-33FE-4E2D-0CC4D6D7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F4B2-B315-A8CE-DDE8-6FA91684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D8790A-C6C9-7390-45C4-1DE12AC36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3200" dirty="0"/>
              <a:t>Fog Computing as a Solution</a:t>
            </a:r>
          </a:p>
          <a:p>
            <a:pPr lvl="1"/>
            <a:r>
              <a:rPr lang="en-US" sz="2800" dirty="0"/>
              <a:t>Benefits:</a:t>
            </a:r>
          </a:p>
          <a:p>
            <a:pPr lvl="2"/>
            <a:r>
              <a:rPr lang="en-US" sz="2400" b="1" dirty="0"/>
              <a:t>Real-Time Analytics</a:t>
            </a:r>
            <a:r>
              <a:rPr lang="en-US" sz="2400" dirty="0"/>
              <a:t>: Enables near-instant intelligence for critical scenarios (e.g., detecting intruders, fraud).</a:t>
            </a:r>
          </a:p>
          <a:p>
            <a:pPr lvl="2"/>
            <a:r>
              <a:rPr lang="en-US" sz="2400" b="1" dirty="0"/>
              <a:t>Improved Security</a:t>
            </a:r>
            <a:r>
              <a:rPr lang="en-US" sz="2400" dirty="0"/>
              <a:t>: Tailored security configurations at the edge enable faster breach response.</a:t>
            </a:r>
          </a:p>
          <a:p>
            <a:pPr lvl="2"/>
            <a:r>
              <a:rPr lang="en-US" sz="2400" b="1" dirty="0"/>
              <a:t>Data Thinning at the Edge</a:t>
            </a:r>
            <a:r>
              <a:rPr lang="en-US" sz="2400" dirty="0"/>
              <a:t>: Processes raw data locally and transmits only relevant, consolidated information to the cloud.</a:t>
            </a:r>
          </a:p>
          <a:p>
            <a:pPr lvl="2"/>
            <a:r>
              <a:rPr lang="en-US" sz="2400" b="1" dirty="0"/>
              <a:t>Cost Savings</a:t>
            </a:r>
            <a:r>
              <a:rPr lang="en-US" sz="2400" dirty="0"/>
              <a:t>: Reduces operational costs despite higher initial setup costs.</a:t>
            </a:r>
          </a:p>
        </p:txBody>
      </p:sp>
    </p:spTree>
    <p:extLst>
      <p:ext uri="{BB962C8B-B14F-4D97-AF65-F5344CB8AC3E}">
        <p14:creationId xmlns:p14="http://schemas.microsoft.com/office/powerpoint/2010/main" val="30404656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BFF36-8EE9-77B7-1934-645AC3C8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FB81-BF08-41A4-92E5-FC2B6A74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74873D-FDB5-8D78-E8E1-9E63D544B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b="1" dirty="0"/>
              <a:t>Machine Learning for Fog Computing and Security</a:t>
            </a:r>
          </a:p>
          <a:p>
            <a:r>
              <a:rPr lang="en-US" sz="2400" dirty="0"/>
              <a:t>Advantages of Machine Learning in Fog Computing: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7B43E40-68F3-9C77-FC07-031F4AD565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6965898"/>
              </p:ext>
            </p:extLst>
          </p:nvPr>
        </p:nvGraphicFramePr>
        <p:xfrm>
          <a:off x="538619" y="2179529"/>
          <a:ext cx="11085534" cy="43577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40409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D2DD-46D6-A7D1-BB53-12725214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24EB-96F7-D0A8-CED7-42FDE4404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DD87E4-E6A3-5792-3EDB-0F4454A84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b="1" dirty="0"/>
              <a:t>ML Use Cases in Fog Computing</a:t>
            </a:r>
          </a:p>
          <a:p>
            <a:r>
              <a:rPr lang="en-US" sz="2400" dirty="0">
                <a:solidFill>
                  <a:srgbClr val="FF0000"/>
                </a:solidFill>
              </a:rPr>
              <a:t>Industry</a:t>
            </a:r>
            <a:r>
              <a:rPr lang="en-US" sz="2400" dirty="0"/>
              <a:t>: Fault isolation and detection using ML to improve system availability.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Smart Cities</a:t>
            </a:r>
            <a:r>
              <a:rPr lang="en-US" sz="2400" dirty="0"/>
              <a:t>: Optimizing operations in train stations by monitoring occupancy and usage patterns.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Retail</a:t>
            </a:r>
            <a:r>
              <a:rPr lang="en-US" sz="2400" dirty="0"/>
              <a:t>: Analyzing local buying patterns to improve product placement and customer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3148168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7AD88-5D35-75B1-5172-FFF8B226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08837-E660-F04F-AB2E-4ECE2610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8BC92A-AA94-CA97-39E3-76A0D49BF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dirty="0"/>
              <a:t>Reactive vs. Predictive Analytics: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FF0000"/>
                </a:solidFill>
              </a:rPr>
              <a:t>Edge Nodes: </a:t>
            </a:r>
            <a:r>
              <a:rPr lang="en-US" sz="2400" dirty="0"/>
              <a:t>Perform reactive analytics due to proximity to data sources.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Mid-Tier/Cloud Nodes: </a:t>
            </a:r>
            <a:r>
              <a:rPr lang="en-US" sz="2400" dirty="0"/>
              <a:t>Perform predictive analytics requiring higher computation power.</a:t>
            </a:r>
          </a:p>
        </p:txBody>
      </p:sp>
    </p:spTree>
    <p:extLst>
      <p:ext uri="{BB962C8B-B14F-4D97-AF65-F5344CB8AC3E}">
        <p14:creationId xmlns:p14="http://schemas.microsoft.com/office/powerpoint/2010/main" val="20463111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4699-4FA2-6128-7389-EFFDC7C5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8AC4-808A-88E9-5736-47852FBB7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11D7FE8-43B0-89F3-9B3E-1C5A84760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dirty="0"/>
              <a:t>Examples of Machine Learning in Fog Computing</a:t>
            </a:r>
          </a:p>
          <a:p>
            <a:pPr marL="0" indent="0">
              <a:buNone/>
            </a:pPr>
            <a:endParaRPr lang="en-US" sz="24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C448FD7-EDEA-9FBC-E9AE-BACB74F388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408309"/>
              </p:ext>
            </p:extLst>
          </p:nvPr>
        </p:nvGraphicFramePr>
        <p:xfrm>
          <a:off x="397397" y="719666"/>
          <a:ext cx="1139719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46237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0707F-7B66-4A35-631D-40E25318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35EA-54A5-1C1B-1259-CC0C6D0C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BC765C-2E48-B158-C03F-9544CBB18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dirty="0"/>
              <a:t>Machine Learning in Fog Computing Security</a:t>
            </a:r>
          </a:p>
          <a:p>
            <a:pPr marL="0" indent="0">
              <a:buNone/>
            </a:pPr>
            <a:r>
              <a:rPr lang="en-US" sz="2400" dirty="0"/>
              <a:t>Hierarchical Fog Architecture for Security</a:t>
            </a:r>
          </a:p>
        </p:txBody>
      </p:sp>
      <p:pic>
        <p:nvPicPr>
          <p:cNvPr id="6" name="Picture 5" descr="A diagram of a cloud&#10;&#10;Description automatically generated">
            <a:extLst>
              <a:ext uri="{FF2B5EF4-FFF2-40B4-BE49-F238E27FC236}">
                <a16:creationId xmlns:a16="http://schemas.microsoft.com/office/drawing/2014/main" id="{E39EB099-C8EF-9BF4-EBCD-2A3AC8CD5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109" y="2044979"/>
            <a:ext cx="9519781" cy="449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224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F0B6E-4A9C-C43F-F63E-353FD9EA1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6CBEE-E83A-144B-4E38-8F150381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Machine Learning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E85589-FD43-AFEC-B203-B4BCC85CB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dirty="0"/>
              <a:t>Machine Learning in Fog Computing Security</a:t>
            </a:r>
          </a:p>
          <a:p>
            <a:pPr marL="0" indent="0">
              <a:buNone/>
            </a:pPr>
            <a:r>
              <a:rPr lang="en-US" sz="2400" dirty="0"/>
              <a:t>Machine-learning algorithms at different fog layers</a:t>
            </a:r>
          </a:p>
        </p:txBody>
      </p:sp>
      <p:pic>
        <p:nvPicPr>
          <p:cNvPr id="4" name="Picture 3" descr="A table with text on it&#10;&#10;Description automatically generated">
            <a:extLst>
              <a:ext uri="{FF2B5EF4-FFF2-40B4-BE49-F238E27FC236}">
                <a16:creationId xmlns:a16="http://schemas.microsoft.com/office/drawing/2014/main" id="{C1E2C3CC-E17E-CF28-B3E5-5BB24F9C0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93" y="2104373"/>
            <a:ext cx="10835014" cy="443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5927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91AC-8A37-02A6-49B9-3751E3D4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008B-323F-A8CC-1CFC-925F8BA8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6D47B3-82ED-825A-1513-AD0B05CD8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400" dirty="0"/>
              <a:t>Fog computing is a virtualized platform that provides computation, storage, and networking services between end devices and traditional cloud data centers, typically located at the edge of the network.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Key Characteristics:</a:t>
            </a:r>
          </a:p>
          <a:p>
            <a:pPr lvl="1"/>
            <a:r>
              <a:rPr lang="en-US" sz="2000" dirty="0"/>
              <a:t>Low latency</a:t>
            </a:r>
          </a:p>
          <a:p>
            <a:pPr lvl="1"/>
            <a:r>
              <a:rPr lang="en-US" sz="2000" dirty="0"/>
              <a:t>Mobility support</a:t>
            </a:r>
          </a:p>
          <a:p>
            <a:pPr lvl="1"/>
            <a:r>
              <a:rPr lang="en-US" sz="2000" dirty="0"/>
              <a:t>Real-time interactions</a:t>
            </a:r>
          </a:p>
          <a:p>
            <a:pPr lvl="1"/>
            <a:r>
              <a:rPr lang="en-US" sz="2000" dirty="0"/>
              <a:t>Online analytics</a:t>
            </a:r>
          </a:p>
          <a:p>
            <a:pPr lvl="1"/>
            <a:r>
              <a:rPr lang="en-US" sz="2000" dirty="0"/>
              <a:t>Interplay with the cloud</a:t>
            </a:r>
          </a:p>
        </p:txBody>
      </p:sp>
    </p:spTree>
    <p:extLst>
      <p:ext uri="{BB962C8B-B14F-4D97-AF65-F5344CB8AC3E}">
        <p14:creationId xmlns:p14="http://schemas.microsoft.com/office/powerpoint/2010/main" val="11557230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A534B-957A-DD86-BCAA-CA3E01EF5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7CAD-8D4A-C5D4-0C92-D46B5496D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4B4373-910D-6084-CF32-1D0A0A104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000" dirty="0"/>
              <a:t>Challenges of Cloud-Only Data Processing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EB65199-8DA7-19A0-458F-D3062A863E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097058"/>
              </p:ext>
            </p:extLst>
          </p:nvPr>
        </p:nvGraphicFramePr>
        <p:xfrm>
          <a:off x="397397" y="1581352"/>
          <a:ext cx="11384667" cy="4955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765572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9C1D8-5F0D-7F79-0520-A0C9A770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6F100-BE7C-A050-CC87-2FD1CF12F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05DEBD-A078-2F4B-77D6-A0617EC4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rmAutofit/>
          </a:bodyPr>
          <a:lstStyle/>
          <a:p>
            <a:r>
              <a:rPr lang="en-US" sz="2000" dirty="0"/>
              <a:t>Fog Computing's Role in IoT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6529E2-B18C-8DAD-2329-0CCB01E529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319285"/>
              </p:ext>
            </p:extLst>
          </p:nvPr>
        </p:nvGraphicFramePr>
        <p:xfrm>
          <a:off x="397397" y="1581352"/>
          <a:ext cx="11384667" cy="4955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81276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A566E-8211-D672-8E2C-5493A31C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BE5C-F732-6009-E2F4-83B7A867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4A4F63-C47F-478A-5A16-4209344B5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2000" b="1" dirty="0"/>
              <a:t>Fog Analytics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Localized Processing</a:t>
            </a:r>
            <a:r>
              <a:rPr lang="en-US" sz="2000" dirty="0"/>
              <a:t>: Performs preliminary analysis near the data source to reduce the volume of data sent to the cloud.</a:t>
            </a:r>
          </a:p>
          <a:p>
            <a:pPr lvl="2"/>
            <a:r>
              <a:rPr lang="en-US" sz="1600" dirty="0"/>
              <a:t>Example: Google Photos uses machine learning on mobile devices (via </a:t>
            </a:r>
            <a:r>
              <a:rPr lang="en-US" sz="1600" dirty="0" err="1"/>
              <a:t>Movidius</a:t>
            </a:r>
            <a:r>
              <a:rPr lang="en-US" sz="1600" dirty="0"/>
              <a:t> chips) for real-time photo classification.</a:t>
            </a:r>
          </a:p>
          <a:p>
            <a:pPr lvl="1"/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Streaming Analytics</a:t>
            </a:r>
            <a:r>
              <a:rPr lang="en-US" sz="2000" dirty="0"/>
              <a:t>: Handles continuous incoming data streams for real-time decision-making.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Standardization Needs</a:t>
            </a:r>
            <a:r>
              <a:rPr lang="en-US" sz="2000" dirty="0"/>
              <a:t>: Requires standardized device/data interfaces, seamless cloud integration, and flexible network architectures.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Machine Learning</a:t>
            </a:r>
            <a:r>
              <a:rPr lang="en-US" sz="2000" dirty="0"/>
              <a:t>: Enables performance improvements over time for IoT applications.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Data Visualization</a:t>
            </a:r>
            <a:r>
              <a:rPr lang="en-US" sz="2000" dirty="0"/>
              <a:t>: Provides insights closer to the edge for faster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67902592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1396-251A-ECBB-DEAF-9B8866EE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19D7-C5D4-2FB7-9272-1DE63303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272541-0942-4D7A-D4F9-A49A2BF42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2200" b="1" dirty="0"/>
              <a:t>Fog Engines</a:t>
            </a:r>
          </a:p>
          <a:p>
            <a:pPr lvl="1"/>
            <a:r>
              <a:rPr lang="en-US" sz="2200" dirty="0"/>
              <a:t>Fog-engines (FEs) are </a:t>
            </a:r>
            <a:r>
              <a:rPr lang="en-US" sz="2200" dirty="0">
                <a:solidFill>
                  <a:srgbClr val="FF0000"/>
                </a:solidFill>
              </a:rPr>
              <a:t>customizable, agile platforms integrated into IoT devices</a:t>
            </a:r>
            <a:r>
              <a:rPr lang="en-US" sz="2200" dirty="0"/>
              <a:t> for on-premise, real-time data analytics.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Transparently managed by end users, FEs provide local peer-to-peer networks beneath the cloud.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Capabilities:</a:t>
            </a:r>
          </a:p>
          <a:p>
            <a:pPr lvl="2"/>
            <a:r>
              <a:rPr lang="en-US" sz="2200" dirty="0"/>
              <a:t>On-premise and real-time analytics.</a:t>
            </a:r>
          </a:p>
          <a:p>
            <a:pPr lvl="2"/>
            <a:r>
              <a:rPr lang="en-US" sz="2200" dirty="0"/>
              <a:t>Communication between IoT devices and the cloud.</a:t>
            </a:r>
          </a:p>
          <a:p>
            <a:pPr lvl="2"/>
            <a:r>
              <a:rPr lang="en-US" sz="2200" dirty="0"/>
              <a:t>Offloading data to the cloud for global analytics.</a:t>
            </a:r>
          </a:p>
        </p:txBody>
      </p:sp>
    </p:spTree>
    <p:extLst>
      <p:ext uri="{BB962C8B-B14F-4D97-AF65-F5344CB8AC3E}">
        <p14:creationId xmlns:p14="http://schemas.microsoft.com/office/powerpoint/2010/main" val="10617471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88C42-255B-27DE-C154-E4B7312A0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BF27A-DDA3-C337-B251-503C49AC4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3425FB-E5E3-FE33-1B18-E375AE337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2200" b="1" dirty="0"/>
              <a:t>Fog Engines</a:t>
            </a:r>
          </a:p>
          <a:p>
            <a:pPr marL="0" indent="0">
              <a:buNone/>
            </a:pPr>
            <a:endParaRPr lang="en-US" sz="2200" b="1" dirty="0"/>
          </a:p>
        </p:txBody>
      </p:sp>
      <p:pic>
        <p:nvPicPr>
          <p:cNvPr id="4" name="Picture 3" descr="A diagram of a cloud computing system&#10;&#10;Description automatically generated">
            <a:extLst>
              <a:ext uri="{FF2B5EF4-FFF2-40B4-BE49-F238E27FC236}">
                <a16:creationId xmlns:a16="http://schemas.microsoft.com/office/drawing/2014/main" id="{BD88FA84-4D50-0D53-14E9-B06AC7F0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183" y="831624"/>
            <a:ext cx="7772400" cy="574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4414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AEA7-367A-9240-FC22-9A3EE907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74D3E-961F-3B19-54C0-45042CE6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68E63A-7D5C-28EA-257A-72FE3B193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b="1" dirty="0"/>
              <a:t>Fog Engines - Key Features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Modular APIs</a:t>
            </a:r>
            <a:r>
              <a:rPr lang="en-US" dirty="0"/>
              <a:t>: Provide consistent functionality across fog-engines and cloud platforms.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Hardware Diversity</a:t>
            </a:r>
            <a:r>
              <a:rPr lang="en-US" dirty="0"/>
              <a:t>: Utilizes multi-core processors, FPGAs, or GPUs for fine-grained processing.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Fault Tolerance</a:t>
            </a:r>
            <a:r>
              <a:rPr lang="en-US" dirty="0"/>
              <a:t>: Tasks can be transferred to nearby fog-engines in case of failure.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Energy Efficiency</a:t>
            </a:r>
            <a:r>
              <a:rPr lang="en-US" dirty="0"/>
              <a:t>: Battery-powered FEs are suitable for IoT applications with limited power access.</a:t>
            </a:r>
          </a:p>
          <a:p>
            <a:pPr marL="0" indent="0">
              <a:buNone/>
            </a:pP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501399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6297B-D17F-D6F9-F416-62734CCB4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8622A-C59D-47B9-E141-EA5FA01A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BDE0778-A2C0-D9F3-1CF2-FB57543D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b="1" dirty="0"/>
              <a:t>Data analytics using a fog-engine before offloading to the cloud</a:t>
            </a:r>
            <a:endParaRPr lang="en-US" sz="2200" b="1" dirty="0"/>
          </a:p>
        </p:txBody>
      </p:sp>
      <p:pic>
        <p:nvPicPr>
          <p:cNvPr id="4" name="Picture 3" descr="Diagram of data processing&#10;&#10;Description automatically generated">
            <a:extLst>
              <a:ext uri="{FF2B5EF4-FFF2-40B4-BE49-F238E27FC236}">
                <a16:creationId xmlns:a16="http://schemas.microsoft.com/office/drawing/2014/main" id="{158760E3-B4F1-AF0C-5D18-04475D38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52" y="1670345"/>
            <a:ext cx="7290496" cy="486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6888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A2B8F-13EC-C07B-BD63-CCDF8BAEC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93572-D4FB-CE5F-8394-1C159369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1CE8DF-DC75-7294-0A91-389638E3D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b="1" dirty="0"/>
              <a:t>Fog Engines Vs Cloud Computing</a:t>
            </a:r>
          </a:p>
          <a:p>
            <a:pPr marL="457200" lvl="1" indent="0">
              <a:buNone/>
            </a:pPr>
            <a:endParaRPr lang="en-US" sz="2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478BAD-1B33-767C-6867-F24CFF262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396510"/>
              </p:ext>
            </p:extLst>
          </p:nvPr>
        </p:nvGraphicFramePr>
        <p:xfrm>
          <a:off x="541403" y="1671643"/>
          <a:ext cx="11240664" cy="47368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6888">
                  <a:extLst>
                    <a:ext uri="{9D8B030D-6E8A-4147-A177-3AD203B41FA5}">
                      <a16:colId xmlns:a16="http://schemas.microsoft.com/office/drawing/2014/main" val="3405691795"/>
                    </a:ext>
                  </a:extLst>
                </a:gridCol>
                <a:gridCol w="3746888">
                  <a:extLst>
                    <a:ext uri="{9D8B030D-6E8A-4147-A177-3AD203B41FA5}">
                      <a16:colId xmlns:a16="http://schemas.microsoft.com/office/drawing/2014/main" val="1390734264"/>
                    </a:ext>
                  </a:extLst>
                </a:gridCol>
                <a:gridCol w="3746888">
                  <a:extLst>
                    <a:ext uri="{9D8B030D-6E8A-4147-A177-3AD203B41FA5}">
                      <a16:colId xmlns:a16="http://schemas.microsoft.com/office/drawing/2014/main" val="1145701041"/>
                    </a:ext>
                  </a:extLst>
                </a:gridCol>
              </a:tblGrid>
              <a:tr h="608406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Book Antiqua" panose="0204060205030503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Book Antiqua" panose="02040602050305030304" pitchFamily="18" charset="0"/>
                        </a:rPr>
                        <a:t>Fog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latin typeface="Book Antiqua" panose="02040602050305030304" pitchFamily="18" charset="0"/>
                        </a:rPr>
                        <a:t>Cloud Computing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507327"/>
                  </a:ext>
                </a:extLst>
              </a:tr>
              <a:tr h="60840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Proximity to Data 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Near the edge (low latency)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Centralized (higher latency)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0792399"/>
                  </a:ext>
                </a:extLst>
              </a:tr>
              <a:tr h="60840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Processing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417574"/>
                  </a:ext>
                </a:extLst>
              </a:tr>
              <a:tr h="60840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Storage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Massive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172367"/>
                  </a:ext>
                </a:extLst>
              </a:tr>
              <a:tr h="60840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Resource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User-configurable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Out of user’s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74340"/>
                  </a:ext>
                </a:extLst>
              </a:tr>
              <a:tr h="1086439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Energy 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Suitable for battery-powered IoT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Constant power supply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775160"/>
                  </a:ext>
                </a:extLst>
              </a:tr>
              <a:tr h="608406"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Cost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>
                          <a:effectLst/>
                          <a:latin typeface="Book Antiqua" panose="02040602050305030304" pitchFamily="18" charset="0"/>
                        </a:rPr>
                        <a:t>Owned by the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2200" b="0" dirty="0">
                          <a:effectLst/>
                          <a:latin typeface="Book Antiqua" panose="02040602050305030304" pitchFamily="18" charset="0"/>
                        </a:rPr>
                        <a:t>Pay-as-you-go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94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8210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98236-57CF-4BC1-B1AC-170C05AB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093C-E7FA-8236-76D1-EAB13675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AD49A6-D957-F031-910E-BF60C4735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b="1" dirty="0"/>
              <a:t>Fog Engines Vs Cloud Computing</a:t>
            </a:r>
          </a:p>
          <a:p>
            <a:pPr marL="457200" lvl="1" indent="0">
              <a:buNone/>
            </a:pPr>
            <a:endParaRPr lang="en-US" sz="2200" b="1" dirty="0"/>
          </a:p>
        </p:txBody>
      </p:sp>
      <p:pic>
        <p:nvPicPr>
          <p:cNvPr id="6" name="Picture 5" descr="A table with text on it&#10;&#10;Description automatically generated">
            <a:extLst>
              <a:ext uri="{FF2B5EF4-FFF2-40B4-BE49-F238E27FC236}">
                <a16:creationId xmlns:a16="http://schemas.microsoft.com/office/drawing/2014/main" id="{442AE616-8E97-3EA2-8569-14B3B62D0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893" y="1581352"/>
            <a:ext cx="6192102" cy="496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702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BB371-B76A-6F90-0EE0-0B851BB96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6D3E1-2DD2-3624-32E5-01DDB8A4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A63374-6D85-A9F2-CCC5-606FEBA6F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3200" b="1" dirty="0"/>
              <a:t>Data Analytics Using Fog-Engines</a:t>
            </a:r>
          </a:p>
          <a:p>
            <a:r>
              <a:rPr lang="en-US" sz="3200" b="1" dirty="0"/>
              <a:t>Workflow: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Local Analysis</a:t>
            </a:r>
            <a:r>
              <a:rPr lang="en-US" sz="2800" dirty="0"/>
              <a:t>: In-stream data is analyzed in real-time by the fog-engine near the data source.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Data Offloading</a:t>
            </a:r>
            <a:r>
              <a:rPr lang="en-US" sz="2800" dirty="0"/>
              <a:t>: Filtered, preprocessed data is transmitted to the cloud for offline, global analytics.</a:t>
            </a:r>
          </a:p>
          <a:p>
            <a:pPr lvl="2"/>
            <a:r>
              <a:rPr lang="en-US" sz="2400" dirty="0"/>
              <a:t>Example: In a smart grid, fog-engines help users optimize energy usage locally, while cloud analytics determines policies for an entire town.</a:t>
            </a:r>
          </a:p>
        </p:txBody>
      </p:sp>
    </p:spTree>
    <p:extLst>
      <p:ext uri="{BB962C8B-B14F-4D97-AF65-F5344CB8AC3E}">
        <p14:creationId xmlns:p14="http://schemas.microsoft.com/office/powerpoint/2010/main" val="296842607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AC971-11C3-5EB7-CB8D-6F681B927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70C7-D4AD-601C-C31B-CB8B8F21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EE232E-53BF-8668-B255-279B9BA8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2400" b="1" dirty="0"/>
              <a:t>Advantages: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Reduced Data Volume</a:t>
            </a:r>
            <a:r>
              <a:rPr lang="en-US" sz="2400" dirty="0"/>
              <a:t>: Preprocessing minimizes the amount of data sent to the cloud.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Real-Time vs. Offline Analytics</a:t>
            </a:r>
            <a:r>
              <a:rPr lang="en-US" sz="2400" dirty="0"/>
              <a:t>: Fog-engines handle real-time analytics; the cloud performs historical analysis.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Dynamic Fog Networks</a:t>
            </a:r>
            <a:r>
              <a:rPr lang="en-US" sz="2400" dirty="0"/>
              <a:t>: Multiple fog-engines in proximity dynamically form a local fog network for collaborative processing.</a:t>
            </a:r>
          </a:p>
        </p:txBody>
      </p:sp>
    </p:spTree>
    <p:extLst>
      <p:ext uri="{BB962C8B-B14F-4D97-AF65-F5344CB8AC3E}">
        <p14:creationId xmlns:p14="http://schemas.microsoft.com/office/powerpoint/2010/main" val="90497356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B0004-8837-E286-68E6-473D53621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74FB2-C6E4-98C1-D326-CB865316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Data Analytics in Fog Computing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CDD280A-1910-B488-9658-808250614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34" y="951054"/>
            <a:ext cx="11384657" cy="5457463"/>
          </a:xfrm>
        </p:spPr>
        <p:txBody>
          <a:bodyPr>
            <a:noAutofit/>
          </a:bodyPr>
          <a:lstStyle/>
          <a:p>
            <a:r>
              <a:rPr lang="en-US" sz="2400" b="1" dirty="0"/>
              <a:t>Challenges: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Architecture Design</a:t>
            </a:r>
            <a:r>
              <a:rPr lang="en-US" sz="2400" dirty="0"/>
              <a:t>: Developing scalable, hierarchical fog architectures.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Frameworks and Standards</a:t>
            </a:r>
            <a:r>
              <a:rPr lang="en-US" sz="2400" dirty="0"/>
              <a:t>: Standardizing device/data interfaces and integrating fog with the cloud.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Resource Management</a:t>
            </a:r>
            <a:r>
              <a:rPr lang="en-US" sz="2400" dirty="0"/>
              <a:t>: Efficient provisioning and scheduling of storage and networking resources.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Security and Privacy</a:t>
            </a:r>
            <a:r>
              <a:rPr lang="en-US" sz="2400" dirty="0"/>
              <a:t>: Addressing vulnerabilities in distributed fog environments.</a:t>
            </a:r>
          </a:p>
        </p:txBody>
      </p:sp>
    </p:spTree>
    <p:extLst>
      <p:ext uri="{BB962C8B-B14F-4D97-AF65-F5344CB8AC3E}">
        <p14:creationId xmlns:p14="http://schemas.microsoft.com/office/powerpoint/2010/main" val="3729894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7833</TotalTime>
  <Words>5391</Words>
  <Application>Microsoft Macintosh PowerPoint</Application>
  <PresentationFormat>Widescreen</PresentationFormat>
  <Paragraphs>596</Paragraphs>
  <Slides>91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7" baseType="lpstr">
      <vt:lpstr>Aptos</vt:lpstr>
      <vt:lpstr>Arial</vt:lpstr>
      <vt:lpstr>Book Antiqua</vt:lpstr>
      <vt:lpstr>Bookman Old Style</vt:lpstr>
      <vt:lpstr>Wingdings</vt:lpstr>
      <vt:lpstr>Office Theme</vt:lpstr>
      <vt:lpstr>PowerPoint Presentation</vt:lpstr>
      <vt:lpstr>Fog Data Management</vt:lpstr>
      <vt:lpstr>Fog Data Management - Fog Data Life Cycle</vt:lpstr>
      <vt:lpstr>Fog Data Management - Fog Data Life Cycle</vt:lpstr>
      <vt:lpstr>Fog Data Management - Fog Data Life Cycle</vt:lpstr>
      <vt:lpstr>Fog Data Management – IoT Data Characteristics</vt:lpstr>
      <vt:lpstr>Fog Data Management – IoT Data Characteristics</vt:lpstr>
      <vt:lpstr>Fog Data Management – IoT Data Characteristics</vt:lpstr>
      <vt:lpstr>Fog Data Management – Data Preprocessing</vt:lpstr>
      <vt:lpstr>Fog Data Management – Data Fusion</vt:lpstr>
      <vt:lpstr>Fog Data Management – Edge Mining</vt:lpstr>
      <vt:lpstr>Fog Data Management – Data Privacy</vt:lpstr>
      <vt:lpstr>Fog Data Management – Data Storage and Management</vt:lpstr>
      <vt:lpstr>Fog Data Management – Data Storage and Management</vt:lpstr>
      <vt:lpstr>Fog Data Management – Architecture</vt:lpstr>
      <vt:lpstr>Fog Data Management – Architecture</vt:lpstr>
      <vt:lpstr>Fog Data Management – Architecture</vt:lpstr>
      <vt:lpstr>Fog Data Management – Architecture</vt:lpstr>
      <vt:lpstr>Fog Data Management – Architecture</vt:lpstr>
      <vt:lpstr>Fog Data Management – Architecture</vt:lpstr>
      <vt:lpstr>Fog Data Management – Architecture</vt:lpstr>
      <vt:lpstr>Fog Data Management – Architecture Interaction </vt:lpstr>
      <vt:lpstr>Fog Data Management – Case Study - eHealth</vt:lpstr>
      <vt:lpstr>Fog Data Management – Case Study - eHealth</vt:lpstr>
      <vt:lpstr>Fog Data Management – Case Study - eHealth</vt:lpstr>
      <vt:lpstr>Fog Data Management – Case Study - eHealth</vt:lpstr>
      <vt:lpstr>Fog Data Management – Case Study - eHealth</vt:lpstr>
      <vt:lpstr>Fog Data Management – Case Study - eHealth</vt:lpstr>
      <vt:lpstr>Predictive Analysis with FogTorch𝚷</vt:lpstr>
      <vt:lpstr>Predictive Analysis with FogTorch𝚷 - Inputs</vt:lpstr>
      <vt:lpstr>Predictive Analysis with FogTorch𝚷 - Inputs</vt:lpstr>
      <vt:lpstr>Predictive Analysis with FogTorch𝚷 - Inputs</vt:lpstr>
      <vt:lpstr>Predictive Analysis with FogTorch𝚷 - Workflow</vt:lpstr>
      <vt:lpstr>Predictive Analysis with FogTorch𝚷 - Workflow</vt:lpstr>
      <vt:lpstr>FogTorch𝚷 – What it does?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Find Eligible Deployments?</vt:lpstr>
      <vt:lpstr>FogTorch𝚷 – How Does it Estimates?</vt:lpstr>
      <vt:lpstr>FogTorch𝚷 – Estimating Fog Resource Consumption</vt:lpstr>
      <vt:lpstr>FogTorch𝚷 – Estimating Monthly Costs</vt:lpstr>
      <vt:lpstr>FogTorch𝚷 – Estimating Monthly Costs</vt:lpstr>
      <vt:lpstr>FogTorch𝚷 – Estimating Monthly Costs</vt:lpstr>
      <vt:lpstr>FogTorch𝚷 – Estimating Monthly Costs</vt:lpstr>
      <vt:lpstr>FogTorch𝚷 – Estimating Monthly Costs</vt:lpstr>
      <vt:lpstr>FogTorch𝚷 – Estimating Monthly Costs</vt:lpstr>
      <vt:lpstr>FogTorch𝚷 – Combining Costs for Deployment</vt:lpstr>
      <vt:lpstr>FogTorch𝚷 – Problem with Initial Cost Estimation</vt:lpstr>
      <vt:lpstr>FogTorch𝚷 – Refined Cost Model</vt:lpstr>
      <vt:lpstr>FogTorch𝚷 – Refined Cost Model</vt:lpstr>
      <vt:lpstr>FogTorch𝚷 – Key Benefits Cost Model</vt:lpstr>
      <vt:lpstr>FogTorch𝚷 – Example</vt:lpstr>
      <vt:lpstr>FogTorch𝚷 – QoS Assurance</vt:lpstr>
      <vt:lpstr>FogTorch𝚷 – QoS Assurance – How is it Estimated?</vt:lpstr>
      <vt:lpstr>FogTorch𝚷 – QoS Assurance – Step by Step Process</vt:lpstr>
      <vt:lpstr>FogTorch𝚷 – QoS Assurance – Step by Step Process</vt:lpstr>
      <vt:lpstr>FogTorch𝚷 – QoS Assurance – Step by Step Process</vt:lpstr>
      <vt:lpstr>FogTorch𝚷 – QoS Assurance – Step by Step Process</vt:lpstr>
      <vt:lpstr>FogTorch𝚷 – QoS Assurance – Output</vt:lpstr>
      <vt:lpstr>FogTorch𝚷 – QoS Assurance – Output</vt:lpstr>
      <vt:lpstr>FogTorch𝚷 – QoS Assurance – Output</vt:lpstr>
      <vt:lpstr>FogTorch𝚷 – QoS Assurance – Why is QoS-Assurance Important?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Machine Learning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  <vt:lpstr>Data Analytics in Fog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Naveenkumar J K</dc:creator>
  <cp:lastModifiedBy>Apoorva Karnwal</cp:lastModifiedBy>
  <cp:revision>76</cp:revision>
  <dcterms:created xsi:type="dcterms:W3CDTF">2024-12-06T04:08:32Z</dcterms:created>
  <dcterms:modified xsi:type="dcterms:W3CDTF">2025-05-05T11:23:54Z</dcterms:modified>
</cp:coreProperties>
</file>