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586918A-6E43-428D-A5E2-441F8B72CD98}"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490733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86918A-6E43-428D-A5E2-441F8B72CD98}"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2845223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586918A-6E43-428D-A5E2-441F8B72CD98}"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3895751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586918A-6E43-428D-A5E2-441F8B72CD98}"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245195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586918A-6E43-428D-A5E2-441F8B72CD98}" type="datetimeFigureOut">
              <a:rPr lang="en-IN" smtClean="0"/>
              <a:t>03-08-2022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262460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586918A-6E43-428D-A5E2-441F8B72CD98}" type="datetimeFigureOut">
              <a:rPr lang="en-IN" smtClean="0"/>
              <a:t>03-08-2022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4210721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86918A-6E43-428D-A5E2-441F8B72CD98}" type="datetimeFigureOut">
              <a:rPr lang="en-IN" smtClean="0"/>
              <a:t>03-08-2022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130717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86918A-6E43-428D-A5E2-441F8B72CD98}"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262132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86918A-6E43-428D-A5E2-441F8B72CD98}" type="datetimeFigureOut">
              <a:rPr lang="en-IN" smtClean="0"/>
              <a:t>03-08-2022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1945092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86918A-6E43-428D-A5E2-441F8B72CD98}"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2418711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86918A-6E43-428D-A5E2-441F8B72CD98}" type="datetimeFigureOut">
              <a:rPr lang="en-IN" smtClean="0"/>
              <a:t>03-08-2022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11CC20-8988-4404-AAF8-4C8F9322A634}" type="slidenum">
              <a:rPr lang="en-IN" smtClean="0"/>
              <a:t>‹#›</a:t>
            </a:fld>
            <a:endParaRPr lang="en-IN"/>
          </a:p>
        </p:txBody>
      </p:sp>
    </p:spTree>
    <p:extLst>
      <p:ext uri="{BB962C8B-B14F-4D97-AF65-F5344CB8AC3E}">
        <p14:creationId xmlns:p14="http://schemas.microsoft.com/office/powerpoint/2010/main" val="1440530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86918A-6E43-428D-A5E2-441F8B72CD98}" type="datetimeFigureOut">
              <a:rPr lang="en-IN" smtClean="0"/>
              <a:t>03-08-2022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11CC20-8988-4404-AAF8-4C8F9322A634}" type="slidenum">
              <a:rPr lang="en-IN" smtClean="0"/>
              <a:t>‹#›</a:t>
            </a:fld>
            <a:endParaRPr lang="en-IN"/>
          </a:p>
        </p:txBody>
      </p:sp>
    </p:spTree>
    <p:extLst>
      <p:ext uri="{BB962C8B-B14F-4D97-AF65-F5344CB8AC3E}">
        <p14:creationId xmlns:p14="http://schemas.microsoft.com/office/powerpoint/2010/main" val="1586206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eeksforgeeks.org/software-engineering-incremental-process-model/" TargetMode="External"/><Relationship Id="rId2" Type="http://schemas.openxmlformats.org/officeDocument/2006/relationships/hyperlink" Target="https://www.geeksforgeeks.org/software-engineering-iterative-waterfall-mode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306687"/>
          </a:xfrm>
        </p:spPr>
        <p:txBody>
          <a:bodyPr>
            <a:normAutofit/>
          </a:bodyPr>
          <a:lstStyle/>
          <a:p>
            <a:r>
              <a:rPr lang="en-US" b="1" dirty="0"/>
              <a:t>Evolutionary </a:t>
            </a:r>
            <a:r>
              <a:rPr lang="en-US" b="1" dirty="0" smtClean="0"/>
              <a:t>model</a:t>
            </a:r>
            <a:br>
              <a:rPr lang="en-US" b="1" dirty="0" smtClean="0"/>
            </a:br>
            <a:r>
              <a:rPr lang="en-US" sz="3100" dirty="0" smtClean="0">
                <a:latin typeface="Times New Roman" panose="02020603050405020304" pitchFamily="18" charset="0"/>
                <a:cs typeface="Times New Roman" panose="02020603050405020304" pitchFamily="18" charset="0"/>
              </a:rPr>
              <a:t>It</a:t>
            </a:r>
            <a:r>
              <a:rPr lang="en-US" sz="3100" dirty="0">
                <a:latin typeface="Times New Roman" panose="02020603050405020304" pitchFamily="18" charset="0"/>
                <a:cs typeface="Times New Roman" panose="02020603050405020304" pitchFamily="18" charset="0"/>
              </a:rPr>
              <a:t> is a combination of </a:t>
            </a:r>
            <a:r>
              <a:rPr lang="en-US" sz="3100" u="sng" dirty="0">
                <a:latin typeface="Times New Roman" panose="02020603050405020304" pitchFamily="18" charset="0"/>
                <a:cs typeface="Times New Roman" panose="02020603050405020304" pitchFamily="18" charset="0"/>
                <a:hlinkClick r:id="rId2"/>
              </a:rPr>
              <a:t>Iterative </a:t>
            </a:r>
            <a:r>
              <a:rPr lang="en-US" sz="3100" dirty="0">
                <a:latin typeface="Times New Roman" panose="02020603050405020304" pitchFamily="18" charset="0"/>
                <a:cs typeface="Times New Roman" panose="02020603050405020304" pitchFamily="18" charset="0"/>
              </a:rPr>
              <a:t>and </a:t>
            </a:r>
            <a:r>
              <a:rPr lang="en-US" sz="3100" u="sng" dirty="0">
                <a:latin typeface="Times New Roman" panose="02020603050405020304" pitchFamily="18" charset="0"/>
                <a:cs typeface="Times New Roman" panose="02020603050405020304" pitchFamily="18" charset="0"/>
                <a:hlinkClick r:id="rId3"/>
              </a:rPr>
              <a:t>Incremental model</a:t>
            </a:r>
            <a:r>
              <a:rPr lang="en-US" sz="3100" dirty="0">
                <a:latin typeface="Times New Roman" panose="02020603050405020304" pitchFamily="18" charset="0"/>
                <a:cs typeface="Times New Roman" panose="02020603050405020304" pitchFamily="18" charset="0"/>
              </a:rPr>
              <a:t> of software development life cycle. </a:t>
            </a:r>
            <a:endParaRPr lang="en-IN" dirty="0"/>
          </a:p>
        </p:txBody>
      </p:sp>
    </p:spTree>
    <p:extLst>
      <p:ext uri="{BB962C8B-B14F-4D97-AF65-F5344CB8AC3E}">
        <p14:creationId xmlns:p14="http://schemas.microsoft.com/office/powerpoint/2010/main" val="286804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Some initial requirements and architecture envisioning need to be done. It is better for software products that have their feature sets redefined during development because of user feedback and other factors.</a:t>
            </a:r>
            <a:endParaRPr lang="en-IN" dirty="0"/>
          </a:p>
        </p:txBody>
      </p:sp>
    </p:spTree>
    <p:extLst>
      <p:ext uri="{BB962C8B-B14F-4D97-AF65-F5344CB8AC3E}">
        <p14:creationId xmlns:p14="http://schemas.microsoft.com/office/powerpoint/2010/main" val="3700434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dirty="0"/>
              <a:t>The Evolutionary development model divides the development cycle into smaller, incremental waterfall models in which users are able to get access to the product at the end of each cycle</a:t>
            </a:r>
            <a:r>
              <a:rPr lang="en-US" dirty="0" smtClean="0"/>
              <a:t>.</a:t>
            </a:r>
          </a:p>
          <a:p>
            <a:r>
              <a:rPr lang="en-US" dirty="0" smtClean="0"/>
              <a:t> </a:t>
            </a:r>
            <a:r>
              <a:rPr lang="en-US" dirty="0"/>
              <a:t>Feedback is provided by the users on the product for the planning stage of the next cycle and the development team responds, often by changing the product, plan or process.</a:t>
            </a:r>
            <a:endParaRPr lang="en-IN" dirty="0"/>
          </a:p>
        </p:txBody>
      </p:sp>
    </p:spTree>
    <p:extLst>
      <p:ext uri="{BB962C8B-B14F-4D97-AF65-F5344CB8AC3E}">
        <p14:creationId xmlns:p14="http://schemas.microsoft.com/office/powerpoint/2010/main" val="182253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Therefore, the software product evolves with time. All the models have the disadvantage that the duration of time from start of the project to the delivery time of a solution is very high. Evolutionary model solves this problem in a different approach. </a:t>
            </a:r>
            <a:endParaRPr lang="en-IN" dirty="0"/>
          </a:p>
        </p:txBody>
      </p:sp>
    </p:spTree>
    <p:extLst>
      <p:ext uri="{BB962C8B-B14F-4D97-AF65-F5344CB8AC3E}">
        <p14:creationId xmlns:p14="http://schemas.microsoft.com/office/powerpoint/2010/main" val="3537963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0352" y="1600200"/>
            <a:ext cx="684329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1447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Evolutionary model suggests breaking down of work into smaller chunks, prioritizing them and then delivering those chunks to the customer one by one. The number of chunks is huge and is the number of deliveries made to the customer. </a:t>
            </a:r>
            <a:endParaRPr lang="en-US" dirty="0" smtClean="0"/>
          </a:p>
          <a:p>
            <a:r>
              <a:rPr lang="en-US" dirty="0" smtClean="0"/>
              <a:t>The </a:t>
            </a:r>
            <a:r>
              <a:rPr lang="en-US" dirty="0"/>
              <a:t>main advantage is that the customer’s confidence increases as he constantly gets quantifiable goods or services from the beginning of the project to verify and validate his requirements. The model allows for changing requirements as well as all work in broken down into maintainable work chunks</a:t>
            </a:r>
            <a:endParaRPr lang="en-IN" dirty="0"/>
          </a:p>
        </p:txBody>
      </p:sp>
    </p:spTree>
    <p:extLst>
      <p:ext uri="{BB962C8B-B14F-4D97-AF65-F5344CB8AC3E}">
        <p14:creationId xmlns:p14="http://schemas.microsoft.com/office/powerpoint/2010/main" val="3748745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fontAlgn="base"/>
            <a:r>
              <a:rPr lang="en-US" b="1" dirty="0"/>
              <a:t>Application of Evolutionary Model:</a:t>
            </a:r>
            <a:endParaRPr lang="en-US" dirty="0"/>
          </a:p>
          <a:p>
            <a:pPr fontAlgn="base"/>
            <a:r>
              <a:rPr lang="en-US" dirty="0"/>
              <a:t>It is used in large projects where you can easily find modules for incremental implementation. Evolutionary model is commonly used when the customer wants to start using the core features instead of waiting for the full software.</a:t>
            </a:r>
          </a:p>
          <a:p>
            <a:pPr fontAlgn="base"/>
            <a:r>
              <a:rPr lang="en-US" dirty="0"/>
              <a:t>Evolutionary model is also used in object oriented software development because the system can be easily portioned into units in terms of objects.</a:t>
            </a:r>
          </a:p>
          <a:p>
            <a:endParaRPr lang="en-IN" dirty="0"/>
          </a:p>
        </p:txBody>
      </p:sp>
    </p:spTree>
    <p:extLst>
      <p:ext uri="{BB962C8B-B14F-4D97-AF65-F5344CB8AC3E}">
        <p14:creationId xmlns:p14="http://schemas.microsoft.com/office/powerpoint/2010/main" val="179271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fontAlgn="base"/>
            <a:r>
              <a:rPr lang="en-US" b="1" dirty="0"/>
              <a:t>Necessary conditions for implementing this model:-</a:t>
            </a:r>
            <a:endParaRPr lang="en-US" dirty="0"/>
          </a:p>
          <a:p>
            <a:pPr fontAlgn="base"/>
            <a:r>
              <a:rPr lang="en-US" dirty="0"/>
              <a:t>Customer needs are clear and been explained in deep to the developer team.</a:t>
            </a:r>
          </a:p>
          <a:p>
            <a:pPr fontAlgn="base"/>
            <a:r>
              <a:rPr lang="en-US" dirty="0"/>
              <a:t>There might be small changes required in separate parts but not a major change.</a:t>
            </a:r>
          </a:p>
          <a:p>
            <a:pPr fontAlgn="base"/>
            <a:r>
              <a:rPr lang="en-US" dirty="0"/>
              <a:t>As it requires time, so there must be some time left for the market constraints.</a:t>
            </a:r>
          </a:p>
          <a:p>
            <a:pPr fontAlgn="base"/>
            <a:r>
              <a:rPr lang="en-US" dirty="0"/>
              <a:t>Risk is high and continuous targets to achieve and report to customer repeatedly.</a:t>
            </a:r>
          </a:p>
          <a:p>
            <a:pPr fontAlgn="base"/>
            <a:r>
              <a:rPr lang="en-US" dirty="0"/>
              <a:t>It is used when working on a technology is new and requires time to learn.</a:t>
            </a:r>
          </a:p>
          <a:p>
            <a:endParaRPr lang="en-IN" dirty="0"/>
          </a:p>
        </p:txBody>
      </p:sp>
    </p:spTree>
    <p:extLst>
      <p:ext uri="{BB962C8B-B14F-4D97-AF65-F5344CB8AC3E}">
        <p14:creationId xmlns:p14="http://schemas.microsoft.com/office/powerpoint/2010/main" val="2497831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fontAlgn="base"/>
            <a:r>
              <a:rPr lang="en-US" b="1" dirty="0"/>
              <a:t>Advantages:</a:t>
            </a:r>
            <a:endParaRPr lang="en-US" dirty="0"/>
          </a:p>
          <a:p>
            <a:pPr fontAlgn="base"/>
            <a:r>
              <a:rPr lang="en-US" dirty="0"/>
              <a:t>In evolutionary model, a user gets a chance to experiment partially developed system.</a:t>
            </a:r>
          </a:p>
          <a:p>
            <a:pPr fontAlgn="base"/>
            <a:r>
              <a:rPr lang="en-US" dirty="0"/>
              <a:t>It reduces the error because the core modules get tested thoroughly.</a:t>
            </a:r>
          </a:p>
          <a:p>
            <a:pPr fontAlgn="base"/>
            <a:r>
              <a:rPr lang="en-US" b="1" dirty="0"/>
              <a:t>Disadvantages:</a:t>
            </a:r>
            <a:endParaRPr lang="en-US" dirty="0"/>
          </a:p>
          <a:p>
            <a:pPr fontAlgn="base"/>
            <a:r>
              <a:rPr lang="en-US" dirty="0"/>
              <a:t>Sometimes it is hard to divide the problem into several versions that would be acceptable to the customer which can be incrementally implemented and delivered.</a:t>
            </a:r>
          </a:p>
          <a:p>
            <a:endParaRPr lang="en-IN" dirty="0"/>
          </a:p>
        </p:txBody>
      </p:sp>
    </p:spTree>
    <p:extLst>
      <p:ext uri="{BB962C8B-B14F-4D97-AF65-F5344CB8AC3E}">
        <p14:creationId xmlns:p14="http://schemas.microsoft.com/office/powerpoint/2010/main" val="1313180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20</TotalTime>
  <Words>445</Words>
  <Application>Microsoft Office PowerPoint</Application>
  <PresentationFormat>On-screen Show (4:3)</PresentationFormat>
  <Paragraphs>21</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Evolutionary model It is a combination of Iterative and Incremental model of software development life cycle.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Evolutionary model It is a combination of Iterative and Incremental model of software development life cycle. Delivering your system in a big bang release, delivering it in incremental process over time is the action done in this model.</dc:title>
  <dc:creator>DELL</dc:creator>
  <cp:lastModifiedBy>DELL</cp:lastModifiedBy>
  <cp:revision>2</cp:revision>
  <dcterms:created xsi:type="dcterms:W3CDTF">2022-08-03T15:37:04Z</dcterms:created>
  <dcterms:modified xsi:type="dcterms:W3CDTF">2022-08-03T15:58:01Z</dcterms:modified>
</cp:coreProperties>
</file>